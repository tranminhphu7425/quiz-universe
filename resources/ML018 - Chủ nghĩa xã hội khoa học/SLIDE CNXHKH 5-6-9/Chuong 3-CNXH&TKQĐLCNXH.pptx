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handoutMasterIdLst>
    <p:handoutMasterId r:id="rId45"/>
  </p:handoutMasterIdLst>
  <p:sldIdLst>
    <p:sldId id="256" r:id="rId2"/>
    <p:sldId id="257" r:id="rId3"/>
    <p:sldId id="286" r:id="rId4"/>
    <p:sldId id="577" r:id="rId5"/>
    <p:sldId id="578" r:id="rId6"/>
    <p:sldId id="318" r:id="rId7"/>
    <p:sldId id="485" r:id="rId8"/>
    <p:sldId id="540" r:id="rId9"/>
    <p:sldId id="541" r:id="rId10"/>
    <p:sldId id="542" r:id="rId11"/>
    <p:sldId id="543" r:id="rId12"/>
    <p:sldId id="544" r:id="rId13"/>
    <p:sldId id="615" r:id="rId14"/>
    <p:sldId id="579" r:id="rId15"/>
    <p:sldId id="545" r:id="rId16"/>
    <p:sldId id="546" r:id="rId17"/>
    <p:sldId id="547" r:id="rId18"/>
    <p:sldId id="548" r:id="rId19"/>
    <p:sldId id="549" r:id="rId20"/>
    <p:sldId id="555" r:id="rId21"/>
    <p:sldId id="580" r:id="rId22"/>
    <p:sldId id="556" r:id="rId23"/>
    <p:sldId id="557" r:id="rId24"/>
    <p:sldId id="581" r:id="rId25"/>
    <p:sldId id="562" r:id="rId26"/>
    <p:sldId id="558" r:id="rId27"/>
    <p:sldId id="559" r:id="rId28"/>
    <p:sldId id="563" r:id="rId29"/>
    <p:sldId id="564" r:id="rId30"/>
    <p:sldId id="405" r:id="rId31"/>
    <p:sldId id="565" r:id="rId32"/>
    <p:sldId id="566" r:id="rId33"/>
    <p:sldId id="567" r:id="rId34"/>
    <p:sldId id="568" r:id="rId35"/>
    <p:sldId id="569" r:id="rId36"/>
    <p:sldId id="570" r:id="rId37"/>
    <p:sldId id="571" r:id="rId38"/>
    <p:sldId id="572" r:id="rId39"/>
    <p:sldId id="573" r:id="rId40"/>
    <p:sldId id="574" r:id="rId41"/>
    <p:sldId id="575" r:id="rId42"/>
    <p:sldId id="576"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6EBE"/>
    <a:srgbClr val="F2E4FE"/>
    <a:srgbClr val="B4FF78"/>
    <a:srgbClr val="91F3D7"/>
    <a:srgbClr val="DC86F4"/>
    <a:srgbClr val="FFD08D"/>
    <a:srgbClr val="CDB053"/>
    <a:srgbClr val="D5BC6F"/>
    <a:srgbClr val="D4B4DD"/>
    <a:srgbClr val="678C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897" autoAdjust="0"/>
    <p:restoredTop sz="67684" autoAdjust="0"/>
  </p:normalViewPr>
  <p:slideViewPr>
    <p:cSldViewPr>
      <p:cViewPr varScale="1">
        <p:scale>
          <a:sx n="73" d="100"/>
          <a:sy n="73" d="100"/>
        </p:scale>
        <p:origin x="462" y="96"/>
      </p:cViewPr>
      <p:guideLst>
        <p:guide orient="horz" pos="2160"/>
        <p:guide pos="2880"/>
      </p:guideLst>
    </p:cSldViewPr>
  </p:slideViewPr>
  <p:outlineViewPr>
    <p:cViewPr>
      <p:scale>
        <a:sx n="33" d="100"/>
        <a:sy n="33" d="100"/>
      </p:scale>
      <p:origin x="0" y="7716"/>
    </p:cViewPr>
  </p:outlineViewPr>
  <p:notesTextViewPr>
    <p:cViewPr>
      <p:scale>
        <a:sx n="3" d="2"/>
        <a:sy n="3" d="2"/>
      </p:scale>
      <p:origin x="0" y="0"/>
    </p:cViewPr>
  </p:notesTextViewPr>
  <p:sorterViewPr>
    <p:cViewPr>
      <p:scale>
        <a:sx n="80" d="100"/>
        <a:sy n="80" d="100"/>
      </p:scale>
      <p:origin x="0" y="-5976"/>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atin typeface="Arial" panose="020B0604020202020204" pitchFamily="34" charset="0"/>
              </a:defRPr>
            </a:lvl1pPr>
          </a:lstStyle>
          <a:p>
            <a:pPr>
              <a:defRPr/>
            </a:pPr>
            <a:endParaRPr lang="en-US"/>
          </a:p>
        </p:txBody>
      </p:sp>
      <p:sp>
        <p:nvSpPr>
          <p:cNvPr id="3379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endParaRPr lang="en-US"/>
          </a:p>
        </p:txBody>
      </p:sp>
      <p:sp>
        <p:nvSpPr>
          <p:cNvPr id="3379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atin typeface="Arial" panose="020B0604020202020204" pitchFamily="34" charset="0"/>
              </a:defRPr>
            </a:lvl1pPr>
          </a:lstStyle>
          <a:p>
            <a:pPr>
              <a:defRPr/>
            </a:pPr>
            <a:endParaRPr lang="en-US"/>
          </a:p>
        </p:txBody>
      </p:sp>
      <p:sp>
        <p:nvSpPr>
          <p:cNvPr id="3379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D4BD3473-20AA-4D66-AFF0-289192CE852C}" type="slidenum">
              <a:rPr lang="en-US"/>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F7F58-F3F2-464A-A50A-E937DDCA5325}" type="datetimeFigureOut">
              <a:rPr lang="vi-VN" smtClean="0"/>
              <a:t>31/05/2024</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B0C3C4-915F-49D2-BF30-A4229969C883}" type="slidenum">
              <a:rPr lang="vi-VN" smtClean="0"/>
              <a:t>‹#›</a:t>
            </a:fld>
            <a:endParaRPr lang="vi-V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47B0C3C4-915F-49D2-BF30-A4229969C883}" type="slidenum">
              <a:rPr lang="vi-VN" smtClean="0"/>
              <a:t>2</a:t>
            </a:fld>
            <a:endParaRPr lang="vi-V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47B0C3C4-915F-49D2-BF30-A4229969C883}" type="slidenum">
              <a:rPr lang="vi-VN" smtClean="0"/>
              <a:t>3</a:t>
            </a:fld>
            <a:endParaRPr lang="vi-V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47B0C3C4-915F-49D2-BF30-A4229969C883}" type="slidenum">
              <a:rPr lang="vi-VN" smtClean="0"/>
              <a:t>5</a:t>
            </a:fld>
            <a:endParaRPr lang="vi-V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47B0C3C4-915F-49D2-BF30-A4229969C883}" type="slidenum">
              <a:rPr lang="vi-VN" smtClean="0"/>
              <a:t>6</a:t>
            </a:fld>
            <a:endParaRPr lang="vi-V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47B0C3C4-915F-49D2-BF30-A4229969C883}" type="slidenum">
              <a:rPr lang="vi-VN" smtClean="0"/>
              <a:t>7</a:t>
            </a:fld>
            <a:endParaRPr lang="vi-V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47B0C3C4-915F-49D2-BF30-A4229969C883}" type="slidenum">
              <a:rPr lang="vi-VN" smtClean="0"/>
              <a:t>30</a:t>
            </a:fld>
            <a:endParaRPr lang="vi-V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5.emf"/><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6E02EC-A1BB-4BE9-9DEE-B826589AC3FA}" type="datetimeFigureOut">
              <a:rPr lang="en-US" smtClean="0"/>
              <a:t>31/5/2024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F39C5-B1A0-4105-825B-1D7A3F6AEE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E02EC-A1BB-4BE9-9DEE-B826589AC3FA}" type="datetimeFigureOut">
              <a:rPr lang="en-US" smtClean="0"/>
              <a:t>31/5/2024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F39C5-B1A0-4105-825B-1D7A3F6AEE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A8AD4B-4564-47E0-B22B-B4ABF895CDB3}" type="datetimeFigureOut">
              <a:rPr lang="en-US" smtClean="0"/>
              <a:t>31/5/2024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670BAD-D16B-4B92-9A42-ABEE2389D37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F16389-B190-4301-8262-6E1C314E10DC}" type="datetimeFigureOut">
              <a:rPr lang="en-US" smtClean="0"/>
              <a:t>31/5/2024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3763F4-639C-4ECA-A42B-BE11FE23D54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F40F92-7A28-4958-BCE3-370308569710}" type="datetimeFigureOut">
              <a:rPr lang="en-US" smtClean="0"/>
              <a:t>31/5/2024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A27EEC-5F1E-4772-841E-BF42AB7B4FE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6BCF57-49C2-4E3F-8B63-253900CF0DE0}" type="datetimeFigureOut">
              <a:rPr lang="en-US" smtClean="0"/>
              <a:t>31/5/2024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D04333-87DE-46BB-8BB8-2904F5B8B15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6C0E6E-4D2A-45F9-ABEA-1D492D714682}" type="datetimeFigureOut">
              <a:rPr lang="en-US" smtClean="0"/>
              <a:t>31/5/2024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233ACD-54D3-48EC-96A3-027FB659620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1912A3-953D-44BD-8271-07D5668FEAEF}" type="datetimeFigureOut">
              <a:rPr lang="en-US" smtClean="0"/>
              <a:t>31/5/2024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2C366C-9EF1-4D65-937C-F809EB10879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59B479-E23D-40C5-A83B-405518AA47F4}" type="datetimeFigureOut">
              <a:rPr lang="en-US" smtClean="0"/>
              <a:t>31/5/2024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B51926-7C85-4B93-A9AD-BC58A5A2CB2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3C48CC-E694-483F-9A4D-4FDA2ACD0196}" type="datetimeFigureOut">
              <a:rPr lang="en-US" smtClean="0"/>
              <a:t>31/5/2024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68BA47-E754-4C66-9AFB-390AF25F8E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55567-9CCD-4ECB-9B1B-10254ABDF2E1}" type="datetimeFigureOut">
              <a:rPr lang="en-US" smtClean="0"/>
              <a:t>31/5/2024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65C960-4A4E-4DD9-9C90-D191A99AF99A}"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userDrawn="1">
  <p:cSld name="1_Title Slide">
    <p:spTree>
      <p:nvGrpSpPr>
        <p:cNvPr id="1" name=""/>
        <p:cNvGrpSpPr/>
        <p:nvPr/>
      </p:nvGrpSpPr>
      <p:grpSpPr>
        <a:xfrm>
          <a:off x="0" y="0"/>
          <a:ext cx="0" cy="0"/>
          <a:chOff x="0" y="0"/>
          <a:chExt cx="0" cy="0"/>
        </a:xfrm>
      </p:grpSpPr>
      <p:sp>
        <p:nvSpPr>
          <p:cNvPr id="46714" name="Rectangle 634"/>
          <p:cNvSpPr>
            <a:spLocks noChangeArrowheads="1"/>
          </p:cNvSpPr>
          <p:nvPr userDrawn="1"/>
        </p:nvSpPr>
        <p:spPr bwMode="ltGray">
          <a:xfrm rot="10800000" flipH="1">
            <a:off x="0" y="4797425"/>
            <a:ext cx="9144000" cy="2060575"/>
          </a:xfrm>
          <a:prstGeom prst="rect">
            <a:avLst/>
          </a:prstGeom>
          <a:gradFill rotWithShape="1">
            <a:gsLst>
              <a:gs pos="0">
                <a:schemeClr val="accent2">
                  <a:alpha val="30000"/>
                </a:schemeClr>
              </a:gs>
              <a:gs pos="100000">
                <a:schemeClr val="accent2">
                  <a:gamma/>
                  <a:tint val="0"/>
                  <a:invGamma/>
                  <a:alpha val="0"/>
                </a:schemeClr>
              </a:gs>
            </a:gsLst>
            <a:path path="rect">
              <a:fillToRect r="100000" b="10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6715" name="Rectangle 635"/>
          <p:cNvSpPr>
            <a:spLocks noChangeArrowheads="1"/>
          </p:cNvSpPr>
          <p:nvPr userDrawn="1"/>
        </p:nvSpPr>
        <p:spPr bwMode="ltGray">
          <a:xfrm flipH="1">
            <a:off x="1763713" y="0"/>
            <a:ext cx="7380287" cy="4114800"/>
          </a:xfrm>
          <a:prstGeom prst="rect">
            <a:avLst/>
          </a:prstGeom>
          <a:gradFill rotWithShape="1">
            <a:gsLst>
              <a:gs pos="0">
                <a:schemeClr val="accent1">
                  <a:alpha val="30000"/>
                </a:schemeClr>
              </a:gs>
              <a:gs pos="100000">
                <a:schemeClr val="accent1">
                  <a:gamma/>
                  <a:tint val="0"/>
                  <a:invGamma/>
                  <a:alpha val="0"/>
                </a:schemeClr>
              </a:gs>
            </a:gsLst>
            <a:path path="rect">
              <a:fillToRect r="100000" b="10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nvGrpSpPr>
          <p:cNvPr id="46716" name="Group 636"/>
          <p:cNvGrpSpPr/>
          <p:nvPr userDrawn="1"/>
        </p:nvGrpSpPr>
        <p:grpSpPr bwMode="auto">
          <a:xfrm>
            <a:off x="1547813" y="0"/>
            <a:ext cx="7596187" cy="5229225"/>
            <a:chOff x="975" y="0"/>
            <a:chExt cx="4785" cy="3294"/>
          </a:xfrm>
        </p:grpSpPr>
        <p:pic>
          <p:nvPicPr>
            <p:cNvPr id="46717" name="Picture 637" descr="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flipH="1">
              <a:off x="975" y="0"/>
              <a:ext cx="4785" cy="3294"/>
            </a:xfrm>
            <a:prstGeom prst="rect">
              <a:avLst/>
            </a:prstGeom>
            <a:noFill/>
            <a:extLst>
              <a:ext uri="{909E8E84-426E-40DD-AFC4-6F175D3DCCD1}">
                <a14:hiddenFill xmlns:a14="http://schemas.microsoft.com/office/drawing/2010/main">
                  <a:solidFill>
                    <a:srgbClr val="FFFFFF"/>
                  </a:solidFill>
                </a14:hiddenFill>
              </a:ext>
            </a:extLst>
          </p:spPr>
        </p:pic>
        <p:grpSp>
          <p:nvGrpSpPr>
            <p:cNvPr id="46718" name="Group 638"/>
            <p:cNvGrpSpPr/>
            <p:nvPr/>
          </p:nvGrpSpPr>
          <p:grpSpPr bwMode="auto">
            <a:xfrm>
              <a:off x="4195" y="71"/>
              <a:ext cx="1452" cy="2247"/>
              <a:chOff x="4195" y="71"/>
              <a:chExt cx="1452" cy="2247"/>
            </a:xfrm>
          </p:grpSpPr>
          <p:grpSp>
            <p:nvGrpSpPr>
              <p:cNvPr id="46719" name="Group 639"/>
              <p:cNvGrpSpPr/>
              <p:nvPr/>
            </p:nvGrpSpPr>
            <p:grpSpPr bwMode="auto">
              <a:xfrm>
                <a:off x="4195" y="71"/>
                <a:ext cx="1452" cy="2247"/>
                <a:chOff x="4195" y="71"/>
                <a:chExt cx="1452" cy="2247"/>
              </a:xfrm>
            </p:grpSpPr>
            <p:grpSp>
              <p:nvGrpSpPr>
                <p:cNvPr id="46720" name="Group 640"/>
                <p:cNvGrpSpPr/>
                <p:nvPr/>
              </p:nvGrpSpPr>
              <p:grpSpPr bwMode="auto">
                <a:xfrm rot="22528304" flipH="1" flipV="1">
                  <a:off x="4467" y="1268"/>
                  <a:ext cx="192" cy="187"/>
                  <a:chOff x="1204" y="2187"/>
                  <a:chExt cx="364" cy="357"/>
                </a:xfrm>
              </p:grpSpPr>
              <p:grpSp>
                <p:nvGrpSpPr>
                  <p:cNvPr id="46721" name="Group 641"/>
                  <p:cNvGrpSpPr/>
                  <p:nvPr/>
                </p:nvGrpSpPr>
                <p:grpSpPr bwMode="auto">
                  <a:xfrm rot="21289124" flipH="1">
                    <a:off x="1384" y="2187"/>
                    <a:ext cx="184" cy="336"/>
                    <a:chOff x="928" y="430"/>
                    <a:chExt cx="1925" cy="3521"/>
                  </a:xfrm>
                </p:grpSpPr>
                <p:sp>
                  <p:nvSpPr>
                    <p:cNvPr id="46722" name="Freeform 64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23" name="Freeform 64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24" name="Freeform 64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725" name="Group 645"/>
                  <p:cNvGrpSpPr/>
                  <p:nvPr/>
                </p:nvGrpSpPr>
                <p:grpSpPr bwMode="auto">
                  <a:xfrm rot="42792305">
                    <a:off x="1204" y="2208"/>
                    <a:ext cx="184" cy="336"/>
                    <a:chOff x="928" y="430"/>
                    <a:chExt cx="1925" cy="3521"/>
                  </a:xfrm>
                </p:grpSpPr>
                <p:sp>
                  <p:nvSpPr>
                    <p:cNvPr id="46726" name="Freeform 646"/>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27" name="Freeform 647"/>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28" name="Freeform 648"/>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729" name="Group 649"/>
                <p:cNvGrpSpPr/>
                <p:nvPr/>
              </p:nvGrpSpPr>
              <p:grpSpPr bwMode="auto">
                <a:xfrm rot="18012195" flipH="1">
                  <a:off x="4228" y="1580"/>
                  <a:ext cx="388" cy="453"/>
                  <a:chOff x="3863" y="2473"/>
                  <a:chExt cx="983" cy="1148"/>
                </a:xfrm>
              </p:grpSpPr>
              <p:grpSp>
                <p:nvGrpSpPr>
                  <p:cNvPr id="46730" name="Group 650"/>
                  <p:cNvGrpSpPr/>
                  <p:nvPr/>
                </p:nvGrpSpPr>
                <p:grpSpPr bwMode="auto">
                  <a:xfrm>
                    <a:off x="3863" y="2473"/>
                    <a:ext cx="983" cy="1148"/>
                    <a:chOff x="3863" y="2473"/>
                    <a:chExt cx="983" cy="1148"/>
                  </a:xfrm>
                </p:grpSpPr>
                <p:grpSp>
                  <p:nvGrpSpPr>
                    <p:cNvPr id="46731" name="Group 651"/>
                    <p:cNvGrpSpPr/>
                    <p:nvPr/>
                  </p:nvGrpSpPr>
                  <p:grpSpPr bwMode="auto">
                    <a:xfrm rot="20092130" flipH="1">
                      <a:off x="4330" y="2473"/>
                      <a:ext cx="516" cy="926"/>
                      <a:chOff x="928" y="430"/>
                      <a:chExt cx="1925" cy="3521"/>
                    </a:xfrm>
                  </p:grpSpPr>
                  <p:sp>
                    <p:nvSpPr>
                      <p:cNvPr id="46732" name="Freeform 65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33" name="Freeform 65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34" name="Freeform 65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735" name="Group 655"/>
                    <p:cNvGrpSpPr/>
                    <p:nvPr/>
                  </p:nvGrpSpPr>
                  <p:grpSpPr bwMode="auto">
                    <a:xfrm rot="41632372">
                      <a:off x="3863" y="2695"/>
                      <a:ext cx="516" cy="926"/>
                      <a:chOff x="928" y="430"/>
                      <a:chExt cx="1925" cy="3521"/>
                    </a:xfrm>
                  </p:grpSpPr>
                  <p:sp>
                    <p:nvSpPr>
                      <p:cNvPr id="46736" name="Freeform 656"/>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37" name="Freeform 657"/>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38" name="Freeform 658"/>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739" name="Group 659"/>
                  <p:cNvGrpSpPr/>
                  <p:nvPr/>
                </p:nvGrpSpPr>
                <p:grpSpPr bwMode="auto">
                  <a:xfrm rot="1750193">
                    <a:off x="4044" y="2688"/>
                    <a:ext cx="616" cy="718"/>
                    <a:chOff x="3863" y="2473"/>
                    <a:chExt cx="983" cy="1148"/>
                  </a:xfrm>
                </p:grpSpPr>
                <p:grpSp>
                  <p:nvGrpSpPr>
                    <p:cNvPr id="46740" name="Group 660"/>
                    <p:cNvGrpSpPr/>
                    <p:nvPr/>
                  </p:nvGrpSpPr>
                  <p:grpSpPr bwMode="auto">
                    <a:xfrm rot="20092130" flipH="1">
                      <a:off x="4330" y="2473"/>
                      <a:ext cx="516" cy="926"/>
                      <a:chOff x="928" y="430"/>
                      <a:chExt cx="1925" cy="3521"/>
                    </a:xfrm>
                  </p:grpSpPr>
                  <p:sp>
                    <p:nvSpPr>
                      <p:cNvPr id="46741" name="Freeform 66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42" name="Freeform 66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43" name="Freeform 66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744" name="Group 664"/>
                    <p:cNvGrpSpPr/>
                    <p:nvPr/>
                  </p:nvGrpSpPr>
                  <p:grpSpPr bwMode="auto">
                    <a:xfrm rot="41632372">
                      <a:off x="3863" y="2695"/>
                      <a:ext cx="516" cy="926"/>
                      <a:chOff x="928" y="430"/>
                      <a:chExt cx="1925" cy="3521"/>
                    </a:xfrm>
                  </p:grpSpPr>
                  <p:sp>
                    <p:nvSpPr>
                      <p:cNvPr id="46745" name="Freeform 665"/>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46" name="Freeform 666"/>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47" name="Freeform 667"/>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46748" name="Group 668"/>
                <p:cNvGrpSpPr/>
                <p:nvPr/>
              </p:nvGrpSpPr>
              <p:grpSpPr bwMode="auto">
                <a:xfrm rot="18012195" flipH="1">
                  <a:off x="4521" y="17"/>
                  <a:ext cx="659" cy="768"/>
                  <a:chOff x="3863" y="2473"/>
                  <a:chExt cx="983" cy="1148"/>
                </a:xfrm>
              </p:grpSpPr>
              <p:grpSp>
                <p:nvGrpSpPr>
                  <p:cNvPr id="46749" name="Group 669"/>
                  <p:cNvGrpSpPr/>
                  <p:nvPr/>
                </p:nvGrpSpPr>
                <p:grpSpPr bwMode="auto">
                  <a:xfrm>
                    <a:off x="3863" y="2473"/>
                    <a:ext cx="983" cy="1148"/>
                    <a:chOff x="3863" y="2473"/>
                    <a:chExt cx="983" cy="1148"/>
                  </a:xfrm>
                </p:grpSpPr>
                <p:grpSp>
                  <p:nvGrpSpPr>
                    <p:cNvPr id="46750" name="Group 670"/>
                    <p:cNvGrpSpPr/>
                    <p:nvPr/>
                  </p:nvGrpSpPr>
                  <p:grpSpPr bwMode="auto">
                    <a:xfrm rot="20092130" flipH="1">
                      <a:off x="4330" y="2473"/>
                      <a:ext cx="516" cy="926"/>
                      <a:chOff x="928" y="430"/>
                      <a:chExt cx="1925" cy="3521"/>
                    </a:xfrm>
                  </p:grpSpPr>
                  <p:sp>
                    <p:nvSpPr>
                      <p:cNvPr id="46751" name="Freeform 67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52" name="Freeform 67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53" name="Freeform 67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754" name="Group 674"/>
                    <p:cNvGrpSpPr/>
                    <p:nvPr/>
                  </p:nvGrpSpPr>
                  <p:grpSpPr bwMode="auto">
                    <a:xfrm rot="41632372">
                      <a:off x="3863" y="2695"/>
                      <a:ext cx="516" cy="926"/>
                      <a:chOff x="928" y="430"/>
                      <a:chExt cx="1925" cy="3521"/>
                    </a:xfrm>
                  </p:grpSpPr>
                  <p:sp>
                    <p:nvSpPr>
                      <p:cNvPr id="46755" name="Freeform 675"/>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56" name="Freeform 676"/>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57" name="Freeform 677"/>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758" name="Group 678"/>
                  <p:cNvGrpSpPr/>
                  <p:nvPr/>
                </p:nvGrpSpPr>
                <p:grpSpPr bwMode="auto">
                  <a:xfrm rot="1750193">
                    <a:off x="4044" y="2688"/>
                    <a:ext cx="616" cy="718"/>
                    <a:chOff x="3863" y="2473"/>
                    <a:chExt cx="983" cy="1148"/>
                  </a:xfrm>
                </p:grpSpPr>
                <p:grpSp>
                  <p:nvGrpSpPr>
                    <p:cNvPr id="46759" name="Group 679"/>
                    <p:cNvGrpSpPr/>
                    <p:nvPr/>
                  </p:nvGrpSpPr>
                  <p:grpSpPr bwMode="auto">
                    <a:xfrm rot="20092130" flipH="1">
                      <a:off x="4330" y="2473"/>
                      <a:ext cx="516" cy="926"/>
                      <a:chOff x="928" y="430"/>
                      <a:chExt cx="1925" cy="3521"/>
                    </a:xfrm>
                  </p:grpSpPr>
                  <p:sp>
                    <p:nvSpPr>
                      <p:cNvPr id="46760" name="Freeform 680"/>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61" name="Freeform 681"/>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62" name="Freeform 682"/>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763" name="Group 683"/>
                    <p:cNvGrpSpPr/>
                    <p:nvPr/>
                  </p:nvGrpSpPr>
                  <p:grpSpPr bwMode="auto">
                    <a:xfrm rot="41632372">
                      <a:off x="3863" y="2695"/>
                      <a:ext cx="516" cy="926"/>
                      <a:chOff x="928" y="430"/>
                      <a:chExt cx="1925" cy="3521"/>
                    </a:xfrm>
                  </p:grpSpPr>
                  <p:sp>
                    <p:nvSpPr>
                      <p:cNvPr id="46764" name="Freeform 684"/>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65" name="Freeform 685"/>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66" name="Freeform 686"/>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46767" name="Group 687"/>
                <p:cNvGrpSpPr/>
                <p:nvPr/>
              </p:nvGrpSpPr>
              <p:grpSpPr bwMode="auto">
                <a:xfrm rot="19138033" flipH="1">
                  <a:off x="4548" y="672"/>
                  <a:ext cx="265" cy="309"/>
                  <a:chOff x="3863" y="2473"/>
                  <a:chExt cx="983" cy="1148"/>
                </a:xfrm>
              </p:grpSpPr>
              <p:grpSp>
                <p:nvGrpSpPr>
                  <p:cNvPr id="46768" name="Group 688"/>
                  <p:cNvGrpSpPr/>
                  <p:nvPr/>
                </p:nvGrpSpPr>
                <p:grpSpPr bwMode="auto">
                  <a:xfrm>
                    <a:off x="3863" y="2473"/>
                    <a:ext cx="983" cy="1148"/>
                    <a:chOff x="3863" y="2473"/>
                    <a:chExt cx="983" cy="1148"/>
                  </a:xfrm>
                </p:grpSpPr>
                <p:grpSp>
                  <p:nvGrpSpPr>
                    <p:cNvPr id="46769" name="Group 689"/>
                    <p:cNvGrpSpPr/>
                    <p:nvPr/>
                  </p:nvGrpSpPr>
                  <p:grpSpPr bwMode="auto">
                    <a:xfrm rot="20092130" flipH="1">
                      <a:off x="4330" y="2473"/>
                      <a:ext cx="516" cy="926"/>
                      <a:chOff x="928" y="430"/>
                      <a:chExt cx="1925" cy="3521"/>
                    </a:xfrm>
                  </p:grpSpPr>
                  <p:sp>
                    <p:nvSpPr>
                      <p:cNvPr id="46770" name="Freeform 690"/>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71" name="Freeform 691"/>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72" name="Freeform 692"/>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773" name="Group 693"/>
                    <p:cNvGrpSpPr/>
                    <p:nvPr/>
                  </p:nvGrpSpPr>
                  <p:grpSpPr bwMode="auto">
                    <a:xfrm rot="41632372">
                      <a:off x="3863" y="2695"/>
                      <a:ext cx="516" cy="926"/>
                      <a:chOff x="928" y="430"/>
                      <a:chExt cx="1925" cy="3521"/>
                    </a:xfrm>
                  </p:grpSpPr>
                  <p:sp>
                    <p:nvSpPr>
                      <p:cNvPr id="46774" name="Freeform 694"/>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75" name="Freeform 695"/>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76" name="Freeform 696"/>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777" name="Group 697"/>
                  <p:cNvGrpSpPr/>
                  <p:nvPr/>
                </p:nvGrpSpPr>
                <p:grpSpPr bwMode="auto">
                  <a:xfrm rot="1750193">
                    <a:off x="4044" y="2688"/>
                    <a:ext cx="616" cy="718"/>
                    <a:chOff x="3863" y="2473"/>
                    <a:chExt cx="983" cy="1148"/>
                  </a:xfrm>
                </p:grpSpPr>
                <p:grpSp>
                  <p:nvGrpSpPr>
                    <p:cNvPr id="46778" name="Group 698"/>
                    <p:cNvGrpSpPr/>
                    <p:nvPr/>
                  </p:nvGrpSpPr>
                  <p:grpSpPr bwMode="auto">
                    <a:xfrm rot="20092130" flipH="1">
                      <a:off x="4330" y="2473"/>
                      <a:ext cx="516" cy="926"/>
                      <a:chOff x="928" y="430"/>
                      <a:chExt cx="1925" cy="3521"/>
                    </a:xfrm>
                  </p:grpSpPr>
                  <p:sp>
                    <p:nvSpPr>
                      <p:cNvPr id="46779" name="Freeform 699"/>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80" name="Freeform 700"/>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81" name="Freeform 701"/>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782" name="Group 702"/>
                    <p:cNvGrpSpPr/>
                    <p:nvPr/>
                  </p:nvGrpSpPr>
                  <p:grpSpPr bwMode="auto">
                    <a:xfrm rot="41632372">
                      <a:off x="3863" y="2695"/>
                      <a:ext cx="516" cy="926"/>
                      <a:chOff x="928" y="430"/>
                      <a:chExt cx="1925" cy="3521"/>
                    </a:xfrm>
                  </p:grpSpPr>
                  <p:sp>
                    <p:nvSpPr>
                      <p:cNvPr id="46783" name="Freeform 703"/>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84" name="Freeform 704"/>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85" name="Freeform 705"/>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46786" name="Group 706"/>
                <p:cNvGrpSpPr/>
                <p:nvPr/>
              </p:nvGrpSpPr>
              <p:grpSpPr bwMode="auto">
                <a:xfrm rot="19138033" flipH="1">
                  <a:off x="4603" y="2009"/>
                  <a:ext cx="265" cy="309"/>
                  <a:chOff x="3863" y="2473"/>
                  <a:chExt cx="983" cy="1148"/>
                </a:xfrm>
              </p:grpSpPr>
              <p:grpSp>
                <p:nvGrpSpPr>
                  <p:cNvPr id="46787" name="Group 707"/>
                  <p:cNvGrpSpPr/>
                  <p:nvPr/>
                </p:nvGrpSpPr>
                <p:grpSpPr bwMode="auto">
                  <a:xfrm>
                    <a:off x="3863" y="2473"/>
                    <a:ext cx="983" cy="1148"/>
                    <a:chOff x="3863" y="2473"/>
                    <a:chExt cx="983" cy="1148"/>
                  </a:xfrm>
                </p:grpSpPr>
                <p:grpSp>
                  <p:nvGrpSpPr>
                    <p:cNvPr id="46788" name="Group 708"/>
                    <p:cNvGrpSpPr/>
                    <p:nvPr/>
                  </p:nvGrpSpPr>
                  <p:grpSpPr bwMode="auto">
                    <a:xfrm rot="20092130" flipH="1">
                      <a:off x="4330" y="2473"/>
                      <a:ext cx="516" cy="926"/>
                      <a:chOff x="928" y="430"/>
                      <a:chExt cx="1925" cy="3521"/>
                    </a:xfrm>
                  </p:grpSpPr>
                  <p:sp>
                    <p:nvSpPr>
                      <p:cNvPr id="46789" name="Freeform 709"/>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90" name="Freeform 710"/>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91" name="Freeform 711"/>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792" name="Group 712"/>
                    <p:cNvGrpSpPr/>
                    <p:nvPr/>
                  </p:nvGrpSpPr>
                  <p:grpSpPr bwMode="auto">
                    <a:xfrm rot="41632372">
                      <a:off x="3863" y="2695"/>
                      <a:ext cx="516" cy="926"/>
                      <a:chOff x="928" y="430"/>
                      <a:chExt cx="1925" cy="3521"/>
                    </a:xfrm>
                  </p:grpSpPr>
                  <p:sp>
                    <p:nvSpPr>
                      <p:cNvPr id="46793" name="Freeform 713"/>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94" name="Freeform 714"/>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95" name="Freeform 715"/>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796" name="Group 716"/>
                  <p:cNvGrpSpPr/>
                  <p:nvPr/>
                </p:nvGrpSpPr>
                <p:grpSpPr bwMode="auto">
                  <a:xfrm rot="1750193">
                    <a:off x="4044" y="2688"/>
                    <a:ext cx="616" cy="718"/>
                    <a:chOff x="3863" y="2473"/>
                    <a:chExt cx="983" cy="1148"/>
                  </a:xfrm>
                </p:grpSpPr>
                <p:grpSp>
                  <p:nvGrpSpPr>
                    <p:cNvPr id="46797" name="Group 717"/>
                    <p:cNvGrpSpPr/>
                    <p:nvPr/>
                  </p:nvGrpSpPr>
                  <p:grpSpPr bwMode="auto">
                    <a:xfrm rot="20092130" flipH="1">
                      <a:off x="4330" y="2473"/>
                      <a:ext cx="516" cy="926"/>
                      <a:chOff x="928" y="430"/>
                      <a:chExt cx="1925" cy="3521"/>
                    </a:xfrm>
                  </p:grpSpPr>
                  <p:sp>
                    <p:nvSpPr>
                      <p:cNvPr id="46798" name="Freeform 718"/>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799" name="Freeform 719"/>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00" name="Freeform 720"/>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01" name="Group 721"/>
                    <p:cNvGrpSpPr/>
                    <p:nvPr/>
                  </p:nvGrpSpPr>
                  <p:grpSpPr bwMode="auto">
                    <a:xfrm rot="41632372">
                      <a:off x="3863" y="2695"/>
                      <a:ext cx="516" cy="926"/>
                      <a:chOff x="928" y="430"/>
                      <a:chExt cx="1925" cy="3521"/>
                    </a:xfrm>
                  </p:grpSpPr>
                  <p:sp>
                    <p:nvSpPr>
                      <p:cNvPr id="46802" name="Freeform 72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03" name="Freeform 72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04" name="Freeform 72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46805" name="Group 725"/>
                <p:cNvGrpSpPr/>
                <p:nvPr/>
              </p:nvGrpSpPr>
              <p:grpSpPr bwMode="auto">
                <a:xfrm rot="16852258" flipH="1" flipV="1">
                  <a:off x="5189" y="1313"/>
                  <a:ext cx="129" cy="126"/>
                  <a:chOff x="1204" y="2187"/>
                  <a:chExt cx="364" cy="357"/>
                </a:xfrm>
              </p:grpSpPr>
              <p:grpSp>
                <p:nvGrpSpPr>
                  <p:cNvPr id="46806" name="Group 726"/>
                  <p:cNvGrpSpPr/>
                  <p:nvPr/>
                </p:nvGrpSpPr>
                <p:grpSpPr bwMode="auto">
                  <a:xfrm rot="21289124" flipH="1">
                    <a:off x="1384" y="2187"/>
                    <a:ext cx="184" cy="336"/>
                    <a:chOff x="928" y="430"/>
                    <a:chExt cx="1925" cy="3521"/>
                  </a:xfrm>
                </p:grpSpPr>
                <p:sp>
                  <p:nvSpPr>
                    <p:cNvPr id="46807" name="Freeform 727"/>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08" name="Freeform 728"/>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09" name="Freeform 729"/>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10" name="Group 730"/>
                  <p:cNvGrpSpPr/>
                  <p:nvPr/>
                </p:nvGrpSpPr>
                <p:grpSpPr bwMode="auto">
                  <a:xfrm rot="42792305">
                    <a:off x="1204" y="2208"/>
                    <a:ext cx="184" cy="336"/>
                    <a:chOff x="928" y="430"/>
                    <a:chExt cx="1925" cy="3521"/>
                  </a:xfrm>
                </p:grpSpPr>
                <p:sp>
                  <p:nvSpPr>
                    <p:cNvPr id="46811" name="Freeform 73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12" name="Freeform 73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13" name="Freeform 73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814" name="Group 734"/>
                <p:cNvGrpSpPr/>
                <p:nvPr/>
              </p:nvGrpSpPr>
              <p:grpSpPr bwMode="auto">
                <a:xfrm rot="19184075" flipH="1" flipV="1">
                  <a:off x="5349" y="1017"/>
                  <a:ext cx="298" cy="288"/>
                  <a:chOff x="1204" y="2187"/>
                  <a:chExt cx="364" cy="357"/>
                </a:xfrm>
              </p:grpSpPr>
              <p:grpSp>
                <p:nvGrpSpPr>
                  <p:cNvPr id="46815" name="Group 735"/>
                  <p:cNvGrpSpPr/>
                  <p:nvPr/>
                </p:nvGrpSpPr>
                <p:grpSpPr bwMode="auto">
                  <a:xfrm rot="21289124" flipH="1">
                    <a:off x="1384" y="2187"/>
                    <a:ext cx="184" cy="336"/>
                    <a:chOff x="928" y="430"/>
                    <a:chExt cx="1925" cy="3521"/>
                  </a:xfrm>
                </p:grpSpPr>
                <p:sp>
                  <p:nvSpPr>
                    <p:cNvPr id="46816" name="Freeform 736"/>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17" name="Freeform 737"/>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18" name="Freeform 738"/>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19" name="Group 739"/>
                  <p:cNvGrpSpPr/>
                  <p:nvPr/>
                </p:nvGrpSpPr>
                <p:grpSpPr bwMode="auto">
                  <a:xfrm rot="42792305">
                    <a:off x="1204" y="2208"/>
                    <a:ext cx="184" cy="336"/>
                    <a:chOff x="928" y="430"/>
                    <a:chExt cx="1925" cy="3521"/>
                  </a:xfrm>
                </p:grpSpPr>
                <p:sp>
                  <p:nvSpPr>
                    <p:cNvPr id="46820" name="Freeform 740"/>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21" name="Freeform 741"/>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22" name="Freeform 742"/>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823" name="Group 743"/>
                <p:cNvGrpSpPr/>
                <p:nvPr/>
              </p:nvGrpSpPr>
              <p:grpSpPr bwMode="auto">
                <a:xfrm rot="16852258" flipH="1" flipV="1">
                  <a:off x="5391" y="688"/>
                  <a:ext cx="216" cy="208"/>
                  <a:chOff x="1204" y="2187"/>
                  <a:chExt cx="364" cy="357"/>
                </a:xfrm>
              </p:grpSpPr>
              <p:grpSp>
                <p:nvGrpSpPr>
                  <p:cNvPr id="46824" name="Group 744"/>
                  <p:cNvGrpSpPr/>
                  <p:nvPr/>
                </p:nvGrpSpPr>
                <p:grpSpPr bwMode="auto">
                  <a:xfrm rot="21289124" flipH="1">
                    <a:off x="1384" y="2187"/>
                    <a:ext cx="184" cy="336"/>
                    <a:chOff x="928" y="430"/>
                    <a:chExt cx="1925" cy="3521"/>
                  </a:xfrm>
                </p:grpSpPr>
                <p:sp>
                  <p:nvSpPr>
                    <p:cNvPr id="46825" name="Freeform 745"/>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26" name="Freeform 746"/>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27" name="Freeform 747"/>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28" name="Group 748"/>
                  <p:cNvGrpSpPr/>
                  <p:nvPr/>
                </p:nvGrpSpPr>
                <p:grpSpPr bwMode="auto">
                  <a:xfrm rot="42792305">
                    <a:off x="1204" y="2208"/>
                    <a:ext cx="184" cy="336"/>
                    <a:chOff x="928" y="430"/>
                    <a:chExt cx="1925" cy="3521"/>
                  </a:xfrm>
                </p:grpSpPr>
                <p:sp>
                  <p:nvSpPr>
                    <p:cNvPr id="46829" name="Freeform 749"/>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30" name="Freeform 750"/>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31" name="Freeform 751"/>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832" name="Group 752"/>
                <p:cNvGrpSpPr/>
                <p:nvPr/>
              </p:nvGrpSpPr>
              <p:grpSpPr bwMode="auto">
                <a:xfrm rot="20633406" flipH="1" flipV="1">
                  <a:off x="4776" y="556"/>
                  <a:ext cx="470" cy="455"/>
                  <a:chOff x="1204" y="2187"/>
                  <a:chExt cx="364" cy="357"/>
                </a:xfrm>
              </p:grpSpPr>
              <p:grpSp>
                <p:nvGrpSpPr>
                  <p:cNvPr id="46833" name="Group 753"/>
                  <p:cNvGrpSpPr/>
                  <p:nvPr/>
                </p:nvGrpSpPr>
                <p:grpSpPr bwMode="auto">
                  <a:xfrm rot="21289124" flipH="1">
                    <a:off x="1384" y="2187"/>
                    <a:ext cx="184" cy="336"/>
                    <a:chOff x="928" y="430"/>
                    <a:chExt cx="1925" cy="3521"/>
                  </a:xfrm>
                </p:grpSpPr>
                <p:sp>
                  <p:nvSpPr>
                    <p:cNvPr id="46834" name="Freeform 754"/>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35" name="Freeform 755"/>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36" name="Freeform 756"/>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37" name="Group 757"/>
                  <p:cNvGrpSpPr/>
                  <p:nvPr/>
                </p:nvGrpSpPr>
                <p:grpSpPr bwMode="auto">
                  <a:xfrm rot="42792305">
                    <a:off x="1204" y="2208"/>
                    <a:ext cx="184" cy="336"/>
                    <a:chOff x="928" y="430"/>
                    <a:chExt cx="1925" cy="3521"/>
                  </a:xfrm>
                </p:grpSpPr>
                <p:sp>
                  <p:nvSpPr>
                    <p:cNvPr id="46838" name="Freeform 758"/>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39" name="Freeform 759"/>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40" name="Freeform 760"/>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841" name="Group 761"/>
                <p:cNvGrpSpPr/>
                <p:nvPr/>
              </p:nvGrpSpPr>
              <p:grpSpPr bwMode="auto">
                <a:xfrm rot="12929608" flipH="1">
                  <a:off x="4685" y="917"/>
                  <a:ext cx="200" cy="329"/>
                  <a:chOff x="928" y="430"/>
                  <a:chExt cx="1925" cy="3521"/>
                </a:xfrm>
              </p:grpSpPr>
              <p:sp>
                <p:nvSpPr>
                  <p:cNvPr id="46842" name="Freeform 76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43" name="Freeform 76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44" name="Freeform 76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45" name="Group 765"/>
                <p:cNvGrpSpPr/>
                <p:nvPr/>
              </p:nvGrpSpPr>
              <p:grpSpPr bwMode="auto">
                <a:xfrm rot="19138033" flipH="1">
                  <a:off x="5374" y="239"/>
                  <a:ext cx="265" cy="309"/>
                  <a:chOff x="3863" y="2473"/>
                  <a:chExt cx="983" cy="1148"/>
                </a:xfrm>
              </p:grpSpPr>
              <p:grpSp>
                <p:nvGrpSpPr>
                  <p:cNvPr id="46846" name="Group 766"/>
                  <p:cNvGrpSpPr/>
                  <p:nvPr/>
                </p:nvGrpSpPr>
                <p:grpSpPr bwMode="auto">
                  <a:xfrm>
                    <a:off x="3863" y="2473"/>
                    <a:ext cx="983" cy="1148"/>
                    <a:chOff x="3863" y="2473"/>
                    <a:chExt cx="983" cy="1148"/>
                  </a:xfrm>
                </p:grpSpPr>
                <p:grpSp>
                  <p:nvGrpSpPr>
                    <p:cNvPr id="46847" name="Group 767"/>
                    <p:cNvGrpSpPr/>
                    <p:nvPr/>
                  </p:nvGrpSpPr>
                  <p:grpSpPr bwMode="auto">
                    <a:xfrm rot="20092130" flipH="1">
                      <a:off x="4330" y="2473"/>
                      <a:ext cx="516" cy="926"/>
                      <a:chOff x="928" y="430"/>
                      <a:chExt cx="1925" cy="3521"/>
                    </a:xfrm>
                  </p:grpSpPr>
                  <p:sp>
                    <p:nvSpPr>
                      <p:cNvPr id="46848" name="Freeform 768"/>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49" name="Freeform 769"/>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50" name="Freeform 770"/>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51" name="Group 771"/>
                    <p:cNvGrpSpPr/>
                    <p:nvPr/>
                  </p:nvGrpSpPr>
                  <p:grpSpPr bwMode="auto">
                    <a:xfrm rot="41632372">
                      <a:off x="3863" y="2695"/>
                      <a:ext cx="516" cy="926"/>
                      <a:chOff x="928" y="430"/>
                      <a:chExt cx="1925" cy="3521"/>
                    </a:xfrm>
                  </p:grpSpPr>
                  <p:sp>
                    <p:nvSpPr>
                      <p:cNvPr id="46852" name="Freeform 77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53" name="Freeform 77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54" name="Freeform 77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855" name="Group 775"/>
                  <p:cNvGrpSpPr/>
                  <p:nvPr/>
                </p:nvGrpSpPr>
                <p:grpSpPr bwMode="auto">
                  <a:xfrm rot="1750193">
                    <a:off x="4044" y="2688"/>
                    <a:ext cx="616" cy="718"/>
                    <a:chOff x="3863" y="2473"/>
                    <a:chExt cx="983" cy="1148"/>
                  </a:xfrm>
                </p:grpSpPr>
                <p:grpSp>
                  <p:nvGrpSpPr>
                    <p:cNvPr id="46856" name="Group 776"/>
                    <p:cNvGrpSpPr/>
                    <p:nvPr/>
                  </p:nvGrpSpPr>
                  <p:grpSpPr bwMode="auto">
                    <a:xfrm rot="20092130" flipH="1">
                      <a:off x="4330" y="2473"/>
                      <a:ext cx="516" cy="926"/>
                      <a:chOff x="928" y="430"/>
                      <a:chExt cx="1925" cy="3521"/>
                    </a:xfrm>
                  </p:grpSpPr>
                  <p:sp>
                    <p:nvSpPr>
                      <p:cNvPr id="46857" name="Freeform 777"/>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58" name="Freeform 778"/>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59" name="Freeform 779"/>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60" name="Group 780"/>
                    <p:cNvGrpSpPr/>
                    <p:nvPr/>
                  </p:nvGrpSpPr>
                  <p:grpSpPr bwMode="auto">
                    <a:xfrm rot="41632372">
                      <a:off x="3863" y="2695"/>
                      <a:ext cx="516" cy="926"/>
                      <a:chOff x="928" y="430"/>
                      <a:chExt cx="1925" cy="3521"/>
                    </a:xfrm>
                  </p:grpSpPr>
                  <p:sp>
                    <p:nvSpPr>
                      <p:cNvPr id="46861" name="Freeform 78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62" name="Freeform 78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63" name="Freeform 78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46864" name="Group 784"/>
                <p:cNvGrpSpPr/>
                <p:nvPr/>
              </p:nvGrpSpPr>
              <p:grpSpPr bwMode="auto">
                <a:xfrm rot="18012195" flipH="1">
                  <a:off x="4727" y="1444"/>
                  <a:ext cx="388" cy="453"/>
                  <a:chOff x="3863" y="2473"/>
                  <a:chExt cx="983" cy="1148"/>
                </a:xfrm>
              </p:grpSpPr>
              <p:grpSp>
                <p:nvGrpSpPr>
                  <p:cNvPr id="46865" name="Group 785"/>
                  <p:cNvGrpSpPr/>
                  <p:nvPr/>
                </p:nvGrpSpPr>
                <p:grpSpPr bwMode="auto">
                  <a:xfrm>
                    <a:off x="3863" y="2473"/>
                    <a:ext cx="983" cy="1148"/>
                    <a:chOff x="3863" y="2473"/>
                    <a:chExt cx="983" cy="1148"/>
                  </a:xfrm>
                </p:grpSpPr>
                <p:grpSp>
                  <p:nvGrpSpPr>
                    <p:cNvPr id="46866" name="Group 786"/>
                    <p:cNvGrpSpPr/>
                    <p:nvPr/>
                  </p:nvGrpSpPr>
                  <p:grpSpPr bwMode="auto">
                    <a:xfrm rot="20092130" flipH="1">
                      <a:off x="4330" y="2473"/>
                      <a:ext cx="516" cy="926"/>
                      <a:chOff x="928" y="430"/>
                      <a:chExt cx="1925" cy="3521"/>
                    </a:xfrm>
                  </p:grpSpPr>
                  <p:sp>
                    <p:nvSpPr>
                      <p:cNvPr id="46867" name="Freeform 787"/>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68" name="Freeform 788"/>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69" name="Freeform 789"/>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70" name="Group 790"/>
                    <p:cNvGrpSpPr/>
                    <p:nvPr/>
                  </p:nvGrpSpPr>
                  <p:grpSpPr bwMode="auto">
                    <a:xfrm rot="41632372">
                      <a:off x="3863" y="2695"/>
                      <a:ext cx="516" cy="926"/>
                      <a:chOff x="928" y="430"/>
                      <a:chExt cx="1925" cy="3521"/>
                    </a:xfrm>
                  </p:grpSpPr>
                  <p:sp>
                    <p:nvSpPr>
                      <p:cNvPr id="46871" name="Freeform 79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72" name="Freeform 79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73" name="Freeform 79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46874" name="Group 794"/>
                  <p:cNvGrpSpPr/>
                  <p:nvPr/>
                </p:nvGrpSpPr>
                <p:grpSpPr bwMode="auto">
                  <a:xfrm rot="1750193">
                    <a:off x="4044" y="2688"/>
                    <a:ext cx="616" cy="718"/>
                    <a:chOff x="3863" y="2473"/>
                    <a:chExt cx="983" cy="1148"/>
                  </a:xfrm>
                </p:grpSpPr>
                <p:grpSp>
                  <p:nvGrpSpPr>
                    <p:cNvPr id="46875" name="Group 795"/>
                    <p:cNvGrpSpPr/>
                    <p:nvPr/>
                  </p:nvGrpSpPr>
                  <p:grpSpPr bwMode="auto">
                    <a:xfrm rot="20092130" flipH="1">
                      <a:off x="4330" y="2473"/>
                      <a:ext cx="516" cy="926"/>
                      <a:chOff x="928" y="430"/>
                      <a:chExt cx="1925" cy="3521"/>
                    </a:xfrm>
                  </p:grpSpPr>
                  <p:sp>
                    <p:nvSpPr>
                      <p:cNvPr id="46876" name="Freeform 796"/>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77" name="Freeform 797"/>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78" name="Freeform 798"/>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79" name="Group 799"/>
                    <p:cNvGrpSpPr/>
                    <p:nvPr/>
                  </p:nvGrpSpPr>
                  <p:grpSpPr bwMode="auto">
                    <a:xfrm rot="41632372">
                      <a:off x="3863" y="2695"/>
                      <a:ext cx="516" cy="926"/>
                      <a:chOff x="928" y="430"/>
                      <a:chExt cx="1925" cy="3521"/>
                    </a:xfrm>
                  </p:grpSpPr>
                  <p:sp>
                    <p:nvSpPr>
                      <p:cNvPr id="46880" name="Freeform 800"/>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81" name="Freeform 801"/>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82" name="Freeform 802"/>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grpSp>
            <p:nvGrpSpPr>
              <p:cNvPr id="46883" name="Group 803"/>
              <p:cNvGrpSpPr/>
              <p:nvPr/>
            </p:nvGrpSpPr>
            <p:grpSpPr bwMode="auto">
              <a:xfrm>
                <a:off x="4921" y="788"/>
                <a:ext cx="682" cy="814"/>
                <a:chOff x="4921" y="788"/>
                <a:chExt cx="682" cy="814"/>
              </a:xfrm>
            </p:grpSpPr>
            <p:grpSp>
              <p:nvGrpSpPr>
                <p:cNvPr id="46884" name="Group 804"/>
                <p:cNvGrpSpPr/>
                <p:nvPr/>
              </p:nvGrpSpPr>
              <p:grpSpPr bwMode="auto">
                <a:xfrm rot="12455032" flipH="1" flipV="1">
                  <a:off x="4921" y="788"/>
                  <a:ext cx="364" cy="667"/>
                  <a:chOff x="928" y="430"/>
                  <a:chExt cx="1925" cy="3521"/>
                </a:xfrm>
              </p:grpSpPr>
              <p:sp>
                <p:nvSpPr>
                  <p:cNvPr id="46885" name="Freeform 805"/>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86" name="Freeform 806"/>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87" name="Freeform 807"/>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888" name="Group 808"/>
                <p:cNvGrpSpPr/>
                <p:nvPr/>
              </p:nvGrpSpPr>
              <p:grpSpPr bwMode="auto">
                <a:xfrm rot="23400000" flipH="1" flipV="1">
                  <a:off x="5239" y="935"/>
                  <a:ext cx="364" cy="667"/>
                  <a:chOff x="928" y="430"/>
                  <a:chExt cx="1925" cy="3521"/>
                </a:xfrm>
              </p:grpSpPr>
              <p:sp>
                <p:nvSpPr>
                  <p:cNvPr id="46889" name="Freeform 809"/>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90" name="Freeform 810"/>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91" name="Freeform 811"/>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pic>
        <p:nvPicPr>
          <p:cNvPr id="46892" name="Picture 812" descr="01"/>
          <p:cNvPicPr>
            <a:picLocks noChangeAspect="1" noChangeArrowheads="1"/>
          </p:cNvPicPr>
          <p:nvPr userDrawn="1"/>
        </p:nvPicPr>
        <p:blipFill>
          <a:blip r:embed="rId3">
            <a:extLst>
              <a:ext uri="{28A0092B-C50C-407E-A947-70E740481C1C}">
                <a14:useLocalDpi xmlns:a14="http://schemas.microsoft.com/office/drawing/2010/main" val="0"/>
              </a:ext>
            </a:extLst>
          </a:blip>
          <a:srcRect l="5676" r="1871"/>
          <a:stretch>
            <a:fillRect/>
          </a:stretch>
        </p:blipFill>
        <p:spPr bwMode="gray">
          <a:xfrm>
            <a:off x="0" y="1981200"/>
            <a:ext cx="9144000" cy="3403600"/>
          </a:xfrm>
          <a:prstGeom prst="rect">
            <a:avLst/>
          </a:prstGeom>
          <a:noFill/>
          <a:extLst>
            <a:ext uri="{909E8E84-426E-40DD-AFC4-6F175D3DCCD1}">
              <a14:hiddenFill xmlns:a14="http://schemas.microsoft.com/office/drawing/2010/main">
                <a:solidFill>
                  <a:srgbClr val="FFFFFF"/>
                </a:solidFill>
              </a14:hiddenFill>
            </a:ext>
          </a:extLst>
        </p:spPr>
      </p:pic>
      <p:sp>
        <p:nvSpPr>
          <p:cNvPr id="46893" name="Rectangle 813"/>
          <p:cNvSpPr>
            <a:spLocks noChangeArrowheads="1"/>
          </p:cNvSpPr>
          <p:nvPr userDrawn="1"/>
        </p:nvSpPr>
        <p:spPr bwMode="gray">
          <a:xfrm>
            <a:off x="4154488" y="4964113"/>
            <a:ext cx="136525" cy="1893887"/>
          </a:xfrm>
          <a:prstGeom prst="rect">
            <a:avLst/>
          </a:prstGeom>
          <a:gradFill rotWithShape="1">
            <a:gsLst>
              <a:gs pos="0">
                <a:schemeClr val="accent2">
                  <a:gamma/>
                  <a:tint val="63529"/>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nvGrpSpPr>
          <p:cNvPr id="46894" name="Group 814"/>
          <p:cNvGrpSpPr/>
          <p:nvPr userDrawn="1"/>
        </p:nvGrpSpPr>
        <p:grpSpPr bwMode="auto">
          <a:xfrm>
            <a:off x="2819400" y="3657600"/>
            <a:ext cx="2803525" cy="2824163"/>
            <a:chOff x="1776" y="2304"/>
            <a:chExt cx="1766" cy="1779"/>
          </a:xfrm>
        </p:grpSpPr>
        <p:sp>
          <p:nvSpPr>
            <p:cNvPr id="46895" name="Freeform 815"/>
            <p:cNvSpPr/>
            <p:nvPr userDrawn="1"/>
          </p:nvSpPr>
          <p:spPr bwMode="gray">
            <a:xfrm rot="1381608">
              <a:off x="2855" y="2408"/>
              <a:ext cx="687" cy="955"/>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2"/>
                </a:gs>
                <a:gs pos="100000">
                  <a:schemeClr val="accent2">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96" name="Freeform 816"/>
            <p:cNvSpPr/>
            <p:nvPr userDrawn="1"/>
          </p:nvSpPr>
          <p:spPr bwMode="hidden">
            <a:xfrm rot="1381608">
              <a:off x="3023" y="2382"/>
              <a:ext cx="318" cy="500"/>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2">
                    <a:gamma/>
                    <a:tint val="0"/>
                    <a:invGamma/>
                    <a:alpha val="50000"/>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97" name="Freeform 817"/>
            <p:cNvSpPr/>
            <p:nvPr userDrawn="1"/>
          </p:nvSpPr>
          <p:spPr bwMode="hidden">
            <a:xfrm rot="1381608">
              <a:off x="2806" y="2648"/>
              <a:ext cx="512" cy="670"/>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98" name="Freeform 818"/>
            <p:cNvSpPr/>
            <p:nvPr userDrawn="1"/>
          </p:nvSpPr>
          <p:spPr bwMode="gray">
            <a:xfrm rot="1381608">
              <a:off x="2797" y="2691"/>
              <a:ext cx="482" cy="619"/>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899" name="Freeform 819"/>
            <p:cNvSpPr/>
            <p:nvPr userDrawn="1"/>
          </p:nvSpPr>
          <p:spPr bwMode="gray">
            <a:xfrm rot="-4018392">
              <a:off x="2372" y="2458"/>
              <a:ext cx="446" cy="836"/>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0" name="Freeform 820"/>
            <p:cNvSpPr/>
            <p:nvPr userDrawn="1"/>
          </p:nvSpPr>
          <p:spPr bwMode="hidden">
            <a:xfrm rot="-4018392">
              <a:off x="2562" y="2344"/>
              <a:ext cx="109" cy="752"/>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1" name="Freeform 821"/>
            <p:cNvSpPr/>
            <p:nvPr userDrawn="1"/>
          </p:nvSpPr>
          <p:spPr bwMode="gray">
            <a:xfrm rot="-4018392">
              <a:off x="2639" y="2968"/>
              <a:ext cx="124" cy="22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2" name="Freeform 822"/>
            <p:cNvSpPr/>
            <p:nvPr userDrawn="1"/>
          </p:nvSpPr>
          <p:spPr bwMode="gray">
            <a:xfrm rot="-4018392">
              <a:off x="1997" y="2166"/>
              <a:ext cx="684" cy="959"/>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2"/>
                </a:gs>
                <a:gs pos="100000">
                  <a:schemeClr val="accent2">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3" name="Freeform 823"/>
            <p:cNvSpPr/>
            <p:nvPr userDrawn="1"/>
          </p:nvSpPr>
          <p:spPr bwMode="hidden">
            <a:xfrm rot="-4018392">
              <a:off x="2181" y="2445"/>
              <a:ext cx="511" cy="673"/>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4" name="Freeform 824"/>
            <p:cNvSpPr/>
            <p:nvPr userDrawn="1"/>
          </p:nvSpPr>
          <p:spPr bwMode="gray">
            <a:xfrm rot="-4018392">
              <a:off x="2214" y="2497"/>
              <a:ext cx="479" cy="622"/>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5" name="Freeform 825"/>
            <p:cNvSpPr/>
            <p:nvPr userDrawn="1"/>
          </p:nvSpPr>
          <p:spPr bwMode="gray">
            <a:xfrm rot="-4018392">
              <a:off x="2207" y="2485"/>
              <a:ext cx="504" cy="622"/>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6" name="Freeform 826"/>
            <p:cNvSpPr/>
            <p:nvPr userDrawn="1"/>
          </p:nvSpPr>
          <p:spPr bwMode="gray">
            <a:xfrm rot="-4018392">
              <a:off x="2685" y="2907"/>
              <a:ext cx="390" cy="207"/>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7" name="Freeform 827"/>
            <p:cNvSpPr/>
            <p:nvPr userDrawn="1"/>
          </p:nvSpPr>
          <p:spPr bwMode="gray">
            <a:xfrm rot="-9418392">
              <a:off x="2126" y="2824"/>
              <a:ext cx="447" cy="832"/>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8" name="Freeform 828"/>
            <p:cNvSpPr/>
            <p:nvPr userDrawn="1"/>
          </p:nvSpPr>
          <p:spPr bwMode="hidden">
            <a:xfrm rot="-9418392">
              <a:off x="2137" y="2845"/>
              <a:ext cx="110" cy="748"/>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09" name="Freeform 829"/>
            <p:cNvSpPr/>
            <p:nvPr userDrawn="1"/>
          </p:nvSpPr>
          <p:spPr bwMode="gray">
            <a:xfrm rot="-9418392">
              <a:off x="2491" y="3023"/>
              <a:ext cx="126" cy="22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10" name="Freeform 830"/>
            <p:cNvSpPr/>
            <p:nvPr userDrawn="1"/>
          </p:nvSpPr>
          <p:spPr bwMode="gray">
            <a:xfrm rot="-9418392">
              <a:off x="1776" y="3018"/>
              <a:ext cx="687" cy="955"/>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2"/>
                </a:gs>
                <a:gs pos="100000">
                  <a:schemeClr val="accent2">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11" name="Freeform 831"/>
            <p:cNvSpPr/>
            <p:nvPr userDrawn="1"/>
          </p:nvSpPr>
          <p:spPr bwMode="hidden">
            <a:xfrm rot="-9418392">
              <a:off x="1999" y="3064"/>
              <a:ext cx="513" cy="670"/>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12" name="Freeform 832"/>
            <p:cNvSpPr/>
            <p:nvPr userDrawn="1"/>
          </p:nvSpPr>
          <p:spPr bwMode="gray">
            <a:xfrm rot="-9418392">
              <a:off x="2038" y="3072"/>
              <a:ext cx="482" cy="619"/>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13" name="Freeform 833"/>
            <p:cNvSpPr/>
            <p:nvPr userDrawn="1"/>
          </p:nvSpPr>
          <p:spPr bwMode="gray">
            <a:xfrm rot="-9418392">
              <a:off x="2014" y="3067"/>
              <a:ext cx="507" cy="620"/>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14" name="Freeform 834"/>
            <p:cNvSpPr/>
            <p:nvPr userDrawn="1"/>
          </p:nvSpPr>
          <p:spPr bwMode="gray">
            <a:xfrm rot="-9418392">
              <a:off x="2289" y="2853"/>
              <a:ext cx="391" cy="207"/>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46915" name="Group 835"/>
            <p:cNvGrpSpPr/>
            <p:nvPr userDrawn="1"/>
          </p:nvGrpSpPr>
          <p:grpSpPr bwMode="auto">
            <a:xfrm>
              <a:off x="2282" y="3180"/>
              <a:ext cx="1153" cy="903"/>
              <a:chOff x="2282" y="3180"/>
              <a:chExt cx="1153" cy="903"/>
            </a:xfrm>
          </p:grpSpPr>
          <p:sp>
            <p:nvSpPr>
              <p:cNvPr id="46916" name="Freeform 836"/>
              <p:cNvSpPr/>
              <p:nvPr userDrawn="1"/>
            </p:nvSpPr>
            <p:spPr bwMode="gray">
              <a:xfrm rot="-14818392">
                <a:off x="2477" y="3093"/>
                <a:ext cx="446" cy="835"/>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17" name="Freeform 837"/>
              <p:cNvSpPr/>
              <p:nvPr userDrawn="1"/>
            </p:nvSpPr>
            <p:spPr bwMode="hidden">
              <a:xfrm rot="-14818392">
                <a:off x="2624" y="3292"/>
                <a:ext cx="110" cy="751"/>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18" name="Freeform 838"/>
              <p:cNvSpPr/>
              <p:nvPr userDrawn="1"/>
            </p:nvSpPr>
            <p:spPr bwMode="gray">
              <a:xfrm rot="-14818392">
                <a:off x="2532" y="3195"/>
                <a:ext cx="125" cy="22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19" name="Freeform 839"/>
              <p:cNvSpPr/>
              <p:nvPr userDrawn="1"/>
            </p:nvSpPr>
            <p:spPr bwMode="gray">
              <a:xfrm rot="-14818392">
                <a:off x="2613" y="3262"/>
                <a:ext cx="685" cy="958"/>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2"/>
                  </a:gs>
                  <a:gs pos="100000">
                    <a:schemeClr val="accent2">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20" name="Freeform 840"/>
              <p:cNvSpPr/>
              <p:nvPr userDrawn="1"/>
            </p:nvSpPr>
            <p:spPr bwMode="hidden">
              <a:xfrm rot="-14818392">
                <a:off x="2602" y="3269"/>
                <a:ext cx="511" cy="672"/>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21" name="Freeform 841"/>
              <p:cNvSpPr/>
              <p:nvPr userDrawn="1"/>
            </p:nvSpPr>
            <p:spPr bwMode="gray">
              <a:xfrm rot="-14818392">
                <a:off x="2601" y="3269"/>
                <a:ext cx="480" cy="621"/>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22" name="Freeform 842"/>
              <p:cNvSpPr/>
              <p:nvPr userDrawn="1"/>
            </p:nvSpPr>
            <p:spPr bwMode="gray">
              <a:xfrm rot="-14818392">
                <a:off x="2583" y="3281"/>
                <a:ext cx="505" cy="621"/>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23" name="Freeform 843"/>
              <p:cNvSpPr/>
              <p:nvPr userDrawn="1"/>
            </p:nvSpPr>
            <p:spPr bwMode="gray">
              <a:xfrm rot="-14818392">
                <a:off x="2221" y="3271"/>
                <a:ext cx="390" cy="207"/>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46924" name="Freeform 844"/>
            <p:cNvSpPr/>
            <p:nvPr userDrawn="1"/>
          </p:nvSpPr>
          <p:spPr bwMode="gray">
            <a:xfrm rot="1381608">
              <a:off x="2750" y="2728"/>
              <a:ext cx="447" cy="833"/>
            </a:xfrm>
            <a:custGeom>
              <a:avLst/>
              <a:gdLst>
                <a:gd name="T0" fmla="*/ 0 w 847"/>
                <a:gd name="T1" fmla="*/ 1064 h 1584"/>
                <a:gd name="T2" fmla="*/ 680 w 847"/>
                <a:gd name="T3" fmla="*/ 0 h 1584"/>
                <a:gd name="T4" fmla="*/ 755 w 847"/>
                <a:gd name="T5" fmla="*/ 1359 h 1584"/>
                <a:gd name="T6" fmla="*/ 14 w 847"/>
                <a:gd name="T7" fmla="*/ 1191 h 1584"/>
                <a:gd name="T8" fmla="*/ 0 w 847"/>
                <a:gd name="T9" fmla="*/ 1064 h 1584"/>
              </a:gdLst>
              <a:ahLst/>
              <a:cxnLst>
                <a:cxn ang="0">
                  <a:pos x="T0" y="T1"/>
                </a:cxn>
                <a:cxn ang="0">
                  <a:pos x="T2" y="T3"/>
                </a:cxn>
                <a:cxn ang="0">
                  <a:pos x="T4" y="T5"/>
                </a:cxn>
                <a:cxn ang="0">
                  <a:pos x="T6" y="T7"/>
                </a:cxn>
                <a:cxn ang="0">
                  <a:pos x="T8" y="T9"/>
                </a:cxn>
              </a:cxnLst>
              <a:rect l="0" t="0" r="r" b="b"/>
              <a:pathLst>
                <a:path w="847" h="1584">
                  <a:moveTo>
                    <a:pt x="0" y="1064"/>
                  </a:moveTo>
                  <a:cubicBezTo>
                    <a:pt x="847" y="596"/>
                    <a:pt x="708" y="174"/>
                    <a:pt x="680" y="0"/>
                  </a:cubicBezTo>
                  <a:cubicBezTo>
                    <a:pt x="680" y="0"/>
                    <a:pt x="806" y="462"/>
                    <a:pt x="755" y="1359"/>
                  </a:cubicBezTo>
                  <a:cubicBezTo>
                    <a:pt x="494" y="1584"/>
                    <a:pt x="14" y="1191"/>
                    <a:pt x="14" y="1191"/>
                  </a:cubicBezTo>
                  <a:lnTo>
                    <a:pt x="0" y="1064"/>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25" name="Freeform 845"/>
            <p:cNvSpPr/>
            <p:nvPr userDrawn="1"/>
          </p:nvSpPr>
          <p:spPr bwMode="hidden">
            <a:xfrm rot="1381608">
              <a:off x="3071" y="2789"/>
              <a:ext cx="110" cy="748"/>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46" y="30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26" name="Freeform 846"/>
            <p:cNvSpPr/>
            <p:nvPr userDrawn="1"/>
          </p:nvSpPr>
          <p:spPr bwMode="gray">
            <a:xfrm rot="1381608">
              <a:off x="2701" y="3135"/>
              <a:ext cx="126" cy="22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27" name="Freeform 847"/>
            <p:cNvSpPr/>
            <p:nvPr userDrawn="1"/>
          </p:nvSpPr>
          <p:spPr bwMode="gray">
            <a:xfrm rot="1381608">
              <a:off x="2796" y="2696"/>
              <a:ext cx="505" cy="619"/>
            </a:xfrm>
            <a:custGeom>
              <a:avLst/>
              <a:gdLst>
                <a:gd name="T0" fmla="*/ 678 w 956"/>
                <a:gd name="T1" fmla="*/ 0 h 1179"/>
                <a:gd name="T2" fmla="*/ 0 w 956"/>
                <a:gd name="T3" fmla="*/ 1179 h 1179"/>
                <a:gd name="T4" fmla="*/ 678 w 956"/>
                <a:gd name="T5" fmla="*/ 0 h 1179"/>
              </a:gdLst>
              <a:ahLst/>
              <a:cxnLst>
                <a:cxn ang="0">
                  <a:pos x="T0" y="T1"/>
                </a:cxn>
                <a:cxn ang="0">
                  <a:pos x="T2" y="T3"/>
                </a:cxn>
                <a:cxn ang="0">
                  <a:pos x="T4" y="T5"/>
                </a:cxn>
              </a:cxnLst>
              <a:rect l="0" t="0" r="r" b="b"/>
              <a:pathLst>
                <a:path w="956" h="1179">
                  <a:moveTo>
                    <a:pt x="678" y="0"/>
                  </a:moveTo>
                  <a:cubicBezTo>
                    <a:pt x="921" y="696"/>
                    <a:pt x="322" y="996"/>
                    <a:pt x="0" y="1179"/>
                  </a:cubicBezTo>
                  <a:cubicBezTo>
                    <a:pt x="0" y="1179"/>
                    <a:pt x="956" y="778"/>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28" name="Freeform 848"/>
            <p:cNvSpPr/>
            <p:nvPr userDrawn="1"/>
          </p:nvSpPr>
          <p:spPr bwMode="gray">
            <a:xfrm rot="1381608">
              <a:off x="2637" y="3321"/>
              <a:ext cx="391" cy="207"/>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46929" name="Group 849"/>
            <p:cNvGrpSpPr/>
            <p:nvPr userDrawn="1"/>
          </p:nvGrpSpPr>
          <p:grpSpPr bwMode="auto">
            <a:xfrm rot="1381608">
              <a:off x="2561" y="3083"/>
              <a:ext cx="195" cy="205"/>
              <a:chOff x="595" y="1174"/>
              <a:chExt cx="454" cy="479"/>
            </a:xfrm>
          </p:grpSpPr>
          <p:pic>
            <p:nvPicPr>
              <p:cNvPr id="46930" name="Picture 850"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595" y="1174"/>
                <a:ext cx="454" cy="478"/>
              </a:xfrm>
              <a:prstGeom prst="rect">
                <a:avLst/>
              </a:prstGeom>
              <a:noFill/>
              <a:extLst>
                <a:ext uri="{909E8E84-426E-40DD-AFC4-6F175D3DCCD1}">
                  <a14:hiddenFill xmlns:a14="http://schemas.microsoft.com/office/drawing/2010/main">
                    <a:solidFill>
                      <a:srgbClr val="FFFFFF"/>
                    </a:solidFill>
                  </a14:hiddenFill>
                </a:ext>
              </a:extLst>
            </p:spPr>
          </p:pic>
          <p:sp>
            <p:nvSpPr>
              <p:cNvPr id="46931" name="Oval 851"/>
              <p:cNvSpPr>
                <a:spLocks noChangeArrowheads="1"/>
              </p:cNvSpPr>
              <p:nvPr/>
            </p:nvSpPr>
            <p:spPr bwMode="gray">
              <a:xfrm>
                <a:off x="595" y="1174"/>
                <a:ext cx="451" cy="479"/>
              </a:xfrm>
              <a:prstGeom prst="ellipse">
                <a:avLst/>
              </a:prstGeom>
              <a:solidFill>
                <a:schemeClr val="accent2">
                  <a:alpha val="80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46932" name="Picture 852"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640" y="1179"/>
                <a:ext cx="359" cy="169"/>
              </a:xfrm>
              <a:prstGeom prst="rect">
                <a:avLst/>
              </a:prstGeom>
              <a:noFill/>
              <a:extLst>
                <a:ext uri="{909E8E84-426E-40DD-AFC4-6F175D3DCCD1}">
                  <a14:hiddenFill xmlns:a14="http://schemas.microsoft.com/office/drawing/2010/main">
                    <a:solidFill>
                      <a:srgbClr val="FFFFFF"/>
                    </a:solidFill>
                  </a14:hiddenFill>
                </a:ext>
              </a:extLst>
            </p:spPr>
          </p:pic>
        </p:grpSp>
        <p:sp>
          <p:nvSpPr>
            <p:cNvPr id="46933" name="Freeform 853"/>
            <p:cNvSpPr/>
            <p:nvPr userDrawn="1"/>
          </p:nvSpPr>
          <p:spPr bwMode="hidden">
            <a:xfrm rot="17581608">
              <a:off x="1920" y="2415"/>
              <a:ext cx="317" cy="502"/>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2">
                    <a:gamma/>
                    <a:tint val="0"/>
                    <a:invGamma/>
                    <a:alpha val="50000"/>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34" name="Freeform 854"/>
            <p:cNvSpPr/>
            <p:nvPr userDrawn="1"/>
          </p:nvSpPr>
          <p:spPr bwMode="hidden">
            <a:xfrm rot="33781608">
              <a:off x="1977" y="3500"/>
              <a:ext cx="318" cy="500"/>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2">
                    <a:gamma/>
                    <a:tint val="0"/>
                    <a:invGamma/>
                    <a:alpha val="50000"/>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35" name="Freeform 855"/>
            <p:cNvSpPr/>
            <p:nvPr userDrawn="1"/>
          </p:nvSpPr>
          <p:spPr bwMode="hidden">
            <a:xfrm rot="28381608">
              <a:off x="3052" y="3473"/>
              <a:ext cx="318" cy="501"/>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2">
                    <a:gamma/>
                    <a:tint val="0"/>
                    <a:invGamma/>
                    <a:alpha val="50000"/>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46936" name="Rectangle 856"/>
          <p:cNvSpPr>
            <a:spLocks noChangeArrowheads="1"/>
          </p:cNvSpPr>
          <p:nvPr userDrawn="1"/>
        </p:nvSpPr>
        <p:spPr bwMode="gray">
          <a:xfrm>
            <a:off x="7905750" y="5257800"/>
            <a:ext cx="109538" cy="1600200"/>
          </a:xfrm>
          <a:prstGeom prst="rect">
            <a:avLst/>
          </a:prstGeom>
          <a:gradFill rotWithShape="1">
            <a:gsLst>
              <a:gs pos="0">
                <a:schemeClr val="hlink">
                  <a:gamma/>
                  <a:tint val="63529"/>
                  <a:invGamma/>
                </a:schemeClr>
              </a:gs>
              <a:gs pos="100000">
                <a:schemeClr val="hlink"/>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nvGrpSpPr>
          <p:cNvPr id="46937" name="Group 857"/>
          <p:cNvGrpSpPr/>
          <p:nvPr userDrawn="1"/>
        </p:nvGrpSpPr>
        <p:grpSpPr bwMode="auto">
          <a:xfrm>
            <a:off x="6858000" y="4195763"/>
            <a:ext cx="2216150" cy="2232025"/>
            <a:chOff x="4320" y="2643"/>
            <a:chExt cx="1396" cy="1406"/>
          </a:xfrm>
        </p:grpSpPr>
        <p:sp>
          <p:nvSpPr>
            <p:cNvPr id="46938" name="Freeform 858"/>
            <p:cNvSpPr/>
            <p:nvPr userDrawn="1"/>
          </p:nvSpPr>
          <p:spPr bwMode="gray">
            <a:xfrm rot="2583173">
              <a:off x="5213" y="2923"/>
              <a:ext cx="503" cy="698"/>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hlink"/>
                </a:gs>
                <a:gs pos="100000">
                  <a:schemeClr val="hlink">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39" name="Freeform 859"/>
            <p:cNvSpPr/>
            <p:nvPr userDrawn="1"/>
          </p:nvSpPr>
          <p:spPr bwMode="hidden">
            <a:xfrm rot="2583173">
              <a:off x="5401" y="2912"/>
              <a:ext cx="232" cy="365"/>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hlink">
                    <a:gamma/>
                    <a:tint val="0"/>
                    <a:invGamma/>
                    <a:alpha val="50000"/>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0" name="Freeform 860"/>
            <p:cNvSpPr/>
            <p:nvPr userDrawn="1"/>
          </p:nvSpPr>
          <p:spPr bwMode="hidden">
            <a:xfrm rot="2583173">
              <a:off x="5159" y="3060"/>
              <a:ext cx="375" cy="490"/>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1" name="Freeform 861"/>
            <p:cNvSpPr/>
            <p:nvPr userDrawn="1"/>
          </p:nvSpPr>
          <p:spPr bwMode="gray">
            <a:xfrm rot="2583173">
              <a:off x="5150" y="3085"/>
              <a:ext cx="352" cy="453"/>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2" name="Freeform 862"/>
            <p:cNvSpPr/>
            <p:nvPr userDrawn="1"/>
          </p:nvSpPr>
          <p:spPr bwMode="gray">
            <a:xfrm rot="-2816827">
              <a:off x="4891" y="2809"/>
              <a:ext cx="325" cy="611"/>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3" name="Freeform 863"/>
            <p:cNvSpPr/>
            <p:nvPr userDrawn="1"/>
          </p:nvSpPr>
          <p:spPr bwMode="hidden">
            <a:xfrm rot="-2816827">
              <a:off x="5068" y="2738"/>
              <a:ext cx="80" cy="549"/>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4" name="Freeform 864"/>
            <p:cNvSpPr/>
            <p:nvPr userDrawn="1"/>
          </p:nvSpPr>
          <p:spPr bwMode="gray">
            <a:xfrm rot="-2816827">
              <a:off x="5030" y="3198"/>
              <a:ext cx="90" cy="165"/>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5" name="Freeform 865"/>
            <p:cNvSpPr/>
            <p:nvPr userDrawn="1"/>
          </p:nvSpPr>
          <p:spPr bwMode="gray">
            <a:xfrm rot="-2816827">
              <a:off x="4685" y="2541"/>
              <a:ext cx="500" cy="703"/>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hlink"/>
                </a:gs>
                <a:gs pos="100000">
                  <a:schemeClr val="hlink">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6" name="Freeform 866"/>
            <p:cNvSpPr/>
            <p:nvPr userDrawn="1"/>
          </p:nvSpPr>
          <p:spPr bwMode="hidden">
            <a:xfrm rot="-2816827">
              <a:off x="4782" y="2765"/>
              <a:ext cx="374" cy="491"/>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7" name="Freeform 867"/>
            <p:cNvSpPr/>
            <p:nvPr userDrawn="1"/>
          </p:nvSpPr>
          <p:spPr bwMode="gray">
            <a:xfrm rot="-2816827">
              <a:off x="4799" y="2805"/>
              <a:ext cx="350" cy="455"/>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8" name="Freeform 868"/>
            <p:cNvSpPr/>
            <p:nvPr userDrawn="1"/>
          </p:nvSpPr>
          <p:spPr bwMode="gray">
            <a:xfrm rot="-2816827">
              <a:off x="4795" y="2798"/>
              <a:ext cx="369" cy="455"/>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49" name="Freeform 869"/>
            <p:cNvSpPr/>
            <p:nvPr userDrawn="1"/>
          </p:nvSpPr>
          <p:spPr bwMode="gray">
            <a:xfrm rot="-2816827">
              <a:off x="5071" y="3204"/>
              <a:ext cx="285" cy="152"/>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50" name="Freeform 870"/>
            <p:cNvSpPr/>
            <p:nvPr userDrawn="1"/>
          </p:nvSpPr>
          <p:spPr bwMode="gray">
            <a:xfrm rot="-8216827">
              <a:off x="4630" y="2999"/>
              <a:ext cx="326" cy="609"/>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51" name="Freeform 871"/>
            <p:cNvSpPr/>
            <p:nvPr userDrawn="1"/>
          </p:nvSpPr>
          <p:spPr bwMode="hidden">
            <a:xfrm rot="-8216827">
              <a:off x="4649" y="2976"/>
              <a:ext cx="81" cy="547"/>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52" name="Freeform 872"/>
            <p:cNvSpPr/>
            <p:nvPr userDrawn="1"/>
          </p:nvSpPr>
          <p:spPr bwMode="gray">
            <a:xfrm rot="-8216827">
              <a:off x="4914" y="3201"/>
              <a:ext cx="91" cy="163"/>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53" name="Freeform 873"/>
            <p:cNvSpPr/>
            <p:nvPr userDrawn="1"/>
          </p:nvSpPr>
          <p:spPr bwMode="gray">
            <a:xfrm rot="-8216827">
              <a:off x="4320" y="3072"/>
              <a:ext cx="503" cy="699"/>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hlink"/>
                </a:gs>
                <a:gs pos="100000">
                  <a:schemeClr val="hlink">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54" name="Freeform 874"/>
            <p:cNvSpPr/>
            <p:nvPr userDrawn="1"/>
          </p:nvSpPr>
          <p:spPr bwMode="hidden">
            <a:xfrm rot="-8216827">
              <a:off x="4501" y="3145"/>
              <a:ext cx="375" cy="489"/>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55" name="Freeform 875"/>
            <p:cNvSpPr/>
            <p:nvPr userDrawn="1"/>
          </p:nvSpPr>
          <p:spPr bwMode="gray">
            <a:xfrm rot="-8216827">
              <a:off x="4533" y="3157"/>
              <a:ext cx="352" cy="453"/>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56" name="Freeform 876"/>
            <p:cNvSpPr/>
            <p:nvPr userDrawn="1"/>
          </p:nvSpPr>
          <p:spPr bwMode="gray">
            <a:xfrm rot="-8216827">
              <a:off x="4518" y="3151"/>
              <a:ext cx="370" cy="453"/>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57" name="Freeform 877"/>
            <p:cNvSpPr/>
            <p:nvPr userDrawn="1"/>
          </p:nvSpPr>
          <p:spPr bwMode="gray">
            <a:xfrm rot="-8216827">
              <a:off x="4814" y="3067"/>
              <a:ext cx="286" cy="152"/>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46958" name="Group 878"/>
            <p:cNvGrpSpPr/>
            <p:nvPr userDrawn="1"/>
          </p:nvGrpSpPr>
          <p:grpSpPr bwMode="auto">
            <a:xfrm>
              <a:off x="4637" y="3270"/>
              <a:ext cx="797" cy="779"/>
              <a:chOff x="4637" y="3270"/>
              <a:chExt cx="797" cy="779"/>
            </a:xfrm>
          </p:grpSpPr>
          <p:sp>
            <p:nvSpPr>
              <p:cNvPr id="46959" name="Freeform 879"/>
              <p:cNvSpPr/>
              <p:nvPr userDrawn="1"/>
            </p:nvSpPr>
            <p:spPr bwMode="gray">
              <a:xfrm rot="-13616827">
                <a:off x="4803" y="3271"/>
                <a:ext cx="326" cy="611"/>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0" name="Freeform 880"/>
              <p:cNvSpPr/>
              <p:nvPr userDrawn="1"/>
            </p:nvSpPr>
            <p:spPr bwMode="gray">
              <a:xfrm rot="-13616827">
                <a:off x="4872" y="3405"/>
                <a:ext cx="80" cy="550"/>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1" name="Freeform 881"/>
              <p:cNvSpPr/>
              <p:nvPr userDrawn="1"/>
            </p:nvSpPr>
            <p:spPr bwMode="gray">
              <a:xfrm rot="-13616827">
                <a:off x="4898" y="3328"/>
                <a:ext cx="91" cy="16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2" name="Freeform 882"/>
              <p:cNvSpPr/>
              <p:nvPr userDrawn="1"/>
            </p:nvSpPr>
            <p:spPr bwMode="gray">
              <a:xfrm rot="-13616827">
                <a:off x="4833" y="3448"/>
                <a:ext cx="501" cy="701"/>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hlink"/>
                  </a:gs>
                  <a:gs pos="100000">
                    <a:schemeClr val="hlink">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3" name="Freeform 883"/>
              <p:cNvSpPr/>
              <p:nvPr userDrawn="1"/>
            </p:nvSpPr>
            <p:spPr bwMode="hidden">
              <a:xfrm rot="-13616827">
                <a:off x="4864" y="3435"/>
                <a:ext cx="374" cy="492"/>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4" name="Freeform 884"/>
              <p:cNvSpPr/>
              <p:nvPr userDrawn="1"/>
            </p:nvSpPr>
            <p:spPr bwMode="gray">
              <a:xfrm rot="-13616827">
                <a:off x="4869" y="3432"/>
                <a:ext cx="351" cy="455"/>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5" name="Freeform 885"/>
              <p:cNvSpPr/>
              <p:nvPr userDrawn="1"/>
            </p:nvSpPr>
            <p:spPr bwMode="gray">
              <a:xfrm rot="-13616827">
                <a:off x="4854" y="3439"/>
                <a:ext cx="369" cy="455"/>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6" name="Freeform 886"/>
              <p:cNvSpPr/>
              <p:nvPr userDrawn="1"/>
            </p:nvSpPr>
            <p:spPr bwMode="gray">
              <a:xfrm rot="-13616827">
                <a:off x="4662" y="3337"/>
                <a:ext cx="285" cy="152"/>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46967" name="Freeform 887"/>
            <p:cNvSpPr/>
            <p:nvPr userDrawn="1"/>
          </p:nvSpPr>
          <p:spPr bwMode="gray">
            <a:xfrm rot="2583173">
              <a:off x="5082" y="3090"/>
              <a:ext cx="327" cy="608"/>
            </a:xfrm>
            <a:custGeom>
              <a:avLst/>
              <a:gdLst>
                <a:gd name="T0" fmla="*/ 0 w 847"/>
                <a:gd name="T1" fmla="*/ 1064 h 1584"/>
                <a:gd name="T2" fmla="*/ 680 w 847"/>
                <a:gd name="T3" fmla="*/ 0 h 1584"/>
                <a:gd name="T4" fmla="*/ 755 w 847"/>
                <a:gd name="T5" fmla="*/ 1359 h 1584"/>
                <a:gd name="T6" fmla="*/ 14 w 847"/>
                <a:gd name="T7" fmla="*/ 1191 h 1584"/>
                <a:gd name="T8" fmla="*/ 0 w 847"/>
                <a:gd name="T9" fmla="*/ 1064 h 1584"/>
              </a:gdLst>
              <a:ahLst/>
              <a:cxnLst>
                <a:cxn ang="0">
                  <a:pos x="T0" y="T1"/>
                </a:cxn>
                <a:cxn ang="0">
                  <a:pos x="T2" y="T3"/>
                </a:cxn>
                <a:cxn ang="0">
                  <a:pos x="T4" y="T5"/>
                </a:cxn>
                <a:cxn ang="0">
                  <a:pos x="T6" y="T7"/>
                </a:cxn>
                <a:cxn ang="0">
                  <a:pos x="T8" y="T9"/>
                </a:cxn>
              </a:cxnLst>
              <a:rect l="0" t="0" r="r" b="b"/>
              <a:pathLst>
                <a:path w="847" h="1584">
                  <a:moveTo>
                    <a:pt x="0" y="1064"/>
                  </a:moveTo>
                  <a:cubicBezTo>
                    <a:pt x="847" y="596"/>
                    <a:pt x="708" y="174"/>
                    <a:pt x="680" y="0"/>
                  </a:cubicBezTo>
                  <a:cubicBezTo>
                    <a:pt x="680" y="0"/>
                    <a:pt x="806" y="462"/>
                    <a:pt x="755" y="1359"/>
                  </a:cubicBezTo>
                  <a:cubicBezTo>
                    <a:pt x="494" y="1584"/>
                    <a:pt x="14" y="1191"/>
                    <a:pt x="14" y="1191"/>
                  </a:cubicBezTo>
                  <a:lnTo>
                    <a:pt x="0" y="1064"/>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8" name="Freeform 888"/>
            <p:cNvSpPr/>
            <p:nvPr userDrawn="1"/>
          </p:nvSpPr>
          <p:spPr bwMode="hidden">
            <a:xfrm rot="2583173">
              <a:off x="5306" y="3171"/>
              <a:ext cx="81" cy="548"/>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46" y="30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69" name="Freeform 889"/>
            <p:cNvSpPr/>
            <p:nvPr userDrawn="1"/>
          </p:nvSpPr>
          <p:spPr bwMode="gray">
            <a:xfrm rot="2583173">
              <a:off x="5030" y="3330"/>
              <a:ext cx="91" cy="16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70" name="Freeform 890"/>
            <p:cNvSpPr/>
            <p:nvPr userDrawn="1"/>
          </p:nvSpPr>
          <p:spPr bwMode="gray">
            <a:xfrm rot="2583173">
              <a:off x="5147" y="3091"/>
              <a:ext cx="370" cy="452"/>
            </a:xfrm>
            <a:custGeom>
              <a:avLst/>
              <a:gdLst>
                <a:gd name="T0" fmla="*/ 678 w 956"/>
                <a:gd name="T1" fmla="*/ 0 h 1179"/>
                <a:gd name="T2" fmla="*/ 0 w 956"/>
                <a:gd name="T3" fmla="*/ 1179 h 1179"/>
                <a:gd name="T4" fmla="*/ 678 w 956"/>
                <a:gd name="T5" fmla="*/ 0 h 1179"/>
              </a:gdLst>
              <a:ahLst/>
              <a:cxnLst>
                <a:cxn ang="0">
                  <a:pos x="T0" y="T1"/>
                </a:cxn>
                <a:cxn ang="0">
                  <a:pos x="T2" y="T3"/>
                </a:cxn>
                <a:cxn ang="0">
                  <a:pos x="T4" y="T5"/>
                </a:cxn>
              </a:cxnLst>
              <a:rect l="0" t="0" r="r" b="b"/>
              <a:pathLst>
                <a:path w="956" h="1179">
                  <a:moveTo>
                    <a:pt x="678" y="0"/>
                  </a:moveTo>
                  <a:cubicBezTo>
                    <a:pt x="921" y="696"/>
                    <a:pt x="322" y="996"/>
                    <a:pt x="0" y="1179"/>
                  </a:cubicBezTo>
                  <a:cubicBezTo>
                    <a:pt x="0" y="1179"/>
                    <a:pt x="956" y="778"/>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71" name="Freeform 891"/>
            <p:cNvSpPr/>
            <p:nvPr userDrawn="1"/>
          </p:nvSpPr>
          <p:spPr bwMode="gray">
            <a:xfrm rot="2583173">
              <a:off x="4936" y="3475"/>
              <a:ext cx="286" cy="151"/>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46972" name="Group 892"/>
            <p:cNvGrpSpPr/>
            <p:nvPr userDrawn="1"/>
          </p:nvGrpSpPr>
          <p:grpSpPr bwMode="auto">
            <a:xfrm rot="2583173">
              <a:off x="4947" y="3268"/>
              <a:ext cx="143" cy="150"/>
              <a:chOff x="595" y="1174"/>
              <a:chExt cx="454" cy="479"/>
            </a:xfrm>
          </p:grpSpPr>
          <p:pic>
            <p:nvPicPr>
              <p:cNvPr id="46973" name="Picture 893" descr="circuler_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595" y="1174"/>
                <a:ext cx="454" cy="478"/>
              </a:xfrm>
              <a:prstGeom prst="rect">
                <a:avLst/>
              </a:prstGeom>
              <a:noFill/>
              <a:extLst>
                <a:ext uri="{909E8E84-426E-40DD-AFC4-6F175D3DCCD1}">
                  <a14:hiddenFill xmlns:a14="http://schemas.microsoft.com/office/drawing/2010/main">
                    <a:solidFill>
                      <a:srgbClr val="FFFFFF"/>
                    </a:solidFill>
                  </a14:hiddenFill>
                </a:ext>
              </a:extLst>
            </p:spPr>
          </p:pic>
          <p:sp>
            <p:nvSpPr>
              <p:cNvPr id="46974" name="Oval 894"/>
              <p:cNvSpPr>
                <a:spLocks noChangeArrowheads="1"/>
              </p:cNvSpPr>
              <p:nvPr/>
            </p:nvSpPr>
            <p:spPr bwMode="gray">
              <a:xfrm>
                <a:off x="595" y="1174"/>
                <a:ext cx="451" cy="479"/>
              </a:xfrm>
              <a:prstGeom prst="ellipse">
                <a:avLst/>
              </a:prstGeom>
              <a:solidFill>
                <a:schemeClr val="hlink">
                  <a:alpha val="80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46975" name="Picture 895"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640" y="1179"/>
                <a:ext cx="359" cy="169"/>
              </a:xfrm>
              <a:prstGeom prst="rect">
                <a:avLst/>
              </a:prstGeom>
              <a:noFill/>
              <a:extLst>
                <a:ext uri="{909E8E84-426E-40DD-AFC4-6F175D3DCCD1}">
                  <a14:hiddenFill xmlns:a14="http://schemas.microsoft.com/office/drawing/2010/main">
                    <a:solidFill>
                      <a:srgbClr val="FFFFFF"/>
                    </a:solidFill>
                  </a14:hiddenFill>
                </a:ext>
              </a:extLst>
            </p:spPr>
          </p:pic>
        </p:grpSp>
        <p:sp>
          <p:nvSpPr>
            <p:cNvPr id="46976" name="Freeform 896"/>
            <p:cNvSpPr/>
            <p:nvPr userDrawn="1"/>
          </p:nvSpPr>
          <p:spPr bwMode="hidden">
            <a:xfrm rot="18783173">
              <a:off x="4636" y="2657"/>
              <a:ext cx="232" cy="367"/>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hlink">
                    <a:gamma/>
                    <a:tint val="0"/>
                    <a:invGamma/>
                    <a:alpha val="50000"/>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77" name="Freeform 897"/>
            <p:cNvSpPr/>
            <p:nvPr userDrawn="1"/>
          </p:nvSpPr>
          <p:spPr bwMode="hidden">
            <a:xfrm rot="34983171">
              <a:off x="4402" y="3418"/>
              <a:ext cx="232" cy="366"/>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hlink">
                    <a:gamma/>
                    <a:tint val="0"/>
                    <a:invGamma/>
                    <a:alpha val="50000"/>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78" name="Freeform 898"/>
            <p:cNvSpPr/>
            <p:nvPr userDrawn="1"/>
          </p:nvSpPr>
          <p:spPr bwMode="hidden">
            <a:xfrm rot="29583173">
              <a:off x="5147" y="3668"/>
              <a:ext cx="232" cy="366"/>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hlink">
                    <a:gamma/>
                    <a:tint val="0"/>
                    <a:invGamma/>
                    <a:alpha val="50000"/>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46979" name="Rectangle 899"/>
          <p:cNvSpPr>
            <a:spLocks noGrp="1" noChangeArrowheads="1"/>
          </p:cNvSpPr>
          <p:nvPr>
            <p:ph type="dt" sz="half" idx="2"/>
          </p:nvPr>
        </p:nvSpPr>
        <p:spPr bwMode="gray">
          <a:xfrm>
            <a:off x="1828800" y="6480175"/>
            <a:ext cx="1524000" cy="279400"/>
          </a:xfrm>
        </p:spPr>
        <p:txBody>
          <a:bodyPr/>
          <a:lstStyle>
            <a:lvl1pPr>
              <a:defRPr sz="1200"/>
            </a:lvl1pPr>
          </a:lstStyle>
          <a:p>
            <a:fld id="{F4FD9C4D-789F-4AED-BBD6-525B39732D62}" type="datetimeFigureOut">
              <a:rPr lang="en-US"/>
              <a:t>31/5/2024</a:t>
            </a:fld>
            <a:endParaRPr lang="en-US"/>
          </a:p>
        </p:txBody>
      </p:sp>
      <p:sp>
        <p:nvSpPr>
          <p:cNvPr id="46980" name="Rectangle 900"/>
          <p:cNvSpPr>
            <a:spLocks noGrp="1" noChangeArrowheads="1"/>
          </p:cNvSpPr>
          <p:nvPr>
            <p:ph type="sldNum" sz="quarter" idx="4"/>
          </p:nvPr>
        </p:nvSpPr>
        <p:spPr bwMode="gray">
          <a:xfrm>
            <a:off x="8077200" y="6480175"/>
            <a:ext cx="914400" cy="279400"/>
          </a:xfrm>
        </p:spPr>
        <p:txBody>
          <a:bodyPr/>
          <a:lstStyle>
            <a:lvl1pPr>
              <a:defRPr sz="1200"/>
            </a:lvl1pPr>
          </a:lstStyle>
          <a:p>
            <a:fld id="{F99ACC62-7D04-4F50-BB29-E8903B4B5E9C}" type="slidenum">
              <a:rPr lang="en-US"/>
              <a:t>‹#›</a:t>
            </a:fld>
            <a:endParaRPr lang="en-US"/>
          </a:p>
        </p:txBody>
      </p:sp>
      <p:sp>
        <p:nvSpPr>
          <p:cNvPr id="46982" name="Rectangle 902"/>
          <p:cNvSpPr>
            <a:spLocks noChangeArrowheads="1"/>
          </p:cNvSpPr>
          <p:nvPr userDrawn="1"/>
        </p:nvSpPr>
        <p:spPr bwMode="gray">
          <a:xfrm>
            <a:off x="6334125" y="3149600"/>
            <a:ext cx="193675" cy="3708400"/>
          </a:xfrm>
          <a:prstGeom prst="rect">
            <a:avLst/>
          </a:prstGeom>
          <a:gradFill rotWithShape="1">
            <a:gsLst>
              <a:gs pos="0">
                <a:schemeClr val="accent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nvGrpSpPr>
          <p:cNvPr id="46983" name="Group 903"/>
          <p:cNvGrpSpPr/>
          <p:nvPr userDrawn="1"/>
        </p:nvGrpSpPr>
        <p:grpSpPr bwMode="auto">
          <a:xfrm>
            <a:off x="4071938" y="903288"/>
            <a:ext cx="4683125" cy="4713287"/>
            <a:chOff x="2565" y="569"/>
            <a:chExt cx="2950" cy="2969"/>
          </a:xfrm>
        </p:grpSpPr>
        <p:sp>
          <p:nvSpPr>
            <p:cNvPr id="46984" name="Freeform 904"/>
            <p:cNvSpPr/>
            <p:nvPr userDrawn="1"/>
          </p:nvSpPr>
          <p:spPr bwMode="gray">
            <a:xfrm rot="-1220570">
              <a:off x="3825" y="569"/>
              <a:ext cx="935" cy="1330"/>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1"/>
                </a:gs>
                <a:gs pos="100000">
                  <a:schemeClr val="tx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85" name="Freeform 905"/>
            <p:cNvSpPr/>
            <p:nvPr userDrawn="1"/>
          </p:nvSpPr>
          <p:spPr bwMode="hidden">
            <a:xfrm rot="-1220570">
              <a:off x="3819" y="643"/>
              <a:ext cx="433" cy="696"/>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1">
                    <a:gamma/>
                    <a:tint val="0"/>
                    <a:invGamma/>
                    <a:alpha val="50000"/>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86" name="Freeform 906"/>
            <p:cNvSpPr/>
            <p:nvPr userDrawn="1"/>
          </p:nvSpPr>
          <p:spPr bwMode="hidden">
            <a:xfrm rot="-1220570">
              <a:off x="3901" y="995"/>
              <a:ext cx="698" cy="933"/>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87" name="Freeform 907"/>
            <p:cNvSpPr/>
            <p:nvPr userDrawn="1"/>
          </p:nvSpPr>
          <p:spPr bwMode="gray">
            <a:xfrm rot="-1220570">
              <a:off x="3915" y="1071"/>
              <a:ext cx="655" cy="862"/>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46988" name="Group 908"/>
            <p:cNvGrpSpPr/>
            <p:nvPr userDrawn="1"/>
          </p:nvGrpSpPr>
          <p:grpSpPr bwMode="auto">
            <a:xfrm>
              <a:off x="2565" y="1326"/>
              <a:ext cx="1692" cy="953"/>
              <a:chOff x="2565" y="1326"/>
              <a:chExt cx="1692" cy="953"/>
            </a:xfrm>
          </p:grpSpPr>
          <p:sp>
            <p:nvSpPr>
              <p:cNvPr id="46989" name="Freeform 909"/>
              <p:cNvSpPr/>
              <p:nvPr userDrawn="1"/>
            </p:nvSpPr>
            <p:spPr bwMode="gray">
              <a:xfrm rot="-6620570">
                <a:off x="3378" y="1226"/>
                <a:ext cx="620" cy="1138"/>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90" name="Freeform 910"/>
              <p:cNvSpPr/>
              <p:nvPr userDrawn="1"/>
            </p:nvSpPr>
            <p:spPr bwMode="hidden">
              <a:xfrm rot="-6620570">
                <a:off x="3485" y="1103"/>
                <a:ext cx="152" cy="1024"/>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91" name="Freeform 911"/>
              <p:cNvSpPr/>
              <p:nvPr userDrawn="1"/>
            </p:nvSpPr>
            <p:spPr bwMode="gray">
              <a:xfrm rot="-6620570">
                <a:off x="3898" y="1749"/>
                <a:ext cx="173" cy="306"/>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92" name="Freeform 912"/>
              <p:cNvSpPr/>
              <p:nvPr userDrawn="1"/>
            </p:nvSpPr>
            <p:spPr bwMode="gray">
              <a:xfrm rot="-6620570">
                <a:off x="2741" y="1150"/>
                <a:ext cx="953" cy="1306"/>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1"/>
                  </a:gs>
                  <a:gs pos="100000">
                    <a:schemeClr val="tx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93" name="Freeform 913"/>
              <p:cNvSpPr/>
              <p:nvPr userDrawn="1"/>
            </p:nvSpPr>
            <p:spPr bwMode="hidden">
              <a:xfrm rot="-6620570">
                <a:off x="3087" y="1391"/>
                <a:ext cx="711" cy="916"/>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94" name="Freeform 914"/>
              <p:cNvSpPr/>
              <p:nvPr userDrawn="1"/>
            </p:nvSpPr>
            <p:spPr bwMode="gray">
              <a:xfrm rot="-6620570">
                <a:off x="3149" y="1433"/>
                <a:ext cx="668" cy="847"/>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95" name="Freeform 915"/>
              <p:cNvSpPr/>
              <p:nvPr userDrawn="1"/>
            </p:nvSpPr>
            <p:spPr bwMode="gray">
              <a:xfrm rot="-6620570">
                <a:off x="3125" y="1416"/>
                <a:ext cx="703" cy="847"/>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96" name="Freeform 916"/>
              <p:cNvSpPr/>
              <p:nvPr userDrawn="1"/>
            </p:nvSpPr>
            <p:spPr bwMode="gray">
              <a:xfrm rot="-6620570">
                <a:off x="3825" y="1523"/>
                <a:ext cx="542" cy="282"/>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6997" name="Group 917"/>
            <p:cNvGrpSpPr/>
            <p:nvPr userDrawn="1"/>
          </p:nvGrpSpPr>
          <p:grpSpPr bwMode="auto">
            <a:xfrm>
              <a:off x="3336" y="1815"/>
              <a:ext cx="935" cy="1723"/>
              <a:chOff x="3336" y="1815"/>
              <a:chExt cx="935" cy="1723"/>
            </a:xfrm>
          </p:grpSpPr>
          <p:sp>
            <p:nvSpPr>
              <p:cNvPr id="46998" name="Freeform 918"/>
              <p:cNvSpPr/>
              <p:nvPr userDrawn="1"/>
            </p:nvSpPr>
            <p:spPr bwMode="gray">
              <a:xfrm rot="-12020570">
                <a:off x="3486" y="1815"/>
                <a:ext cx="608" cy="1159"/>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6999" name="Freeform 919"/>
              <p:cNvSpPr/>
              <p:nvPr userDrawn="1"/>
            </p:nvSpPr>
            <p:spPr bwMode="hidden">
              <a:xfrm rot="-12020570">
                <a:off x="3539" y="2000"/>
                <a:ext cx="149" cy="1043"/>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00" name="Freeform 920"/>
              <p:cNvSpPr/>
              <p:nvPr userDrawn="1"/>
            </p:nvSpPr>
            <p:spPr bwMode="gray">
              <a:xfrm rot="-12020570">
                <a:off x="3808" y="1940"/>
                <a:ext cx="170" cy="311"/>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01" name="Freeform 921"/>
              <p:cNvSpPr/>
              <p:nvPr userDrawn="1"/>
            </p:nvSpPr>
            <p:spPr bwMode="gray">
              <a:xfrm rot="-12020570">
                <a:off x="3336" y="2208"/>
                <a:ext cx="935" cy="1330"/>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1"/>
                  </a:gs>
                  <a:gs pos="100000">
                    <a:schemeClr val="tx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02" name="Freeform 922"/>
              <p:cNvSpPr/>
              <p:nvPr userDrawn="1"/>
            </p:nvSpPr>
            <p:spPr bwMode="hidden">
              <a:xfrm rot="-12020570">
                <a:off x="3498" y="2178"/>
                <a:ext cx="698" cy="933"/>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03" name="Freeform 923"/>
              <p:cNvSpPr/>
              <p:nvPr userDrawn="1"/>
            </p:nvSpPr>
            <p:spPr bwMode="gray">
              <a:xfrm rot="-12020570">
                <a:off x="3526" y="2174"/>
                <a:ext cx="655" cy="862"/>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04" name="Freeform 924"/>
              <p:cNvSpPr/>
              <p:nvPr userDrawn="1"/>
            </p:nvSpPr>
            <p:spPr bwMode="gray">
              <a:xfrm rot="-12020570">
                <a:off x="3493" y="2180"/>
                <a:ext cx="689" cy="862"/>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05" name="Freeform 925"/>
              <p:cNvSpPr/>
              <p:nvPr userDrawn="1"/>
            </p:nvSpPr>
            <p:spPr bwMode="gray">
              <a:xfrm rot="-12020570">
                <a:off x="3391" y="1837"/>
                <a:ext cx="532" cy="288"/>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7006" name="Group 926"/>
            <p:cNvGrpSpPr/>
            <p:nvPr userDrawn="1"/>
          </p:nvGrpSpPr>
          <p:grpSpPr bwMode="auto">
            <a:xfrm>
              <a:off x="3822" y="1853"/>
              <a:ext cx="1693" cy="953"/>
              <a:chOff x="3822" y="1853"/>
              <a:chExt cx="1693" cy="953"/>
            </a:xfrm>
          </p:grpSpPr>
          <p:sp>
            <p:nvSpPr>
              <p:cNvPr id="47007" name="Freeform 927"/>
              <p:cNvSpPr/>
              <p:nvPr userDrawn="1"/>
            </p:nvSpPr>
            <p:spPr bwMode="gray">
              <a:xfrm rot="-17420570">
                <a:off x="4082" y="1768"/>
                <a:ext cx="620" cy="1139"/>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08" name="Freeform 928"/>
              <p:cNvSpPr/>
              <p:nvPr userDrawn="1"/>
            </p:nvSpPr>
            <p:spPr bwMode="hidden">
              <a:xfrm rot="-17420570">
                <a:off x="4443" y="2005"/>
                <a:ext cx="152" cy="1025"/>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09" name="Freeform 929"/>
              <p:cNvSpPr/>
              <p:nvPr userDrawn="1"/>
            </p:nvSpPr>
            <p:spPr bwMode="gray">
              <a:xfrm rot="-17420570">
                <a:off x="4008" y="2078"/>
                <a:ext cx="173" cy="306"/>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0" name="Freeform 930"/>
              <p:cNvSpPr/>
              <p:nvPr userDrawn="1"/>
            </p:nvSpPr>
            <p:spPr bwMode="gray">
              <a:xfrm rot="-17420570">
                <a:off x="4385" y="1676"/>
                <a:ext cx="953" cy="1307"/>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1"/>
                  </a:gs>
                  <a:gs pos="100000">
                    <a:schemeClr val="tx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1" name="Freeform 931"/>
              <p:cNvSpPr/>
              <p:nvPr userDrawn="1"/>
            </p:nvSpPr>
            <p:spPr bwMode="hidden">
              <a:xfrm rot="-17420570">
                <a:off x="4281" y="1825"/>
                <a:ext cx="711" cy="917"/>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2" name="Freeform 932"/>
              <p:cNvSpPr/>
              <p:nvPr userDrawn="1"/>
            </p:nvSpPr>
            <p:spPr bwMode="gray">
              <a:xfrm rot="-17420570">
                <a:off x="4264" y="1851"/>
                <a:ext cx="668" cy="848"/>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3" name="Freeform 933"/>
              <p:cNvSpPr/>
              <p:nvPr userDrawn="1"/>
            </p:nvSpPr>
            <p:spPr bwMode="gray">
              <a:xfrm rot="-17420570">
                <a:off x="4252" y="1868"/>
                <a:ext cx="703" cy="848"/>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4" name="Freeform 934"/>
              <p:cNvSpPr/>
              <p:nvPr userDrawn="1"/>
            </p:nvSpPr>
            <p:spPr bwMode="gray">
              <a:xfrm rot="-17420570">
                <a:off x="3713" y="2327"/>
                <a:ext cx="542" cy="283"/>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47015" name="Freeform 935"/>
            <p:cNvSpPr/>
            <p:nvPr userDrawn="1"/>
          </p:nvSpPr>
          <p:spPr bwMode="gray">
            <a:xfrm rot="-1220570">
              <a:off x="4011" y="1129"/>
              <a:ext cx="609" cy="1159"/>
            </a:xfrm>
            <a:custGeom>
              <a:avLst/>
              <a:gdLst>
                <a:gd name="T0" fmla="*/ 0 w 847"/>
                <a:gd name="T1" fmla="*/ 1064 h 1584"/>
                <a:gd name="T2" fmla="*/ 680 w 847"/>
                <a:gd name="T3" fmla="*/ 0 h 1584"/>
                <a:gd name="T4" fmla="*/ 755 w 847"/>
                <a:gd name="T5" fmla="*/ 1359 h 1584"/>
                <a:gd name="T6" fmla="*/ 14 w 847"/>
                <a:gd name="T7" fmla="*/ 1191 h 1584"/>
                <a:gd name="T8" fmla="*/ 0 w 847"/>
                <a:gd name="T9" fmla="*/ 1064 h 1584"/>
              </a:gdLst>
              <a:ahLst/>
              <a:cxnLst>
                <a:cxn ang="0">
                  <a:pos x="T0" y="T1"/>
                </a:cxn>
                <a:cxn ang="0">
                  <a:pos x="T2" y="T3"/>
                </a:cxn>
                <a:cxn ang="0">
                  <a:pos x="T4" y="T5"/>
                </a:cxn>
                <a:cxn ang="0">
                  <a:pos x="T6" y="T7"/>
                </a:cxn>
                <a:cxn ang="0">
                  <a:pos x="T8" y="T9"/>
                </a:cxn>
              </a:cxnLst>
              <a:rect l="0" t="0" r="r" b="b"/>
              <a:pathLst>
                <a:path w="847" h="1584">
                  <a:moveTo>
                    <a:pt x="0" y="1064"/>
                  </a:moveTo>
                  <a:cubicBezTo>
                    <a:pt x="847" y="596"/>
                    <a:pt x="708" y="174"/>
                    <a:pt x="680" y="0"/>
                  </a:cubicBezTo>
                  <a:cubicBezTo>
                    <a:pt x="680" y="0"/>
                    <a:pt x="806" y="462"/>
                    <a:pt x="755" y="1359"/>
                  </a:cubicBezTo>
                  <a:cubicBezTo>
                    <a:pt x="494" y="1584"/>
                    <a:pt x="14" y="1191"/>
                    <a:pt x="14" y="1191"/>
                  </a:cubicBezTo>
                  <a:lnTo>
                    <a:pt x="0" y="1064"/>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6" name="Freeform 936"/>
            <p:cNvSpPr/>
            <p:nvPr userDrawn="1"/>
          </p:nvSpPr>
          <p:spPr bwMode="hidden">
            <a:xfrm rot="-1220570">
              <a:off x="4408" y="1063"/>
              <a:ext cx="149" cy="1042"/>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46" y="30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7" name="Freeform 937"/>
            <p:cNvSpPr/>
            <p:nvPr userDrawn="1"/>
          </p:nvSpPr>
          <p:spPr bwMode="gray">
            <a:xfrm rot="-1220570">
              <a:off x="4119" y="1855"/>
              <a:ext cx="170" cy="311"/>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8" name="Freeform 938"/>
            <p:cNvSpPr/>
            <p:nvPr userDrawn="1"/>
          </p:nvSpPr>
          <p:spPr bwMode="gray">
            <a:xfrm rot="-1220570">
              <a:off x="3914" y="1066"/>
              <a:ext cx="687" cy="862"/>
            </a:xfrm>
            <a:custGeom>
              <a:avLst/>
              <a:gdLst>
                <a:gd name="T0" fmla="*/ 678 w 956"/>
                <a:gd name="T1" fmla="*/ 0 h 1179"/>
                <a:gd name="T2" fmla="*/ 0 w 956"/>
                <a:gd name="T3" fmla="*/ 1179 h 1179"/>
                <a:gd name="T4" fmla="*/ 678 w 956"/>
                <a:gd name="T5" fmla="*/ 0 h 1179"/>
              </a:gdLst>
              <a:ahLst/>
              <a:cxnLst>
                <a:cxn ang="0">
                  <a:pos x="T0" y="T1"/>
                </a:cxn>
                <a:cxn ang="0">
                  <a:pos x="T2" y="T3"/>
                </a:cxn>
                <a:cxn ang="0">
                  <a:pos x="T4" y="T5"/>
                </a:cxn>
              </a:cxnLst>
              <a:rect l="0" t="0" r="r" b="b"/>
              <a:pathLst>
                <a:path w="956" h="1179">
                  <a:moveTo>
                    <a:pt x="678" y="0"/>
                  </a:moveTo>
                  <a:cubicBezTo>
                    <a:pt x="921" y="696"/>
                    <a:pt x="322" y="996"/>
                    <a:pt x="0" y="1179"/>
                  </a:cubicBezTo>
                  <a:cubicBezTo>
                    <a:pt x="0" y="1179"/>
                    <a:pt x="956" y="778"/>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19" name="Freeform 939"/>
            <p:cNvSpPr/>
            <p:nvPr userDrawn="1"/>
          </p:nvSpPr>
          <p:spPr bwMode="gray">
            <a:xfrm rot="-1220570">
              <a:off x="4174" y="1983"/>
              <a:ext cx="532" cy="288"/>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47020" name="Group 940"/>
            <p:cNvGrpSpPr/>
            <p:nvPr userDrawn="1"/>
          </p:nvGrpSpPr>
          <p:grpSpPr bwMode="auto">
            <a:xfrm rot="-1220570">
              <a:off x="3911" y="1907"/>
              <a:ext cx="265" cy="285"/>
              <a:chOff x="595" y="1174"/>
              <a:chExt cx="454" cy="479"/>
            </a:xfrm>
          </p:grpSpPr>
          <p:pic>
            <p:nvPicPr>
              <p:cNvPr id="47021" name="Picture 941" descr="circuler_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595" y="1174"/>
                <a:ext cx="454" cy="478"/>
              </a:xfrm>
              <a:prstGeom prst="rect">
                <a:avLst/>
              </a:prstGeom>
              <a:noFill/>
              <a:extLst>
                <a:ext uri="{909E8E84-426E-40DD-AFC4-6F175D3DCCD1}">
                  <a14:hiddenFill xmlns:a14="http://schemas.microsoft.com/office/drawing/2010/main">
                    <a:solidFill>
                      <a:srgbClr val="FFFFFF"/>
                    </a:solidFill>
                  </a14:hiddenFill>
                </a:ext>
              </a:extLst>
            </p:spPr>
          </p:pic>
          <p:sp>
            <p:nvSpPr>
              <p:cNvPr id="47022" name="Oval 942"/>
              <p:cNvSpPr>
                <a:spLocks noChangeArrowheads="1"/>
              </p:cNvSpPr>
              <p:nvPr/>
            </p:nvSpPr>
            <p:spPr bwMode="gray">
              <a:xfrm>
                <a:off x="595" y="1174"/>
                <a:ext cx="451" cy="479"/>
              </a:xfrm>
              <a:prstGeom prst="ellipse">
                <a:avLst/>
              </a:prstGeom>
              <a:solidFill>
                <a:schemeClr val="accent1">
                  <a:alpha val="80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47023" name="Picture 943"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640" y="1179"/>
                <a:ext cx="359" cy="169"/>
              </a:xfrm>
              <a:prstGeom prst="rect">
                <a:avLst/>
              </a:prstGeom>
              <a:noFill/>
              <a:extLst>
                <a:ext uri="{909E8E84-426E-40DD-AFC4-6F175D3DCCD1}">
                  <a14:hiddenFill xmlns:a14="http://schemas.microsoft.com/office/drawing/2010/main">
                    <a:solidFill>
                      <a:srgbClr val="FFFFFF"/>
                    </a:solidFill>
                  </a14:hiddenFill>
                </a:ext>
              </a:extLst>
            </p:spPr>
          </p:pic>
        </p:grpSp>
        <p:sp>
          <p:nvSpPr>
            <p:cNvPr id="47024" name="Freeform 944"/>
            <p:cNvSpPr/>
            <p:nvPr userDrawn="1"/>
          </p:nvSpPr>
          <p:spPr bwMode="hidden">
            <a:xfrm rot="14979430">
              <a:off x="2757" y="1725"/>
              <a:ext cx="441" cy="683"/>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1">
                    <a:gamma/>
                    <a:tint val="0"/>
                    <a:invGamma/>
                    <a:alpha val="50000"/>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25" name="Freeform 945"/>
            <p:cNvSpPr/>
            <p:nvPr userDrawn="1"/>
          </p:nvSpPr>
          <p:spPr bwMode="hidden">
            <a:xfrm rot="31179430">
              <a:off x="3844" y="2768"/>
              <a:ext cx="434" cy="696"/>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1">
                    <a:gamma/>
                    <a:tint val="0"/>
                    <a:invGamma/>
                    <a:alpha val="50000"/>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026" name="Freeform 946"/>
            <p:cNvSpPr/>
            <p:nvPr userDrawn="1"/>
          </p:nvSpPr>
          <p:spPr bwMode="hidden">
            <a:xfrm rot="25779430">
              <a:off x="4878" y="1731"/>
              <a:ext cx="441" cy="683"/>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1">
                    <a:gamma/>
                    <a:tint val="0"/>
                    <a:invGamma/>
                    <a:alpha val="50000"/>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47027" name="Rectangle 947"/>
          <p:cNvSpPr>
            <a:spLocks noGrp="1" noChangeArrowheads="1"/>
          </p:cNvSpPr>
          <p:nvPr>
            <p:ph type="ftr" sz="quarter" idx="3"/>
          </p:nvPr>
        </p:nvSpPr>
        <p:spPr bwMode="gray">
          <a:xfrm>
            <a:off x="4267200" y="6480175"/>
            <a:ext cx="2133600" cy="279400"/>
          </a:xfrm>
        </p:spPr>
        <p:txBody>
          <a:bodyPr/>
          <a:lstStyle>
            <a:lvl1pPr>
              <a:defRPr sz="1200"/>
            </a:lvl1pPr>
          </a:lstStyle>
          <a:p>
            <a:endParaRPr lang="en-US"/>
          </a:p>
        </p:txBody>
      </p:sp>
      <p:sp>
        <p:nvSpPr>
          <p:cNvPr id="47028" name="Rectangle 948"/>
          <p:cNvSpPr>
            <a:spLocks noGrp="1" noChangeArrowheads="1"/>
          </p:cNvSpPr>
          <p:nvPr>
            <p:ph type="ctrTitle"/>
          </p:nvPr>
        </p:nvSpPr>
        <p:spPr bwMode="gray">
          <a:xfrm>
            <a:off x="304800" y="838200"/>
            <a:ext cx="5943600" cy="1470025"/>
          </a:xfrm>
          <a:extLst>
            <a:ext uri="{91240B29-F687-4F45-9708-019B960494DF}">
              <a14:hiddenLine xmlns:a14="http://schemas.microsoft.com/office/drawing/2010/main" w="9525">
                <a:solidFill>
                  <a:schemeClr val="tx1"/>
                </a:solidFill>
                <a:miter lim="800000"/>
                <a:headEnd/>
                <a:tailEnd/>
              </a14:hiddenLine>
            </a:ext>
          </a:extLst>
        </p:spPr>
        <p:txBody>
          <a:bodyPr/>
          <a:lstStyle>
            <a:lvl1pPr eaLnBrk="1" hangingPunct="1">
              <a:defRPr sz="4800" smtClean="0">
                <a:solidFill>
                  <a:schemeClr val="tx1"/>
                </a:solidFill>
              </a:defRPr>
            </a:lvl1pPr>
          </a:lstStyle>
          <a:p>
            <a:pPr lvl="0"/>
            <a:r>
              <a:rPr lang="en-US" noProof="0"/>
              <a:t>Click to edit Master title style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983"/>
                                        </p:tgtEl>
                                        <p:attrNameLst>
                                          <p:attrName>style.visibility</p:attrName>
                                        </p:attrNameLst>
                                      </p:cBhvr>
                                      <p:to>
                                        <p:strVal val="visible"/>
                                      </p:to>
                                    </p:set>
                                    <p:animEffect transition="in" filter="fade">
                                      <p:cBhvr>
                                        <p:cTn id="7" dur="1000"/>
                                        <p:tgtEl>
                                          <p:spTgt spid="46983"/>
                                        </p:tgtEl>
                                      </p:cBhvr>
                                    </p:animEffect>
                                  </p:childTnLst>
                                </p:cTn>
                              </p:par>
                              <p:par>
                                <p:cTn id="8" presetID="10" presetClass="entr" presetSubtype="0" fill="hold" nodeType="withEffect">
                                  <p:stCondLst>
                                    <p:cond delay="600"/>
                                  </p:stCondLst>
                                  <p:childTnLst>
                                    <p:set>
                                      <p:cBhvr>
                                        <p:cTn id="9" dur="1" fill="hold">
                                          <p:stCondLst>
                                            <p:cond delay="0"/>
                                          </p:stCondLst>
                                        </p:cTn>
                                        <p:tgtEl>
                                          <p:spTgt spid="46894"/>
                                        </p:tgtEl>
                                        <p:attrNameLst>
                                          <p:attrName>style.visibility</p:attrName>
                                        </p:attrNameLst>
                                      </p:cBhvr>
                                      <p:to>
                                        <p:strVal val="visible"/>
                                      </p:to>
                                    </p:set>
                                    <p:animEffect transition="in" filter="fade">
                                      <p:cBhvr>
                                        <p:cTn id="10" dur="1000"/>
                                        <p:tgtEl>
                                          <p:spTgt spid="46894"/>
                                        </p:tgtEl>
                                      </p:cBhvr>
                                    </p:animEffect>
                                  </p:childTnLst>
                                </p:cTn>
                              </p:par>
                              <p:par>
                                <p:cTn id="11" presetID="10" presetClass="entr" presetSubtype="0" fill="hold" nodeType="withEffect">
                                  <p:stCondLst>
                                    <p:cond delay="1100"/>
                                  </p:stCondLst>
                                  <p:childTnLst>
                                    <p:set>
                                      <p:cBhvr>
                                        <p:cTn id="12" dur="1" fill="hold">
                                          <p:stCondLst>
                                            <p:cond delay="0"/>
                                          </p:stCondLst>
                                        </p:cTn>
                                        <p:tgtEl>
                                          <p:spTgt spid="46937"/>
                                        </p:tgtEl>
                                        <p:attrNameLst>
                                          <p:attrName>style.visibility</p:attrName>
                                        </p:attrNameLst>
                                      </p:cBhvr>
                                      <p:to>
                                        <p:strVal val="visible"/>
                                      </p:to>
                                    </p:set>
                                    <p:animEffect transition="in" filter="fade">
                                      <p:cBhvr>
                                        <p:cTn id="13" dur="1000"/>
                                        <p:tgtEl>
                                          <p:spTgt spid="46937"/>
                                        </p:tgtEl>
                                      </p:cBhvr>
                                    </p:animEffect>
                                  </p:childTnLst>
                                </p:cTn>
                              </p:par>
                              <p:par>
                                <p:cTn id="14" presetID="10" presetClass="entr" presetSubtype="0" fill="hold" grpId="0" nodeType="withEffect">
                                  <p:stCondLst>
                                    <p:cond delay="1400"/>
                                  </p:stCondLst>
                                  <p:childTnLst>
                                    <p:set>
                                      <p:cBhvr>
                                        <p:cTn id="15" dur="1" fill="hold">
                                          <p:stCondLst>
                                            <p:cond delay="0"/>
                                          </p:stCondLst>
                                        </p:cTn>
                                        <p:tgtEl>
                                          <p:spTgt spid="46982"/>
                                        </p:tgtEl>
                                        <p:attrNameLst>
                                          <p:attrName>style.visibility</p:attrName>
                                        </p:attrNameLst>
                                      </p:cBhvr>
                                      <p:to>
                                        <p:strVal val="visible"/>
                                      </p:to>
                                    </p:set>
                                    <p:animEffect transition="in" filter="fade">
                                      <p:cBhvr>
                                        <p:cTn id="16" dur="1700"/>
                                        <p:tgtEl>
                                          <p:spTgt spid="46982"/>
                                        </p:tgtEl>
                                      </p:cBhvr>
                                    </p:animEffect>
                                  </p:childTnLst>
                                </p:cTn>
                              </p:par>
                              <p:par>
                                <p:cTn id="17" presetID="10" presetClass="entr" presetSubtype="0" fill="hold" grpId="0" nodeType="withEffect">
                                  <p:stCondLst>
                                    <p:cond delay="2000"/>
                                  </p:stCondLst>
                                  <p:childTnLst>
                                    <p:set>
                                      <p:cBhvr>
                                        <p:cTn id="18" dur="1" fill="hold">
                                          <p:stCondLst>
                                            <p:cond delay="0"/>
                                          </p:stCondLst>
                                        </p:cTn>
                                        <p:tgtEl>
                                          <p:spTgt spid="46936"/>
                                        </p:tgtEl>
                                        <p:attrNameLst>
                                          <p:attrName>style.visibility</p:attrName>
                                        </p:attrNameLst>
                                      </p:cBhvr>
                                      <p:to>
                                        <p:strVal val="visible"/>
                                      </p:to>
                                    </p:set>
                                    <p:animEffect transition="in" filter="fade">
                                      <p:cBhvr>
                                        <p:cTn id="19" dur="1600"/>
                                        <p:tgtEl>
                                          <p:spTgt spid="46936"/>
                                        </p:tgtEl>
                                      </p:cBhvr>
                                    </p:animEffect>
                                  </p:childTnLst>
                                </p:cTn>
                              </p:par>
                              <p:par>
                                <p:cTn id="20" presetID="10" presetClass="entr" presetSubtype="0" fill="hold" grpId="0" nodeType="withEffect">
                                  <p:stCondLst>
                                    <p:cond delay="2700"/>
                                  </p:stCondLst>
                                  <p:childTnLst>
                                    <p:set>
                                      <p:cBhvr>
                                        <p:cTn id="21" dur="1" fill="hold">
                                          <p:stCondLst>
                                            <p:cond delay="0"/>
                                          </p:stCondLst>
                                        </p:cTn>
                                        <p:tgtEl>
                                          <p:spTgt spid="46893"/>
                                        </p:tgtEl>
                                        <p:attrNameLst>
                                          <p:attrName>style.visibility</p:attrName>
                                        </p:attrNameLst>
                                      </p:cBhvr>
                                      <p:to>
                                        <p:strVal val="visible"/>
                                      </p:to>
                                    </p:set>
                                    <p:animEffect transition="in" filter="fade">
                                      <p:cBhvr>
                                        <p:cTn id="22" dur="1500"/>
                                        <p:tgtEl>
                                          <p:spTgt spid="46893"/>
                                        </p:tgtEl>
                                      </p:cBhvr>
                                    </p:animEffect>
                                  </p:childTnLst>
                                </p:cTn>
                              </p:par>
                              <p:par>
                                <p:cTn id="23" presetID="22" presetClass="entr" presetSubtype="8" fill="hold" nodeType="withEffect">
                                  <p:stCondLst>
                                    <p:cond delay="3200"/>
                                  </p:stCondLst>
                                  <p:childTnLst>
                                    <p:set>
                                      <p:cBhvr>
                                        <p:cTn id="24" dur="1" fill="hold">
                                          <p:stCondLst>
                                            <p:cond delay="0"/>
                                          </p:stCondLst>
                                        </p:cTn>
                                        <p:tgtEl>
                                          <p:spTgt spid="46892"/>
                                        </p:tgtEl>
                                        <p:attrNameLst>
                                          <p:attrName>style.visibility</p:attrName>
                                        </p:attrNameLst>
                                      </p:cBhvr>
                                      <p:to>
                                        <p:strVal val="visible"/>
                                      </p:to>
                                    </p:set>
                                    <p:animEffect transition="in" filter="wipe(left)">
                                      <p:cBhvr>
                                        <p:cTn id="25" dur="1000"/>
                                        <p:tgtEl>
                                          <p:spTgt spid="46892"/>
                                        </p:tgtEl>
                                      </p:cBhvr>
                                    </p:animEffect>
                                  </p:childTnLst>
                                </p:cTn>
                              </p:par>
                            </p:childTnLst>
                          </p:cTn>
                        </p:par>
                        <p:par>
                          <p:cTn id="26" fill="hold">
                            <p:stCondLst>
                              <p:cond delay="1000"/>
                            </p:stCondLst>
                            <p:childTnLst>
                              <p:par>
                                <p:cTn id="27" presetID="8" presetClass="emph" presetSubtype="0" fill="hold" nodeType="afterEffect">
                                  <p:stCondLst>
                                    <p:cond delay="0"/>
                                  </p:stCondLst>
                                  <p:childTnLst>
                                    <p:animRot by="21600000">
                                      <p:cBhvr>
                                        <p:cTn id="28" dur="5000" fill="hold"/>
                                        <p:tgtEl>
                                          <p:spTgt spid="46937"/>
                                        </p:tgtEl>
                                        <p:attrNameLst>
                                          <p:attrName>r</p:attrName>
                                        </p:attrNameLst>
                                      </p:cBhvr>
                                    </p:animRot>
                                  </p:childTnLst>
                                </p:cTn>
                              </p:par>
                              <p:par>
                                <p:cTn id="29" presetID="8" presetClass="emph" presetSubtype="0" fill="hold" nodeType="withEffect">
                                  <p:stCondLst>
                                    <p:cond delay="0"/>
                                  </p:stCondLst>
                                  <p:childTnLst>
                                    <p:animRot by="21600000">
                                      <p:cBhvr>
                                        <p:cTn id="30" dur="5000" fill="hold"/>
                                        <p:tgtEl>
                                          <p:spTgt spid="46894"/>
                                        </p:tgtEl>
                                        <p:attrNameLst>
                                          <p:attrName>r</p:attrName>
                                        </p:attrNameLst>
                                      </p:cBhvr>
                                    </p:animRot>
                                  </p:childTnLst>
                                </p:cTn>
                              </p:par>
                              <p:par>
                                <p:cTn id="31" presetID="8" presetClass="emph" presetSubtype="0" fill="hold" nodeType="withEffect">
                                  <p:stCondLst>
                                    <p:cond delay="0"/>
                                  </p:stCondLst>
                                  <p:childTnLst>
                                    <p:animRot by="21600000">
                                      <p:cBhvr>
                                        <p:cTn id="32" dur="5000" fill="hold"/>
                                        <p:tgtEl>
                                          <p:spTgt spid="4698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3" grpId="0" animBg="1"/>
      <p:bldP spid="46936" grpId="0" animBg="1"/>
      <p:bldP spid="46982"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503"/>
          <p:cNvSpPr>
            <a:spLocks noGrp="1" noChangeArrowheads="1"/>
          </p:cNvSpPr>
          <p:nvPr>
            <p:ph type="dt" sz="half" idx="10"/>
          </p:nvPr>
        </p:nvSpPr>
        <p:spPr/>
        <p:txBody>
          <a:bodyPr/>
          <a:lstStyle>
            <a:lvl1pPr>
              <a:defRPr/>
            </a:lvl1pPr>
          </a:lstStyle>
          <a:p>
            <a:fld id="{22F9393F-81EC-4049-9681-6FA458CE2DCA}" type="datetimeFigureOut">
              <a:rPr lang="en-US"/>
              <a:t>31/5/2024</a:t>
            </a:fld>
            <a:endParaRPr lang="en-US"/>
          </a:p>
        </p:txBody>
      </p:sp>
      <p:sp>
        <p:nvSpPr>
          <p:cNvPr id="5" name="Rectangle 504"/>
          <p:cNvSpPr>
            <a:spLocks noGrp="1" noChangeArrowheads="1"/>
          </p:cNvSpPr>
          <p:nvPr>
            <p:ph type="ftr" sz="quarter" idx="11"/>
          </p:nvPr>
        </p:nvSpPr>
        <p:spPr/>
        <p:txBody>
          <a:bodyPr/>
          <a:lstStyle>
            <a:lvl1pPr>
              <a:defRPr/>
            </a:lvl1pPr>
          </a:lstStyle>
          <a:p>
            <a:endParaRPr lang="en-US"/>
          </a:p>
        </p:txBody>
      </p:sp>
      <p:sp>
        <p:nvSpPr>
          <p:cNvPr id="6" name="Rectangle 505"/>
          <p:cNvSpPr>
            <a:spLocks noGrp="1" noChangeArrowheads="1"/>
          </p:cNvSpPr>
          <p:nvPr>
            <p:ph type="sldNum" sz="quarter" idx="12"/>
          </p:nvPr>
        </p:nvSpPr>
        <p:spPr/>
        <p:txBody>
          <a:bodyPr/>
          <a:lstStyle>
            <a:lvl1pPr>
              <a:defRPr/>
            </a:lvl1pPr>
          </a:lstStyle>
          <a:p>
            <a:fld id="{69EAAEEF-7F0F-461D-BDB7-2C3E1C8EB93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image" Target="../media/image7.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20"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image" Target="../media/image5.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E02EC-A1BB-4BE9-9DEE-B826589AC3FA}" type="datetimeFigureOut">
              <a:rPr lang="en-US" smtClean="0"/>
              <a:t>31/5/2024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8F39C5-B1A0-4105-825B-1D7A3F6AEEAC}" type="slidenum">
              <a:rPr lang="en-US" smtClean="0"/>
              <a:t>‹#›</a:t>
            </a:fld>
            <a:endParaRPr lang="en-US"/>
          </a:p>
        </p:txBody>
      </p:sp>
      <p:pic>
        <p:nvPicPr>
          <p:cNvPr id="7" name="Picture 318" descr="01"/>
          <p:cNvPicPr>
            <a:picLocks noChangeAspect="1" noChangeArrowheads="1"/>
          </p:cNvPicPr>
          <p:nvPr userDrawn="1"/>
        </p:nvPicPr>
        <p:blipFill>
          <a:blip r:embed="rId16">
            <a:extLst>
              <a:ext uri="{28A0092B-C50C-407E-A947-70E740481C1C}">
                <a14:useLocalDpi xmlns:a14="http://schemas.microsoft.com/office/drawing/2010/main" val="0"/>
              </a:ext>
            </a:extLst>
          </a:blip>
          <a:srcRect l="5676" r="1871"/>
          <a:stretch>
            <a:fillRect/>
          </a:stretch>
        </p:blipFill>
        <p:spPr bwMode="auto">
          <a:xfrm>
            <a:off x="0" y="-228600"/>
            <a:ext cx="9144000" cy="26670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19"/>
          <p:cNvSpPr>
            <a:spLocks noChangeArrowheads="1"/>
          </p:cNvSpPr>
          <p:nvPr userDrawn="1"/>
        </p:nvSpPr>
        <p:spPr bwMode="hidden">
          <a:xfrm rot="-10800000">
            <a:off x="0" y="4797425"/>
            <a:ext cx="9144000" cy="2060575"/>
          </a:xfrm>
          <a:prstGeom prst="rect">
            <a:avLst/>
          </a:prstGeom>
          <a:gradFill rotWithShape="1">
            <a:gsLst>
              <a:gs pos="0">
                <a:schemeClr val="accent2">
                  <a:alpha val="14999"/>
                </a:schemeClr>
              </a:gs>
              <a:gs pos="100000">
                <a:schemeClr val="accent2">
                  <a:gamma/>
                  <a:tint val="0"/>
                  <a:invGamma/>
                  <a:alpha val="0"/>
                </a:schemeClr>
              </a:gs>
            </a:gsLst>
            <a:path path="rect">
              <a:fillToRect r="100000" b="10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9" name="Rectangle 321"/>
          <p:cNvSpPr>
            <a:spLocks noChangeArrowheads="1"/>
          </p:cNvSpPr>
          <p:nvPr userDrawn="1"/>
        </p:nvSpPr>
        <p:spPr bwMode="hidden">
          <a:xfrm>
            <a:off x="6350" y="0"/>
            <a:ext cx="7380288" cy="4114800"/>
          </a:xfrm>
          <a:prstGeom prst="rect">
            <a:avLst/>
          </a:prstGeom>
          <a:gradFill rotWithShape="1">
            <a:gsLst>
              <a:gs pos="0">
                <a:schemeClr val="accent1">
                  <a:alpha val="30000"/>
                </a:schemeClr>
              </a:gs>
              <a:gs pos="100000">
                <a:schemeClr val="accent1">
                  <a:gamma/>
                  <a:tint val="0"/>
                  <a:invGamma/>
                  <a:alpha val="0"/>
                </a:schemeClr>
              </a:gs>
            </a:gsLst>
            <a:path path="rect">
              <a:fillToRect r="100000" b="10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10" name="Picture 323" descr="8"/>
          <p:cNvPicPr>
            <a:picLocks noChangeAspect="1" noChangeArrowheads="1"/>
          </p:cNvPicPr>
          <p:nvPr userDrawn="1"/>
        </p:nvPicPr>
        <p:blipFill>
          <a:blip r:embed="rId17">
            <a:extLst>
              <a:ext uri="{28A0092B-C50C-407E-A947-70E740481C1C}">
                <a14:useLocalDpi xmlns:a14="http://schemas.microsoft.com/office/drawing/2010/main" val="0"/>
              </a:ext>
            </a:extLst>
          </a:blip>
          <a:srcRect r="52937" b="50456"/>
          <a:stretch>
            <a:fillRect/>
          </a:stretch>
        </p:blipFill>
        <p:spPr bwMode="auto">
          <a:xfrm>
            <a:off x="6350" y="0"/>
            <a:ext cx="3575050" cy="2590800"/>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324"/>
          <p:cNvGrpSpPr/>
          <p:nvPr userDrawn="1"/>
        </p:nvGrpSpPr>
        <p:grpSpPr bwMode="auto">
          <a:xfrm flipH="1">
            <a:off x="185738" y="112713"/>
            <a:ext cx="2305050" cy="3567112"/>
            <a:chOff x="4195" y="71"/>
            <a:chExt cx="1452" cy="2247"/>
          </a:xfrm>
        </p:grpSpPr>
        <p:grpSp>
          <p:nvGrpSpPr>
            <p:cNvPr id="12" name="Group 325"/>
            <p:cNvGrpSpPr/>
            <p:nvPr/>
          </p:nvGrpSpPr>
          <p:grpSpPr bwMode="auto">
            <a:xfrm>
              <a:off x="4195" y="71"/>
              <a:ext cx="1452" cy="2247"/>
              <a:chOff x="4195" y="71"/>
              <a:chExt cx="1452" cy="2247"/>
            </a:xfrm>
          </p:grpSpPr>
          <p:grpSp>
            <p:nvGrpSpPr>
              <p:cNvPr id="22" name="Group 326"/>
              <p:cNvGrpSpPr/>
              <p:nvPr/>
            </p:nvGrpSpPr>
            <p:grpSpPr bwMode="auto">
              <a:xfrm rot="22528304" flipH="1" flipV="1">
                <a:off x="4467" y="1268"/>
                <a:ext cx="192" cy="187"/>
                <a:chOff x="1204" y="2187"/>
                <a:chExt cx="364" cy="357"/>
              </a:xfrm>
            </p:grpSpPr>
            <p:grpSp>
              <p:nvGrpSpPr>
                <p:cNvPr id="177" name="Group 327"/>
                <p:cNvGrpSpPr/>
                <p:nvPr/>
              </p:nvGrpSpPr>
              <p:grpSpPr bwMode="auto">
                <a:xfrm rot="21289124" flipH="1">
                  <a:off x="1384" y="2187"/>
                  <a:ext cx="184" cy="336"/>
                  <a:chOff x="928" y="430"/>
                  <a:chExt cx="1925" cy="3521"/>
                </a:xfrm>
              </p:grpSpPr>
              <p:sp>
                <p:nvSpPr>
                  <p:cNvPr id="182" name="Freeform 328"/>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3" name="Freeform 329"/>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4" name="Freeform 330"/>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78" name="Group 331"/>
                <p:cNvGrpSpPr/>
                <p:nvPr/>
              </p:nvGrpSpPr>
              <p:grpSpPr bwMode="auto">
                <a:xfrm rot="42792305">
                  <a:off x="1204" y="2208"/>
                  <a:ext cx="184" cy="336"/>
                  <a:chOff x="928" y="430"/>
                  <a:chExt cx="1925" cy="3521"/>
                </a:xfrm>
              </p:grpSpPr>
              <p:sp>
                <p:nvSpPr>
                  <p:cNvPr id="179" name="Freeform 33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0" name="Freeform 33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1" name="Freeform 33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23" name="Group 335"/>
              <p:cNvGrpSpPr/>
              <p:nvPr/>
            </p:nvGrpSpPr>
            <p:grpSpPr bwMode="auto">
              <a:xfrm rot="18012195" flipH="1">
                <a:off x="4228" y="1580"/>
                <a:ext cx="388" cy="453"/>
                <a:chOff x="3863" y="2473"/>
                <a:chExt cx="983" cy="1148"/>
              </a:xfrm>
            </p:grpSpPr>
            <p:grpSp>
              <p:nvGrpSpPr>
                <p:cNvPr id="159" name="Group 336"/>
                <p:cNvGrpSpPr/>
                <p:nvPr/>
              </p:nvGrpSpPr>
              <p:grpSpPr bwMode="auto">
                <a:xfrm>
                  <a:off x="3863" y="2473"/>
                  <a:ext cx="983" cy="1148"/>
                  <a:chOff x="3863" y="2473"/>
                  <a:chExt cx="983" cy="1148"/>
                </a:xfrm>
              </p:grpSpPr>
              <p:grpSp>
                <p:nvGrpSpPr>
                  <p:cNvPr id="169" name="Group 337"/>
                  <p:cNvGrpSpPr/>
                  <p:nvPr/>
                </p:nvGrpSpPr>
                <p:grpSpPr bwMode="auto">
                  <a:xfrm rot="20092130" flipH="1">
                    <a:off x="4330" y="2473"/>
                    <a:ext cx="516" cy="926"/>
                    <a:chOff x="928" y="430"/>
                    <a:chExt cx="1925" cy="3521"/>
                  </a:xfrm>
                </p:grpSpPr>
                <p:sp>
                  <p:nvSpPr>
                    <p:cNvPr id="174" name="Freeform 338"/>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75" name="Freeform 339"/>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76" name="Freeform 340"/>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70" name="Group 341"/>
                  <p:cNvGrpSpPr/>
                  <p:nvPr/>
                </p:nvGrpSpPr>
                <p:grpSpPr bwMode="auto">
                  <a:xfrm rot="41632372">
                    <a:off x="3863" y="2695"/>
                    <a:ext cx="516" cy="926"/>
                    <a:chOff x="928" y="430"/>
                    <a:chExt cx="1925" cy="3521"/>
                  </a:xfrm>
                </p:grpSpPr>
                <p:sp>
                  <p:nvSpPr>
                    <p:cNvPr id="171" name="Freeform 34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72" name="Freeform 34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73" name="Freeform 34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160" name="Group 345"/>
                <p:cNvGrpSpPr/>
                <p:nvPr/>
              </p:nvGrpSpPr>
              <p:grpSpPr bwMode="auto">
                <a:xfrm rot="1750193">
                  <a:off x="4044" y="2688"/>
                  <a:ext cx="616" cy="718"/>
                  <a:chOff x="3863" y="2473"/>
                  <a:chExt cx="983" cy="1148"/>
                </a:xfrm>
              </p:grpSpPr>
              <p:grpSp>
                <p:nvGrpSpPr>
                  <p:cNvPr id="161" name="Group 346"/>
                  <p:cNvGrpSpPr/>
                  <p:nvPr/>
                </p:nvGrpSpPr>
                <p:grpSpPr bwMode="auto">
                  <a:xfrm rot="20092130" flipH="1">
                    <a:off x="4330" y="2473"/>
                    <a:ext cx="516" cy="926"/>
                    <a:chOff x="928" y="430"/>
                    <a:chExt cx="1925" cy="3521"/>
                  </a:xfrm>
                </p:grpSpPr>
                <p:sp>
                  <p:nvSpPr>
                    <p:cNvPr id="166" name="Freeform 347"/>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67" name="Freeform 348"/>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68" name="Freeform 349"/>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62" name="Group 350"/>
                  <p:cNvGrpSpPr/>
                  <p:nvPr/>
                </p:nvGrpSpPr>
                <p:grpSpPr bwMode="auto">
                  <a:xfrm rot="41632372">
                    <a:off x="3863" y="2695"/>
                    <a:ext cx="516" cy="926"/>
                    <a:chOff x="928" y="430"/>
                    <a:chExt cx="1925" cy="3521"/>
                  </a:xfrm>
                </p:grpSpPr>
                <p:sp>
                  <p:nvSpPr>
                    <p:cNvPr id="163" name="Freeform 35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64" name="Freeform 35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65" name="Freeform 35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24" name="Group 354"/>
              <p:cNvGrpSpPr/>
              <p:nvPr/>
            </p:nvGrpSpPr>
            <p:grpSpPr bwMode="auto">
              <a:xfrm rot="18012195" flipH="1">
                <a:off x="4521" y="17"/>
                <a:ext cx="659" cy="768"/>
                <a:chOff x="3863" y="2473"/>
                <a:chExt cx="983" cy="1148"/>
              </a:xfrm>
            </p:grpSpPr>
            <p:grpSp>
              <p:nvGrpSpPr>
                <p:cNvPr id="141" name="Group 355"/>
                <p:cNvGrpSpPr/>
                <p:nvPr/>
              </p:nvGrpSpPr>
              <p:grpSpPr bwMode="auto">
                <a:xfrm>
                  <a:off x="3863" y="2473"/>
                  <a:ext cx="983" cy="1148"/>
                  <a:chOff x="3863" y="2473"/>
                  <a:chExt cx="983" cy="1148"/>
                </a:xfrm>
              </p:grpSpPr>
              <p:grpSp>
                <p:nvGrpSpPr>
                  <p:cNvPr id="151" name="Group 356"/>
                  <p:cNvGrpSpPr/>
                  <p:nvPr/>
                </p:nvGrpSpPr>
                <p:grpSpPr bwMode="auto">
                  <a:xfrm rot="20092130" flipH="1">
                    <a:off x="4330" y="2473"/>
                    <a:ext cx="516" cy="926"/>
                    <a:chOff x="928" y="430"/>
                    <a:chExt cx="1925" cy="3521"/>
                  </a:xfrm>
                </p:grpSpPr>
                <p:sp>
                  <p:nvSpPr>
                    <p:cNvPr id="156" name="Freeform 357"/>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57" name="Freeform 358"/>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58" name="Freeform 359"/>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52" name="Group 360"/>
                  <p:cNvGrpSpPr/>
                  <p:nvPr/>
                </p:nvGrpSpPr>
                <p:grpSpPr bwMode="auto">
                  <a:xfrm rot="41632372">
                    <a:off x="3863" y="2695"/>
                    <a:ext cx="516" cy="926"/>
                    <a:chOff x="928" y="430"/>
                    <a:chExt cx="1925" cy="3521"/>
                  </a:xfrm>
                </p:grpSpPr>
                <p:sp>
                  <p:nvSpPr>
                    <p:cNvPr id="153" name="Freeform 36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54" name="Freeform 36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55" name="Freeform 36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142" name="Group 364"/>
                <p:cNvGrpSpPr/>
                <p:nvPr/>
              </p:nvGrpSpPr>
              <p:grpSpPr bwMode="auto">
                <a:xfrm rot="1750193">
                  <a:off x="4044" y="2688"/>
                  <a:ext cx="616" cy="718"/>
                  <a:chOff x="3863" y="2473"/>
                  <a:chExt cx="983" cy="1148"/>
                </a:xfrm>
              </p:grpSpPr>
              <p:grpSp>
                <p:nvGrpSpPr>
                  <p:cNvPr id="143" name="Group 365"/>
                  <p:cNvGrpSpPr/>
                  <p:nvPr/>
                </p:nvGrpSpPr>
                <p:grpSpPr bwMode="auto">
                  <a:xfrm rot="20092130" flipH="1">
                    <a:off x="4330" y="2473"/>
                    <a:ext cx="516" cy="926"/>
                    <a:chOff x="928" y="430"/>
                    <a:chExt cx="1925" cy="3521"/>
                  </a:xfrm>
                </p:grpSpPr>
                <p:sp>
                  <p:nvSpPr>
                    <p:cNvPr id="148" name="Freeform 366"/>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49" name="Freeform 367"/>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50" name="Freeform 368"/>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44" name="Group 369"/>
                  <p:cNvGrpSpPr/>
                  <p:nvPr/>
                </p:nvGrpSpPr>
                <p:grpSpPr bwMode="auto">
                  <a:xfrm rot="41632372">
                    <a:off x="3863" y="2695"/>
                    <a:ext cx="516" cy="926"/>
                    <a:chOff x="928" y="430"/>
                    <a:chExt cx="1925" cy="3521"/>
                  </a:xfrm>
                </p:grpSpPr>
                <p:sp>
                  <p:nvSpPr>
                    <p:cNvPr id="145" name="Freeform 370"/>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46" name="Freeform 371"/>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47" name="Freeform 372"/>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25" name="Group 373"/>
              <p:cNvGrpSpPr/>
              <p:nvPr/>
            </p:nvGrpSpPr>
            <p:grpSpPr bwMode="auto">
              <a:xfrm rot="19138033" flipH="1">
                <a:off x="4548" y="672"/>
                <a:ext cx="265" cy="309"/>
                <a:chOff x="3863" y="2473"/>
                <a:chExt cx="983" cy="1148"/>
              </a:xfrm>
            </p:grpSpPr>
            <p:grpSp>
              <p:nvGrpSpPr>
                <p:cNvPr id="123" name="Group 374"/>
                <p:cNvGrpSpPr/>
                <p:nvPr/>
              </p:nvGrpSpPr>
              <p:grpSpPr bwMode="auto">
                <a:xfrm>
                  <a:off x="3863" y="2473"/>
                  <a:ext cx="983" cy="1148"/>
                  <a:chOff x="3863" y="2473"/>
                  <a:chExt cx="983" cy="1148"/>
                </a:xfrm>
              </p:grpSpPr>
              <p:grpSp>
                <p:nvGrpSpPr>
                  <p:cNvPr id="133" name="Group 375"/>
                  <p:cNvGrpSpPr/>
                  <p:nvPr/>
                </p:nvGrpSpPr>
                <p:grpSpPr bwMode="auto">
                  <a:xfrm rot="20092130" flipH="1">
                    <a:off x="4330" y="2473"/>
                    <a:ext cx="516" cy="926"/>
                    <a:chOff x="928" y="430"/>
                    <a:chExt cx="1925" cy="3521"/>
                  </a:xfrm>
                </p:grpSpPr>
                <p:sp>
                  <p:nvSpPr>
                    <p:cNvPr id="138" name="Freeform 376"/>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39" name="Freeform 377"/>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40" name="Freeform 378"/>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34" name="Group 379"/>
                  <p:cNvGrpSpPr/>
                  <p:nvPr/>
                </p:nvGrpSpPr>
                <p:grpSpPr bwMode="auto">
                  <a:xfrm rot="41632372">
                    <a:off x="3863" y="2695"/>
                    <a:ext cx="516" cy="926"/>
                    <a:chOff x="928" y="430"/>
                    <a:chExt cx="1925" cy="3521"/>
                  </a:xfrm>
                </p:grpSpPr>
                <p:sp>
                  <p:nvSpPr>
                    <p:cNvPr id="135" name="Freeform 380"/>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36" name="Freeform 381"/>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37" name="Freeform 382"/>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124" name="Group 383"/>
                <p:cNvGrpSpPr/>
                <p:nvPr/>
              </p:nvGrpSpPr>
              <p:grpSpPr bwMode="auto">
                <a:xfrm rot="1750193">
                  <a:off x="4044" y="2688"/>
                  <a:ext cx="616" cy="718"/>
                  <a:chOff x="3863" y="2473"/>
                  <a:chExt cx="983" cy="1148"/>
                </a:xfrm>
              </p:grpSpPr>
              <p:grpSp>
                <p:nvGrpSpPr>
                  <p:cNvPr id="125" name="Group 384"/>
                  <p:cNvGrpSpPr/>
                  <p:nvPr/>
                </p:nvGrpSpPr>
                <p:grpSpPr bwMode="auto">
                  <a:xfrm rot="20092130" flipH="1">
                    <a:off x="4330" y="2473"/>
                    <a:ext cx="516" cy="926"/>
                    <a:chOff x="928" y="430"/>
                    <a:chExt cx="1925" cy="3521"/>
                  </a:xfrm>
                </p:grpSpPr>
                <p:sp>
                  <p:nvSpPr>
                    <p:cNvPr id="130" name="Freeform 385"/>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31" name="Freeform 386"/>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32" name="Freeform 387"/>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26" name="Group 388"/>
                  <p:cNvGrpSpPr/>
                  <p:nvPr/>
                </p:nvGrpSpPr>
                <p:grpSpPr bwMode="auto">
                  <a:xfrm rot="41632372">
                    <a:off x="3863" y="2695"/>
                    <a:ext cx="516" cy="926"/>
                    <a:chOff x="928" y="430"/>
                    <a:chExt cx="1925" cy="3521"/>
                  </a:xfrm>
                </p:grpSpPr>
                <p:sp>
                  <p:nvSpPr>
                    <p:cNvPr id="127" name="Freeform 389"/>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28" name="Freeform 390"/>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29" name="Freeform 391"/>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26" name="Group 392"/>
              <p:cNvGrpSpPr/>
              <p:nvPr/>
            </p:nvGrpSpPr>
            <p:grpSpPr bwMode="auto">
              <a:xfrm rot="19138033" flipH="1">
                <a:off x="4603" y="2009"/>
                <a:ext cx="265" cy="309"/>
                <a:chOff x="3863" y="2473"/>
                <a:chExt cx="983" cy="1148"/>
              </a:xfrm>
            </p:grpSpPr>
            <p:grpSp>
              <p:nvGrpSpPr>
                <p:cNvPr id="105" name="Group 393"/>
                <p:cNvGrpSpPr/>
                <p:nvPr/>
              </p:nvGrpSpPr>
              <p:grpSpPr bwMode="auto">
                <a:xfrm>
                  <a:off x="3863" y="2473"/>
                  <a:ext cx="983" cy="1148"/>
                  <a:chOff x="3863" y="2473"/>
                  <a:chExt cx="983" cy="1148"/>
                </a:xfrm>
              </p:grpSpPr>
              <p:grpSp>
                <p:nvGrpSpPr>
                  <p:cNvPr id="115" name="Group 394"/>
                  <p:cNvGrpSpPr/>
                  <p:nvPr/>
                </p:nvGrpSpPr>
                <p:grpSpPr bwMode="auto">
                  <a:xfrm rot="20092130" flipH="1">
                    <a:off x="4330" y="2473"/>
                    <a:ext cx="516" cy="926"/>
                    <a:chOff x="928" y="430"/>
                    <a:chExt cx="1925" cy="3521"/>
                  </a:xfrm>
                </p:grpSpPr>
                <p:sp>
                  <p:nvSpPr>
                    <p:cNvPr id="120" name="Freeform 395"/>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21" name="Freeform 396"/>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22" name="Freeform 397"/>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16" name="Group 398"/>
                  <p:cNvGrpSpPr/>
                  <p:nvPr/>
                </p:nvGrpSpPr>
                <p:grpSpPr bwMode="auto">
                  <a:xfrm rot="41632372">
                    <a:off x="3863" y="2695"/>
                    <a:ext cx="516" cy="926"/>
                    <a:chOff x="928" y="430"/>
                    <a:chExt cx="1925" cy="3521"/>
                  </a:xfrm>
                </p:grpSpPr>
                <p:sp>
                  <p:nvSpPr>
                    <p:cNvPr id="117" name="Freeform 399"/>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18" name="Freeform 400"/>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19" name="Freeform 401"/>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106" name="Group 402"/>
                <p:cNvGrpSpPr/>
                <p:nvPr/>
              </p:nvGrpSpPr>
              <p:grpSpPr bwMode="auto">
                <a:xfrm rot="1750193">
                  <a:off x="4044" y="2688"/>
                  <a:ext cx="616" cy="718"/>
                  <a:chOff x="3863" y="2473"/>
                  <a:chExt cx="983" cy="1148"/>
                </a:xfrm>
              </p:grpSpPr>
              <p:grpSp>
                <p:nvGrpSpPr>
                  <p:cNvPr id="107" name="Group 403"/>
                  <p:cNvGrpSpPr/>
                  <p:nvPr/>
                </p:nvGrpSpPr>
                <p:grpSpPr bwMode="auto">
                  <a:xfrm rot="20092130" flipH="1">
                    <a:off x="4330" y="2473"/>
                    <a:ext cx="516" cy="926"/>
                    <a:chOff x="928" y="430"/>
                    <a:chExt cx="1925" cy="3521"/>
                  </a:xfrm>
                </p:grpSpPr>
                <p:sp>
                  <p:nvSpPr>
                    <p:cNvPr id="112" name="Freeform 404"/>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13" name="Freeform 405"/>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14" name="Freeform 406"/>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08" name="Group 407"/>
                  <p:cNvGrpSpPr/>
                  <p:nvPr/>
                </p:nvGrpSpPr>
                <p:grpSpPr bwMode="auto">
                  <a:xfrm rot="41632372">
                    <a:off x="3863" y="2695"/>
                    <a:ext cx="516" cy="926"/>
                    <a:chOff x="928" y="430"/>
                    <a:chExt cx="1925" cy="3521"/>
                  </a:xfrm>
                </p:grpSpPr>
                <p:sp>
                  <p:nvSpPr>
                    <p:cNvPr id="109" name="Freeform 408"/>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10" name="Freeform 409"/>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11" name="Freeform 410"/>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27" name="Group 411"/>
              <p:cNvGrpSpPr/>
              <p:nvPr/>
            </p:nvGrpSpPr>
            <p:grpSpPr bwMode="auto">
              <a:xfrm rot="16852258" flipH="1" flipV="1">
                <a:off x="5189" y="1313"/>
                <a:ext cx="129" cy="126"/>
                <a:chOff x="1204" y="2187"/>
                <a:chExt cx="364" cy="357"/>
              </a:xfrm>
            </p:grpSpPr>
            <p:grpSp>
              <p:nvGrpSpPr>
                <p:cNvPr id="97" name="Group 412"/>
                <p:cNvGrpSpPr/>
                <p:nvPr/>
              </p:nvGrpSpPr>
              <p:grpSpPr bwMode="auto">
                <a:xfrm rot="21289124" flipH="1">
                  <a:off x="1384" y="2187"/>
                  <a:ext cx="184" cy="336"/>
                  <a:chOff x="928" y="430"/>
                  <a:chExt cx="1925" cy="3521"/>
                </a:xfrm>
              </p:grpSpPr>
              <p:sp>
                <p:nvSpPr>
                  <p:cNvPr id="102" name="Freeform 413"/>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03" name="Freeform 414"/>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04" name="Freeform 415"/>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98" name="Group 416"/>
                <p:cNvGrpSpPr/>
                <p:nvPr/>
              </p:nvGrpSpPr>
              <p:grpSpPr bwMode="auto">
                <a:xfrm rot="42792305">
                  <a:off x="1204" y="2208"/>
                  <a:ext cx="184" cy="336"/>
                  <a:chOff x="928" y="430"/>
                  <a:chExt cx="1925" cy="3521"/>
                </a:xfrm>
              </p:grpSpPr>
              <p:sp>
                <p:nvSpPr>
                  <p:cNvPr id="99" name="Freeform 417"/>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00" name="Freeform 418"/>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01" name="Freeform 419"/>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28" name="Group 420"/>
              <p:cNvGrpSpPr/>
              <p:nvPr/>
            </p:nvGrpSpPr>
            <p:grpSpPr bwMode="auto">
              <a:xfrm rot="19184075" flipH="1" flipV="1">
                <a:off x="5349" y="1017"/>
                <a:ext cx="298" cy="288"/>
                <a:chOff x="1204" y="2187"/>
                <a:chExt cx="364" cy="357"/>
              </a:xfrm>
            </p:grpSpPr>
            <p:grpSp>
              <p:nvGrpSpPr>
                <p:cNvPr id="89" name="Group 421"/>
                <p:cNvGrpSpPr/>
                <p:nvPr/>
              </p:nvGrpSpPr>
              <p:grpSpPr bwMode="auto">
                <a:xfrm rot="21289124" flipH="1">
                  <a:off x="1384" y="2187"/>
                  <a:ext cx="184" cy="336"/>
                  <a:chOff x="928" y="430"/>
                  <a:chExt cx="1925" cy="3521"/>
                </a:xfrm>
              </p:grpSpPr>
              <p:sp>
                <p:nvSpPr>
                  <p:cNvPr id="94" name="Freeform 42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95" name="Freeform 42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96" name="Freeform 42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90" name="Group 425"/>
                <p:cNvGrpSpPr/>
                <p:nvPr/>
              </p:nvGrpSpPr>
              <p:grpSpPr bwMode="auto">
                <a:xfrm rot="42792305">
                  <a:off x="1204" y="2208"/>
                  <a:ext cx="184" cy="336"/>
                  <a:chOff x="928" y="430"/>
                  <a:chExt cx="1925" cy="3521"/>
                </a:xfrm>
              </p:grpSpPr>
              <p:sp>
                <p:nvSpPr>
                  <p:cNvPr id="91" name="Freeform 426"/>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92" name="Freeform 427"/>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93" name="Freeform 428"/>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29" name="Group 429"/>
              <p:cNvGrpSpPr/>
              <p:nvPr/>
            </p:nvGrpSpPr>
            <p:grpSpPr bwMode="auto">
              <a:xfrm rot="16852258" flipH="1" flipV="1">
                <a:off x="5391" y="688"/>
                <a:ext cx="216" cy="208"/>
                <a:chOff x="1204" y="2187"/>
                <a:chExt cx="364" cy="357"/>
              </a:xfrm>
            </p:grpSpPr>
            <p:grpSp>
              <p:nvGrpSpPr>
                <p:cNvPr id="81" name="Group 430"/>
                <p:cNvGrpSpPr/>
                <p:nvPr/>
              </p:nvGrpSpPr>
              <p:grpSpPr bwMode="auto">
                <a:xfrm rot="21289124" flipH="1">
                  <a:off x="1384" y="2187"/>
                  <a:ext cx="184" cy="336"/>
                  <a:chOff x="928" y="430"/>
                  <a:chExt cx="1925" cy="3521"/>
                </a:xfrm>
              </p:grpSpPr>
              <p:sp>
                <p:nvSpPr>
                  <p:cNvPr id="86" name="Freeform 43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7" name="Freeform 43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8" name="Freeform 43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82" name="Group 434"/>
                <p:cNvGrpSpPr/>
                <p:nvPr/>
              </p:nvGrpSpPr>
              <p:grpSpPr bwMode="auto">
                <a:xfrm rot="42792305">
                  <a:off x="1204" y="2208"/>
                  <a:ext cx="184" cy="336"/>
                  <a:chOff x="928" y="430"/>
                  <a:chExt cx="1925" cy="3521"/>
                </a:xfrm>
              </p:grpSpPr>
              <p:sp>
                <p:nvSpPr>
                  <p:cNvPr id="83" name="Freeform 435"/>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4" name="Freeform 436"/>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5" name="Freeform 437"/>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30" name="Group 438"/>
              <p:cNvGrpSpPr/>
              <p:nvPr/>
            </p:nvGrpSpPr>
            <p:grpSpPr bwMode="auto">
              <a:xfrm rot="20633406" flipH="1" flipV="1">
                <a:off x="4776" y="556"/>
                <a:ext cx="470" cy="455"/>
                <a:chOff x="1204" y="2187"/>
                <a:chExt cx="364" cy="357"/>
              </a:xfrm>
            </p:grpSpPr>
            <p:grpSp>
              <p:nvGrpSpPr>
                <p:cNvPr id="73" name="Group 439"/>
                <p:cNvGrpSpPr/>
                <p:nvPr/>
              </p:nvGrpSpPr>
              <p:grpSpPr bwMode="auto">
                <a:xfrm rot="21289124" flipH="1">
                  <a:off x="1384" y="2187"/>
                  <a:ext cx="184" cy="336"/>
                  <a:chOff x="928" y="430"/>
                  <a:chExt cx="1925" cy="3521"/>
                </a:xfrm>
              </p:grpSpPr>
              <p:sp>
                <p:nvSpPr>
                  <p:cNvPr id="78" name="Freeform 440"/>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9" name="Freeform 441"/>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0" name="Freeform 442"/>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74" name="Group 443"/>
                <p:cNvGrpSpPr/>
                <p:nvPr/>
              </p:nvGrpSpPr>
              <p:grpSpPr bwMode="auto">
                <a:xfrm rot="42792305">
                  <a:off x="1204" y="2208"/>
                  <a:ext cx="184" cy="336"/>
                  <a:chOff x="928" y="430"/>
                  <a:chExt cx="1925" cy="3521"/>
                </a:xfrm>
              </p:grpSpPr>
              <p:sp>
                <p:nvSpPr>
                  <p:cNvPr id="75" name="Freeform 444"/>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6" name="Freeform 445"/>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7" name="Freeform 446"/>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31" name="Group 447"/>
              <p:cNvGrpSpPr/>
              <p:nvPr/>
            </p:nvGrpSpPr>
            <p:grpSpPr bwMode="auto">
              <a:xfrm rot="12929608" flipH="1">
                <a:off x="4685" y="917"/>
                <a:ext cx="200" cy="329"/>
                <a:chOff x="928" y="430"/>
                <a:chExt cx="1925" cy="3521"/>
              </a:xfrm>
            </p:grpSpPr>
            <p:sp>
              <p:nvSpPr>
                <p:cNvPr id="70" name="Freeform 448"/>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 name="Freeform 449"/>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2" name="Freeform 450"/>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32" name="Group 451"/>
              <p:cNvGrpSpPr/>
              <p:nvPr/>
            </p:nvGrpSpPr>
            <p:grpSpPr bwMode="auto">
              <a:xfrm rot="19138033" flipH="1">
                <a:off x="5374" y="239"/>
                <a:ext cx="265" cy="309"/>
                <a:chOff x="3863" y="2473"/>
                <a:chExt cx="983" cy="1148"/>
              </a:xfrm>
            </p:grpSpPr>
            <p:grpSp>
              <p:nvGrpSpPr>
                <p:cNvPr id="52" name="Group 452"/>
                <p:cNvGrpSpPr/>
                <p:nvPr/>
              </p:nvGrpSpPr>
              <p:grpSpPr bwMode="auto">
                <a:xfrm>
                  <a:off x="3863" y="2473"/>
                  <a:ext cx="983" cy="1148"/>
                  <a:chOff x="3863" y="2473"/>
                  <a:chExt cx="983" cy="1148"/>
                </a:xfrm>
              </p:grpSpPr>
              <p:grpSp>
                <p:nvGrpSpPr>
                  <p:cNvPr id="62" name="Group 453"/>
                  <p:cNvGrpSpPr/>
                  <p:nvPr/>
                </p:nvGrpSpPr>
                <p:grpSpPr bwMode="auto">
                  <a:xfrm rot="20092130" flipH="1">
                    <a:off x="4330" y="2473"/>
                    <a:ext cx="516" cy="926"/>
                    <a:chOff x="928" y="430"/>
                    <a:chExt cx="1925" cy="3521"/>
                  </a:xfrm>
                </p:grpSpPr>
                <p:sp>
                  <p:nvSpPr>
                    <p:cNvPr id="67" name="Freeform 454"/>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8" name="Freeform 455"/>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9" name="Freeform 456"/>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63" name="Group 457"/>
                  <p:cNvGrpSpPr/>
                  <p:nvPr/>
                </p:nvGrpSpPr>
                <p:grpSpPr bwMode="auto">
                  <a:xfrm rot="41632372">
                    <a:off x="3863" y="2695"/>
                    <a:ext cx="516" cy="926"/>
                    <a:chOff x="928" y="430"/>
                    <a:chExt cx="1925" cy="3521"/>
                  </a:xfrm>
                </p:grpSpPr>
                <p:sp>
                  <p:nvSpPr>
                    <p:cNvPr id="64" name="Freeform 458"/>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5" name="Freeform 459"/>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6" name="Freeform 460"/>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53" name="Group 461"/>
                <p:cNvGrpSpPr/>
                <p:nvPr/>
              </p:nvGrpSpPr>
              <p:grpSpPr bwMode="auto">
                <a:xfrm rot="1750193">
                  <a:off x="4044" y="2688"/>
                  <a:ext cx="616" cy="718"/>
                  <a:chOff x="3863" y="2473"/>
                  <a:chExt cx="983" cy="1148"/>
                </a:xfrm>
              </p:grpSpPr>
              <p:grpSp>
                <p:nvGrpSpPr>
                  <p:cNvPr id="54" name="Group 462"/>
                  <p:cNvGrpSpPr/>
                  <p:nvPr/>
                </p:nvGrpSpPr>
                <p:grpSpPr bwMode="auto">
                  <a:xfrm rot="20092130" flipH="1">
                    <a:off x="4330" y="2473"/>
                    <a:ext cx="516" cy="926"/>
                    <a:chOff x="928" y="430"/>
                    <a:chExt cx="1925" cy="3521"/>
                  </a:xfrm>
                </p:grpSpPr>
                <p:sp>
                  <p:nvSpPr>
                    <p:cNvPr id="59" name="Freeform 463"/>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0" name="Freeform 464"/>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1" name="Freeform 465"/>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55" name="Group 466"/>
                  <p:cNvGrpSpPr/>
                  <p:nvPr/>
                </p:nvGrpSpPr>
                <p:grpSpPr bwMode="auto">
                  <a:xfrm rot="41632372">
                    <a:off x="3863" y="2695"/>
                    <a:ext cx="516" cy="926"/>
                    <a:chOff x="928" y="430"/>
                    <a:chExt cx="1925" cy="3521"/>
                  </a:xfrm>
                </p:grpSpPr>
                <p:sp>
                  <p:nvSpPr>
                    <p:cNvPr id="56" name="Freeform 467"/>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57" name="Freeform 468"/>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58" name="Freeform 469"/>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nvGrpSpPr>
              <p:cNvPr id="33" name="Group 470"/>
              <p:cNvGrpSpPr/>
              <p:nvPr/>
            </p:nvGrpSpPr>
            <p:grpSpPr bwMode="auto">
              <a:xfrm rot="18012195" flipH="1">
                <a:off x="4727" y="1444"/>
                <a:ext cx="388" cy="453"/>
                <a:chOff x="3863" y="2473"/>
                <a:chExt cx="983" cy="1148"/>
              </a:xfrm>
            </p:grpSpPr>
            <p:grpSp>
              <p:nvGrpSpPr>
                <p:cNvPr id="34" name="Group 471"/>
                <p:cNvGrpSpPr/>
                <p:nvPr/>
              </p:nvGrpSpPr>
              <p:grpSpPr bwMode="auto">
                <a:xfrm>
                  <a:off x="3863" y="2473"/>
                  <a:ext cx="983" cy="1148"/>
                  <a:chOff x="3863" y="2473"/>
                  <a:chExt cx="983" cy="1148"/>
                </a:xfrm>
              </p:grpSpPr>
              <p:grpSp>
                <p:nvGrpSpPr>
                  <p:cNvPr id="44" name="Group 472"/>
                  <p:cNvGrpSpPr/>
                  <p:nvPr/>
                </p:nvGrpSpPr>
                <p:grpSpPr bwMode="auto">
                  <a:xfrm rot="20092130" flipH="1">
                    <a:off x="4330" y="2473"/>
                    <a:ext cx="516" cy="926"/>
                    <a:chOff x="928" y="430"/>
                    <a:chExt cx="1925" cy="3521"/>
                  </a:xfrm>
                </p:grpSpPr>
                <p:sp>
                  <p:nvSpPr>
                    <p:cNvPr id="49" name="Freeform 473"/>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50" name="Freeform 474"/>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51" name="Freeform 475"/>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45" name="Group 476"/>
                  <p:cNvGrpSpPr/>
                  <p:nvPr/>
                </p:nvGrpSpPr>
                <p:grpSpPr bwMode="auto">
                  <a:xfrm rot="41632372">
                    <a:off x="3863" y="2695"/>
                    <a:ext cx="516" cy="926"/>
                    <a:chOff x="928" y="430"/>
                    <a:chExt cx="1925" cy="3521"/>
                  </a:xfrm>
                </p:grpSpPr>
                <p:sp>
                  <p:nvSpPr>
                    <p:cNvPr id="46" name="Freeform 477"/>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7" name="Freeform 478"/>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8" name="Freeform 479"/>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50000"/>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nvGrpSpPr>
                <p:cNvPr id="35" name="Group 480"/>
                <p:cNvGrpSpPr/>
                <p:nvPr/>
              </p:nvGrpSpPr>
              <p:grpSpPr bwMode="auto">
                <a:xfrm rot="1750193">
                  <a:off x="4044" y="2688"/>
                  <a:ext cx="616" cy="718"/>
                  <a:chOff x="3863" y="2473"/>
                  <a:chExt cx="983" cy="1148"/>
                </a:xfrm>
              </p:grpSpPr>
              <p:grpSp>
                <p:nvGrpSpPr>
                  <p:cNvPr id="36" name="Group 481"/>
                  <p:cNvGrpSpPr/>
                  <p:nvPr/>
                </p:nvGrpSpPr>
                <p:grpSpPr bwMode="auto">
                  <a:xfrm rot="20092130" flipH="1">
                    <a:off x="4330" y="2473"/>
                    <a:ext cx="516" cy="926"/>
                    <a:chOff x="928" y="430"/>
                    <a:chExt cx="1925" cy="3521"/>
                  </a:xfrm>
                </p:grpSpPr>
                <p:sp>
                  <p:nvSpPr>
                    <p:cNvPr id="41" name="Freeform 482"/>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 name="Freeform 483"/>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3" name="Freeform 484"/>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37" name="Group 485"/>
                  <p:cNvGrpSpPr/>
                  <p:nvPr/>
                </p:nvGrpSpPr>
                <p:grpSpPr bwMode="auto">
                  <a:xfrm rot="41632372">
                    <a:off x="3863" y="2695"/>
                    <a:ext cx="516" cy="926"/>
                    <a:chOff x="928" y="430"/>
                    <a:chExt cx="1925" cy="3521"/>
                  </a:xfrm>
                </p:grpSpPr>
                <p:sp>
                  <p:nvSpPr>
                    <p:cNvPr id="38" name="Freeform 486"/>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 name="Freeform 487"/>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 name="Freeform 488"/>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89999"/>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grpSp>
        <p:grpSp>
          <p:nvGrpSpPr>
            <p:cNvPr id="13" name="Group 489"/>
            <p:cNvGrpSpPr/>
            <p:nvPr/>
          </p:nvGrpSpPr>
          <p:grpSpPr bwMode="auto">
            <a:xfrm>
              <a:off x="4921" y="788"/>
              <a:ext cx="682" cy="814"/>
              <a:chOff x="4921" y="788"/>
              <a:chExt cx="682" cy="814"/>
            </a:xfrm>
          </p:grpSpPr>
          <p:grpSp>
            <p:nvGrpSpPr>
              <p:cNvPr id="14" name="Group 490"/>
              <p:cNvGrpSpPr/>
              <p:nvPr/>
            </p:nvGrpSpPr>
            <p:grpSpPr bwMode="auto">
              <a:xfrm rot="12455032" flipH="1" flipV="1">
                <a:off x="4921" y="788"/>
                <a:ext cx="364" cy="667"/>
                <a:chOff x="928" y="430"/>
                <a:chExt cx="1925" cy="3521"/>
              </a:xfrm>
            </p:grpSpPr>
            <p:sp>
              <p:nvSpPr>
                <p:cNvPr id="19" name="Freeform 491"/>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 name="Freeform 492"/>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1" name="Freeform 493"/>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15" name="Group 494"/>
              <p:cNvGrpSpPr/>
              <p:nvPr/>
            </p:nvGrpSpPr>
            <p:grpSpPr bwMode="auto">
              <a:xfrm rot="23400000" flipH="1" flipV="1">
                <a:off x="5239" y="935"/>
                <a:ext cx="364" cy="667"/>
                <a:chOff x="928" y="430"/>
                <a:chExt cx="1925" cy="3521"/>
              </a:xfrm>
            </p:grpSpPr>
            <p:sp>
              <p:nvSpPr>
                <p:cNvPr id="16" name="Freeform 495"/>
                <p:cNvSpPr/>
                <p:nvPr/>
              </p:nvSpPr>
              <p:spPr bwMode="gray">
                <a:xfrm>
                  <a:off x="1621" y="430"/>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7" name="Freeform 496"/>
                <p:cNvSpPr/>
                <p:nvPr/>
              </p:nvSpPr>
              <p:spPr bwMode="gray">
                <a:xfrm rot="-3441481">
                  <a:off x="1161" y="1376"/>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 name="Freeform 497"/>
                <p:cNvSpPr/>
                <p:nvPr/>
              </p:nvSpPr>
              <p:spPr bwMode="gray">
                <a:xfrm flipV="1">
                  <a:off x="1610" y="2254"/>
                  <a:ext cx="1232" cy="1697"/>
                </a:xfrm>
                <a:custGeom>
                  <a:avLst/>
                  <a:gdLst>
                    <a:gd name="T0" fmla="*/ 1212 w 1232"/>
                    <a:gd name="T1" fmla="*/ 1697 h 1697"/>
                    <a:gd name="T2" fmla="*/ 335 w 1232"/>
                    <a:gd name="T3" fmla="*/ 951 h 1697"/>
                    <a:gd name="T4" fmla="*/ 167 w 1232"/>
                    <a:gd name="T5" fmla="*/ 47 h 1697"/>
                    <a:gd name="T6" fmla="*/ 910 w 1232"/>
                    <a:gd name="T7" fmla="*/ 545 h 1697"/>
                    <a:gd name="T8" fmla="*/ 1212 w 1232"/>
                    <a:gd name="T9" fmla="*/ 1697 h 1697"/>
                  </a:gdLst>
                  <a:ahLst/>
                  <a:cxnLst>
                    <a:cxn ang="0">
                      <a:pos x="T0" y="T1"/>
                    </a:cxn>
                    <a:cxn ang="0">
                      <a:pos x="T2" y="T3"/>
                    </a:cxn>
                    <a:cxn ang="0">
                      <a:pos x="T4" y="T5"/>
                    </a:cxn>
                    <a:cxn ang="0">
                      <a:pos x="T6" y="T7"/>
                    </a:cxn>
                    <a:cxn ang="0">
                      <a:pos x="T8" y="T9"/>
                    </a:cxn>
                  </a:cxnLst>
                  <a:rect l="0" t="0" r="r" b="b"/>
                  <a:pathLst>
                    <a:path w="1232" h="1697">
                      <a:moveTo>
                        <a:pt x="1212" y="1697"/>
                      </a:moveTo>
                      <a:cubicBezTo>
                        <a:pt x="1024" y="1657"/>
                        <a:pt x="536" y="1219"/>
                        <a:pt x="335" y="951"/>
                      </a:cubicBezTo>
                      <a:cubicBezTo>
                        <a:pt x="228" y="817"/>
                        <a:pt x="0" y="389"/>
                        <a:pt x="167" y="47"/>
                      </a:cubicBezTo>
                      <a:cubicBezTo>
                        <a:pt x="488" y="0"/>
                        <a:pt x="762" y="306"/>
                        <a:pt x="910" y="545"/>
                      </a:cubicBezTo>
                      <a:cubicBezTo>
                        <a:pt x="1058" y="784"/>
                        <a:pt x="1232" y="1517"/>
                        <a:pt x="1212" y="1697"/>
                      </a:cubicBezTo>
                      <a:close/>
                    </a:path>
                  </a:pathLst>
                </a:custGeom>
                <a:solidFill>
                  <a:srgbClr val="FFFFFF">
                    <a:alpha val="60001"/>
                  </a:srgb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grpSp>
      <p:sp>
        <p:nvSpPr>
          <p:cNvPr id="185" name="Rectangle 498"/>
          <p:cNvSpPr>
            <a:spLocks noChangeArrowheads="1"/>
          </p:cNvSpPr>
          <p:nvPr userDrawn="1"/>
        </p:nvSpPr>
        <p:spPr bwMode="auto">
          <a:xfrm rot="10800000" flipH="1">
            <a:off x="8279203" y="-10167"/>
            <a:ext cx="63500" cy="649288"/>
          </a:xfrm>
          <a:prstGeom prst="rect">
            <a:avLst/>
          </a:prstGeom>
          <a:gradFill rotWithShape="1">
            <a:gsLst>
              <a:gs pos="0">
                <a:schemeClr val="accent2">
                  <a:gamma/>
                  <a:tint val="63529"/>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186" name="Rectangle 499"/>
          <p:cNvSpPr>
            <a:spLocks noChangeArrowheads="1"/>
          </p:cNvSpPr>
          <p:nvPr userDrawn="1"/>
        </p:nvSpPr>
        <p:spPr bwMode="auto">
          <a:xfrm rot="10800000" flipH="1">
            <a:off x="8823716" y="-8579"/>
            <a:ext cx="55562" cy="541337"/>
          </a:xfrm>
          <a:prstGeom prst="rect">
            <a:avLst/>
          </a:prstGeom>
          <a:gradFill rotWithShape="1">
            <a:gsLst>
              <a:gs pos="0">
                <a:schemeClr val="hlink">
                  <a:gamma/>
                  <a:tint val="63529"/>
                  <a:invGamma/>
                </a:schemeClr>
              </a:gs>
              <a:gs pos="100000">
                <a:schemeClr val="hlink"/>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187" name="Rectangle 500"/>
          <p:cNvSpPr>
            <a:spLocks noChangeArrowheads="1"/>
          </p:cNvSpPr>
          <p:nvPr userDrawn="1"/>
        </p:nvSpPr>
        <p:spPr bwMode="auto">
          <a:xfrm rot="10800000" flipH="1">
            <a:off x="600113" y="-13212"/>
            <a:ext cx="63500" cy="1206500"/>
          </a:xfrm>
          <a:prstGeom prst="rect">
            <a:avLst/>
          </a:prstGeom>
          <a:gradFill rotWithShape="1">
            <a:gsLst>
              <a:gs pos="0">
                <a:schemeClr val="accent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nvGrpSpPr>
          <p:cNvPr id="188" name="Group 506"/>
          <p:cNvGrpSpPr/>
          <p:nvPr userDrawn="1"/>
        </p:nvGrpSpPr>
        <p:grpSpPr bwMode="auto">
          <a:xfrm flipH="1">
            <a:off x="8520503" y="105721"/>
            <a:ext cx="663575" cy="668337"/>
            <a:chOff x="4320" y="2643"/>
            <a:chExt cx="1396" cy="1406"/>
          </a:xfrm>
        </p:grpSpPr>
        <p:sp>
          <p:nvSpPr>
            <p:cNvPr id="189" name="Freeform 507"/>
            <p:cNvSpPr/>
            <p:nvPr userDrawn="1"/>
          </p:nvSpPr>
          <p:spPr bwMode="gray">
            <a:xfrm rot="2583173">
              <a:off x="5213" y="2923"/>
              <a:ext cx="503" cy="698"/>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hlink"/>
                </a:gs>
                <a:gs pos="100000">
                  <a:schemeClr val="hlink">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0" name="Freeform 508"/>
            <p:cNvSpPr/>
            <p:nvPr userDrawn="1"/>
          </p:nvSpPr>
          <p:spPr bwMode="hidden">
            <a:xfrm rot="2583173">
              <a:off x="5401" y="2912"/>
              <a:ext cx="232" cy="365"/>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hlink">
                    <a:gamma/>
                    <a:tint val="0"/>
                    <a:invGamma/>
                    <a:alpha val="50000"/>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1" name="Freeform 509"/>
            <p:cNvSpPr/>
            <p:nvPr userDrawn="1"/>
          </p:nvSpPr>
          <p:spPr bwMode="hidden">
            <a:xfrm rot="2583173">
              <a:off x="5159" y="3060"/>
              <a:ext cx="375" cy="490"/>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2" name="Freeform 510"/>
            <p:cNvSpPr/>
            <p:nvPr userDrawn="1"/>
          </p:nvSpPr>
          <p:spPr bwMode="gray">
            <a:xfrm rot="2583173">
              <a:off x="5150" y="3085"/>
              <a:ext cx="352" cy="453"/>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3" name="Freeform 511"/>
            <p:cNvSpPr/>
            <p:nvPr userDrawn="1"/>
          </p:nvSpPr>
          <p:spPr bwMode="gray">
            <a:xfrm rot="-2816827">
              <a:off x="4891" y="2809"/>
              <a:ext cx="325" cy="611"/>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4" name="Freeform 512"/>
            <p:cNvSpPr/>
            <p:nvPr userDrawn="1"/>
          </p:nvSpPr>
          <p:spPr bwMode="hidden">
            <a:xfrm rot="-2816827">
              <a:off x="5068" y="2738"/>
              <a:ext cx="80" cy="549"/>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5" name="Freeform 513"/>
            <p:cNvSpPr/>
            <p:nvPr userDrawn="1"/>
          </p:nvSpPr>
          <p:spPr bwMode="gray">
            <a:xfrm rot="-2816827">
              <a:off x="5030" y="3198"/>
              <a:ext cx="90" cy="165"/>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6" name="Freeform 514"/>
            <p:cNvSpPr/>
            <p:nvPr userDrawn="1"/>
          </p:nvSpPr>
          <p:spPr bwMode="gray">
            <a:xfrm rot="-2816827">
              <a:off x="4685" y="2541"/>
              <a:ext cx="500" cy="703"/>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hlink"/>
                </a:gs>
                <a:gs pos="100000">
                  <a:schemeClr val="hlink">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7" name="Freeform 515"/>
            <p:cNvSpPr/>
            <p:nvPr userDrawn="1"/>
          </p:nvSpPr>
          <p:spPr bwMode="hidden">
            <a:xfrm rot="-2816827">
              <a:off x="4782" y="2765"/>
              <a:ext cx="374" cy="491"/>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8" name="Freeform 516"/>
            <p:cNvSpPr/>
            <p:nvPr userDrawn="1"/>
          </p:nvSpPr>
          <p:spPr bwMode="gray">
            <a:xfrm rot="-2816827">
              <a:off x="4799" y="2805"/>
              <a:ext cx="350" cy="455"/>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9" name="Freeform 517"/>
            <p:cNvSpPr/>
            <p:nvPr userDrawn="1"/>
          </p:nvSpPr>
          <p:spPr bwMode="gray">
            <a:xfrm rot="-2816827">
              <a:off x="4795" y="2798"/>
              <a:ext cx="369" cy="455"/>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0" name="Freeform 518"/>
            <p:cNvSpPr/>
            <p:nvPr userDrawn="1"/>
          </p:nvSpPr>
          <p:spPr bwMode="gray">
            <a:xfrm rot="-2816827">
              <a:off x="5071" y="3204"/>
              <a:ext cx="285" cy="152"/>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1" name="Freeform 519"/>
            <p:cNvSpPr/>
            <p:nvPr userDrawn="1"/>
          </p:nvSpPr>
          <p:spPr bwMode="gray">
            <a:xfrm rot="-8216827">
              <a:off x="4630" y="2999"/>
              <a:ext cx="326" cy="609"/>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2" name="Freeform 520"/>
            <p:cNvSpPr/>
            <p:nvPr userDrawn="1"/>
          </p:nvSpPr>
          <p:spPr bwMode="hidden">
            <a:xfrm rot="-8216827">
              <a:off x="4649" y="2976"/>
              <a:ext cx="81" cy="547"/>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3" name="Freeform 521"/>
            <p:cNvSpPr/>
            <p:nvPr userDrawn="1"/>
          </p:nvSpPr>
          <p:spPr bwMode="gray">
            <a:xfrm rot="-8216827">
              <a:off x="4914" y="3201"/>
              <a:ext cx="91" cy="163"/>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4" name="Freeform 522"/>
            <p:cNvSpPr/>
            <p:nvPr userDrawn="1"/>
          </p:nvSpPr>
          <p:spPr bwMode="gray">
            <a:xfrm rot="-8216827">
              <a:off x="4320" y="3072"/>
              <a:ext cx="503" cy="699"/>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hlink"/>
                </a:gs>
                <a:gs pos="100000">
                  <a:schemeClr val="hlink">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5" name="Freeform 523"/>
            <p:cNvSpPr/>
            <p:nvPr userDrawn="1"/>
          </p:nvSpPr>
          <p:spPr bwMode="hidden">
            <a:xfrm rot="-8216827">
              <a:off x="4501" y="3145"/>
              <a:ext cx="375" cy="489"/>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6" name="Freeform 524"/>
            <p:cNvSpPr/>
            <p:nvPr userDrawn="1"/>
          </p:nvSpPr>
          <p:spPr bwMode="gray">
            <a:xfrm rot="-8216827">
              <a:off x="4533" y="3157"/>
              <a:ext cx="352" cy="453"/>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7" name="Freeform 525"/>
            <p:cNvSpPr/>
            <p:nvPr userDrawn="1"/>
          </p:nvSpPr>
          <p:spPr bwMode="gray">
            <a:xfrm rot="-8216827">
              <a:off x="4518" y="3151"/>
              <a:ext cx="370" cy="453"/>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8" name="Freeform 526"/>
            <p:cNvSpPr/>
            <p:nvPr userDrawn="1"/>
          </p:nvSpPr>
          <p:spPr bwMode="gray">
            <a:xfrm rot="-8216827">
              <a:off x="4814" y="3067"/>
              <a:ext cx="286" cy="152"/>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209" name="Group 527"/>
            <p:cNvGrpSpPr/>
            <p:nvPr userDrawn="1"/>
          </p:nvGrpSpPr>
          <p:grpSpPr bwMode="auto">
            <a:xfrm>
              <a:off x="4637" y="3270"/>
              <a:ext cx="797" cy="779"/>
              <a:chOff x="4637" y="3270"/>
              <a:chExt cx="797" cy="779"/>
            </a:xfrm>
          </p:grpSpPr>
          <p:sp>
            <p:nvSpPr>
              <p:cNvPr id="222" name="Freeform 528"/>
              <p:cNvSpPr/>
              <p:nvPr userDrawn="1"/>
            </p:nvSpPr>
            <p:spPr bwMode="gray">
              <a:xfrm rot="-13616827">
                <a:off x="4803" y="3271"/>
                <a:ext cx="326" cy="611"/>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3" name="Freeform 529"/>
              <p:cNvSpPr/>
              <p:nvPr userDrawn="1"/>
            </p:nvSpPr>
            <p:spPr bwMode="gray">
              <a:xfrm rot="-13616827">
                <a:off x="4872" y="3405"/>
                <a:ext cx="80" cy="550"/>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4" name="Freeform 530"/>
              <p:cNvSpPr/>
              <p:nvPr userDrawn="1"/>
            </p:nvSpPr>
            <p:spPr bwMode="gray">
              <a:xfrm rot="-13616827">
                <a:off x="4898" y="3328"/>
                <a:ext cx="91" cy="16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5" name="Freeform 531"/>
              <p:cNvSpPr/>
              <p:nvPr userDrawn="1"/>
            </p:nvSpPr>
            <p:spPr bwMode="gray">
              <a:xfrm rot="-13616827">
                <a:off x="4833" y="3448"/>
                <a:ext cx="501" cy="701"/>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hlink"/>
                  </a:gs>
                  <a:gs pos="100000">
                    <a:schemeClr val="hlink">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6" name="Freeform 532"/>
              <p:cNvSpPr/>
              <p:nvPr userDrawn="1"/>
            </p:nvSpPr>
            <p:spPr bwMode="hidden">
              <a:xfrm rot="-13616827">
                <a:off x="4864" y="3435"/>
                <a:ext cx="374" cy="492"/>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7" name="Freeform 533"/>
              <p:cNvSpPr/>
              <p:nvPr userDrawn="1"/>
            </p:nvSpPr>
            <p:spPr bwMode="gray">
              <a:xfrm rot="-13616827">
                <a:off x="4869" y="3432"/>
                <a:ext cx="351" cy="455"/>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hlink">
                      <a:alpha val="0"/>
                    </a:schemeClr>
                  </a:gs>
                  <a:gs pos="100000">
                    <a:schemeClr val="hlink">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8" name="Freeform 534"/>
              <p:cNvSpPr/>
              <p:nvPr userDrawn="1"/>
            </p:nvSpPr>
            <p:spPr bwMode="gray">
              <a:xfrm rot="-13616827">
                <a:off x="4854" y="3439"/>
                <a:ext cx="369" cy="455"/>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9" name="Freeform 535"/>
              <p:cNvSpPr/>
              <p:nvPr userDrawn="1"/>
            </p:nvSpPr>
            <p:spPr bwMode="gray">
              <a:xfrm rot="-13616827">
                <a:off x="4662" y="3337"/>
                <a:ext cx="285" cy="152"/>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210" name="Freeform 536"/>
            <p:cNvSpPr/>
            <p:nvPr userDrawn="1"/>
          </p:nvSpPr>
          <p:spPr bwMode="gray">
            <a:xfrm rot="2583173">
              <a:off x="5082" y="3090"/>
              <a:ext cx="327" cy="608"/>
            </a:xfrm>
            <a:custGeom>
              <a:avLst/>
              <a:gdLst>
                <a:gd name="T0" fmla="*/ 0 w 847"/>
                <a:gd name="T1" fmla="*/ 1064 h 1584"/>
                <a:gd name="T2" fmla="*/ 680 w 847"/>
                <a:gd name="T3" fmla="*/ 0 h 1584"/>
                <a:gd name="T4" fmla="*/ 755 w 847"/>
                <a:gd name="T5" fmla="*/ 1359 h 1584"/>
                <a:gd name="T6" fmla="*/ 14 w 847"/>
                <a:gd name="T7" fmla="*/ 1191 h 1584"/>
                <a:gd name="T8" fmla="*/ 0 w 847"/>
                <a:gd name="T9" fmla="*/ 1064 h 1584"/>
              </a:gdLst>
              <a:ahLst/>
              <a:cxnLst>
                <a:cxn ang="0">
                  <a:pos x="T0" y="T1"/>
                </a:cxn>
                <a:cxn ang="0">
                  <a:pos x="T2" y="T3"/>
                </a:cxn>
                <a:cxn ang="0">
                  <a:pos x="T4" y="T5"/>
                </a:cxn>
                <a:cxn ang="0">
                  <a:pos x="T6" y="T7"/>
                </a:cxn>
                <a:cxn ang="0">
                  <a:pos x="T8" y="T9"/>
                </a:cxn>
              </a:cxnLst>
              <a:rect l="0" t="0" r="r" b="b"/>
              <a:pathLst>
                <a:path w="847" h="1584">
                  <a:moveTo>
                    <a:pt x="0" y="1064"/>
                  </a:moveTo>
                  <a:cubicBezTo>
                    <a:pt x="847" y="596"/>
                    <a:pt x="708" y="174"/>
                    <a:pt x="680" y="0"/>
                  </a:cubicBezTo>
                  <a:cubicBezTo>
                    <a:pt x="680" y="0"/>
                    <a:pt x="806" y="462"/>
                    <a:pt x="755" y="1359"/>
                  </a:cubicBezTo>
                  <a:cubicBezTo>
                    <a:pt x="494" y="1584"/>
                    <a:pt x="14" y="1191"/>
                    <a:pt x="14" y="1191"/>
                  </a:cubicBezTo>
                  <a:lnTo>
                    <a:pt x="0" y="1064"/>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11" name="Freeform 537"/>
            <p:cNvSpPr/>
            <p:nvPr userDrawn="1"/>
          </p:nvSpPr>
          <p:spPr bwMode="hidden">
            <a:xfrm rot="2583173">
              <a:off x="5306" y="3171"/>
              <a:ext cx="81" cy="548"/>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46" y="30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12" name="Freeform 538"/>
            <p:cNvSpPr/>
            <p:nvPr userDrawn="1"/>
          </p:nvSpPr>
          <p:spPr bwMode="gray">
            <a:xfrm rot="2583173">
              <a:off x="5030" y="3330"/>
              <a:ext cx="91" cy="16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13" name="Freeform 539"/>
            <p:cNvSpPr/>
            <p:nvPr userDrawn="1"/>
          </p:nvSpPr>
          <p:spPr bwMode="gray">
            <a:xfrm rot="2583173">
              <a:off x="5147" y="3091"/>
              <a:ext cx="370" cy="452"/>
            </a:xfrm>
            <a:custGeom>
              <a:avLst/>
              <a:gdLst>
                <a:gd name="T0" fmla="*/ 678 w 956"/>
                <a:gd name="T1" fmla="*/ 0 h 1179"/>
                <a:gd name="T2" fmla="*/ 0 w 956"/>
                <a:gd name="T3" fmla="*/ 1179 h 1179"/>
                <a:gd name="T4" fmla="*/ 678 w 956"/>
                <a:gd name="T5" fmla="*/ 0 h 1179"/>
              </a:gdLst>
              <a:ahLst/>
              <a:cxnLst>
                <a:cxn ang="0">
                  <a:pos x="T0" y="T1"/>
                </a:cxn>
                <a:cxn ang="0">
                  <a:pos x="T2" y="T3"/>
                </a:cxn>
                <a:cxn ang="0">
                  <a:pos x="T4" y="T5"/>
                </a:cxn>
              </a:cxnLst>
              <a:rect l="0" t="0" r="r" b="b"/>
              <a:pathLst>
                <a:path w="956" h="1179">
                  <a:moveTo>
                    <a:pt x="678" y="0"/>
                  </a:moveTo>
                  <a:cubicBezTo>
                    <a:pt x="921" y="696"/>
                    <a:pt x="322" y="996"/>
                    <a:pt x="0" y="1179"/>
                  </a:cubicBezTo>
                  <a:cubicBezTo>
                    <a:pt x="0" y="1179"/>
                    <a:pt x="956" y="778"/>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14" name="Freeform 540"/>
            <p:cNvSpPr/>
            <p:nvPr userDrawn="1"/>
          </p:nvSpPr>
          <p:spPr bwMode="gray">
            <a:xfrm rot="2583173">
              <a:off x="4936" y="3475"/>
              <a:ext cx="286" cy="151"/>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215" name="Group 541"/>
            <p:cNvGrpSpPr/>
            <p:nvPr userDrawn="1"/>
          </p:nvGrpSpPr>
          <p:grpSpPr bwMode="auto">
            <a:xfrm rot="2583173">
              <a:off x="4947" y="3268"/>
              <a:ext cx="143" cy="150"/>
              <a:chOff x="595" y="1174"/>
              <a:chExt cx="454" cy="479"/>
            </a:xfrm>
          </p:grpSpPr>
          <p:pic>
            <p:nvPicPr>
              <p:cNvPr id="219" name="Picture 542" descr="circuler_1"/>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gray">
              <a:xfrm>
                <a:off x="595" y="1174"/>
                <a:ext cx="454" cy="478"/>
              </a:xfrm>
              <a:prstGeom prst="rect">
                <a:avLst/>
              </a:prstGeom>
              <a:noFill/>
              <a:extLst>
                <a:ext uri="{909E8E84-426E-40DD-AFC4-6F175D3DCCD1}">
                  <a14:hiddenFill xmlns:a14="http://schemas.microsoft.com/office/drawing/2010/main">
                    <a:solidFill>
                      <a:srgbClr val="FFFFFF"/>
                    </a:solidFill>
                  </a14:hiddenFill>
                </a:ext>
              </a:extLst>
            </p:spPr>
          </p:pic>
          <p:sp>
            <p:nvSpPr>
              <p:cNvPr id="220" name="Oval 543"/>
              <p:cNvSpPr>
                <a:spLocks noChangeArrowheads="1"/>
              </p:cNvSpPr>
              <p:nvPr/>
            </p:nvSpPr>
            <p:spPr bwMode="gray">
              <a:xfrm>
                <a:off x="595" y="1174"/>
                <a:ext cx="451" cy="479"/>
              </a:xfrm>
              <a:prstGeom prst="ellipse">
                <a:avLst/>
              </a:prstGeom>
              <a:solidFill>
                <a:schemeClr val="hlink">
                  <a:alpha val="80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221" name="Picture 544" descr="Picture2"/>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gray">
              <a:xfrm>
                <a:off x="640" y="1179"/>
                <a:ext cx="359" cy="169"/>
              </a:xfrm>
              <a:prstGeom prst="rect">
                <a:avLst/>
              </a:prstGeom>
              <a:noFill/>
              <a:extLst>
                <a:ext uri="{909E8E84-426E-40DD-AFC4-6F175D3DCCD1}">
                  <a14:hiddenFill xmlns:a14="http://schemas.microsoft.com/office/drawing/2010/main">
                    <a:solidFill>
                      <a:srgbClr val="FFFFFF"/>
                    </a:solidFill>
                  </a14:hiddenFill>
                </a:ext>
              </a:extLst>
            </p:spPr>
          </p:pic>
        </p:grpSp>
        <p:sp>
          <p:nvSpPr>
            <p:cNvPr id="216" name="Freeform 545"/>
            <p:cNvSpPr/>
            <p:nvPr userDrawn="1"/>
          </p:nvSpPr>
          <p:spPr bwMode="hidden">
            <a:xfrm rot="18783173">
              <a:off x="4636" y="2657"/>
              <a:ext cx="232" cy="367"/>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hlink">
                    <a:gamma/>
                    <a:tint val="0"/>
                    <a:invGamma/>
                    <a:alpha val="50000"/>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17" name="Freeform 546"/>
            <p:cNvSpPr/>
            <p:nvPr userDrawn="1"/>
          </p:nvSpPr>
          <p:spPr bwMode="hidden">
            <a:xfrm rot="34983171">
              <a:off x="4402" y="3418"/>
              <a:ext cx="232" cy="366"/>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hlink">
                    <a:gamma/>
                    <a:tint val="0"/>
                    <a:invGamma/>
                    <a:alpha val="50000"/>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18" name="Freeform 547"/>
            <p:cNvSpPr/>
            <p:nvPr userDrawn="1"/>
          </p:nvSpPr>
          <p:spPr bwMode="hidden">
            <a:xfrm rot="29583173">
              <a:off x="5147" y="3668"/>
              <a:ext cx="232" cy="366"/>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hlink">
                    <a:gamma/>
                    <a:tint val="0"/>
                    <a:invGamma/>
                    <a:alpha val="50000"/>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230" name="Group 548"/>
          <p:cNvGrpSpPr/>
          <p:nvPr userDrawn="1"/>
        </p:nvGrpSpPr>
        <p:grpSpPr bwMode="auto">
          <a:xfrm flipH="1">
            <a:off x="7914078" y="418458"/>
            <a:ext cx="795338" cy="801688"/>
            <a:chOff x="1776" y="2304"/>
            <a:chExt cx="1766" cy="1779"/>
          </a:xfrm>
        </p:grpSpPr>
        <p:sp>
          <p:nvSpPr>
            <p:cNvPr id="231" name="Freeform 549"/>
            <p:cNvSpPr/>
            <p:nvPr userDrawn="1"/>
          </p:nvSpPr>
          <p:spPr bwMode="gray">
            <a:xfrm rot="1381608">
              <a:off x="2855" y="2408"/>
              <a:ext cx="687" cy="955"/>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2"/>
                </a:gs>
                <a:gs pos="100000">
                  <a:schemeClr val="accent2">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2" name="Freeform 550"/>
            <p:cNvSpPr/>
            <p:nvPr userDrawn="1"/>
          </p:nvSpPr>
          <p:spPr bwMode="hidden">
            <a:xfrm rot="1381608">
              <a:off x="3023" y="2382"/>
              <a:ext cx="318" cy="500"/>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2">
                    <a:gamma/>
                    <a:tint val="0"/>
                    <a:invGamma/>
                    <a:alpha val="50000"/>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3" name="Freeform 551"/>
            <p:cNvSpPr/>
            <p:nvPr userDrawn="1"/>
          </p:nvSpPr>
          <p:spPr bwMode="hidden">
            <a:xfrm rot="1381608">
              <a:off x="2806" y="2648"/>
              <a:ext cx="512" cy="670"/>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4" name="Freeform 552"/>
            <p:cNvSpPr/>
            <p:nvPr userDrawn="1"/>
          </p:nvSpPr>
          <p:spPr bwMode="gray">
            <a:xfrm rot="1381608">
              <a:off x="2797" y="2691"/>
              <a:ext cx="482" cy="619"/>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5" name="Freeform 553"/>
            <p:cNvSpPr/>
            <p:nvPr userDrawn="1"/>
          </p:nvSpPr>
          <p:spPr bwMode="gray">
            <a:xfrm rot="-4018392">
              <a:off x="2372" y="2458"/>
              <a:ext cx="446" cy="836"/>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6" name="Freeform 554"/>
            <p:cNvSpPr/>
            <p:nvPr userDrawn="1"/>
          </p:nvSpPr>
          <p:spPr bwMode="hidden">
            <a:xfrm rot="-4018392">
              <a:off x="2562" y="2344"/>
              <a:ext cx="109" cy="752"/>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7" name="Freeform 555"/>
            <p:cNvSpPr/>
            <p:nvPr userDrawn="1"/>
          </p:nvSpPr>
          <p:spPr bwMode="gray">
            <a:xfrm rot="-4018392">
              <a:off x="2639" y="2968"/>
              <a:ext cx="124" cy="22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8" name="Freeform 556"/>
            <p:cNvSpPr/>
            <p:nvPr userDrawn="1"/>
          </p:nvSpPr>
          <p:spPr bwMode="gray">
            <a:xfrm rot="-4018392">
              <a:off x="1997" y="2166"/>
              <a:ext cx="684" cy="959"/>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2"/>
                </a:gs>
                <a:gs pos="100000">
                  <a:schemeClr val="accent2">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9" name="Freeform 557"/>
            <p:cNvSpPr/>
            <p:nvPr userDrawn="1"/>
          </p:nvSpPr>
          <p:spPr bwMode="hidden">
            <a:xfrm rot="-4018392">
              <a:off x="2181" y="2445"/>
              <a:ext cx="511" cy="673"/>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0" name="Freeform 558"/>
            <p:cNvSpPr/>
            <p:nvPr userDrawn="1"/>
          </p:nvSpPr>
          <p:spPr bwMode="gray">
            <a:xfrm rot="-4018392">
              <a:off x="2214" y="2497"/>
              <a:ext cx="479" cy="622"/>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1" name="Freeform 559"/>
            <p:cNvSpPr/>
            <p:nvPr userDrawn="1"/>
          </p:nvSpPr>
          <p:spPr bwMode="gray">
            <a:xfrm rot="-4018392">
              <a:off x="2207" y="2485"/>
              <a:ext cx="504" cy="622"/>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2" name="Freeform 560"/>
            <p:cNvSpPr/>
            <p:nvPr userDrawn="1"/>
          </p:nvSpPr>
          <p:spPr bwMode="gray">
            <a:xfrm rot="-4018392">
              <a:off x="2685" y="2907"/>
              <a:ext cx="390" cy="207"/>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3" name="Freeform 561"/>
            <p:cNvSpPr/>
            <p:nvPr userDrawn="1"/>
          </p:nvSpPr>
          <p:spPr bwMode="gray">
            <a:xfrm rot="-9418392">
              <a:off x="2126" y="2824"/>
              <a:ext cx="447" cy="832"/>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4" name="Freeform 562"/>
            <p:cNvSpPr/>
            <p:nvPr userDrawn="1"/>
          </p:nvSpPr>
          <p:spPr bwMode="hidden">
            <a:xfrm rot="-9418392">
              <a:off x="2137" y="2845"/>
              <a:ext cx="110" cy="748"/>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5" name="Freeform 563"/>
            <p:cNvSpPr/>
            <p:nvPr userDrawn="1"/>
          </p:nvSpPr>
          <p:spPr bwMode="gray">
            <a:xfrm rot="-9418392">
              <a:off x="2491" y="3023"/>
              <a:ext cx="126" cy="22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6" name="Freeform 564"/>
            <p:cNvSpPr/>
            <p:nvPr userDrawn="1"/>
          </p:nvSpPr>
          <p:spPr bwMode="gray">
            <a:xfrm rot="-9418392">
              <a:off x="1776" y="3018"/>
              <a:ext cx="687" cy="955"/>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2"/>
                </a:gs>
                <a:gs pos="100000">
                  <a:schemeClr val="accent2">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7" name="Freeform 565"/>
            <p:cNvSpPr/>
            <p:nvPr userDrawn="1"/>
          </p:nvSpPr>
          <p:spPr bwMode="hidden">
            <a:xfrm rot="-9418392">
              <a:off x="1999" y="3064"/>
              <a:ext cx="513" cy="670"/>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8" name="Freeform 566"/>
            <p:cNvSpPr/>
            <p:nvPr userDrawn="1"/>
          </p:nvSpPr>
          <p:spPr bwMode="gray">
            <a:xfrm rot="-9418392">
              <a:off x="2038" y="3072"/>
              <a:ext cx="482" cy="619"/>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9" name="Freeform 567"/>
            <p:cNvSpPr/>
            <p:nvPr userDrawn="1"/>
          </p:nvSpPr>
          <p:spPr bwMode="gray">
            <a:xfrm rot="-9418392">
              <a:off x="2014" y="3067"/>
              <a:ext cx="507" cy="620"/>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50" name="Freeform 568"/>
            <p:cNvSpPr/>
            <p:nvPr userDrawn="1"/>
          </p:nvSpPr>
          <p:spPr bwMode="gray">
            <a:xfrm rot="-9418392">
              <a:off x="2289" y="2853"/>
              <a:ext cx="391" cy="207"/>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251" name="Group 569"/>
            <p:cNvGrpSpPr/>
            <p:nvPr userDrawn="1"/>
          </p:nvGrpSpPr>
          <p:grpSpPr bwMode="auto">
            <a:xfrm>
              <a:off x="2282" y="3180"/>
              <a:ext cx="1153" cy="903"/>
              <a:chOff x="2282" y="3180"/>
              <a:chExt cx="1153" cy="903"/>
            </a:xfrm>
          </p:grpSpPr>
          <p:sp>
            <p:nvSpPr>
              <p:cNvPr id="264" name="Freeform 570"/>
              <p:cNvSpPr/>
              <p:nvPr userDrawn="1"/>
            </p:nvSpPr>
            <p:spPr bwMode="gray">
              <a:xfrm rot="-14818392">
                <a:off x="2477" y="3093"/>
                <a:ext cx="446" cy="835"/>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65" name="Freeform 571"/>
              <p:cNvSpPr/>
              <p:nvPr userDrawn="1"/>
            </p:nvSpPr>
            <p:spPr bwMode="hidden">
              <a:xfrm rot="-14818392">
                <a:off x="2624" y="3292"/>
                <a:ext cx="110" cy="751"/>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66" name="Freeform 572"/>
              <p:cNvSpPr/>
              <p:nvPr userDrawn="1"/>
            </p:nvSpPr>
            <p:spPr bwMode="gray">
              <a:xfrm rot="-14818392">
                <a:off x="2532" y="3195"/>
                <a:ext cx="125" cy="22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67" name="Freeform 573"/>
              <p:cNvSpPr/>
              <p:nvPr userDrawn="1"/>
            </p:nvSpPr>
            <p:spPr bwMode="gray">
              <a:xfrm rot="-14818392">
                <a:off x="2613" y="3262"/>
                <a:ext cx="685" cy="958"/>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2"/>
                  </a:gs>
                  <a:gs pos="100000">
                    <a:schemeClr val="accent2">
                      <a:gamma/>
                      <a:shade val="72941"/>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68" name="Freeform 574"/>
              <p:cNvSpPr/>
              <p:nvPr userDrawn="1"/>
            </p:nvSpPr>
            <p:spPr bwMode="hidden">
              <a:xfrm rot="-14818392">
                <a:off x="2602" y="3269"/>
                <a:ext cx="511" cy="672"/>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69" name="Freeform 575"/>
              <p:cNvSpPr/>
              <p:nvPr userDrawn="1"/>
            </p:nvSpPr>
            <p:spPr bwMode="gray">
              <a:xfrm rot="-14818392">
                <a:off x="2601" y="3269"/>
                <a:ext cx="480" cy="621"/>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accent2">
                      <a:alpha val="0"/>
                    </a:schemeClr>
                  </a:gs>
                  <a:gs pos="100000">
                    <a:schemeClr val="accent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70" name="Freeform 576"/>
              <p:cNvSpPr/>
              <p:nvPr userDrawn="1"/>
            </p:nvSpPr>
            <p:spPr bwMode="gray">
              <a:xfrm rot="-14818392">
                <a:off x="2583" y="3281"/>
                <a:ext cx="505" cy="621"/>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71" name="Freeform 577"/>
              <p:cNvSpPr/>
              <p:nvPr userDrawn="1"/>
            </p:nvSpPr>
            <p:spPr bwMode="gray">
              <a:xfrm rot="-14818392">
                <a:off x="2221" y="3271"/>
                <a:ext cx="390" cy="207"/>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252" name="Freeform 578"/>
            <p:cNvSpPr/>
            <p:nvPr userDrawn="1"/>
          </p:nvSpPr>
          <p:spPr bwMode="gray">
            <a:xfrm rot="1381608">
              <a:off x="2750" y="2728"/>
              <a:ext cx="447" cy="833"/>
            </a:xfrm>
            <a:custGeom>
              <a:avLst/>
              <a:gdLst>
                <a:gd name="T0" fmla="*/ 0 w 847"/>
                <a:gd name="T1" fmla="*/ 1064 h 1584"/>
                <a:gd name="T2" fmla="*/ 680 w 847"/>
                <a:gd name="T3" fmla="*/ 0 h 1584"/>
                <a:gd name="T4" fmla="*/ 755 w 847"/>
                <a:gd name="T5" fmla="*/ 1359 h 1584"/>
                <a:gd name="T6" fmla="*/ 14 w 847"/>
                <a:gd name="T7" fmla="*/ 1191 h 1584"/>
                <a:gd name="T8" fmla="*/ 0 w 847"/>
                <a:gd name="T9" fmla="*/ 1064 h 1584"/>
              </a:gdLst>
              <a:ahLst/>
              <a:cxnLst>
                <a:cxn ang="0">
                  <a:pos x="T0" y="T1"/>
                </a:cxn>
                <a:cxn ang="0">
                  <a:pos x="T2" y="T3"/>
                </a:cxn>
                <a:cxn ang="0">
                  <a:pos x="T4" y="T5"/>
                </a:cxn>
                <a:cxn ang="0">
                  <a:pos x="T6" y="T7"/>
                </a:cxn>
                <a:cxn ang="0">
                  <a:pos x="T8" y="T9"/>
                </a:cxn>
              </a:cxnLst>
              <a:rect l="0" t="0" r="r" b="b"/>
              <a:pathLst>
                <a:path w="847" h="1584">
                  <a:moveTo>
                    <a:pt x="0" y="1064"/>
                  </a:moveTo>
                  <a:cubicBezTo>
                    <a:pt x="847" y="596"/>
                    <a:pt x="708" y="174"/>
                    <a:pt x="680" y="0"/>
                  </a:cubicBezTo>
                  <a:cubicBezTo>
                    <a:pt x="680" y="0"/>
                    <a:pt x="806" y="462"/>
                    <a:pt x="755" y="1359"/>
                  </a:cubicBezTo>
                  <a:cubicBezTo>
                    <a:pt x="494" y="1584"/>
                    <a:pt x="14" y="1191"/>
                    <a:pt x="14" y="1191"/>
                  </a:cubicBezTo>
                  <a:lnTo>
                    <a:pt x="0" y="1064"/>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53" name="Freeform 579"/>
            <p:cNvSpPr/>
            <p:nvPr userDrawn="1"/>
          </p:nvSpPr>
          <p:spPr bwMode="hidden">
            <a:xfrm rot="1381608">
              <a:off x="3071" y="2789"/>
              <a:ext cx="110" cy="748"/>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46" y="30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54" name="Freeform 580"/>
            <p:cNvSpPr/>
            <p:nvPr userDrawn="1"/>
          </p:nvSpPr>
          <p:spPr bwMode="gray">
            <a:xfrm rot="1381608">
              <a:off x="2701" y="3135"/>
              <a:ext cx="126" cy="224"/>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55" name="Freeform 581"/>
            <p:cNvSpPr/>
            <p:nvPr userDrawn="1"/>
          </p:nvSpPr>
          <p:spPr bwMode="gray">
            <a:xfrm rot="1381608">
              <a:off x="2796" y="2696"/>
              <a:ext cx="505" cy="619"/>
            </a:xfrm>
            <a:custGeom>
              <a:avLst/>
              <a:gdLst>
                <a:gd name="T0" fmla="*/ 678 w 956"/>
                <a:gd name="T1" fmla="*/ 0 h 1179"/>
                <a:gd name="T2" fmla="*/ 0 w 956"/>
                <a:gd name="T3" fmla="*/ 1179 h 1179"/>
                <a:gd name="T4" fmla="*/ 678 w 956"/>
                <a:gd name="T5" fmla="*/ 0 h 1179"/>
              </a:gdLst>
              <a:ahLst/>
              <a:cxnLst>
                <a:cxn ang="0">
                  <a:pos x="T0" y="T1"/>
                </a:cxn>
                <a:cxn ang="0">
                  <a:pos x="T2" y="T3"/>
                </a:cxn>
                <a:cxn ang="0">
                  <a:pos x="T4" y="T5"/>
                </a:cxn>
              </a:cxnLst>
              <a:rect l="0" t="0" r="r" b="b"/>
              <a:pathLst>
                <a:path w="956" h="1179">
                  <a:moveTo>
                    <a:pt x="678" y="0"/>
                  </a:moveTo>
                  <a:cubicBezTo>
                    <a:pt x="921" y="696"/>
                    <a:pt x="322" y="996"/>
                    <a:pt x="0" y="1179"/>
                  </a:cubicBezTo>
                  <a:cubicBezTo>
                    <a:pt x="0" y="1179"/>
                    <a:pt x="956" y="778"/>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56" name="Freeform 582"/>
            <p:cNvSpPr/>
            <p:nvPr userDrawn="1"/>
          </p:nvSpPr>
          <p:spPr bwMode="gray">
            <a:xfrm rot="1381608">
              <a:off x="2637" y="3321"/>
              <a:ext cx="391" cy="207"/>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257" name="Group 583"/>
            <p:cNvGrpSpPr/>
            <p:nvPr userDrawn="1"/>
          </p:nvGrpSpPr>
          <p:grpSpPr bwMode="auto">
            <a:xfrm rot="1381608">
              <a:off x="2561" y="3083"/>
              <a:ext cx="195" cy="205"/>
              <a:chOff x="595" y="1174"/>
              <a:chExt cx="454" cy="479"/>
            </a:xfrm>
          </p:grpSpPr>
          <p:pic>
            <p:nvPicPr>
              <p:cNvPr id="261" name="Picture 584" descr="circuler_1"/>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gray">
              <a:xfrm>
                <a:off x="595" y="1174"/>
                <a:ext cx="454" cy="478"/>
              </a:xfrm>
              <a:prstGeom prst="rect">
                <a:avLst/>
              </a:prstGeom>
              <a:noFill/>
              <a:extLst>
                <a:ext uri="{909E8E84-426E-40DD-AFC4-6F175D3DCCD1}">
                  <a14:hiddenFill xmlns:a14="http://schemas.microsoft.com/office/drawing/2010/main">
                    <a:solidFill>
                      <a:srgbClr val="FFFFFF"/>
                    </a:solidFill>
                  </a14:hiddenFill>
                </a:ext>
              </a:extLst>
            </p:spPr>
          </p:pic>
          <p:sp>
            <p:nvSpPr>
              <p:cNvPr id="262" name="Oval 585"/>
              <p:cNvSpPr>
                <a:spLocks noChangeArrowheads="1"/>
              </p:cNvSpPr>
              <p:nvPr/>
            </p:nvSpPr>
            <p:spPr bwMode="gray">
              <a:xfrm>
                <a:off x="595" y="1174"/>
                <a:ext cx="451" cy="479"/>
              </a:xfrm>
              <a:prstGeom prst="ellipse">
                <a:avLst/>
              </a:prstGeom>
              <a:solidFill>
                <a:schemeClr val="accent2">
                  <a:alpha val="80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263" name="Picture 586" descr="Picture2"/>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gray">
              <a:xfrm>
                <a:off x="640" y="1179"/>
                <a:ext cx="359" cy="169"/>
              </a:xfrm>
              <a:prstGeom prst="rect">
                <a:avLst/>
              </a:prstGeom>
              <a:noFill/>
              <a:extLst>
                <a:ext uri="{909E8E84-426E-40DD-AFC4-6F175D3DCCD1}">
                  <a14:hiddenFill xmlns:a14="http://schemas.microsoft.com/office/drawing/2010/main">
                    <a:solidFill>
                      <a:srgbClr val="FFFFFF"/>
                    </a:solidFill>
                  </a14:hiddenFill>
                </a:ext>
              </a:extLst>
            </p:spPr>
          </p:pic>
        </p:grpSp>
        <p:sp>
          <p:nvSpPr>
            <p:cNvPr id="258" name="Freeform 587"/>
            <p:cNvSpPr/>
            <p:nvPr userDrawn="1"/>
          </p:nvSpPr>
          <p:spPr bwMode="hidden">
            <a:xfrm rot="17581608">
              <a:off x="1920" y="2415"/>
              <a:ext cx="317" cy="502"/>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2">
                    <a:gamma/>
                    <a:tint val="0"/>
                    <a:invGamma/>
                    <a:alpha val="50000"/>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59" name="Freeform 588"/>
            <p:cNvSpPr/>
            <p:nvPr userDrawn="1"/>
          </p:nvSpPr>
          <p:spPr bwMode="hidden">
            <a:xfrm rot="33781608">
              <a:off x="1977" y="3500"/>
              <a:ext cx="318" cy="500"/>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2">
                    <a:gamma/>
                    <a:tint val="0"/>
                    <a:invGamma/>
                    <a:alpha val="50000"/>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60" name="Freeform 589"/>
            <p:cNvSpPr/>
            <p:nvPr userDrawn="1"/>
          </p:nvSpPr>
          <p:spPr bwMode="hidden">
            <a:xfrm rot="28381608">
              <a:off x="3052" y="3473"/>
              <a:ext cx="318" cy="501"/>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2">
                    <a:gamma/>
                    <a:tint val="0"/>
                    <a:invGamma/>
                    <a:alpha val="50000"/>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272" name="Group 590"/>
          <p:cNvGrpSpPr/>
          <p:nvPr userDrawn="1"/>
        </p:nvGrpSpPr>
        <p:grpSpPr bwMode="auto">
          <a:xfrm rot="180767" flipH="1">
            <a:off x="-44412" y="242376"/>
            <a:ext cx="1355725" cy="1365250"/>
            <a:chOff x="2565" y="569"/>
            <a:chExt cx="2950" cy="2969"/>
          </a:xfrm>
        </p:grpSpPr>
        <p:sp>
          <p:nvSpPr>
            <p:cNvPr id="273" name="Freeform 591"/>
            <p:cNvSpPr/>
            <p:nvPr userDrawn="1"/>
          </p:nvSpPr>
          <p:spPr bwMode="gray">
            <a:xfrm rot="-1220570">
              <a:off x="3825" y="569"/>
              <a:ext cx="935" cy="1330"/>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1"/>
                </a:gs>
                <a:gs pos="100000">
                  <a:schemeClr val="tx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74" name="Freeform 592"/>
            <p:cNvSpPr/>
            <p:nvPr userDrawn="1"/>
          </p:nvSpPr>
          <p:spPr bwMode="hidden">
            <a:xfrm rot="-1220570">
              <a:off x="3819" y="643"/>
              <a:ext cx="433" cy="696"/>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1">
                    <a:gamma/>
                    <a:tint val="0"/>
                    <a:invGamma/>
                    <a:alpha val="50000"/>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75" name="Freeform 593"/>
            <p:cNvSpPr/>
            <p:nvPr userDrawn="1"/>
          </p:nvSpPr>
          <p:spPr bwMode="hidden">
            <a:xfrm rot="-1220570">
              <a:off x="3901" y="995"/>
              <a:ext cx="698" cy="933"/>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76" name="Freeform 594"/>
            <p:cNvSpPr/>
            <p:nvPr userDrawn="1"/>
          </p:nvSpPr>
          <p:spPr bwMode="gray">
            <a:xfrm rot="-1220570">
              <a:off x="3915" y="1071"/>
              <a:ext cx="655" cy="862"/>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277" name="Group 595"/>
            <p:cNvGrpSpPr/>
            <p:nvPr userDrawn="1"/>
          </p:nvGrpSpPr>
          <p:grpSpPr bwMode="auto">
            <a:xfrm>
              <a:off x="2565" y="1326"/>
              <a:ext cx="1692" cy="953"/>
              <a:chOff x="2565" y="1326"/>
              <a:chExt cx="1692" cy="953"/>
            </a:xfrm>
          </p:grpSpPr>
          <p:sp>
            <p:nvSpPr>
              <p:cNvPr id="308" name="Freeform 596"/>
              <p:cNvSpPr/>
              <p:nvPr userDrawn="1"/>
            </p:nvSpPr>
            <p:spPr bwMode="gray">
              <a:xfrm rot="-6620570">
                <a:off x="3378" y="1226"/>
                <a:ext cx="620" cy="1138"/>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9" name="Freeform 597"/>
              <p:cNvSpPr/>
              <p:nvPr userDrawn="1"/>
            </p:nvSpPr>
            <p:spPr bwMode="hidden">
              <a:xfrm rot="-6620570">
                <a:off x="3485" y="1103"/>
                <a:ext cx="152" cy="1024"/>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10" name="Freeform 598"/>
              <p:cNvSpPr/>
              <p:nvPr userDrawn="1"/>
            </p:nvSpPr>
            <p:spPr bwMode="gray">
              <a:xfrm rot="-6620570">
                <a:off x="3898" y="1749"/>
                <a:ext cx="173" cy="306"/>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11" name="Freeform 599"/>
              <p:cNvSpPr/>
              <p:nvPr userDrawn="1"/>
            </p:nvSpPr>
            <p:spPr bwMode="gray">
              <a:xfrm rot="-6620570">
                <a:off x="2741" y="1150"/>
                <a:ext cx="953" cy="1306"/>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1"/>
                  </a:gs>
                  <a:gs pos="100000">
                    <a:schemeClr val="tx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12" name="Freeform 600"/>
              <p:cNvSpPr/>
              <p:nvPr userDrawn="1"/>
            </p:nvSpPr>
            <p:spPr bwMode="hidden">
              <a:xfrm rot="-6620570">
                <a:off x="3087" y="1391"/>
                <a:ext cx="711" cy="916"/>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13" name="Freeform 601"/>
              <p:cNvSpPr/>
              <p:nvPr userDrawn="1"/>
            </p:nvSpPr>
            <p:spPr bwMode="gray">
              <a:xfrm rot="-6620570">
                <a:off x="3149" y="1433"/>
                <a:ext cx="668" cy="847"/>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14" name="Freeform 602"/>
              <p:cNvSpPr/>
              <p:nvPr userDrawn="1"/>
            </p:nvSpPr>
            <p:spPr bwMode="gray">
              <a:xfrm rot="-6620570">
                <a:off x="3125" y="1416"/>
                <a:ext cx="703" cy="847"/>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15" name="Freeform 603"/>
              <p:cNvSpPr/>
              <p:nvPr userDrawn="1"/>
            </p:nvSpPr>
            <p:spPr bwMode="gray">
              <a:xfrm rot="-6620570">
                <a:off x="3825" y="1523"/>
                <a:ext cx="542" cy="282"/>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278" name="Group 604"/>
            <p:cNvGrpSpPr/>
            <p:nvPr userDrawn="1"/>
          </p:nvGrpSpPr>
          <p:grpSpPr bwMode="auto">
            <a:xfrm>
              <a:off x="3336" y="1815"/>
              <a:ext cx="935" cy="1723"/>
              <a:chOff x="3336" y="1815"/>
              <a:chExt cx="935" cy="1723"/>
            </a:xfrm>
          </p:grpSpPr>
          <p:sp>
            <p:nvSpPr>
              <p:cNvPr id="300" name="Freeform 605"/>
              <p:cNvSpPr/>
              <p:nvPr userDrawn="1"/>
            </p:nvSpPr>
            <p:spPr bwMode="gray">
              <a:xfrm rot="-12020570">
                <a:off x="3486" y="1815"/>
                <a:ext cx="608" cy="1159"/>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1" name="Freeform 606"/>
              <p:cNvSpPr/>
              <p:nvPr userDrawn="1"/>
            </p:nvSpPr>
            <p:spPr bwMode="hidden">
              <a:xfrm rot="-12020570">
                <a:off x="3539" y="2000"/>
                <a:ext cx="149" cy="1043"/>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2" name="Freeform 607"/>
              <p:cNvSpPr/>
              <p:nvPr userDrawn="1"/>
            </p:nvSpPr>
            <p:spPr bwMode="gray">
              <a:xfrm rot="-12020570">
                <a:off x="3808" y="1940"/>
                <a:ext cx="170" cy="311"/>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3" name="Freeform 608"/>
              <p:cNvSpPr/>
              <p:nvPr userDrawn="1"/>
            </p:nvSpPr>
            <p:spPr bwMode="gray">
              <a:xfrm rot="-12020570">
                <a:off x="3336" y="2208"/>
                <a:ext cx="935" cy="1330"/>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1"/>
                  </a:gs>
                  <a:gs pos="100000">
                    <a:schemeClr val="tx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4" name="Freeform 609"/>
              <p:cNvSpPr/>
              <p:nvPr userDrawn="1"/>
            </p:nvSpPr>
            <p:spPr bwMode="hidden">
              <a:xfrm rot="-12020570">
                <a:off x="3498" y="2178"/>
                <a:ext cx="698" cy="933"/>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5" name="Freeform 610"/>
              <p:cNvSpPr/>
              <p:nvPr userDrawn="1"/>
            </p:nvSpPr>
            <p:spPr bwMode="gray">
              <a:xfrm rot="-12020570">
                <a:off x="3526" y="2174"/>
                <a:ext cx="655" cy="862"/>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6" name="Freeform 611"/>
              <p:cNvSpPr/>
              <p:nvPr userDrawn="1"/>
            </p:nvSpPr>
            <p:spPr bwMode="gray">
              <a:xfrm rot="-12020570">
                <a:off x="3493" y="2180"/>
                <a:ext cx="689" cy="862"/>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7" name="Freeform 612"/>
              <p:cNvSpPr/>
              <p:nvPr userDrawn="1"/>
            </p:nvSpPr>
            <p:spPr bwMode="gray">
              <a:xfrm rot="-12020570">
                <a:off x="3391" y="1837"/>
                <a:ext cx="532" cy="288"/>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279" name="Group 613"/>
            <p:cNvGrpSpPr/>
            <p:nvPr userDrawn="1"/>
          </p:nvGrpSpPr>
          <p:grpSpPr bwMode="auto">
            <a:xfrm>
              <a:off x="3822" y="1853"/>
              <a:ext cx="1693" cy="953"/>
              <a:chOff x="3822" y="1853"/>
              <a:chExt cx="1693" cy="953"/>
            </a:xfrm>
          </p:grpSpPr>
          <p:sp>
            <p:nvSpPr>
              <p:cNvPr id="292" name="Freeform 614"/>
              <p:cNvSpPr/>
              <p:nvPr userDrawn="1"/>
            </p:nvSpPr>
            <p:spPr bwMode="gray">
              <a:xfrm rot="-17420570">
                <a:off x="4082" y="1768"/>
                <a:ext cx="620" cy="1139"/>
              </a:xfrm>
              <a:custGeom>
                <a:avLst/>
                <a:gdLst>
                  <a:gd name="T0" fmla="*/ 0 w 847"/>
                  <a:gd name="T1" fmla="*/ 1056 h 1584"/>
                  <a:gd name="T2" fmla="*/ 693 w 847"/>
                  <a:gd name="T3" fmla="*/ 0 h 1584"/>
                  <a:gd name="T4" fmla="*/ 768 w 847"/>
                  <a:gd name="T5" fmla="*/ 1359 h 1584"/>
                  <a:gd name="T6" fmla="*/ 27 w 847"/>
                  <a:gd name="T7" fmla="*/ 1191 h 1584"/>
                  <a:gd name="T8" fmla="*/ 0 w 847"/>
                  <a:gd name="T9" fmla="*/ 1056 h 1584"/>
                </a:gdLst>
                <a:ahLst/>
                <a:cxnLst>
                  <a:cxn ang="0">
                    <a:pos x="T0" y="T1"/>
                  </a:cxn>
                  <a:cxn ang="0">
                    <a:pos x="T2" y="T3"/>
                  </a:cxn>
                  <a:cxn ang="0">
                    <a:pos x="T4" y="T5"/>
                  </a:cxn>
                  <a:cxn ang="0">
                    <a:pos x="T6" y="T7"/>
                  </a:cxn>
                  <a:cxn ang="0">
                    <a:pos x="T8" y="T9"/>
                  </a:cxn>
                </a:cxnLst>
                <a:rect l="0" t="0" r="r" b="b"/>
                <a:pathLst>
                  <a:path w="847" h="1584">
                    <a:moveTo>
                      <a:pt x="0" y="1056"/>
                    </a:moveTo>
                    <a:cubicBezTo>
                      <a:pt x="847" y="588"/>
                      <a:pt x="705" y="234"/>
                      <a:pt x="693" y="0"/>
                    </a:cubicBezTo>
                    <a:cubicBezTo>
                      <a:pt x="693" y="0"/>
                      <a:pt x="819" y="462"/>
                      <a:pt x="768" y="1359"/>
                    </a:cubicBezTo>
                    <a:cubicBezTo>
                      <a:pt x="507" y="1584"/>
                      <a:pt x="27" y="1191"/>
                      <a:pt x="27" y="1191"/>
                    </a:cubicBezTo>
                    <a:lnTo>
                      <a:pt x="0" y="1056"/>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93" name="Freeform 615"/>
              <p:cNvSpPr/>
              <p:nvPr userDrawn="1"/>
            </p:nvSpPr>
            <p:spPr bwMode="hidden">
              <a:xfrm rot="-17420570">
                <a:off x="4443" y="2005"/>
                <a:ext cx="152" cy="1025"/>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24" y="22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94" name="Freeform 616"/>
              <p:cNvSpPr/>
              <p:nvPr userDrawn="1"/>
            </p:nvSpPr>
            <p:spPr bwMode="gray">
              <a:xfrm rot="-17420570">
                <a:off x="4008" y="2078"/>
                <a:ext cx="173" cy="306"/>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95" name="Freeform 617"/>
              <p:cNvSpPr/>
              <p:nvPr userDrawn="1"/>
            </p:nvSpPr>
            <p:spPr bwMode="gray">
              <a:xfrm rot="-17420570">
                <a:off x="4385" y="1676"/>
                <a:ext cx="953" cy="1307"/>
              </a:xfrm>
              <a:custGeom>
                <a:avLst/>
                <a:gdLst>
                  <a:gd name="T0" fmla="*/ 276 w 1302"/>
                  <a:gd name="T1" fmla="*/ 0 h 1818"/>
                  <a:gd name="T2" fmla="*/ 0 w 1302"/>
                  <a:gd name="T3" fmla="*/ 1818 h 1818"/>
                  <a:gd name="T4" fmla="*/ 276 w 1302"/>
                  <a:gd name="T5" fmla="*/ 0 h 1818"/>
                </a:gdLst>
                <a:ahLst/>
                <a:cxnLst>
                  <a:cxn ang="0">
                    <a:pos x="T0" y="T1"/>
                  </a:cxn>
                  <a:cxn ang="0">
                    <a:pos x="T2" y="T3"/>
                  </a:cxn>
                  <a:cxn ang="0">
                    <a:pos x="T4" y="T5"/>
                  </a:cxn>
                </a:cxnLst>
                <a:rect l="0" t="0" r="r" b="b"/>
                <a:pathLst>
                  <a:path w="1302" h="1818">
                    <a:moveTo>
                      <a:pt x="276" y="0"/>
                    </a:moveTo>
                    <a:cubicBezTo>
                      <a:pt x="1302" y="1171"/>
                      <a:pt x="322" y="1635"/>
                      <a:pt x="0" y="1818"/>
                    </a:cubicBezTo>
                    <a:cubicBezTo>
                      <a:pt x="0" y="1818"/>
                      <a:pt x="276" y="0"/>
                      <a:pt x="276" y="0"/>
                    </a:cubicBezTo>
                    <a:close/>
                  </a:path>
                </a:pathLst>
              </a:custGeom>
              <a:gradFill rotWithShape="1">
                <a:gsLst>
                  <a:gs pos="0">
                    <a:schemeClr val="accent1"/>
                  </a:gs>
                  <a:gs pos="100000">
                    <a:schemeClr val="tx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96" name="Freeform 618"/>
              <p:cNvSpPr/>
              <p:nvPr userDrawn="1"/>
            </p:nvSpPr>
            <p:spPr bwMode="hidden">
              <a:xfrm rot="-17420570">
                <a:off x="4281" y="1825"/>
                <a:ext cx="711" cy="917"/>
              </a:xfrm>
              <a:custGeom>
                <a:avLst/>
                <a:gdLst>
                  <a:gd name="T0" fmla="*/ 636 w 972"/>
                  <a:gd name="T1" fmla="*/ 0 h 1275"/>
                  <a:gd name="T2" fmla="*/ 0 w 972"/>
                  <a:gd name="T3" fmla="*/ 1275 h 1275"/>
                  <a:gd name="T4" fmla="*/ 636 w 972"/>
                  <a:gd name="T5" fmla="*/ 0 h 1275"/>
                </a:gdLst>
                <a:ahLst/>
                <a:cxnLst>
                  <a:cxn ang="0">
                    <a:pos x="T0" y="T1"/>
                  </a:cxn>
                  <a:cxn ang="0">
                    <a:pos x="T2" y="T3"/>
                  </a:cxn>
                  <a:cxn ang="0">
                    <a:pos x="T4" y="T5"/>
                  </a:cxn>
                </a:cxnLst>
                <a:rect l="0" t="0" r="r" b="b"/>
                <a:pathLst>
                  <a:path w="972" h="1275">
                    <a:moveTo>
                      <a:pt x="636" y="0"/>
                    </a:moveTo>
                    <a:cubicBezTo>
                      <a:pt x="972" y="726"/>
                      <a:pt x="322" y="1092"/>
                      <a:pt x="0" y="1275"/>
                    </a:cubicBezTo>
                    <a:cubicBezTo>
                      <a:pt x="0" y="1275"/>
                      <a:pt x="564" y="852"/>
                      <a:pt x="636"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97" name="Freeform 619"/>
              <p:cNvSpPr/>
              <p:nvPr userDrawn="1"/>
            </p:nvSpPr>
            <p:spPr bwMode="gray">
              <a:xfrm rot="-17420570">
                <a:off x="4264" y="1851"/>
                <a:ext cx="668" cy="848"/>
              </a:xfrm>
              <a:custGeom>
                <a:avLst/>
                <a:gdLst>
                  <a:gd name="T0" fmla="*/ 678 w 912"/>
                  <a:gd name="T1" fmla="*/ 0 h 1179"/>
                  <a:gd name="T2" fmla="*/ 0 w 912"/>
                  <a:gd name="T3" fmla="*/ 1179 h 1179"/>
                  <a:gd name="T4" fmla="*/ 678 w 912"/>
                  <a:gd name="T5" fmla="*/ 0 h 1179"/>
                </a:gdLst>
                <a:ahLst/>
                <a:cxnLst>
                  <a:cxn ang="0">
                    <a:pos x="T0" y="T1"/>
                  </a:cxn>
                  <a:cxn ang="0">
                    <a:pos x="T2" y="T3"/>
                  </a:cxn>
                  <a:cxn ang="0">
                    <a:pos x="T4" y="T5"/>
                  </a:cxn>
                </a:cxnLst>
                <a:rect l="0" t="0" r="r" b="b"/>
                <a:pathLst>
                  <a:path w="912" h="1179">
                    <a:moveTo>
                      <a:pt x="678" y="0"/>
                    </a:moveTo>
                    <a:cubicBezTo>
                      <a:pt x="912" y="678"/>
                      <a:pt x="322" y="996"/>
                      <a:pt x="0" y="1179"/>
                    </a:cubicBezTo>
                    <a:cubicBezTo>
                      <a:pt x="0" y="1179"/>
                      <a:pt x="878" y="652"/>
                      <a:pt x="678" y="0"/>
                    </a:cubicBezTo>
                    <a:close/>
                  </a:path>
                </a:pathLst>
              </a:custGeom>
              <a:gradFill rotWithShape="1">
                <a:gsLst>
                  <a:gs pos="0">
                    <a:schemeClr val="tx2">
                      <a:alpha val="0"/>
                    </a:schemeClr>
                  </a:gs>
                  <a:gs pos="100000">
                    <a:schemeClr val="tx2">
                      <a:gamma/>
                      <a:shade val="46275"/>
                      <a:invGamma/>
                      <a:alpha val="3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98" name="Freeform 620"/>
              <p:cNvSpPr/>
              <p:nvPr userDrawn="1"/>
            </p:nvSpPr>
            <p:spPr bwMode="gray">
              <a:xfrm rot="-17420570">
                <a:off x="4252" y="1868"/>
                <a:ext cx="703" cy="848"/>
              </a:xfrm>
              <a:custGeom>
                <a:avLst/>
                <a:gdLst>
                  <a:gd name="T0" fmla="*/ 678 w 960"/>
                  <a:gd name="T1" fmla="*/ 0 h 1179"/>
                  <a:gd name="T2" fmla="*/ 0 w 960"/>
                  <a:gd name="T3" fmla="*/ 1179 h 1179"/>
                  <a:gd name="T4" fmla="*/ 678 w 960"/>
                  <a:gd name="T5" fmla="*/ 0 h 1179"/>
                </a:gdLst>
                <a:ahLst/>
                <a:cxnLst>
                  <a:cxn ang="0">
                    <a:pos x="T0" y="T1"/>
                  </a:cxn>
                  <a:cxn ang="0">
                    <a:pos x="T2" y="T3"/>
                  </a:cxn>
                  <a:cxn ang="0">
                    <a:pos x="T4" y="T5"/>
                  </a:cxn>
                </a:cxnLst>
                <a:rect l="0" t="0" r="r" b="b"/>
                <a:pathLst>
                  <a:path w="960" h="1179">
                    <a:moveTo>
                      <a:pt x="678" y="0"/>
                    </a:moveTo>
                    <a:cubicBezTo>
                      <a:pt x="921" y="696"/>
                      <a:pt x="322" y="996"/>
                      <a:pt x="0" y="1179"/>
                    </a:cubicBezTo>
                    <a:cubicBezTo>
                      <a:pt x="0" y="1179"/>
                      <a:pt x="960" y="789"/>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99" name="Freeform 621"/>
              <p:cNvSpPr/>
              <p:nvPr userDrawn="1"/>
            </p:nvSpPr>
            <p:spPr bwMode="gray">
              <a:xfrm rot="-17420570">
                <a:off x="3713" y="2327"/>
                <a:ext cx="542" cy="283"/>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280" name="Freeform 622"/>
            <p:cNvSpPr/>
            <p:nvPr userDrawn="1"/>
          </p:nvSpPr>
          <p:spPr bwMode="gray">
            <a:xfrm rot="-1220570">
              <a:off x="4011" y="1129"/>
              <a:ext cx="609" cy="1159"/>
            </a:xfrm>
            <a:custGeom>
              <a:avLst/>
              <a:gdLst>
                <a:gd name="T0" fmla="*/ 0 w 847"/>
                <a:gd name="T1" fmla="*/ 1064 h 1584"/>
                <a:gd name="T2" fmla="*/ 680 w 847"/>
                <a:gd name="T3" fmla="*/ 0 h 1584"/>
                <a:gd name="T4" fmla="*/ 755 w 847"/>
                <a:gd name="T5" fmla="*/ 1359 h 1584"/>
                <a:gd name="T6" fmla="*/ 14 w 847"/>
                <a:gd name="T7" fmla="*/ 1191 h 1584"/>
                <a:gd name="T8" fmla="*/ 0 w 847"/>
                <a:gd name="T9" fmla="*/ 1064 h 1584"/>
              </a:gdLst>
              <a:ahLst/>
              <a:cxnLst>
                <a:cxn ang="0">
                  <a:pos x="T0" y="T1"/>
                </a:cxn>
                <a:cxn ang="0">
                  <a:pos x="T2" y="T3"/>
                </a:cxn>
                <a:cxn ang="0">
                  <a:pos x="T4" y="T5"/>
                </a:cxn>
                <a:cxn ang="0">
                  <a:pos x="T6" y="T7"/>
                </a:cxn>
                <a:cxn ang="0">
                  <a:pos x="T8" y="T9"/>
                </a:cxn>
              </a:cxnLst>
              <a:rect l="0" t="0" r="r" b="b"/>
              <a:pathLst>
                <a:path w="847" h="1584">
                  <a:moveTo>
                    <a:pt x="0" y="1064"/>
                  </a:moveTo>
                  <a:cubicBezTo>
                    <a:pt x="847" y="596"/>
                    <a:pt x="708" y="174"/>
                    <a:pt x="680" y="0"/>
                  </a:cubicBezTo>
                  <a:cubicBezTo>
                    <a:pt x="680" y="0"/>
                    <a:pt x="806" y="462"/>
                    <a:pt x="755" y="1359"/>
                  </a:cubicBezTo>
                  <a:cubicBezTo>
                    <a:pt x="494" y="1584"/>
                    <a:pt x="14" y="1191"/>
                    <a:pt x="14" y="1191"/>
                  </a:cubicBezTo>
                  <a:lnTo>
                    <a:pt x="0" y="1064"/>
                  </a:lnTo>
                  <a:close/>
                </a:path>
              </a:pathLst>
            </a:custGeom>
            <a:gradFill rotWithShape="1">
              <a:gsLst>
                <a:gs pos="0">
                  <a:srgbClr val="FFFFFF"/>
                </a:gs>
                <a:gs pos="100000">
                  <a:srgbClr val="FFFFFF">
                    <a:gamma/>
                    <a:shade val="85882"/>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81" name="Freeform 623"/>
            <p:cNvSpPr/>
            <p:nvPr userDrawn="1"/>
          </p:nvSpPr>
          <p:spPr bwMode="hidden">
            <a:xfrm rot="-1220570">
              <a:off x="4408" y="1063"/>
              <a:ext cx="149" cy="1042"/>
            </a:xfrm>
            <a:custGeom>
              <a:avLst/>
              <a:gdLst>
                <a:gd name="T0" fmla="*/ 0 w 208"/>
                <a:gd name="T1" fmla="*/ 586 h 1425"/>
                <a:gd name="T2" fmla="*/ 82 w 208"/>
                <a:gd name="T3" fmla="*/ 0 h 1425"/>
                <a:gd name="T4" fmla="*/ 157 w 208"/>
                <a:gd name="T5" fmla="*/ 1359 h 1425"/>
                <a:gd name="T6" fmla="*/ 1 w 208"/>
                <a:gd name="T7" fmla="*/ 1425 h 1425"/>
                <a:gd name="T8" fmla="*/ 0 w 208"/>
                <a:gd name="T9" fmla="*/ 586 h 1425"/>
              </a:gdLst>
              <a:ahLst/>
              <a:cxnLst>
                <a:cxn ang="0">
                  <a:pos x="T0" y="T1"/>
                </a:cxn>
                <a:cxn ang="0">
                  <a:pos x="T2" y="T3"/>
                </a:cxn>
                <a:cxn ang="0">
                  <a:pos x="T4" y="T5"/>
                </a:cxn>
                <a:cxn ang="0">
                  <a:pos x="T6" y="T7"/>
                </a:cxn>
                <a:cxn ang="0">
                  <a:pos x="T8" y="T9"/>
                </a:cxn>
              </a:cxnLst>
              <a:rect l="0" t="0" r="r" b="b"/>
              <a:pathLst>
                <a:path w="208" h="1425">
                  <a:moveTo>
                    <a:pt x="0" y="586"/>
                  </a:moveTo>
                  <a:cubicBezTo>
                    <a:pt x="146" y="302"/>
                    <a:pt x="96" y="102"/>
                    <a:pt x="82" y="0"/>
                  </a:cubicBezTo>
                  <a:cubicBezTo>
                    <a:pt x="82" y="0"/>
                    <a:pt x="208" y="462"/>
                    <a:pt x="157" y="1359"/>
                  </a:cubicBezTo>
                  <a:cubicBezTo>
                    <a:pt x="75" y="1421"/>
                    <a:pt x="1" y="1425"/>
                    <a:pt x="1" y="1425"/>
                  </a:cubicBezTo>
                  <a:lnTo>
                    <a:pt x="0" y="586"/>
                  </a:lnTo>
                  <a:close/>
                </a:path>
              </a:pathLst>
            </a:custGeom>
            <a:gradFill rotWithShape="1">
              <a:gsLst>
                <a:gs pos="0">
                  <a:srgbClr val="FFFFFF">
                    <a:alpha val="0"/>
                  </a:srgbClr>
                </a:gs>
                <a:gs pos="100000">
                  <a:srgbClr val="FFFFFF">
                    <a:gamma/>
                    <a:shade val="72941"/>
                    <a:invGamma/>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82" name="Freeform 624"/>
            <p:cNvSpPr/>
            <p:nvPr userDrawn="1"/>
          </p:nvSpPr>
          <p:spPr bwMode="gray">
            <a:xfrm rot="-1220570">
              <a:off x="4119" y="1855"/>
              <a:ext cx="170" cy="311"/>
            </a:xfrm>
            <a:custGeom>
              <a:avLst/>
              <a:gdLst>
                <a:gd name="T0" fmla="*/ 2 w 237"/>
                <a:gd name="T1" fmla="*/ 143 h 425"/>
                <a:gd name="T2" fmla="*/ 237 w 237"/>
                <a:gd name="T3" fmla="*/ 0 h 425"/>
                <a:gd name="T4" fmla="*/ 234 w 237"/>
                <a:gd name="T5" fmla="*/ 425 h 425"/>
                <a:gd name="T6" fmla="*/ 0 w 237"/>
                <a:gd name="T7" fmla="*/ 276 h 425"/>
                <a:gd name="T8" fmla="*/ 2 w 237"/>
                <a:gd name="T9" fmla="*/ 143 h 425"/>
              </a:gdLst>
              <a:ahLst/>
              <a:cxnLst>
                <a:cxn ang="0">
                  <a:pos x="T0" y="T1"/>
                </a:cxn>
                <a:cxn ang="0">
                  <a:pos x="T2" y="T3"/>
                </a:cxn>
                <a:cxn ang="0">
                  <a:pos x="T4" y="T5"/>
                </a:cxn>
                <a:cxn ang="0">
                  <a:pos x="T6" y="T7"/>
                </a:cxn>
                <a:cxn ang="0">
                  <a:pos x="T8" y="T9"/>
                </a:cxn>
              </a:cxnLst>
              <a:rect l="0" t="0" r="r" b="b"/>
              <a:pathLst>
                <a:path w="237" h="425">
                  <a:moveTo>
                    <a:pt x="2" y="143"/>
                  </a:moveTo>
                  <a:lnTo>
                    <a:pt x="237" y="0"/>
                  </a:lnTo>
                  <a:lnTo>
                    <a:pt x="234" y="425"/>
                  </a:lnTo>
                  <a:cubicBezTo>
                    <a:pt x="69" y="339"/>
                    <a:pt x="0" y="276"/>
                    <a:pt x="0" y="276"/>
                  </a:cubicBezTo>
                  <a:lnTo>
                    <a:pt x="2" y="143"/>
                  </a:lnTo>
                  <a:close/>
                </a:path>
              </a:pathLst>
            </a:custGeom>
            <a:gradFill rotWithShape="1">
              <a:gsLst>
                <a:gs pos="0">
                  <a:srgbClr val="FFFFFF">
                    <a:gamma/>
                    <a:shade val="79216"/>
                    <a:invGamma/>
                  </a:srgbClr>
                </a:gs>
                <a:gs pos="100000">
                  <a:srgbClr val="FFFFFF">
                    <a:alpha val="0"/>
                  </a:srgbClr>
                </a:gs>
              </a:gsLst>
              <a:lin ang="0" scaled="1"/>
            </a:gra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83" name="Freeform 625"/>
            <p:cNvSpPr/>
            <p:nvPr userDrawn="1"/>
          </p:nvSpPr>
          <p:spPr bwMode="gray">
            <a:xfrm rot="-1220570">
              <a:off x="3914" y="1066"/>
              <a:ext cx="687" cy="862"/>
            </a:xfrm>
            <a:custGeom>
              <a:avLst/>
              <a:gdLst>
                <a:gd name="T0" fmla="*/ 678 w 956"/>
                <a:gd name="T1" fmla="*/ 0 h 1179"/>
                <a:gd name="T2" fmla="*/ 0 w 956"/>
                <a:gd name="T3" fmla="*/ 1179 h 1179"/>
                <a:gd name="T4" fmla="*/ 678 w 956"/>
                <a:gd name="T5" fmla="*/ 0 h 1179"/>
              </a:gdLst>
              <a:ahLst/>
              <a:cxnLst>
                <a:cxn ang="0">
                  <a:pos x="T0" y="T1"/>
                </a:cxn>
                <a:cxn ang="0">
                  <a:pos x="T2" y="T3"/>
                </a:cxn>
                <a:cxn ang="0">
                  <a:pos x="T4" y="T5"/>
                </a:cxn>
              </a:cxnLst>
              <a:rect l="0" t="0" r="r" b="b"/>
              <a:pathLst>
                <a:path w="956" h="1179">
                  <a:moveTo>
                    <a:pt x="678" y="0"/>
                  </a:moveTo>
                  <a:cubicBezTo>
                    <a:pt x="921" y="696"/>
                    <a:pt x="322" y="996"/>
                    <a:pt x="0" y="1179"/>
                  </a:cubicBezTo>
                  <a:cubicBezTo>
                    <a:pt x="0" y="1179"/>
                    <a:pt x="956" y="778"/>
                    <a:pt x="678" y="0"/>
                  </a:cubicBezTo>
                  <a:close/>
                </a:path>
              </a:pathLst>
            </a:cu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84" name="Freeform 626"/>
            <p:cNvSpPr/>
            <p:nvPr userDrawn="1"/>
          </p:nvSpPr>
          <p:spPr bwMode="gray">
            <a:xfrm rot="-1220570">
              <a:off x="4174" y="1983"/>
              <a:ext cx="532" cy="288"/>
            </a:xfrm>
            <a:custGeom>
              <a:avLst/>
              <a:gdLst>
                <a:gd name="T0" fmla="*/ 741 w 741"/>
                <a:gd name="T1" fmla="*/ 168 h 393"/>
                <a:gd name="T2" fmla="*/ 0 w 741"/>
                <a:gd name="T3" fmla="*/ 0 h 393"/>
                <a:gd name="T4" fmla="*/ 741 w 741"/>
                <a:gd name="T5" fmla="*/ 168 h 393"/>
              </a:gdLst>
              <a:ahLst/>
              <a:cxnLst>
                <a:cxn ang="0">
                  <a:pos x="T0" y="T1"/>
                </a:cxn>
                <a:cxn ang="0">
                  <a:pos x="T2" y="T3"/>
                </a:cxn>
                <a:cxn ang="0">
                  <a:pos x="T4" y="T5"/>
                </a:cxn>
              </a:cxnLst>
              <a:rect l="0" t="0" r="r" b="b"/>
              <a:pathLst>
                <a:path w="741" h="393">
                  <a:moveTo>
                    <a:pt x="741" y="168"/>
                  </a:moveTo>
                  <a:cubicBezTo>
                    <a:pt x="480" y="393"/>
                    <a:pt x="0" y="0"/>
                    <a:pt x="0" y="0"/>
                  </a:cubicBezTo>
                  <a:cubicBezTo>
                    <a:pt x="516" y="387"/>
                    <a:pt x="741" y="168"/>
                    <a:pt x="741" y="168"/>
                  </a:cubicBezTo>
                  <a:close/>
                </a:path>
              </a:pathLst>
            </a:custGeom>
            <a:solidFill>
              <a:srgbClr val="FFFFFF"/>
            </a:solidFill>
            <a:ln>
              <a:noFill/>
            </a:ln>
            <a:effectLst/>
            <a:extLst>
              <a:ext uri="{91240B29-F687-4F45-9708-019B960494DF}">
                <a14:hiddenLine xmlns:a14="http://schemas.microsoft.com/office/drawing/2010/main" w="31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285" name="Group 627"/>
            <p:cNvGrpSpPr/>
            <p:nvPr userDrawn="1"/>
          </p:nvGrpSpPr>
          <p:grpSpPr bwMode="auto">
            <a:xfrm rot="-1220570">
              <a:off x="3911" y="1907"/>
              <a:ext cx="265" cy="285"/>
              <a:chOff x="595" y="1174"/>
              <a:chExt cx="454" cy="479"/>
            </a:xfrm>
          </p:grpSpPr>
          <p:pic>
            <p:nvPicPr>
              <p:cNvPr id="289" name="Picture 628" descr="circuler_1"/>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gray">
              <a:xfrm>
                <a:off x="595" y="1174"/>
                <a:ext cx="454" cy="478"/>
              </a:xfrm>
              <a:prstGeom prst="rect">
                <a:avLst/>
              </a:prstGeom>
              <a:noFill/>
              <a:extLst>
                <a:ext uri="{909E8E84-426E-40DD-AFC4-6F175D3DCCD1}">
                  <a14:hiddenFill xmlns:a14="http://schemas.microsoft.com/office/drawing/2010/main">
                    <a:solidFill>
                      <a:srgbClr val="FFFFFF"/>
                    </a:solidFill>
                  </a14:hiddenFill>
                </a:ext>
              </a:extLst>
            </p:spPr>
          </p:pic>
          <p:sp>
            <p:nvSpPr>
              <p:cNvPr id="290" name="Oval 629"/>
              <p:cNvSpPr>
                <a:spLocks noChangeArrowheads="1"/>
              </p:cNvSpPr>
              <p:nvPr/>
            </p:nvSpPr>
            <p:spPr bwMode="gray">
              <a:xfrm>
                <a:off x="595" y="1174"/>
                <a:ext cx="451" cy="479"/>
              </a:xfrm>
              <a:prstGeom prst="ellipse">
                <a:avLst/>
              </a:prstGeom>
              <a:solidFill>
                <a:schemeClr val="accent1">
                  <a:alpha val="80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291" name="Picture 630" descr="Picture2"/>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gray">
              <a:xfrm>
                <a:off x="640" y="1179"/>
                <a:ext cx="359" cy="169"/>
              </a:xfrm>
              <a:prstGeom prst="rect">
                <a:avLst/>
              </a:prstGeom>
              <a:noFill/>
              <a:extLst>
                <a:ext uri="{909E8E84-426E-40DD-AFC4-6F175D3DCCD1}">
                  <a14:hiddenFill xmlns:a14="http://schemas.microsoft.com/office/drawing/2010/main">
                    <a:solidFill>
                      <a:srgbClr val="FFFFFF"/>
                    </a:solidFill>
                  </a14:hiddenFill>
                </a:ext>
              </a:extLst>
            </p:spPr>
          </p:pic>
        </p:grpSp>
        <p:sp>
          <p:nvSpPr>
            <p:cNvPr id="286" name="Freeform 631"/>
            <p:cNvSpPr/>
            <p:nvPr userDrawn="1"/>
          </p:nvSpPr>
          <p:spPr bwMode="hidden">
            <a:xfrm rot="14979430">
              <a:off x="2757" y="1725"/>
              <a:ext cx="441" cy="683"/>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1">
                    <a:gamma/>
                    <a:tint val="0"/>
                    <a:invGamma/>
                    <a:alpha val="50000"/>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87" name="Freeform 632"/>
            <p:cNvSpPr/>
            <p:nvPr userDrawn="1"/>
          </p:nvSpPr>
          <p:spPr bwMode="hidden">
            <a:xfrm rot="31179430">
              <a:off x="3844" y="2768"/>
              <a:ext cx="434" cy="696"/>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1">
                    <a:gamma/>
                    <a:tint val="0"/>
                    <a:invGamma/>
                    <a:alpha val="50000"/>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88" name="Freeform 633"/>
            <p:cNvSpPr/>
            <p:nvPr userDrawn="1"/>
          </p:nvSpPr>
          <p:spPr bwMode="hidden">
            <a:xfrm rot="25779430">
              <a:off x="4878" y="1731"/>
              <a:ext cx="441" cy="683"/>
            </a:xfrm>
            <a:custGeom>
              <a:avLst/>
              <a:gdLst>
                <a:gd name="T0" fmla="*/ 144 w 603"/>
                <a:gd name="T1" fmla="*/ 0 h 951"/>
                <a:gd name="T2" fmla="*/ 0 w 603"/>
                <a:gd name="T3" fmla="*/ 951 h 951"/>
                <a:gd name="T4" fmla="*/ 602 w 603"/>
                <a:gd name="T5" fmla="*/ 914 h 951"/>
                <a:gd name="T6" fmla="*/ 144 w 603"/>
                <a:gd name="T7" fmla="*/ 0 h 951"/>
              </a:gdLst>
              <a:ahLst/>
              <a:cxnLst>
                <a:cxn ang="0">
                  <a:pos x="T0" y="T1"/>
                </a:cxn>
                <a:cxn ang="0">
                  <a:pos x="T2" y="T3"/>
                </a:cxn>
                <a:cxn ang="0">
                  <a:pos x="T4" y="T5"/>
                </a:cxn>
                <a:cxn ang="0">
                  <a:pos x="T6" y="T7"/>
                </a:cxn>
              </a:cxnLst>
              <a:rect l="0" t="0" r="r" b="b"/>
              <a:pathLst>
                <a:path w="603" h="951">
                  <a:moveTo>
                    <a:pt x="144" y="0"/>
                  </a:moveTo>
                  <a:cubicBezTo>
                    <a:pt x="72" y="475"/>
                    <a:pt x="0" y="951"/>
                    <a:pt x="0" y="951"/>
                  </a:cubicBezTo>
                  <a:cubicBezTo>
                    <a:pt x="0" y="951"/>
                    <a:pt x="301" y="932"/>
                    <a:pt x="602" y="914"/>
                  </a:cubicBezTo>
                  <a:cubicBezTo>
                    <a:pt x="603" y="489"/>
                    <a:pt x="144" y="0"/>
                    <a:pt x="144" y="0"/>
                  </a:cubicBezTo>
                  <a:close/>
                </a:path>
              </a:pathLst>
            </a:custGeom>
            <a:gradFill rotWithShape="1">
              <a:gsLst>
                <a:gs pos="0">
                  <a:schemeClr val="accent1">
                    <a:gamma/>
                    <a:tint val="0"/>
                    <a:invGamma/>
                    <a:alpha val="50000"/>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tiff"/><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tif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tiff"/><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ctrTitle"/>
          </p:nvPr>
        </p:nvSpPr>
        <p:spPr>
          <a:xfrm>
            <a:off x="228600" y="1447800"/>
            <a:ext cx="8686800" cy="3124200"/>
          </a:xfrm>
          <a:solidFill>
            <a:schemeClr val="accent1">
              <a:lumMod val="20000"/>
              <a:lumOff val="80000"/>
            </a:schemeClr>
          </a:solidFill>
        </p:spPr>
        <p:txBody>
          <a:bodyPr/>
          <a:lstStyle/>
          <a:p>
            <a:pPr algn="ctr"/>
            <a:r>
              <a:rPr lang="en-US" sz="3200" b="1"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Chương</a:t>
            </a:r>
            <a:r>
              <a:rPr lang="en-US" sz="32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3</a:t>
            </a:r>
            <a:r>
              <a:rPr lang="en-US" sz="3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br>
              <a:rPr lang="en-US" sz="3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3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8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CHỦ NGHĨA XÃ HỘI </a:t>
            </a:r>
            <a:br>
              <a:rPr lang="en-US" sz="38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38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VÀ THỜI KỲ QUÁ ĐỘ LÊN </a:t>
            </a:r>
            <a:br>
              <a:rPr lang="en-US" sz="38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38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CHỦ NGHĨA XÃ HỘI</a:t>
            </a:r>
          </a:p>
        </p:txBody>
      </p:sp>
      <p:sp>
        <p:nvSpPr>
          <p:cNvPr id="3" name="object 4"/>
          <p:cNvSpPr>
            <a:spLocks noChangeArrowheads="1"/>
          </p:cNvSpPr>
          <p:nvPr/>
        </p:nvSpPr>
        <p:spPr bwMode="auto">
          <a:xfrm>
            <a:off x="0" y="5857"/>
            <a:ext cx="1752600" cy="144194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
        <p:nvSpPr>
          <p:cNvPr id="4" name="Rectangle 9"/>
          <p:cNvSpPr txBox="1">
            <a:spLocks noChangeArrowheads="1"/>
          </p:cNvSpPr>
          <p:nvPr/>
        </p:nvSpPr>
        <p:spPr>
          <a:xfrm>
            <a:off x="3865517" y="5865223"/>
            <a:ext cx="5067300" cy="990600"/>
          </a:xfrm>
          <a:prstGeom prst="rect">
            <a:avLst/>
          </a:prstGeom>
        </p:spPr>
        <p:txBody>
          <a:bodyPr rtlCol="0">
            <a:normAutofit fontScale="62500" lnSpcReduction="20000"/>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spcAft>
                <a:spcPts val="0"/>
              </a:spcAft>
              <a:buFontTx/>
              <a:buNone/>
              <a:defRPr/>
            </a:pPr>
            <a:endParaRPr lang="en-US" altLang="en-US" sz="2400" dirty="0" smtClean="0">
              <a:solidFill>
                <a:srgbClr val="0000CC"/>
              </a:solidFill>
              <a:latin typeface=".VnVogueH" pitchFamily="34" charset="0"/>
            </a:endParaRPr>
          </a:p>
          <a:p>
            <a:pPr marL="0" indent="0" algn="ctr" fontAlgn="auto">
              <a:lnSpc>
                <a:spcPts val="4200"/>
              </a:lnSpc>
              <a:spcBef>
                <a:spcPts val="1200"/>
              </a:spcBef>
              <a:spcAft>
                <a:spcPts val="0"/>
              </a:spcAft>
              <a:buFont typeface="Arial" panose="020B0604020202020204" pitchFamily="34" charset="0"/>
              <a:buNone/>
              <a:defRPr/>
            </a:pPr>
            <a:r>
              <a:rPr lang="en-US" altLang="en-US" sz="4600" b="1" i="1" dirty="0" err="1" smtClean="0">
                <a:solidFill>
                  <a:srgbClr val="0000CC"/>
                </a:solidFill>
                <a:latin typeface="Times New Roman" pitchFamily="18" charset="0"/>
                <a:cs typeface="Times New Roman" pitchFamily="18" charset="0"/>
              </a:rPr>
              <a:t>Người</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thực</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hiện</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Võ</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Phú</a:t>
            </a:r>
            <a:r>
              <a:rPr lang="en-US" altLang="en-US" sz="4600" b="1" i="1" dirty="0" smtClean="0">
                <a:solidFill>
                  <a:srgbClr val="0000CC"/>
                </a:solidFill>
                <a:latin typeface="Times New Roman" pitchFamily="18" charset="0"/>
                <a:cs typeface="Times New Roman" pitchFamily="18" charset="0"/>
              </a:rPr>
              <a:t> </a:t>
            </a:r>
            <a:r>
              <a:rPr lang="en-US" altLang="en-US" sz="4600" b="1" i="1" dirty="0" err="1" smtClean="0">
                <a:solidFill>
                  <a:srgbClr val="0000CC"/>
                </a:solidFill>
                <a:latin typeface="Times New Roman" pitchFamily="18" charset="0"/>
                <a:cs typeface="Times New Roman" pitchFamily="18" charset="0"/>
              </a:rPr>
              <a:t>Hữu</a:t>
            </a:r>
            <a:endParaRPr lang="en-US" altLang="en-US" sz="4600" b="1" i="1" dirty="0" smtClean="0">
              <a:solidFill>
                <a:srgbClr val="0000CC"/>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228600" y="1627955"/>
            <a:ext cx="8763000" cy="1105858"/>
            <a:chOff x="2619375" y="2082800"/>
            <a:chExt cx="6143625" cy="438150"/>
          </a:xfrm>
        </p:grpSpPr>
        <p:sp>
          <p:nvSpPr>
            <p:cNvPr id="48130" name="AutoShape 2"/>
            <p:cNvSpPr>
              <a:spLocks noChangeArrowheads="1"/>
            </p:cNvSpPr>
            <p:nvPr/>
          </p:nvSpPr>
          <p:spPr bwMode="gray">
            <a:xfrm>
              <a:off x="2657474" y="2111375"/>
              <a:ext cx="6105525" cy="374650"/>
            </a:xfrm>
            <a:prstGeom prst="roundRect">
              <a:avLst>
                <a:gd name="adj" fmla="val 50000"/>
              </a:avLst>
            </a:prstGeom>
            <a:gradFill rotWithShape="1">
              <a:gsLst>
                <a:gs pos="0">
                  <a:schemeClr val="accent1">
                    <a:gamma/>
                    <a:tint val="0"/>
                    <a:invGamma/>
                    <a:alpha val="0"/>
                  </a:schemeClr>
                </a:gs>
                <a:gs pos="100000">
                  <a:schemeClr val="accent1">
                    <a:alpha val="50000"/>
                  </a:schemeClr>
                </a:gs>
              </a:gsLst>
              <a:lin ang="0" scaled="1"/>
            </a:gradFill>
            <a:ln>
              <a:noFill/>
            </a:ln>
            <a:effectLst/>
            <a:extLst>
              <a:ext uri="{91240B29-F687-4F45-9708-019B960494DF}">
                <a14:hiddenLine xmlns:a14="http://schemas.microsoft.com/office/drawing/2010/main" w="9525">
                  <a:solidFill>
                    <a:schemeClr val="accent1"/>
                  </a:solidFill>
                  <a:rou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txBody>
            <a:bodyPr wrap="none" anchor="ctr"/>
            <a:lstStyle/>
            <a:p>
              <a:endParaRPr lang="vi-VN" sz="2400">
                <a:latin typeface="+mn-lt"/>
              </a:endParaRPr>
            </a:p>
          </p:txBody>
        </p:sp>
        <p:sp>
          <p:nvSpPr>
            <p:cNvPr id="23" name="Text Box 45"/>
            <p:cNvSpPr txBox="1">
              <a:spLocks noChangeArrowheads="1"/>
            </p:cNvSpPr>
            <p:nvPr/>
          </p:nvSpPr>
          <p:spPr bwMode="gray">
            <a:xfrm>
              <a:off x="2936777" y="2182557"/>
              <a:ext cx="5826223" cy="207304"/>
            </a:xfrm>
            <a:prstGeom prst="rect">
              <a:avLst/>
            </a:prstGeom>
            <a:noFill/>
            <a:ln>
              <a:noFill/>
            </a:ln>
            <a:effectLst>
              <a:prstShdw prst="shdw17" dist="17961" dir="2700000">
                <a:srgbClr val="2F4D71">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2800" b="1" spc="-100" dirty="0">
                  <a:latin typeface="+mn-lt"/>
                  <a:cs typeface="Arial" panose="020B0604020202020204" pitchFamily="34" charset="0"/>
                </a:rPr>
                <a:t>1. </a:t>
              </a:r>
              <a:r>
                <a:rPr lang="en-US" sz="2800" b="1" spc="-100" dirty="0" err="1">
                  <a:latin typeface="+mn-lt"/>
                  <a:cs typeface="Arial" panose="020B0604020202020204" pitchFamily="34" charset="0"/>
                </a:rPr>
                <a:t>Chủ</a:t>
              </a:r>
              <a:r>
                <a:rPr lang="en-US" sz="2800" b="1" spc="-100" dirty="0">
                  <a:latin typeface="+mn-lt"/>
                  <a:cs typeface="Arial" panose="020B0604020202020204" pitchFamily="34" charset="0"/>
                </a:rPr>
                <a:t> </a:t>
              </a:r>
              <a:r>
                <a:rPr lang="en-US" sz="2800" b="1" spc="-100" dirty="0" err="1">
                  <a:latin typeface="+mn-lt"/>
                  <a:cs typeface="Arial" panose="020B0604020202020204" pitchFamily="34" charset="0"/>
                </a:rPr>
                <a:t>nghĩa</a:t>
              </a:r>
              <a:r>
                <a:rPr lang="en-US" sz="2800" b="1" spc="-100" dirty="0">
                  <a:latin typeface="+mn-lt"/>
                  <a:cs typeface="Arial" panose="020B0604020202020204" pitchFamily="34" charset="0"/>
                </a:rPr>
                <a:t> </a:t>
              </a:r>
              <a:r>
                <a:rPr lang="en-US" sz="2800" b="1" spc="-100" dirty="0" err="1">
                  <a:latin typeface="+mn-lt"/>
                  <a:cs typeface="Arial" panose="020B0604020202020204" pitchFamily="34" charset="0"/>
                </a:rPr>
                <a:t>xã</a:t>
              </a:r>
              <a:r>
                <a:rPr lang="en-US" sz="2800" b="1" spc="-100" dirty="0">
                  <a:latin typeface="+mn-lt"/>
                  <a:cs typeface="Arial" panose="020B0604020202020204" pitchFamily="34" charset="0"/>
                </a:rPr>
                <a:t> </a:t>
              </a:r>
              <a:r>
                <a:rPr lang="en-US" sz="2800" b="1" spc="-100" dirty="0" err="1">
                  <a:latin typeface="+mn-lt"/>
                  <a:cs typeface="Arial" panose="020B0604020202020204" pitchFamily="34" charset="0"/>
                </a:rPr>
                <a:t>hội</a:t>
              </a:r>
              <a:endParaRPr lang="en-US" sz="2800" b="1" spc="-100" dirty="0">
                <a:latin typeface="+mn-lt"/>
                <a:cs typeface="Arial" panose="020B0604020202020204" pitchFamily="34" charset="0"/>
              </a:endParaRPr>
            </a:p>
          </p:txBody>
        </p:sp>
        <p:sp>
          <p:nvSpPr>
            <p:cNvPr id="48134" name="AutoShape 6"/>
            <p:cNvSpPr>
              <a:spLocks noChangeArrowheads="1"/>
            </p:cNvSpPr>
            <p:nvPr/>
          </p:nvSpPr>
          <p:spPr bwMode="gray">
            <a:xfrm>
              <a:off x="2619375" y="2082800"/>
              <a:ext cx="6143624" cy="438150"/>
            </a:xfrm>
            <a:prstGeom prst="roundRect">
              <a:avLst>
                <a:gd name="adj" fmla="val 50000"/>
              </a:avLst>
            </a:prstGeom>
            <a:noFill/>
            <a:ln w="952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txBody>
            <a:bodyPr wrap="none" anchor="ctr"/>
            <a:lstStyle/>
            <a:p>
              <a:endParaRPr lang="vi-VN" sz="2400">
                <a:latin typeface="+mn-lt"/>
              </a:endParaRPr>
            </a:p>
          </p:txBody>
        </p:sp>
        <p:grpSp>
          <p:nvGrpSpPr>
            <p:cNvPr id="48135" name="Group 7"/>
            <p:cNvGrpSpPr/>
            <p:nvPr/>
          </p:nvGrpSpPr>
          <p:grpSpPr bwMode="auto">
            <a:xfrm>
              <a:off x="2720975" y="2209800"/>
              <a:ext cx="238125" cy="238125"/>
              <a:chOff x="1816" y="1900"/>
              <a:chExt cx="160" cy="160"/>
            </a:xfrm>
          </p:grpSpPr>
          <p:pic>
            <p:nvPicPr>
              <p:cNvPr id="48136" name="Picture 8" descr="shadow_1_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816" y="1900"/>
                <a:ext cx="160" cy="160"/>
              </a:xfrm>
              <a:prstGeom prst="rect">
                <a:avLst/>
              </a:prstGeom>
              <a:noFill/>
              <a:extLst>
                <a:ext uri="{909E8E84-426E-40DD-AFC4-6F175D3DCCD1}">
                  <a14:hiddenFill xmlns:a14="http://schemas.microsoft.com/office/drawing/2010/main">
                    <a:solidFill>
                      <a:srgbClr val="FFFFFF"/>
                    </a:solidFill>
                  </a14:hiddenFill>
                </a:ext>
              </a:extLst>
            </p:spPr>
          </p:pic>
          <p:grpSp>
            <p:nvGrpSpPr>
              <p:cNvPr id="48137" name="Group 9"/>
              <p:cNvGrpSpPr/>
              <p:nvPr/>
            </p:nvGrpSpPr>
            <p:grpSpPr bwMode="auto">
              <a:xfrm>
                <a:off x="1835" y="1903"/>
                <a:ext cx="126" cy="126"/>
                <a:chOff x="1824" y="1902"/>
                <a:chExt cx="144" cy="144"/>
              </a:xfrm>
            </p:grpSpPr>
            <p:sp>
              <p:nvSpPr>
                <p:cNvPr id="48138" name="Oval 10"/>
                <p:cNvSpPr>
                  <a:spLocks noChangeArrowheads="1"/>
                </p:cNvSpPr>
                <p:nvPr/>
              </p:nvSpPr>
              <p:spPr bwMode="gray">
                <a:xfrm>
                  <a:off x="1824" y="1902"/>
                  <a:ext cx="144" cy="144"/>
                </a:xfrm>
                <a:prstGeom prst="ellipse">
                  <a:avLst/>
                </a:prstGeom>
                <a:gradFill rotWithShape="1">
                  <a:gsLst>
                    <a:gs pos="0">
                      <a:srgbClr val="FFFFFF"/>
                    </a:gs>
                    <a:gs pos="50000">
                      <a:schemeClr val="accent1"/>
                    </a:gs>
                    <a:gs pos="100000">
                      <a:srgbClr val="FFFFFF"/>
                    </a:gs>
                  </a:gsLst>
                  <a:lin ang="5400000" scaled="1"/>
                </a:gradFill>
                <a:ln w="6350" algn="ctr">
                  <a:solidFill>
                    <a:schemeClr val="accent1"/>
                  </a:solidFill>
                  <a:round/>
                </a:ln>
                <a:effectLst/>
                <a:extLst>
                  <a:ext uri="{AF507438-7753-43E0-B8FC-AC1667EBCBE1}">
                    <a14:hiddenEffects xmlns:a14="http://schemas.microsoft.com/office/drawing/2010/main">
                      <a:effectLst>
                        <a:outerShdw dist="25400" dir="5400000" algn="ctr" rotWithShape="0">
                          <a:srgbClr val="333333">
                            <a:alpha val="50000"/>
                          </a:srgbClr>
                        </a:outerShdw>
                      </a:effectLst>
                    </a14:hiddenEffects>
                  </a:ext>
                </a:extLst>
              </p:spPr>
              <p:txBody>
                <a:bodyPr wrap="none" anchor="ctr"/>
                <a:lstStyle/>
                <a:p>
                  <a:endParaRPr lang="vi-VN" sz="2400">
                    <a:latin typeface="+mn-lt"/>
                  </a:endParaRPr>
                </a:p>
              </p:txBody>
            </p:sp>
            <p:sp>
              <p:nvSpPr>
                <p:cNvPr id="48139" name="Oval 11"/>
                <p:cNvSpPr>
                  <a:spLocks noChangeArrowheads="1"/>
                </p:cNvSpPr>
                <p:nvPr/>
              </p:nvSpPr>
              <p:spPr bwMode="gray">
                <a:xfrm>
                  <a:off x="1843" y="1922"/>
                  <a:ext cx="106" cy="104"/>
                </a:xfrm>
                <a:prstGeom prst="ellipse">
                  <a:avLst/>
                </a:prstGeom>
                <a:solidFill>
                  <a:schemeClr val="accent1"/>
                </a:solidFill>
                <a:ln>
                  <a:noFill/>
                </a:ln>
                <a:effectLst/>
                <a:extLst>
                  <a:ext uri="{91240B29-F687-4F45-9708-019B960494DF}">
                    <a14:hiddenLine xmlns:a14="http://schemas.microsoft.com/office/drawing/2010/main" w="9525">
                      <a:solidFill>
                        <a:srgbClr val="4F81BD"/>
                      </a:solidFill>
                      <a:round/>
                    </a14:hiddenLine>
                  </a:ext>
                  <a:ext uri="{AF507438-7753-43E0-B8FC-AC1667EBCBE1}">
                    <a14:hiddenEffects xmlns:a14="http://schemas.microsoft.com/office/drawing/2010/main">
                      <a:effectLst>
                        <a:outerShdw dist="25400" dir="5400000" algn="ctr" rotWithShape="0">
                          <a:srgbClr val="333333">
                            <a:alpha val="50000"/>
                          </a:srgbClr>
                        </a:outerShdw>
                      </a:effectLst>
                    </a14:hiddenEffects>
                  </a:ext>
                </a:extLst>
              </p:spPr>
              <p:txBody>
                <a:bodyPr wrap="none" anchor="ctr"/>
                <a:lstStyle/>
                <a:p>
                  <a:endParaRPr lang="vi-VN" sz="2400">
                    <a:latin typeface="+mn-lt"/>
                  </a:endParaRPr>
                </a:p>
              </p:txBody>
            </p:sp>
          </p:grpSp>
        </p:grpSp>
      </p:grpSp>
      <p:grpSp>
        <p:nvGrpSpPr>
          <p:cNvPr id="12" name="Group 11"/>
          <p:cNvGrpSpPr/>
          <p:nvPr/>
        </p:nvGrpSpPr>
        <p:grpSpPr>
          <a:xfrm>
            <a:off x="228600" y="2971796"/>
            <a:ext cx="8763000" cy="1185735"/>
            <a:chOff x="2619375" y="3032124"/>
            <a:chExt cx="6143624" cy="483076"/>
          </a:xfrm>
        </p:grpSpPr>
        <p:sp>
          <p:nvSpPr>
            <p:cNvPr id="48140" name="AutoShape 12"/>
            <p:cNvSpPr>
              <a:spLocks noChangeArrowheads="1"/>
            </p:cNvSpPr>
            <p:nvPr/>
          </p:nvSpPr>
          <p:spPr bwMode="gray">
            <a:xfrm>
              <a:off x="2657474" y="3060700"/>
              <a:ext cx="6105525" cy="429467"/>
            </a:xfrm>
            <a:prstGeom prst="roundRect">
              <a:avLst>
                <a:gd name="adj" fmla="val 50000"/>
              </a:avLst>
            </a:prstGeom>
            <a:gradFill rotWithShape="1">
              <a:gsLst>
                <a:gs pos="0">
                  <a:schemeClr val="hlink">
                    <a:gamma/>
                    <a:tint val="0"/>
                    <a:invGamma/>
                    <a:alpha val="0"/>
                  </a:schemeClr>
                </a:gs>
                <a:gs pos="100000">
                  <a:schemeClr val="hlink">
                    <a:alpha val="50000"/>
                  </a:schemeClr>
                </a:gs>
              </a:gsLst>
              <a:lin ang="0" scaled="1"/>
            </a:gradFill>
            <a:ln>
              <a:noFill/>
            </a:ln>
            <a:effectLst/>
            <a:extLst>
              <a:ext uri="{91240B29-F687-4F45-9708-019B960494DF}">
                <a14:hiddenLine xmlns:a14="http://schemas.microsoft.com/office/drawing/2010/main" w="9525">
                  <a:solidFill>
                    <a:schemeClr val="accent1"/>
                  </a:solidFill>
                  <a:round/>
                </a14:hiddenLine>
              </a:ext>
              <a:ext uri="{AF507438-7753-43E0-B8FC-AC1667EBCBE1}">
                <a14:hiddenEffects xmlns:a14="http://schemas.microsoft.com/office/drawing/2010/main">
                  <a:effectLst>
                    <a:outerShdw dist="17961" dir="2700000" algn="ctr" rotWithShape="0">
                      <a:schemeClr val="hlink">
                        <a:gamma/>
                        <a:shade val="60000"/>
                        <a:invGamma/>
                      </a:schemeClr>
                    </a:outerShdw>
                  </a:effectLst>
                </a14:hiddenEffects>
              </a:ext>
            </a:extLst>
          </p:spPr>
          <p:txBody>
            <a:bodyPr wrap="none" anchor="ctr"/>
            <a:lstStyle/>
            <a:p>
              <a:endParaRPr lang="vi-VN" sz="2400">
                <a:latin typeface="+mn-lt"/>
              </a:endParaRPr>
            </a:p>
          </p:txBody>
        </p:sp>
        <p:sp>
          <p:nvSpPr>
            <p:cNvPr id="3" name="Text Box 45"/>
            <p:cNvSpPr txBox="1">
              <a:spLocks noChangeArrowheads="1"/>
            </p:cNvSpPr>
            <p:nvPr/>
          </p:nvSpPr>
          <p:spPr bwMode="gray">
            <a:xfrm>
              <a:off x="2919297" y="3127106"/>
              <a:ext cx="5736856" cy="213163"/>
            </a:xfrm>
            <a:prstGeom prst="rect">
              <a:avLst/>
            </a:prstGeom>
            <a:noFill/>
            <a:ln>
              <a:noFill/>
            </a:ln>
            <a:effectLst>
              <a:prstShdw prst="shdw17" dist="17961" dir="2700000">
                <a:srgbClr val="2F4D71">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nl-NL" sz="2800" b="1" dirty="0"/>
                <a:t>2. </a:t>
              </a:r>
              <a:r>
                <a:rPr lang="nl-NL" sz="2800" b="1" dirty="0" err="1"/>
                <a:t>Thời</a:t>
              </a:r>
              <a:r>
                <a:rPr lang="nl-NL" sz="2800" b="1" dirty="0"/>
                <a:t> </a:t>
              </a:r>
              <a:r>
                <a:rPr lang="nl-NL" sz="2800" b="1" dirty="0" err="1"/>
                <a:t>kỳ</a:t>
              </a:r>
              <a:r>
                <a:rPr lang="nl-NL" sz="2800" b="1" dirty="0"/>
                <a:t> quá </a:t>
              </a:r>
              <a:r>
                <a:rPr lang="nl-NL" sz="2800" b="1" dirty="0" err="1"/>
                <a:t>độ</a:t>
              </a:r>
              <a:r>
                <a:rPr lang="nl-NL" sz="2800" b="1" dirty="0"/>
                <a:t> </a:t>
              </a:r>
              <a:r>
                <a:rPr lang="nl-NL" sz="2800" b="1" dirty="0" err="1"/>
                <a:t>lên</a:t>
              </a:r>
              <a:r>
                <a:rPr lang="nl-NL" sz="2800" b="1" dirty="0"/>
                <a:t> </a:t>
              </a:r>
              <a:r>
                <a:rPr lang="nl-NL" sz="2800" b="1" dirty="0" err="1"/>
                <a:t>chủ</a:t>
              </a:r>
              <a:r>
                <a:rPr lang="nl-NL" sz="2800" b="1" dirty="0"/>
                <a:t> </a:t>
              </a:r>
              <a:r>
                <a:rPr lang="nl-NL" sz="2800" b="1" dirty="0" err="1"/>
                <a:t>nghĩa</a:t>
              </a:r>
              <a:r>
                <a:rPr lang="nl-NL" sz="2800" b="1" dirty="0"/>
                <a:t> </a:t>
              </a:r>
              <a:r>
                <a:rPr lang="nl-NL" sz="2800" b="1" dirty="0" err="1"/>
                <a:t>xã</a:t>
              </a:r>
              <a:r>
                <a:rPr lang="nl-NL" sz="2800" b="1" dirty="0"/>
                <a:t> </a:t>
              </a:r>
              <a:r>
                <a:rPr lang="nl-NL" sz="2800" b="1" dirty="0" err="1"/>
                <a:t>hội</a:t>
              </a:r>
              <a:endParaRPr lang="en-US" sz="2800" b="1" dirty="0">
                <a:latin typeface="+mn-lt"/>
                <a:cs typeface="Arial" panose="020B0604020202020204" pitchFamily="34" charset="0"/>
              </a:endParaRPr>
            </a:p>
          </p:txBody>
        </p:sp>
        <p:sp>
          <p:nvSpPr>
            <p:cNvPr id="48144" name="AutoShape 16"/>
            <p:cNvSpPr>
              <a:spLocks noChangeArrowheads="1"/>
            </p:cNvSpPr>
            <p:nvPr/>
          </p:nvSpPr>
          <p:spPr bwMode="gray">
            <a:xfrm>
              <a:off x="2619375" y="3032124"/>
              <a:ext cx="6143624" cy="483076"/>
            </a:xfrm>
            <a:prstGeom prst="roundRect">
              <a:avLst>
                <a:gd name="adj" fmla="val 50000"/>
              </a:avLst>
            </a:prstGeom>
            <a:noFill/>
            <a:ln w="9525">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hlink">
                        <a:gamma/>
                        <a:shade val="60000"/>
                        <a:invGamma/>
                      </a:schemeClr>
                    </a:outerShdw>
                  </a:effectLst>
                </a14:hiddenEffects>
              </a:ext>
            </a:extLst>
          </p:spPr>
          <p:txBody>
            <a:bodyPr wrap="none" anchor="ctr"/>
            <a:lstStyle/>
            <a:p>
              <a:endParaRPr lang="vi-VN" sz="2400">
                <a:latin typeface="+mn-lt"/>
              </a:endParaRPr>
            </a:p>
          </p:txBody>
        </p:sp>
        <p:grpSp>
          <p:nvGrpSpPr>
            <p:cNvPr id="48145" name="Group 17"/>
            <p:cNvGrpSpPr/>
            <p:nvPr/>
          </p:nvGrpSpPr>
          <p:grpSpPr bwMode="auto">
            <a:xfrm>
              <a:off x="2676029" y="3150095"/>
              <a:ext cx="238125" cy="244078"/>
              <a:chOff x="1805" y="1911"/>
              <a:chExt cx="160" cy="164"/>
            </a:xfrm>
          </p:grpSpPr>
          <p:pic>
            <p:nvPicPr>
              <p:cNvPr id="48146" name="Picture 18" descr="shadow_1_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805" y="1915"/>
                <a:ext cx="160" cy="160"/>
              </a:xfrm>
              <a:prstGeom prst="rect">
                <a:avLst/>
              </a:prstGeom>
              <a:noFill/>
              <a:extLst>
                <a:ext uri="{909E8E84-426E-40DD-AFC4-6F175D3DCCD1}">
                  <a14:hiddenFill xmlns:a14="http://schemas.microsoft.com/office/drawing/2010/main">
                    <a:solidFill>
                      <a:srgbClr val="FFFFFF"/>
                    </a:solidFill>
                  </a14:hiddenFill>
                </a:ext>
              </a:extLst>
            </p:spPr>
          </p:pic>
          <p:grpSp>
            <p:nvGrpSpPr>
              <p:cNvPr id="48147" name="Group 19"/>
              <p:cNvGrpSpPr/>
              <p:nvPr/>
            </p:nvGrpSpPr>
            <p:grpSpPr bwMode="auto">
              <a:xfrm>
                <a:off x="1822" y="1911"/>
                <a:ext cx="126" cy="126"/>
                <a:chOff x="1809" y="1910"/>
                <a:chExt cx="144" cy="144"/>
              </a:xfrm>
            </p:grpSpPr>
            <p:sp>
              <p:nvSpPr>
                <p:cNvPr id="48148" name="Oval 20"/>
                <p:cNvSpPr>
                  <a:spLocks noChangeArrowheads="1"/>
                </p:cNvSpPr>
                <p:nvPr/>
              </p:nvSpPr>
              <p:spPr bwMode="gray">
                <a:xfrm>
                  <a:off x="1809" y="1910"/>
                  <a:ext cx="144" cy="144"/>
                </a:xfrm>
                <a:prstGeom prst="ellipse">
                  <a:avLst/>
                </a:prstGeom>
                <a:gradFill rotWithShape="1">
                  <a:gsLst>
                    <a:gs pos="0">
                      <a:srgbClr val="FFFFFF"/>
                    </a:gs>
                    <a:gs pos="50000">
                      <a:schemeClr val="hlink"/>
                    </a:gs>
                    <a:gs pos="100000">
                      <a:srgbClr val="FFFFFF"/>
                    </a:gs>
                  </a:gsLst>
                  <a:lin ang="5400000" scaled="1"/>
                </a:gradFill>
                <a:ln w="6350" algn="ctr">
                  <a:solidFill>
                    <a:schemeClr val="hlink"/>
                  </a:solidFill>
                  <a:round/>
                </a:ln>
                <a:effectLst/>
                <a:extLst>
                  <a:ext uri="{AF507438-7753-43E0-B8FC-AC1667EBCBE1}">
                    <a14:hiddenEffects xmlns:a14="http://schemas.microsoft.com/office/drawing/2010/main">
                      <a:effectLst>
                        <a:outerShdw dist="25400" dir="5400000" algn="ctr" rotWithShape="0">
                          <a:srgbClr val="333333">
                            <a:alpha val="50000"/>
                          </a:srgbClr>
                        </a:outerShdw>
                      </a:effectLst>
                    </a14:hiddenEffects>
                  </a:ext>
                </a:extLst>
              </p:spPr>
              <p:txBody>
                <a:bodyPr wrap="none" anchor="ctr"/>
                <a:lstStyle/>
                <a:p>
                  <a:endParaRPr lang="vi-VN" sz="2400">
                    <a:latin typeface="+mn-lt"/>
                  </a:endParaRPr>
                </a:p>
              </p:txBody>
            </p:sp>
            <p:sp>
              <p:nvSpPr>
                <p:cNvPr id="48149" name="Oval 21"/>
                <p:cNvSpPr>
                  <a:spLocks noChangeArrowheads="1"/>
                </p:cNvSpPr>
                <p:nvPr/>
              </p:nvSpPr>
              <p:spPr bwMode="gray">
                <a:xfrm>
                  <a:off x="1828" y="1939"/>
                  <a:ext cx="106" cy="104"/>
                </a:xfrm>
                <a:prstGeom prst="ellipse">
                  <a:avLst/>
                </a:prstGeom>
                <a:solidFill>
                  <a:schemeClr val="hlink"/>
                </a:solidFill>
                <a:ln>
                  <a:noFill/>
                </a:ln>
                <a:effectLst/>
                <a:extLst>
                  <a:ext uri="{91240B29-F687-4F45-9708-019B960494DF}">
                    <a14:hiddenLine xmlns:a14="http://schemas.microsoft.com/office/drawing/2010/main" w="9525">
                      <a:solidFill>
                        <a:srgbClr val="F79646"/>
                      </a:solidFill>
                      <a:round/>
                    </a14:hiddenLine>
                  </a:ext>
                  <a:ext uri="{AF507438-7753-43E0-B8FC-AC1667EBCBE1}">
                    <a14:hiddenEffects xmlns:a14="http://schemas.microsoft.com/office/drawing/2010/main">
                      <a:effectLst>
                        <a:outerShdw dist="25400" dir="5400000" algn="ctr" rotWithShape="0">
                          <a:srgbClr val="333333">
                            <a:alpha val="50000"/>
                          </a:srgbClr>
                        </a:outerShdw>
                      </a:effectLst>
                    </a14:hiddenEffects>
                  </a:ext>
                </a:extLst>
              </p:spPr>
              <p:txBody>
                <a:bodyPr wrap="none" anchor="ctr"/>
                <a:lstStyle/>
                <a:p>
                  <a:endParaRPr lang="vi-VN" sz="2400">
                    <a:latin typeface="+mn-lt"/>
                  </a:endParaRPr>
                </a:p>
              </p:txBody>
            </p:sp>
          </p:grpSp>
        </p:grpSp>
      </p:grpSp>
      <p:sp>
        <p:nvSpPr>
          <p:cNvPr id="48170" name="Rectangle 42"/>
          <p:cNvSpPr>
            <a:spLocks noGrp="1" noChangeArrowheads="1"/>
          </p:cNvSpPr>
          <p:nvPr>
            <p:ph type="title" idx="4294967295"/>
          </p:nvPr>
        </p:nvSpPr>
        <p:spPr>
          <a:xfrm>
            <a:off x="2286000" y="76200"/>
            <a:ext cx="4800600" cy="946150"/>
          </a:xfrm>
        </p:spPr>
        <p:txBody>
          <a:bodyPr>
            <a:normAutofit/>
          </a:bodyPr>
          <a:lstStyle/>
          <a:p>
            <a:pPr algn="ctr"/>
            <a:r>
              <a:rPr lang="en-US" sz="3200" b="1" dirty="0">
                <a:solidFill>
                  <a:srgbClr val="FF0000"/>
                </a:solidFill>
                <a:latin typeface="Arial" panose="020B0604020202020204" pitchFamily="34" charset="0"/>
                <a:cs typeface="Arial" panose="020B0604020202020204" pitchFamily="34" charset="0"/>
              </a:rPr>
              <a:t>NỘI DUNG CHƯƠNG 3</a:t>
            </a:r>
          </a:p>
        </p:txBody>
      </p:sp>
      <p:grpSp>
        <p:nvGrpSpPr>
          <p:cNvPr id="21" name="Group 20"/>
          <p:cNvGrpSpPr/>
          <p:nvPr/>
        </p:nvGrpSpPr>
        <p:grpSpPr>
          <a:xfrm>
            <a:off x="228600" y="4515352"/>
            <a:ext cx="8763000" cy="1185735"/>
            <a:chOff x="2619375" y="3032124"/>
            <a:chExt cx="6143624" cy="483076"/>
          </a:xfrm>
        </p:grpSpPr>
        <p:sp>
          <p:nvSpPr>
            <p:cNvPr id="25" name="AutoShape 16"/>
            <p:cNvSpPr>
              <a:spLocks noChangeArrowheads="1"/>
            </p:cNvSpPr>
            <p:nvPr/>
          </p:nvSpPr>
          <p:spPr bwMode="gray">
            <a:xfrm>
              <a:off x="2619375" y="3032124"/>
              <a:ext cx="6143624" cy="483076"/>
            </a:xfrm>
            <a:prstGeom prst="roundRect">
              <a:avLst>
                <a:gd name="adj" fmla="val 50000"/>
              </a:avLst>
            </a:prstGeom>
            <a:ln w="9525"/>
          </p:spPr>
          <p:style>
            <a:lnRef idx="2">
              <a:schemeClr val="accent3"/>
            </a:lnRef>
            <a:fillRef idx="1">
              <a:schemeClr val="lt1"/>
            </a:fillRef>
            <a:effectRef idx="0">
              <a:schemeClr val="accent3"/>
            </a:effectRef>
            <a:fontRef idx="minor">
              <a:schemeClr val="dk1"/>
            </a:fontRef>
          </p:style>
          <p:txBody>
            <a:bodyPr wrap="none" anchor="ctr"/>
            <a:lstStyle/>
            <a:p>
              <a:endParaRPr lang="vi-VN" sz="2400">
                <a:latin typeface="+mn-lt"/>
              </a:endParaRPr>
            </a:p>
          </p:txBody>
        </p:sp>
        <p:sp>
          <p:nvSpPr>
            <p:cNvPr id="22" name="AutoShape 12"/>
            <p:cNvSpPr>
              <a:spLocks noChangeArrowheads="1"/>
            </p:cNvSpPr>
            <p:nvPr/>
          </p:nvSpPr>
          <p:spPr bwMode="gray">
            <a:xfrm>
              <a:off x="2657474" y="3060700"/>
              <a:ext cx="6105525" cy="429467"/>
            </a:xfrm>
            <a:prstGeom prst="roundRect">
              <a:avLst>
                <a:gd name="adj" fmla="val 50000"/>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3500000" scaled="1"/>
              <a:tileRect/>
            </a:gradFill>
            <a:ln>
              <a:noFill/>
            </a:ln>
          </p:spPr>
          <p:style>
            <a:lnRef idx="1">
              <a:schemeClr val="accent3"/>
            </a:lnRef>
            <a:fillRef idx="2">
              <a:schemeClr val="accent3"/>
            </a:fillRef>
            <a:effectRef idx="1">
              <a:schemeClr val="accent3"/>
            </a:effectRef>
            <a:fontRef idx="minor">
              <a:schemeClr val="dk1"/>
            </a:fontRef>
          </p:style>
          <p:txBody>
            <a:bodyPr wrap="none" anchor="ctr"/>
            <a:lstStyle/>
            <a:p>
              <a:endParaRPr lang="vi-VN" sz="2400" dirty="0">
                <a:latin typeface="+mn-lt"/>
              </a:endParaRPr>
            </a:p>
          </p:txBody>
        </p:sp>
        <p:sp>
          <p:nvSpPr>
            <p:cNvPr id="24" name="Text Box 45"/>
            <p:cNvSpPr txBox="1">
              <a:spLocks noChangeArrowheads="1"/>
            </p:cNvSpPr>
            <p:nvPr/>
          </p:nvSpPr>
          <p:spPr bwMode="gray">
            <a:xfrm>
              <a:off x="2926952" y="3094214"/>
              <a:ext cx="5736856" cy="213163"/>
            </a:xfrm>
            <a:prstGeom prst="rect">
              <a:avLst/>
            </a:prstGeom>
            <a:noFill/>
            <a:ln>
              <a:noFill/>
            </a:ln>
            <a:effectLst>
              <a:prstShdw prst="shdw17" dist="17961" dir="2700000">
                <a:srgbClr val="2F4D71">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nl-NL" sz="2800" b="1" dirty="0"/>
                <a:t>3. Quá độ lên chủ nghĩa xã hội ở Việt Nam</a:t>
              </a:r>
              <a:endParaRPr lang="en-US" sz="2800" b="1" dirty="0">
                <a:latin typeface="+mn-lt"/>
                <a:cs typeface="Arial" panose="020B0604020202020204" pitchFamily="34" charset="0"/>
              </a:endParaRPr>
            </a:p>
          </p:txBody>
        </p:sp>
        <p:grpSp>
          <p:nvGrpSpPr>
            <p:cNvPr id="26" name="Group 17"/>
            <p:cNvGrpSpPr/>
            <p:nvPr/>
          </p:nvGrpSpPr>
          <p:grpSpPr bwMode="auto">
            <a:xfrm>
              <a:off x="2676029" y="3150095"/>
              <a:ext cx="238125" cy="244078"/>
              <a:chOff x="1805" y="1911"/>
              <a:chExt cx="160" cy="164"/>
            </a:xfrm>
          </p:grpSpPr>
          <p:pic>
            <p:nvPicPr>
              <p:cNvPr id="27" name="Picture 18" descr="shadow_1_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805" y="1915"/>
                <a:ext cx="160" cy="160"/>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19"/>
              <p:cNvGrpSpPr/>
              <p:nvPr/>
            </p:nvGrpSpPr>
            <p:grpSpPr bwMode="auto">
              <a:xfrm>
                <a:off x="1822" y="1911"/>
                <a:ext cx="126" cy="126"/>
                <a:chOff x="1809" y="1910"/>
                <a:chExt cx="144" cy="144"/>
              </a:xfrm>
            </p:grpSpPr>
            <p:sp>
              <p:nvSpPr>
                <p:cNvPr id="29" name="Oval 20"/>
                <p:cNvSpPr>
                  <a:spLocks noChangeArrowheads="1"/>
                </p:cNvSpPr>
                <p:nvPr/>
              </p:nvSpPr>
              <p:spPr bwMode="gray">
                <a:xfrm>
                  <a:off x="1809" y="1910"/>
                  <a:ext cx="144" cy="144"/>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vi-VN" sz="2400" dirty="0">
                    <a:latin typeface="+mn-lt"/>
                  </a:endParaRPr>
                </a:p>
              </p:txBody>
            </p:sp>
            <p:sp>
              <p:nvSpPr>
                <p:cNvPr id="30" name="Oval 21"/>
                <p:cNvSpPr>
                  <a:spLocks noChangeArrowheads="1"/>
                </p:cNvSpPr>
                <p:nvPr/>
              </p:nvSpPr>
              <p:spPr bwMode="gray">
                <a:xfrm>
                  <a:off x="1828" y="1939"/>
                  <a:ext cx="106" cy="104"/>
                </a:xfrm>
                <a:prstGeom prst="ellipse">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vi-VN" sz="2400" dirty="0">
                    <a:latin typeface="+mn-lt"/>
                  </a:endParaRPr>
                </a:p>
              </p:txBody>
            </p:sp>
          </p:grpSp>
        </p:grpSp>
      </p:grpSp>
      <p:sp>
        <p:nvSpPr>
          <p:cNvPr id="31" name="object 4"/>
          <p:cNvSpPr>
            <a:spLocks noChangeArrowheads="1"/>
          </p:cNvSpPr>
          <p:nvPr/>
        </p:nvSpPr>
        <p:spPr bwMode="auto">
          <a:xfrm>
            <a:off x="0" y="5857"/>
            <a:ext cx="875211" cy="98139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8054" y="1676400"/>
            <a:ext cx="8126030" cy="3323987"/>
          </a:xfrm>
          <a:prstGeom prst="rect">
            <a:avLst/>
          </a:prstGeom>
          <a:noFill/>
        </p:spPr>
        <p:txBody>
          <a:bodyPr wrap="square" rtlCol="0">
            <a:spAutoFit/>
          </a:bodyPr>
          <a:lstStyle/>
          <a:p>
            <a:pPr algn="just"/>
            <a:r>
              <a:rPr lang="vi-VN" sz="3000" b="1" dirty="0">
                <a:latin typeface="Times New Roman (Headings)"/>
              </a:rPr>
              <a:t>1.1. Chủ nghĩa xã hội</a:t>
            </a:r>
            <a:r>
              <a:rPr lang="en-US" sz="3000" b="1" dirty="0">
                <a:latin typeface="Times New Roman (Headings)"/>
              </a:rPr>
              <a:t>,</a:t>
            </a:r>
            <a:r>
              <a:rPr lang="vi-VN" sz="3000" b="1" dirty="0">
                <a:latin typeface="Times New Roman (Headings)"/>
              </a:rPr>
              <a:t> </a:t>
            </a:r>
            <a:r>
              <a:rPr lang="en-US" sz="3000" b="1" dirty="0" err="1">
                <a:latin typeface="Times New Roman (Headings)"/>
              </a:rPr>
              <a:t>giai</a:t>
            </a:r>
            <a:r>
              <a:rPr lang="en-US" sz="3000" b="1" dirty="0">
                <a:latin typeface="Times New Roman (Headings)"/>
              </a:rPr>
              <a:t> </a:t>
            </a:r>
            <a:r>
              <a:rPr lang="en-US" sz="3000" b="1" dirty="0" err="1">
                <a:latin typeface="Times New Roman (Headings)"/>
              </a:rPr>
              <a:t>đoạn</a:t>
            </a:r>
            <a:r>
              <a:rPr lang="en-US" sz="3000" b="1" dirty="0">
                <a:latin typeface="Times New Roman (Headings)"/>
              </a:rPr>
              <a:t> </a:t>
            </a:r>
            <a:r>
              <a:rPr lang="en-US" sz="3000" b="1" dirty="0" err="1">
                <a:latin typeface="Times New Roman (Headings)"/>
              </a:rPr>
              <a:t>đầu</a:t>
            </a:r>
            <a:r>
              <a:rPr lang="en-US" sz="3000" b="1" dirty="0">
                <a:latin typeface="Times New Roman (Headings)"/>
              </a:rPr>
              <a:t> </a:t>
            </a:r>
            <a:r>
              <a:rPr lang="en-US" sz="3000" b="1" dirty="0" err="1">
                <a:latin typeface="Times New Roman (Headings)"/>
              </a:rPr>
              <a:t>của</a:t>
            </a:r>
            <a:r>
              <a:rPr lang="en-US" sz="3000" b="1" dirty="0">
                <a:latin typeface="Times New Roman (Headings)"/>
              </a:rPr>
              <a:t> </a:t>
            </a:r>
            <a:r>
              <a:rPr lang="en-US" sz="3000" b="1" dirty="0" err="1">
                <a:latin typeface="Times New Roman (Headings)"/>
              </a:rPr>
              <a:t>hình</a:t>
            </a:r>
            <a:r>
              <a:rPr lang="en-US" sz="3000" b="1" dirty="0">
                <a:latin typeface="Times New Roman (Headings)"/>
              </a:rPr>
              <a:t> </a:t>
            </a:r>
            <a:r>
              <a:rPr lang="en-US" sz="3000" b="1" dirty="0" err="1">
                <a:latin typeface="Times New Roman (Headings)"/>
              </a:rPr>
              <a:t>thái</a:t>
            </a:r>
            <a:r>
              <a:rPr lang="en-US" sz="3000" b="1" dirty="0">
                <a:latin typeface="Times New Roman (Headings)"/>
              </a:rPr>
              <a:t> </a:t>
            </a:r>
            <a:r>
              <a:rPr lang="en-US" sz="3000" b="1" dirty="0" err="1">
                <a:latin typeface="Times New Roman (Headings)"/>
              </a:rPr>
              <a:t>kinh</a:t>
            </a:r>
            <a:r>
              <a:rPr lang="en-US" sz="3000" b="1" dirty="0">
                <a:latin typeface="Times New Roman (Headings)"/>
              </a:rPr>
              <a:t> </a:t>
            </a:r>
            <a:r>
              <a:rPr lang="en-US" sz="3000" b="1" dirty="0" err="1">
                <a:latin typeface="Times New Roman (Headings)"/>
              </a:rPr>
              <a:t>tế</a:t>
            </a:r>
            <a:r>
              <a:rPr lang="en-US" sz="3000" b="1" dirty="0">
                <a:latin typeface="Times New Roman (Headings)"/>
              </a:rPr>
              <a:t> - </a:t>
            </a:r>
            <a:r>
              <a:rPr lang="en-US" sz="3000" b="1" dirty="0" err="1">
                <a:latin typeface="Times New Roman (Headings)"/>
              </a:rPr>
              <a:t>xã</a:t>
            </a:r>
            <a:r>
              <a:rPr lang="en-US" sz="3000" b="1" dirty="0">
                <a:latin typeface="Times New Roman (Headings)"/>
              </a:rPr>
              <a:t> </a:t>
            </a:r>
            <a:r>
              <a:rPr lang="en-US" sz="3000" b="1" dirty="0" err="1">
                <a:latin typeface="Times New Roman (Headings)"/>
              </a:rPr>
              <a:t>hội</a:t>
            </a:r>
            <a:r>
              <a:rPr lang="en-US" sz="3000" b="1" dirty="0">
                <a:latin typeface="Times New Roman (Headings)"/>
              </a:rPr>
              <a:t> </a:t>
            </a:r>
            <a:r>
              <a:rPr lang="en-US" sz="3000" b="1" dirty="0" err="1">
                <a:latin typeface="Times New Roman (Headings)"/>
              </a:rPr>
              <a:t>cộng</a:t>
            </a:r>
            <a:r>
              <a:rPr lang="en-US" sz="3000" b="1" dirty="0">
                <a:latin typeface="Times New Roman (Headings)"/>
              </a:rPr>
              <a:t> </a:t>
            </a:r>
            <a:r>
              <a:rPr lang="en-US" sz="3000" b="1" dirty="0" err="1">
                <a:latin typeface="Times New Roman (Headings)"/>
              </a:rPr>
              <a:t>sản</a:t>
            </a:r>
            <a:r>
              <a:rPr lang="en-US" sz="3000" b="1" dirty="0">
                <a:latin typeface="Times New Roman (Headings)"/>
              </a:rPr>
              <a:t> </a:t>
            </a:r>
            <a:r>
              <a:rPr lang="en-US" sz="3000" b="1" dirty="0" err="1">
                <a:latin typeface="Times New Roman (Headings)"/>
              </a:rPr>
              <a:t>chủ</a:t>
            </a:r>
            <a:r>
              <a:rPr lang="en-US" sz="3000" b="1" dirty="0">
                <a:latin typeface="Times New Roman (Headings)"/>
              </a:rPr>
              <a:t> </a:t>
            </a:r>
            <a:r>
              <a:rPr lang="en-US" sz="3000" b="1" dirty="0" err="1">
                <a:latin typeface="Times New Roman (Headings)"/>
              </a:rPr>
              <a:t>nghĩa</a:t>
            </a:r>
            <a:r>
              <a:rPr lang="vi-VN" sz="3000" b="1" dirty="0">
                <a:latin typeface="Times New Roman (Headings)"/>
              </a:rPr>
              <a:t> </a:t>
            </a:r>
          </a:p>
          <a:p>
            <a:pPr algn="just"/>
            <a:endParaRPr lang="vi-VN" sz="3000" b="1" dirty="0">
              <a:latin typeface="Times New Roman (Headings)"/>
            </a:endParaRPr>
          </a:p>
          <a:p>
            <a:pPr algn="just"/>
            <a:r>
              <a:rPr lang="vi-VN" sz="3000" b="1" dirty="0">
                <a:latin typeface="Times New Roman (Headings)"/>
              </a:rPr>
              <a:t>1.2. </a:t>
            </a:r>
            <a:r>
              <a:rPr lang="en-US" sz="3000" b="1" dirty="0" err="1">
                <a:latin typeface="Times New Roman (Headings)"/>
              </a:rPr>
              <a:t>Điều</a:t>
            </a:r>
            <a:r>
              <a:rPr lang="en-US" sz="3000" b="1" dirty="0">
                <a:latin typeface="Times New Roman (Headings)"/>
              </a:rPr>
              <a:t> </a:t>
            </a:r>
            <a:r>
              <a:rPr lang="en-US" sz="3000" b="1" dirty="0" err="1">
                <a:latin typeface="Times New Roman (Headings)"/>
              </a:rPr>
              <a:t>kiện</a:t>
            </a:r>
            <a:r>
              <a:rPr lang="en-US" sz="3000" b="1" dirty="0">
                <a:latin typeface="Times New Roman (Headings)"/>
              </a:rPr>
              <a:t> </a:t>
            </a:r>
            <a:r>
              <a:rPr lang="en-US" sz="3000" b="1" dirty="0" err="1">
                <a:latin typeface="Times New Roman (Headings)"/>
              </a:rPr>
              <a:t>ra</a:t>
            </a:r>
            <a:r>
              <a:rPr lang="en-US" sz="3000" b="1" dirty="0">
                <a:latin typeface="Times New Roman (Headings)"/>
              </a:rPr>
              <a:t> </a:t>
            </a:r>
            <a:r>
              <a:rPr lang="en-US" sz="3000" b="1" dirty="0" err="1">
                <a:latin typeface="Times New Roman (Headings)"/>
              </a:rPr>
              <a:t>đời</a:t>
            </a:r>
            <a:r>
              <a:rPr lang="en-US" sz="3000" b="1" dirty="0">
                <a:latin typeface="Times New Roman (Headings)"/>
              </a:rPr>
              <a:t> </a:t>
            </a:r>
            <a:r>
              <a:rPr lang="en-US" sz="3000" b="1" dirty="0" err="1">
                <a:latin typeface="Times New Roman (Headings)"/>
              </a:rPr>
              <a:t>của</a:t>
            </a:r>
            <a:r>
              <a:rPr lang="en-US" sz="3000" b="1" dirty="0">
                <a:latin typeface="Times New Roman (Headings)"/>
              </a:rPr>
              <a:t> </a:t>
            </a:r>
            <a:r>
              <a:rPr lang="en-US" sz="3000" b="1" dirty="0" err="1">
                <a:latin typeface="Times New Roman (Headings)"/>
              </a:rPr>
              <a:t>chủ</a:t>
            </a:r>
            <a:r>
              <a:rPr lang="en-US" sz="3000" b="1" dirty="0">
                <a:latin typeface="Times New Roman (Headings)"/>
              </a:rPr>
              <a:t> </a:t>
            </a:r>
            <a:r>
              <a:rPr lang="en-US" sz="3000" b="1" dirty="0" err="1">
                <a:latin typeface="Times New Roman (Headings)"/>
              </a:rPr>
              <a:t>nghĩa</a:t>
            </a:r>
            <a:r>
              <a:rPr lang="en-US" sz="3000" b="1" dirty="0">
                <a:latin typeface="Times New Roman (Headings)"/>
              </a:rPr>
              <a:t> </a:t>
            </a:r>
            <a:r>
              <a:rPr lang="en-US" sz="3000" b="1" dirty="0" err="1">
                <a:latin typeface="Times New Roman (Headings)"/>
              </a:rPr>
              <a:t>xã</a:t>
            </a:r>
            <a:r>
              <a:rPr lang="en-US" sz="3000" b="1" dirty="0">
                <a:latin typeface="Times New Roman (Headings)"/>
              </a:rPr>
              <a:t> </a:t>
            </a:r>
            <a:r>
              <a:rPr lang="en-US" sz="3000" b="1" dirty="0" err="1">
                <a:latin typeface="Times New Roman (Headings)"/>
              </a:rPr>
              <a:t>hội</a:t>
            </a:r>
            <a:endParaRPr lang="en-US" sz="3000" b="1" dirty="0">
              <a:latin typeface="Times New Roman (Headings)"/>
            </a:endParaRPr>
          </a:p>
          <a:p>
            <a:pPr algn="just"/>
            <a:endParaRPr lang="en-US" sz="3000" b="1" dirty="0">
              <a:latin typeface="Times New Roman (Headings)"/>
            </a:endParaRPr>
          </a:p>
          <a:p>
            <a:pPr algn="just"/>
            <a:r>
              <a:rPr lang="en-US" sz="3000" b="1" dirty="0">
                <a:latin typeface="Times New Roman (Headings)"/>
              </a:rPr>
              <a:t>1.3. </a:t>
            </a:r>
            <a:r>
              <a:rPr lang="en-US" sz="3000" b="1" dirty="0" err="1">
                <a:latin typeface="Times New Roman (Headings)"/>
              </a:rPr>
              <a:t>Những</a:t>
            </a:r>
            <a:r>
              <a:rPr lang="en-US" sz="3000" b="1" dirty="0">
                <a:latin typeface="Times New Roman (Headings)"/>
              </a:rPr>
              <a:t> </a:t>
            </a:r>
            <a:r>
              <a:rPr lang="en-US" sz="3000" b="1" dirty="0" err="1">
                <a:latin typeface="Times New Roman (Headings)"/>
              </a:rPr>
              <a:t>đặc</a:t>
            </a:r>
            <a:r>
              <a:rPr lang="en-US" sz="3000" b="1" dirty="0">
                <a:latin typeface="Times New Roman (Headings)"/>
              </a:rPr>
              <a:t> </a:t>
            </a:r>
            <a:r>
              <a:rPr lang="en-US" sz="3000" b="1" dirty="0" err="1">
                <a:latin typeface="Times New Roman (Headings)"/>
              </a:rPr>
              <a:t>trưng</a:t>
            </a:r>
            <a:r>
              <a:rPr lang="en-US" sz="3000" b="1" dirty="0">
                <a:latin typeface="Times New Roman (Headings)"/>
              </a:rPr>
              <a:t> </a:t>
            </a:r>
            <a:r>
              <a:rPr lang="en-US" sz="3000" b="1" dirty="0" err="1">
                <a:latin typeface="Times New Roman (Headings)"/>
              </a:rPr>
              <a:t>của</a:t>
            </a:r>
            <a:r>
              <a:rPr lang="en-US" sz="3000" b="1" dirty="0">
                <a:latin typeface="Times New Roman (Headings)"/>
              </a:rPr>
              <a:t> </a:t>
            </a:r>
            <a:r>
              <a:rPr lang="en-US" sz="3000" b="1" dirty="0" err="1">
                <a:latin typeface="Times New Roman (Headings)"/>
              </a:rPr>
              <a:t>chủ</a:t>
            </a:r>
            <a:r>
              <a:rPr lang="en-US" sz="3000" b="1" dirty="0">
                <a:latin typeface="Times New Roman (Headings)"/>
              </a:rPr>
              <a:t> </a:t>
            </a:r>
            <a:r>
              <a:rPr lang="en-US" sz="3000" b="1" dirty="0" err="1">
                <a:latin typeface="Times New Roman (Headings)"/>
              </a:rPr>
              <a:t>nghĩa</a:t>
            </a:r>
            <a:r>
              <a:rPr lang="en-US" sz="3000" b="1" dirty="0">
                <a:latin typeface="Times New Roman (Headings)"/>
              </a:rPr>
              <a:t> </a:t>
            </a:r>
            <a:r>
              <a:rPr lang="en-US" sz="3000" b="1" dirty="0" err="1">
                <a:latin typeface="Times New Roman (Headings)"/>
              </a:rPr>
              <a:t>xã</a:t>
            </a:r>
            <a:r>
              <a:rPr lang="en-US" sz="3000" b="1" dirty="0">
                <a:latin typeface="Times New Roman (Headings)"/>
              </a:rPr>
              <a:t> </a:t>
            </a:r>
            <a:r>
              <a:rPr lang="en-US" sz="3000" b="1" dirty="0" err="1">
                <a:latin typeface="Times New Roman (Headings)"/>
              </a:rPr>
              <a:t>hội</a:t>
            </a:r>
            <a:r>
              <a:rPr lang="vi-VN" sz="3000" dirty="0">
                <a:latin typeface="Times New Roman (Headings)"/>
              </a:rPr>
              <a:t> </a:t>
            </a:r>
          </a:p>
        </p:txBody>
      </p:sp>
      <p:sp>
        <p:nvSpPr>
          <p:cNvPr id="21" name="Rectangle 42"/>
          <p:cNvSpPr txBox="1">
            <a:spLocks noChangeArrowheads="1"/>
          </p:cNvSpPr>
          <p:nvPr/>
        </p:nvSpPr>
        <p:spPr bwMode="auto">
          <a:xfrm>
            <a:off x="1905000" y="304800"/>
            <a:ext cx="4800601"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marL="514350" indent="-514350" algn="ctr">
              <a:buAutoNum type="arabicPeriod"/>
            </a:pPr>
            <a:r>
              <a:rPr lang="en-US" sz="36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Chủ</a:t>
            </a:r>
            <a:r>
              <a:rPr lang="en-US" sz="3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6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nghĩa</a:t>
            </a:r>
            <a:r>
              <a:rPr lang="en-US" sz="3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6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xã</a:t>
            </a:r>
            <a:r>
              <a:rPr lang="en-US" sz="3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60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hội</a:t>
            </a:r>
            <a:endParaRPr lang="en-US" sz="3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object 4"/>
          <p:cNvSpPr>
            <a:spLocks noChangeArrowheads="1"/>
          </p:cNvSpPr>
          <p:nvPr/>
        </p:nvSpPr>
        <p:spPr bwMode="auto">
          <a:xfrm>
            <a:off x="0" y="5857"/>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2"/>
          <p:cNvSpPr txBox="1">
            <a:spLocks noChangeArrowheads="1"/>
          </p:cNvSpPr>
          <p:nvPr/>
        </p:nvSpPr>
        <p:spPr bwMode="auto">
          <a:xfrm>
            <a:off x="2002754" y="457871"/>
            <a:ext cx="5334001"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CNXH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được</a:t>
            </a: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tiếp</a:t>
            </a: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cận</a:t>
            </a: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ở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một</a:t>
            </a: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số</a:t>
            </a: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góc</a:t>
            </a: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độ</a:t>
            </a: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sau</a:t>
            </a:r>
            <a:r>
              <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2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đây</a:t>
            </a:r>
            <a:endParaRPr lang="en-US" sz="32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pSp>
        <p:nvGrpSpPr>
          <p:cNvPr id="3" name="Group 2"/>
          <p:cNvGrpSpPr/>
          <p:nvPr/>
        </p:nvGrpSpPr>
        <p:grpSpPr>
          <a:xfrm>
            <a:off x="78890" y="1905001"/>
            <a:ext cx="2130910" cy="3507696"/>
            <a:chOff x="231290" y="2435904"/>
            <a:chExt cx="2623542" cy="2849791"/>
          </a:xfrm>
        </p:grpSpPr>
        <p:sp>
          <p:nvSpPr>
            <p:cNvPr id="4" name="Freeform 3"/>
            <p:cNvSpPr/>
            <p:nvPr/>
          </p:nvSpPr>
          <p:spPr>
            <a:xfrm>
              <a:off x="231290" y="2435904"/>
              <a:ext cx="2623542" cy="557171"/>
            </a:xfrm>
            <a:custGeom>
              <a:avLst/>
              <a:gdLst>
                <a:gd name="connsiteX0" fmla="*/ 0 w 2623542"/>
                <a:gd name="connsiteY0" fmla="*/ 0 h 1049416"/>
                <a:gd name="connsiteX1" fmla="*/ 2623542 w 2623542"/>
                <a:gd name="connsiteY1" fmla="*/ 0 h 1049416"/>
                <a:gd name="connsiteX2" fmla="*/ 2623542 w 2623542"/>
                <a:gd name="connsiteY2" fmla="*/ 1049416 h 1049416"/>
                <a:gd name="connsiteX3" fmla="*/ 0 w 2623542"/>
                <a:gd name="connsiteY3" fmla="*/ 1049416 h 1049416"/>
                <a:gd name="connsiteX4" fmla="*/ 0 w 2623542"/>
                <a:gd name="connsiteY4" fmla="*/ 0 h 1049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049416">
                  <a:moveTo>
                    <a:pt x="0" y="0"/>
                  </a:moveTo>
                  <a:lnTo>
                    <a:pt x="2623542" y="0"/>
                  </a:lnTo>
                  <a:lnTo>
                    <a:pt x="2623542" y="1049416"/>
                  </a:lnTo>
                  <a:lnTo>
                    <a:pt x="0" y="1049416"/>
                  </a:lnTo>
                  <a:lnTo>
                    <a:pt x="0" y="0"/>
                  </a:lnTo>
                  <a:close/>
                </a:path>
              </a:pathLst>
            </a:custGeom>
          </p:spPr>
          <p:style>
            <a:lnRef idx="1">
              <a:schemeClr val="accent5">
                <a:hueOff val="0"/>
                <a:satOff val="0"/>
                <a:lumOff val="0"/>
                <a:alphaOff val="0"/>
              </a:schemeClr>
            </a:lnRef>
            <a:fillRef idx="2">
              <a:schemeClr val="accent5">
                <a:hueOff val="0"/>
                <a:satOff val="0"/>
                <a:lumOff val="0"/>
                <a:alphaOff val="0"/>
              </a:schemeClr>
            </a:fillRef>
            <a:effectRef idx="1">
              <a:schemeClr val="accent5">
                <a:hueOff val="0"/>
                <a:satOff val="0"/>
                <a:lumOff val="0"/>
                <a:alphaOff val="0"/>
              </a:schemeClr>
            </a:effectRef>
            <a:fontRef idx="minor">
              <a:schemeClr val="dk1"/>
            </a:fontRef>
          </p:style>
          <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Arial" panose="020B0604020202020204" pitchFamily="34" charset="0"/>
                  <a:cs typeface="Arial" panose="020B0604020202020204" pitchFamily="34" charset="0"/>
                </a:rPr>
                <a:t>1</a:t>
              </a:r>
            </a:p>
          </p:txBody>
        </p:sp>
        <p:sp>
          <p:nvSpPr>
            <p:cNvPr id="5" name="Freeform 4"/>
            <p:cNvSpPr/>
            <p:nvPr/>
          </p:nvSpPr>
          <p:spPr>
            <a:xfrm>
              <a:off x="231290" y="2993075"/>
              <a:ext cx="2623542" cy="2292620"/>
            </a:xfrm>
            <a:custGeom>
              <a:avLst/>
              <a:gdLst>
                <a:gd name="connsiteX0" fmla="*/ 0 w 2623542"/>
                <a:gd name="connsiteY0" fmla="*/ 0 h 1800376"/>
                <a:gd name="connsiteX1" fmla="*/ 2623542 w 2623542"/>
                <a:gd name="connsiteY1" fmla="*/ 0 h 1800376"/>
                <a:gd name="connsiteX2" fmla="*/ 2623542 w 2623542"/>
                <a:gd name="connsiteY2" fmla="*/ 1800376 h 1800376"/>
                <a:gd name="connsiteX3" fmla="*/ 0 w 2623542"/>
                <a:gd name="connsiteY3" fmla="*/ 1800376 h 1800376"/>
                <a:gd name="connsiteX4" fmla="*/ 0 w 2623542"/>
                <a:gd name="connsiteY4" fmla="*/ 0 h 1800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800376">
                  <a:moveTo>
                    <a:pt x="0" y="0"/>
                  </a:moveTo>
                  <a:lnTo>
                    <a:pt x="2623542" y="0"/>
                  </a:lnTo>
                  <a:lnTo>
                    <a:pt x="2623542" y="1800376"/>
                  </a:lnTo>
                  <a:lnTo>
                    <a:pt x="0" y="1800376"/>
                  </a:lnTo>
                  <a:lnTo>
                    <a:pt x="0" y="0"/>
                  </a:lnTo>
                  <a:close/>
                </a:path>
              </a:pathLst>
            </a:custGeom>
          </p:spPr>
          <p:style>
            <a:lnRef idx="1">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17348" tIns="117348" rIns="156464" bIns="176022" numCol="1" spcCol="1270" anchor="t" anchorCtr="0">
              <a:noAutofit/>
            </a:bodyPr>
            <a:lstStyle/>
            <a:p>
              <a:pPr marL="9525" lvl="1" algn="just" defTabSz="977900">
                <a:lnSpc>
                  <a:spcPct val="90000"/>
                </a:lnSpc>
                <a:spcBef>
                  <a:spcPct val="0"/>
                </a:spcBef>
                <a:spcAft>
                  <a:spcPct val="15000"/>
                </a:spcAft>
                <a:buFontTx/>
                <a:buNone/>
              </a:pPr>
              <a:r>
                <a:rPr lang="en-US" sz="2200" kern="1200" dirty="0" err="1">
                  <a:latin typeface="Arial" panose="020B0604020202020204" pitchFamily="34" charset="0"/>
                  <a:cs typeface="Arial" panose="020B0604020202020204" pitchFamily="34" charset="0"/>
                </a:rPr>
                <a:t>Là</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phong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trào</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thực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tiễn</a:t>
              </a:r>
              <a:r>
                <a:rPr lang="en-US" sz="2200" kern="1200" dirty="0">
                  <a:latin typeface="Arial" panose="020B0604020202020204" pitchFamily="34" charset="0"/>
                  <a:cs typeface="Arial" panose="020B0604020202020204" pitchFamily="34" charset="0"/>
                </a:rPr>
                <a:t>, PTĐT </a:t>
              </a:r>
              <a:r>
                <a:rPr lang="en-US" sz="2200" kern="1200" dirty="0" err="1">
                  <a:latin typeface="Arial" panose="020B0604020202020204" pitchFamily="34" charset="0"/>
                  <a:cs typeface="Arial" panose="020B0604020202020204" pitchFamily="34" charset="0"/>
                </a:rPr>
                <a:t>của</a:t>
              </a:r>
              <a:r>
                <a:rPr lang="en-US" sz="2200" kern="1200" dirty="0">
                  <a:latin typeface="Arial" panose="020B0604020202020204" pitchFamily="34" charset="0"/>
                  <a:cs typeface="Arial" panose="020B0604020202020204" pitchFamily="34" charset="0"/>
                </a:rPr>
                <a:t> NDLĐ </a:t>
              </a:r>
              <a:r>
                <a:rPr lang="en-US" sz="2200" kern="1200" dirty="0" err="1">
                  <a:latin typeface="Arial" panose="020B0604020202020204" pitchFamily="34" charset="0"/>
                  <a:cs typeface="Arial" panose="020B0604020202020204" pitchFamily="34" charset="0"/>
                </a:rPr>
                <a:t>chống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lại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áp</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bức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bóc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lột</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bất</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công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chống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lại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giai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cấp</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thống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trị</a:t>
              </a:r>
              <a:r>
                <a:rPr lang="en-US" sz="2200" kern="1200" dirty="0">
                  <a:latin typeface="Arial" panose="020B0604020202020204" pitchFamily="34" charset="0"/>
                  <a:cs typeface="Arial" panose="020B0604020202020204" pitchFamily="34" charset="0"/>
                </a:rPr>
                <a:t>.</a:t>
              </a:r>
            </a:p>
          </p:txBody>
        </p:sp>
      </p:grpSp>
      <p:grpSp>
        <p:nvGrpSpPr>
          <p:cNvPr id="6" name="Group 5"/>
          <p:cNvGrpSpPr/>
          <p:nvPr/>
        </p:nvGrpSpPr>
        <p:grpSpPr>
          <a:xfrm>
            <a:off x="2369901" y="1905001"/>
            <a:ext cx="2130910" cy="3507697"/>
            <a:chOff x="3222128" y="2435904"/>
            <a:chExt cx="2623542" cy="2849792"/>
          </a:xfrm>
        </p:grpSpPr>
        <p:sp>
          <p:nvSpPr>
            <p:cNvPr id="7" name="Freeform 6"/>
            <p:cNvSpPr/>
            <p:nvPr/>
          </p:nvSpPr>
          <p:spPr>
            <a:xfrm>
              <a:off x="3222128" y="2435904"/>
              <a:ext cx="2623542" cy="557171"/>
            </a:xfrm>
            <a:custGeom>
              <a:avLst/>
              <a:gdLst>
                <a:gd name="connsiteX0" fmla="*/ 0 w 2623542"/>
                <a:gd name="connsiteY0" fmla="*/ 0 h 1049416"/>
                <a:gd name="connsiteX1" fmla="*/ 2623542 w 2623542"/>
                <a:gd name="connsiteY1" fmla="*/ 0 h 1049416"/>
                <a:gd name="connsiteX2" fmla="*/ 2623542 w 2623542"/>
                <a:gd name="connsiteY2" fmla="*/ 1049416 h 1049416"/>
                <a:gd name="connsiteX3" fmla="*/ 0 w 2623542"/>
                <a:gd name="connsiteY3" fmla="*/ 1049416 h 1049416"/>
                <a:gd name="connsiteX4" fmla="*/ 0 w 2623542"/>
                <a:gd name="connsiteY4" fmla="*/ 0 h 1049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049416">
                  <a:moveTo>
                    <a:pt x="0" y="0"/>
                  </a:moveTo>
                  <a:lnTo>
                    <a:pt x="2623542" y="0"/>
                  </a:lnTo>
                  <a:lnTo>
                    <a:pt x="2623542" y="1049416"/>
                  </a:lnTo>
                  <a:lnTo>
                    <a:pt x="0" y="1049416"/>
                  </a:lnTo>
                  <a:lnTo>
                    <a:pt x="0" y="0"/>
                  </a:lnTo>
                  <a:close/>
                </a:path>
              </a:pathLst>
            </a:custGeom>
          </p:spPr>
          <p:style>
            <a:lnRef idx="1">
              <a:schemeClr val="accent5">
                <a:hueOff val="-4966938"/>
                <a:satOff val="19906"/>
                <a:lumOff val="4314"/>
                <a:alphaOff val="0"/>
              </a:schemeClr>
            </a:lnRef>
            <a:fillRef idx="2">
              <a:schemeClr val="accent5">
                <a:hueOff val="-4966938"/>
                <a:satOff val="19906"/>
                <a:lumOff val="4314"/>
                <a:alphaOff val="0"/>
              </a:schemeClr>
            </a:fillRef>
            <a:effectRef idx="1">
              <a:schemeClr val="accent5">
                <a:hueOff val="-4966938"/>
                <a:satOff val="19906"/>
                <a:lumOff val="4314"/>
                <a:alphaOff val="0"/>
              </a:schemeClr>
            </a:effectRef>
            <a:fontRef idx="minor">
              <a:schemeClr val="dk1"/>
            </a:fontRef>
          </p:style>
          <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Arial" panose="020B0604020202020204" pitchFamily="34" charset="0"/>
                  <a:cs typeface="Arial" panose="020B0604020202020204" pitchFamily="34" charset="0"/>
                </a:rPr>
                <a:t>2</a:t>
              </a:r>
            </a:p>
          </p:txBody>
        </p:sp>
        <p:sp>
          <p:nvSpPr>
            <p:cNvPr id="8" name="Freeform 7"/>
            <p:cNvSpPr/>
            <p:nvPr/>
          </p:nvSpPr>
          <p:spPr>
            <a:xfrm>
              <a:off x="3222128" y="2993076"/>
              <a:ext cx="2623542" cy="2292620"/>
            </a:xfrm>
            <a:custGeom>
              <a:avLst/>
              <a:gdLst>
                <a:gd name="connsiteX0" fmla="*/ 0 w 2623542"/>
                <a:gd name="connsiteY0" fmla="*/ 0 h 1800376"/>
                <a:gd name="connsiteX1" fmla="*/ 2623542 w 2623542"/>
                <a:gd name="connsiteY1" fmla="*/ 0 h 1800376"/>
                <a:gd name="connsiteX2" fmla="*/ 2623542 w 2623542"/>
                <a:gd name="connsiteY2" fmla="*/ 1800376 h 1800376"/>
                <a:gd name="connsiteX3" fmla="*/ 0 w 2623542"/>
                <a:gd name="connsiteY3" fmla="*/ 1800376 h 1800376"/>
                <a:gd name="connsiteX4" fmla="*/ 0 w 2623542"/>
                <a:gd name="connsiteY4" fmla="*/ 0 h 1800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800376">
                  <a:moveTo>
                    <a:pt x="0" y="0"/>
                  </a:moveTo>
                  <a:lnTo>
                    <a:pt x="2623542" y="0"/>
                  </a:lnTo>
                  <a:lnTo>
                    <a:pt x="2623542" y="1800376"/>
                  </a:lnTo>
                  <a:lnTo>
                    <a:pt x="0" y="1800376"/>
                  </a:lnTo>
                  <a:lnTo>
                    <a:pt x="0" y="0"/>
                  </a:lnTo>
                  <a:close/>
                </a:path>
              </a:pathLst>
            </a:custGeom>
          </p:spPr>
          <p:style>
            <a:lnRef idx="1">
              <a:schemeClr val="accent5">
                <a:tint val="40000"/>
                <a:alpha val="90000"/>
                <a:hueOff val="-5370241"/>
                <a:satOff val="24126"/>
                <a:lumOff val="1658"/>
                <a:alphaOff val="0"/>
              </a:schemeClr>
            </a:lnRef>
            <a:fillRef idx="1">
              <a:schemeClr val="accent5">
                <a:tint val="40000"/>
                <a:alpha val="90000"/>
                <a:hueOff val="-5370241"/>
                <a:satOff val="24126"/>
                <a:lumOff val="1658"/>
                <a:alphaOff val="0"/>
              </a:schemeClr>
            </a:fillRef>
            <a:effectRef idx="0">
              <a:schemeClr val="accent5">
                <a:tint val="40000"/>
                <a:alpha val="90000"/>
                <a:hueOff val="-5370241"/>
                <a:satOff val="24126"/>
                <a:lumOff val="1658"/>
                <a:alphaOff val="0"/>
              </a:schemeClr>
            </a:effectRef>
            <a:fontRef idx="minor">
              <a:schemeClr val="dk1">
                <a:hueOff val="0"/>
                <a:satOff val="0"/>
                <a:lumOff val="0"/>
                <a:alphaOff val="0"/>
              </a:schemeClr>
            </a:fontRef>
          </p:style>
          <p:txBody>
            <a:bodyPr spcFirstLastPara="0" vert="horz" wrap="square" lIns="117348" tIns="117348" rIns="156464" bIns="176022" numCol="1" spcCol="1270" anchor="t" anchorCtr="0">
              <a:noAutofit/>
            </a:bodyPr>
            <a:lstStyle/>
            <a:p>
              <a:pPr marL="0" lvl="1" algn="ctr" defTabSz="977900">
                <a:lnSpc>
                  <a:spcPct val="90000"/>
                </a:lnSpc>
                <a:spcBef>
                  <a:spcPct val="0"/>
                </a:spcBef>
                <a:spcAft>
                  <a:spcPct val="15000"/>
                </a:spcAft>
              </a:pPr>
              <a:r>
                <a:rPr lang="en-US" sz="2200" kern="1200" dirty="0" err="1">
                  <a:latin typeface="Arial" panose="020B0604020202020204" pitchFamily="34" charset="0"/>
                  <a:cs typeface="Arial" panose="020B0604020202020204" pitchFamily="34" charset="0"/>
                </a:rPr>
                <a:t>Là</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trào</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lưu</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tư</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tưởng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lý</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luận</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phản</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ánh</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lý</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tưởng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giải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phóng</a:t>
              </a:r>
              <a:r>
                <a:rPr lang="en-US" sz="2200" kern="1200" dirty="0">
                  <a:latin typeface="Arial" panose="020B0604020202020204" pitchFamily="34" charset="0"/>
                  <a:cs typeface="Arial" panose="020B0604020202020204" pitchFamily="34" charset="0"/>
                </a:rPr>
                <a:t> NDLĐ </a:t>
              </a:r>
              <a:r>
                <a:rPr lang="en-US" sz="2200" kern="1200" dirty="0" err="1">
                  <a:latin typeface="Arial" panose="020B0604020202020204" pitchFamily="34" charset="0"/>
                  <a:cs typeface="Arial" panose="020B0604020202020204" pitchFamily="34" charset="0"/>
                </a:rPr>
                <a:t>thoát</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khỏi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áp</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bức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bóc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lột</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bất</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công</a:t>
              </a:r>
              <a:r>
                <a:rPr lang="en-US" sz="2200" kern="1200" dirty="0">
                  <a:latin typeface="Arial" panose="020B0604020202020204" pitchFamily="34" charset="0"/>
                  <a:cs typeface="Arial" panose="020B0604020202020204" pitchFamily="34" charset="0"/>
                </a:rPr>
                <a:t>.</a:t>
              </a:r>
            </a:p>
          </p:txBody>
        </p:sp>
      </p:grpSp>
      <p:grpSp>
        <p:nvGrpSpPr>
          <p:cNvPr id="9" name="Group 8"/>
          <p:cNvGrpSpPr/>
          <p:nvPr/>
        </p:nvGrpSpPr>
        <p:grpSpPr>
          <a:xfrm>
            <a:off x="4669755" y="1905000"/>
            <a:ext cx="2130910" cy="3507697"/>
            <a:chOff x="6212967" y="2435903"/>
            <a:chExt cx="2623542" cy="2849792"/>
          </a:xfrm>
        </p:grpSpPr>
        <p:sp>
          <p:nvSpPr>
            <p:cNvPr id="10" name="Freeform 9"/>
            <p:cNvSpPr/>
            <p:nvPr/>
          </p:nvSpPr>
          <p:spPr>
            <a:xfrm>
              <a:off x="6212967" y="2435903"/>
              <a:ext cx="2623542" cy="557172"/>
            </a:xfrm>
            <a:custGeom>
              <a:avLst/>
              <a:gdLst>
                <a:gd name="connsiteX0" fmla="*/ 0 w 2623542"/>
                <a:gd name="connsiteY0" fmla="*/ 0 h 1049416"/>
                <a:gd name="connsiteX1" fmla="*/ 2623542 w 2623542"/>
                <a:gd name="connsiteY1" fmla="*/ 0 h 1049416"/>
                <a:gd name="connsiteX2" fmla="*/ 2623542 w 2623542"/>
                <a:gd name="connsiteY2" fmla="*/ 1049416 h 1049416"/>
                <a:gd name="connsiteX3" fmla="*/ 0 w 2623542"/>
                <a:gd name="connsiteY3" fmla="*/ 1049416 h 1049416"/>
                <a:gd name="connsiteX4" fmla="*/ 0 w 2623542"/>
                <a:gd name="connsiteY4" fmla="*/ 0 h 1049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049416">
                  <a:moveTo>
                    <a:pt x="0" y="0"/>
                  </a:moveTo>
                  <a:lnTo>
                    <a:pt x="2623542" y="0"/>
                  </a:lnTo>
                  <a:lnTo>
                    <a:pt x="2623542" y="1049416"/>
                  </a:lnTo>
                  <a:lnTo>
                    <a:pt x="0" y="1049416"/>
                  </a:lnTo>
                  <a:lnTo>
                    <a:pt x="0" y="0"/>
                  </a:lnTo>
                  <a:close/>
                </a:path>
              </a:pathLst>
            </a:custGeom>
          </p:spPr>
          <p:style>
            <a:lnRef idx="1">
              <a:schemeClr val="accent5">
                <a:hueOff val="-9933876"/>
                <a:satOff val="39811"/>
                <a:lumOff val="8628"/>
                <a:alphaOff val="0"/>
              </a:schemeClr>
            </a:lnRef>
            <a:fillRef idx="2">
              <a:schemeClr val="accent5">
                <a:hueOff val="-9933876"/>
                <a:satOff val="39811"/>
                <a:lumOff val="8628"/>
                <a:alphaOff val="0"/>
              </a:schemeClr>
            </a:fillRef>
            <a:effectRef idx="1">
              <a:schemeClr val="accent5">
                <a:hueOff val="-9933876"/>
                <a:satOff val="39811"/>
                <a:lumOff val="8628"/>
                <a:alphaOff val="0"/>
              </a:schemeClr>
            </a:effectRef>
            <a:fontRef idx="minor">
              <a:schemeClr val="dk1"/>
            </a:fontRef>
          </p:style>
          <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Arial" panose="020B0604020202020204" pitchFamily="34" charset="0"/>
                  <a:cs typeface="Arial" panose="020B0604020202020204" pitchFamily="34" charset="0"/>
                </a:rPr>
                <a:t>3</a:t>
              </a:r>
            </a:p>
          </p:txBody>
        </p:sp>
        <p:sp>
          <p:nvSpPr>
            <p:cNvPr id="11" name="Freeform 10"/>
            <p:cNvSpPr/>
            <p:nvPr/>
          </p:nvSpPr>
          <p:spPr>
            <a:xfrm>
              <a:off x="6212967" y="2993075"/>
              <a:ext cx="2623542" cy="2292620"/>
            </a:xfrm>
            <a:custGeom>
              <a:avLst/>
              <a:gdLst>
                <a:gd name="connsiteX0" fmla="*/ 0 w 2623542"/>
                <a:gd name="connsiteY0" fmla="*/ 0 h 1800376"/>
                <a:gd name="connsiteX1" fmla="*/ 2623542 w 2623542"/>
                <a:gd name="connsiteY1" fmla="*/ 0 h 1800376"/>
                <a:gd name="connsiteX2" fmla="*/ 2623542 w 2623542"/>
                <a:gd name="connsiteY2" fmla="*/ 1800376 h 1800376"/>
                <a:gd name="connsiteX3" fmla="*/ 0 w 2623542"/>
                <a:gd name="connsiteY3" fmla="*/ 1800376 h 1800376"/>
                <a:gd name="connsiteX4" fmla="*/ 0 w 2623542"/>
                <a:gd name="connsiteY4" fmla="*/ 0 h 1800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800376">
                  <a:moveTo>
                    <a:pt x="0" y="0"/>
                  </a:moveTo>
                  <a:lnTo>
                    <a:pt x="2623542" y="0"/>
                  </a:lnTo>
                  <a:lnTo>
                    <a:pt x="2623542" y="1800376"/>
                  </a:lnTo>
                  <a:lnTo>
                    <a:pt x="0" y="1800376"/>
                  </a:lnTo>
                  <a:lnTo>
                    <a:pt x="0" y="0"/>
                  </a:lnTo>
                  <a:close/>
                </a:path>
              </a:pathLst>
            </a:custGeom>
          </p:spPr>
          <p:style>
            <a:lnRef idx="1">
              <a:schemeClr val="accent5">
                <a:tint val="40000"/>
                <a:alpha val="90000"/>
                <a:hueOff val="-10740482"/>
                <a:satOff val="48253"/>
                <a:lumOff val="3317"/>
                <a:alphaOff val="0"/>
              </a:schemeClr>
            </a:lnRef>
            <a:fillRef idx="1">
              <a:schemeClr val="accent5">
                <a:tint val="40000"/>
                <a:alpha val="90000"/>
                <a:hueOff val="-10740482"/>
                <a:satOff val="48253"/>
                <a:lumOff val="3317"/>
                <a:alphaOff val="0"/>
              </a:schemeClr>
            </a:fillRef>
            <a:effectRef idx="0">
              <a:schemeClr val="accent5">
                <a:tint val="40000"/>
                <a:alpha val="90000"/>
                <a:hueOff val="-10740482"/>
                <a:satOff val="48253"/>
                <a:lumOff val="3317"/>
                <a:alphaOff val="0"/>
              </a:schemeClr>
            </a:effectRef>
            <a:fontRef idx="minor">
              <a:schemeClr val="dk1">
                <a:hueOff val="0"/>
                <a:satOff val="0"/>
                <a:lumOff val="0"/>
                <a:alphaOff val="0"/>
              </a:schemeClr>
            </a:fontRef>
          </p:style>
          <p:txBody>
            <a:bodyPr spcFirstLastPara="0" vert="horz" wrap="square" lIns="117348" tIns="117348" rIns="156464" bIns="176022" numCol="1" spcCol="1270" anchor="t" anchorCtr="0">
              <a:noAutofit/>
            </a:bodyPr>
            <a:lstStyle/>
            <a:p>
              <a:pPr marL="0" lvl="1" algn="ctr" defTabSz="977900">
                <a:lnSpc>
                  <a:spcPct val="90000"/>
                </a:lnSpc>
                <a:spcBef>
                  <a:spcPct val="0"/>
                </a:spcBef>
                <a:spcAft>
                  <a:spcPct val="15000"/>
                </a:spcAft>
              </a:pPr>
              <a:r>
                <a:rPr lang="en-US" sz="2200" kern="1200" dirty="0" err="1">
                  <a:latin typeface="Arial" panose="020B0604020202020204" pitchFamily="34" charset="0"/>
                  <a:cs typeface="Arial" panose="020B0604020202020204" pitchFamily="34" charset="0"/>
                </a:rPr>
                <a:t>Là</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một</a:t>
              </a:r>
              <a:r>
                <a:rPr lang="en-US" sz="2200" kern="1200" dirty="0">
                  <a:latin typeface="Arial" panose="020B0604020202020204" pitchFamily="34" charset="0"/>
                  <a:cs typeface="Arial" panose="020B0604020202020204" pitchFamily="34" charset="0"/>
                </a:rPr>
                <a:t> khoa </a:t>
              </a:r>
              <a:r>
                <a:rPr lang="en-US" sz="2200" kern="1200" dirty="0" err="1">
                  <a:latin typeface="Arial" panose="020B0604020202020204" pitchFamily="34" charset="0"/>
                  <a:cs typeface="Arial" panose="020B0604020202020204" pitchFamily="34" charset="0"/>
                </a:rPr>
                <a:t>học</a:t>
              </a:r>
              <a:r>
                <a:rPr lang="en-US" sz="2200" kern="1200" dirty="0">
                  <a:latin typeface="Arial" panose="020B0604020202020204" pitchFamily="34" charset="0"/>
                  <a:cs typeface="Arial" panose="020B0604020202020204" pitchFamily="34" charset="0"/>
                </a:rPr>
                <a:t> – CNXHKH, khoa </a:t>
              </a:r>
              <a:r>
                <a:rPr lang="en-US" sz="2200" kern="1200" dirty="0" err="1">
                  <a:latin typeface="Arial" panose="020B0604020202020204" pitchFamily="34" charset="0"/>
                  <a:cs typeface="Arial" panose="020B0604020202020204" pitchFamily="34" charset="0"/>
                </a:rPr>
                <a:t>học</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về</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sứ</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mệnh</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lịch</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sử</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của</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giai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cấp</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công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nhân</a:t>
              </a:r>
              <a:r>
                <a:rPr lang="en-US" sz="2200" kern="1200" dirty="0">
                  <a:latin typeface="Arial" panose="020B0604020202020204" pitchFamily="34" charset="0"/>
                  <a:cs typeface="Arial" panose="020B0604020202020204" pitchFamily="34" charset="0"/>
                </a:rPr>
                <a:t>.</a:t>
              </a:r>
            </a:p>
          </p:txBody>
        </p:sp>
      </p:grpSp>
      <p:grpSp>
        <p:nvGrpSpPr>
          <p:cNvPr id="12" name="Group 11"/>
          <p:cNvGrpSpPr/>
          <p:nvPr/>
        </p:nvGrpSpPr>
        <p:grpSpPr>
          <a:xfrm>
            <a:off x="6934200" y="1905000"/>
            <a:ext cx="2130910" cy="3507697"/>
            <a:chOff x="6212967" y="2435903"/>
            <a:chExt cx="2623542" cy="2849792"/>
          </a:xfrm>
        </p:grpSpPr>
        <p:sp>
          <p:nvSpPr>
            <p:cNvPr id="13" name="Freeform 12"/>
            <p:cNvSpPr/>
            <p:nvPr/>
          </p:nvSpPr>
          <p:spPr>
            <a:xfrm>
              <a:off x="6212967" y="2435903"/>
              <a:ext cx="2623542" cy="557172"/>
            </a:xfrm>
            <a:custGeom>
              <a:avLst/>
              <a:gdLst>
                <a:gd name="connsiteX0" fmla="*/ 0 w 2623542"/>
                <a:gd name="connsiteY0" fmla="*/ 0 h 1049416"/>
                <a:gd name="connsiteX1" fmla="*/ 2623542 w 2623542"/>
                <a:gd name="connsiteY1" fmla="*/ 0 h 1049416"/>
                <a:gd name="connsiteX2" fmla="*/ 2623542 w 2623542"/>
                <a:gd name="connsiteY2" fmla="*/ 1049416 h 1049416"/>
                <a:gd name="connsiteX3" fmla="*/ 0 w 2623542"/>
                <a:gd name="connsiteY3" fmla="*/ 1049416 h 1049416"/>
                <a:gd name="connsiteX4" fmla="*/ 0 w 2623542"/>
                <a:gd name="connsiteY4" fmla="*/ 0 h 1049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049416">
                  <a:moveTo>
                    <a:pt x="0" y="0"/>
                  </a:moveTo>
                  <a:lnTo>
                    <a:pt x="2623542" y="0"/>
                  </a:lnTo>
                  <a:lnTo>
                    <a:pt x="2623542" y="1049416"/>
                  </a:lnTo>
                  <a:lnTo>
                    <a:pt x="0" y="1049416"/>
                  </a:lnTo>
                  <a:lnTo>
                    <a:pt x="0" y="0"/>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Arial" panose="020B0604020202020204" pitchFamily="34" charset="0"/>
                  <a:cs typeface="Arial" panose="020B0604020202020204" pitchFamily="34" charset="0"/>
                </a:rPr>
                <a:t>4</a:t>
              </a:r>
            </a:p>
          </p:txBody>
        </p:sp>
        <p:sp>
          <p:nvSpPr>
            <p:cNvPr id="14" name="Freeform 13"/>
            <p:cNvSpPr/>
            <p:nvPr/>
          </p:nvSpPr>
          <p:spPr>
            <a:xfrm>
              <a:off x="6212967" y="2993075"/>
              <a:ext cx="2623542" cy="2292620"/>
            </a:xfrm>
            <a:custGeom>
              <a:avLst/>
              <a:gdLst>
                <a:gd name="connsiteX0" fmla="*/ 0 w 2623542"/>
                <a:gd name="connsiteY0" fmla="*/ 0 h 1800376"/>
                <a:gd name="connsiteX1" fmla="*/ 2623542 w 2623542"/>
                <a:gd name="connsiteY1" fmla="*/ 0 h 1800376"/>
                <a:gd name="connsiteX2" fmla="*/ 2623542 w 2623542"/>
                <a:gd name="connsiteY2" fmla="*/ 1800376 h 1800376"/>
                <a:gd name="connsiteX3" fmla="*/ 0 w 2623542"/>
                <a:gd name="connsiteY3" fmla="*/ 1800376 h 1800376"/>
                <a:gd name="connsiteX4" fmla="*/ 0 w 2623542"/>
                <a:gd name="connsiteY4" fmla="*/ 0 h 1800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3542" h="1800376">
                  <a:moveTo>
                    <a:pt x="0" y="0"/>
                  </a:moveTo>
                  <a:lnTo>
                    <a:pt x="2623542" y="0"/>
                  </a:lnTo>
                  <a:lnTo>
                    <a:pt x="2623542" y="1800376"/>
                  </a:lnTo>
                  <a:lnTo>
                    <a:pt x="0" y="1800376"/>
                  </a:lnTo>
                  <a:lnTo>
                    <a:pt x="0" y="0"/>
                  </a:lnTo>
                  <a:close/>
                </a:path>
              </a:pathLst>
            </a:cu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spcFirstLastPara="0" vert="horz" wrap="square" lIns="117348" tIns="117348" rIns="156464" bIns="176022" numCol="1" spcCol="1270" anchor="t" anchorCtr="0">
              <a:noAutofit/>
            </a:bodyPr>
            <a:lstStyle/>
            <a:p>
              <a:pPr marL="0" lvl="1" algn="ctr" defTabSz="977900">
                <a:lnSpc>
                  <a:spcPct val="90000"/>
                </a:lnSpc>
                <a:spcBef>
                  <a:spcPct val="0"/>
                </a:spcBef>
                <a:spcAft>
                  <a:spcPct val="15000"/>
                </a:spcAft>
              </a:pPr>
              <a:r>
                <a:rPr lang="en-US" sz="2200" kern="1200" dirty="0" err="1">
                  <a:latin typeface="Arial" panose="020B0604020202020204" pitchFamily="34" charset="0"/>
                  <a:cs typeface="Arial" panose="020B0604020202020204" pitchFamily="34" charset="0"/>
                </a:rPr>
                <a:t>Là</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chế</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độ</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xã</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hội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tốt</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đẹp</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giai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đoạn</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đầu</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của</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hình</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thái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kinh</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tế</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xã</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hội</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cộng</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sản</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chủ</a:t>
              </a:r>
              <a:r>
                <a:rPr lang="en-US" sz="2200" kern="1200" dirty="0">
                  <a:latin typeface="Arial" panose="020B0604020202020204" pitchFamily="34" charset="0"/>
                  <a:cs typeface="Arial" panose="020B0604020202020204" pitchFamily="34" charset="0"/>
                </a:rPr>
                <a:t> </a:t>
              </a:r>
              <a:r>
                <a:rPr lang="en-US" sz="2200" kern="1200" dirty="0" err="1">
                  <a:latin typeface="Arial" panose="020B0604020202020204" pitchFamily="34" charset="0"/>
                  <a:cs typeface="Arial" panose="020B0604020202020204" pitchFamily="34" charset="0"/>
                </a:rPr>
                <a:t>nghĩa</a:t>
              </a:r>
              <a:r>
                <a:rPr lang="en-US" sz="2200" kern="1200" dirty="0">
                  <a:latin typeface="Arial" panose="020B0604020202020204" pitchFamily="34" charset="0"/>
                  <a:cs typeface="Arial" panose="020B0604020202020204" pitchFamily="34" charset="0"/>
                </a:rPr>
                <a:t>.</a:t>
              </a:r>
            </a:p>
          </p:txBody>
        </p:sp>
      </p:grpSp>
      <p:sp>
        <p:nvSpPr>
          <p:cNvPr id="15"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42"/>
          <p:cNvSpPr txBox="1">
            <a:spLocks noChangeArrowheads="1"/>
          </p:cNvSpPr>
          <p:nvPr/>
        </p:nvSpPr>
        <p:spPr bwMode="auto">
          <a:xfrm>
            <a:off x="850081" y="76200"/>
            <a:ext cx="7151176"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marL="514350" indent="-514350" algn="just">
              <a:buAutoNum type="arabicPeriod"/>
            </a:pP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Chủ</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nghĩa</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xã</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hội</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giai</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đoạn</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đầu</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của</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hình</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thái</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kinh</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tế</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xã</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hội</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cộng</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sản</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chủ</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nghĩa</a:t>
            </a:r>
            <a:endPar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6" name="Flowchart: Terminator 15"/>
          <p:cNvSpPr/>
          <p:nvPr/>
        </p:nvSpPr>
        <p:spPr>
          <a:xfrm rot="16200000">
            <a:off x="57641" y="2679065"/>
            <a:ext cx="2575775" cy="60610"/>
          </a:xfrm>
          <a:prstGeom prst="flowChartTerminator">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Terminator 16"/>
          <p:cNvSpPr/>
          <p:nvPr/>
        </p:nvSpPr>
        <p:spPr>
          <a:xfrm rot="16200000">
            <a:off x="1683840" y="2697088"/>
            <a:ext cx="2575775" cy="60610"/>
          </a:xfrm>
          <a:prstGeom prst="flowChartTerminator">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Terminator 17"/>
          <p:cNvSpPr/>
          <p:nvPr/>
        </p:nvSpPr>
        <p:spPr>
          <a:xfrm rot="16200000">
            <a:off x="3135681" y="2720368"/>
            <a:ext cx="2575775" cy="60611"/>
          </a:xfrm>
          <a:prstGeom prst="flowChartTerminator">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Terminator 18"/>
          <p:cNvSpPr/>
          <p:nvPr/>
        </p:nvSpPr>
        <p:spPr>
          <a:xfrm rot="16200000">
            <a:off x="5316298" y="2679064"/>
            <a:ext cx="2575775" cy="60610"/>
          </a:xfrm>
          <a:prstGeom prst="flowChartTerminator">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381000" y="1831417"/>
            <a:ext cx="8229599" cy="540913"/>
          </a:xfrm>
          <a:prstGeom prst="rightArrow">
            <a:avLst/>
          </a:prstGeom>
          <a:solidFill>
            <a:schemeClr val="accent4">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XÃ HỘI LOÀI NGƯỜI TRẢI QUA CÁC HÌNH THÁI KINH TẾ - XÃ HỘI</a:t>
            </a:r>
          </a:p>
        </p:txBody>
      </p:sp>
      <p:sp>
        <p:nvSpPr>
          <p:cNvPr id="21" name="TextBox 20"/>
          <p:cNvSpPr txBox="1"/>
          <p:nvPr/>
        </p:nvSpPr>
        <p:spPr>
          <a:xfrm>
            <a:off x="159765" y="2372330"/>
            <a:ext cx="1036847" cy="1938992"/>
          </a:xfrm>
          <a:prstGeom prst="rect">
            <a:avLst/>
          </a:prstGeom>
          <a:noFill/>
        </p:spPr>
        <p:txBody>
          <a:bodyPr wrap="square" rtlCol="0">
            <a:spAutoFit/>
          </a:bodyPr>
          <a:lstStyle/>
          <a:p>
            <a:pPr algn="ct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HTKT – XH</a:t>
            </a:r>
          </a:p>
          <a:p>
            <a:pPr algn="ctr"/>
            <a:r>
              <a:rPr lang="en-US" sz="2000" b="1" dirty="0" err="1">
                <a:effectLst>
                  <a:outerShdw blurRad="38100" dist="38100" dir="2700000" algn="tl">
                    <a:srgbClr val="000000">
                      <a:alpha val="43137"/>
                    </a:srgbClr>
                  </a:outerShdw>
                </a:effectLst>
                <a:latin typeface="Times New Roman" panose="02020603050405020304" charset="0"/>
                <a:cs typeface="Times New Roman" panose="02020603050405020304" charset="0"/>
              </a:rPr>
              <a:t>Công</a:t>
            </a: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sz="2000" b="1" dirty="0" err="1">
                <a:effectLst>
                  <a:outerShdw blurRad="38100" dist="38100" dir="2700000" algn="tl">
                    <a:srgbClr val="000000">
                      <a:alpha val="43137"/>
                    </a:srgbClr>
                  </a:outerShdw>
                </a:effectLst>
                <a:latin typeface="Times New Roman" panose="02020603050405020304" charset="0"/>
                <a:cs typeface="Times New Roman" panose="02020603050405020304" charset="0"/>
              </a:rPr>
              <a:t>xã</a:t>
            </a:r>
            <a:endPar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gn="ctr"/>
            <a:r>
              <a:rPr lang="en-US" sz="2000" b="1" dirty="0" err="1">
                <a:effectLst>
                  <a:outerShdw blurRad="38100" dist="38100" dir="2700000" algn="tl">
                    <a:srgbClr val="000000">
                      <a:alpha val="43137"/>
                    </a:srgbClr>
                  </a:outerShdw>
                </a:effectLst>
                <a:latin typeface="Times New Roman" panose="02020603050405020304" charset="0"/>
                <a:cs typeface="Times New Roman" panose="02020603050405020304" charset="0"/>
              </a:rPr>
              <a:t>Nguyên</a:t>
            </a: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sz="2000" b="1" dirty="0" err="1">
                <a:effectLst>
                  <a:outerShdw blurRad="38100" dist="38100" dir="2700000" algn="tl">
                    <a:srgbClr val="000000">
                      <a:alpha val="43137"/>
                    </a:srgbClr>
                  </a:outerShdw>
                </a:effectLst>
                <a:latin typeface="Times New Roman" panose="02020603050405020304" charset="0"/>
                <a:cs typeface="Times New Roman" panose="02020603050405020304" charset="0"/>
              </a:rPr>
              <a:t>thủy</a:t>
            </a:r>
            <a:endPar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
        <p:nvSpPr>
          <p:cNvPr id="22" name="TextBox 21"/>
          <p:cNvSpPr txBox="1"/>
          <p:nvPr/>
        </p:nvSpPr>
        <p:spPr>
          <a:xfrm>
            <a:off x="1478147" y="2468741"/>
            <a:ext cx="978055" cy="1631216"/>
          </a:xfrm>
          <a:prstGeom prst="rect">
            <a:avLst/>
          </a:prstGeom>
          <a:noFill/>
        </p:spPr>
        <p:txBody>
          <a:bodyPr wrap="square" rtlCol="0">
            <a:spAutoFit/>
          </a:bodyPr>
          <a:lstStyle/>
          <a:p>
            <a:pPr algn="ct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HTKT – XH</a:t>
            </a:r>
          </a:p>
          <a:p>
            <a:pPr algn="ctr"/>
            <a:r>
              <a:rPr lang="en-US" sz="2000" b="1" dirty="0" err="1">
                <a:effectLst>
                  <a:outerShdw blurRad="38100" dist="38100" dir="2700000" algn="tl">
                    <a:srgbClr val="000000">
                      <a:alpha val="43137"/>
                    </a:srgbClr>
                  </a:outerShdw>
                </a:effectLst>
                <a:latin typeface="Times New Roman" panose="02020603050405020304" charset="0"/>
                <a:cs typeface="Times New Roman" panose="02020603050405020304" charset="0"/>
              </a:rPr>
              <a:t>Chiếm</a:t>
            </a: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sz="2000" b="1" dirty="0" err="1">
                <a:effectLst>
                  <a:outerShdw blurRad="38100" dist="38100" dir="2700000" algn="tl">
                    <a:srgbClr val="000000">
                      <a:alpha val="43137"/>
                    </a:srgbClr>
                  </a:outerShdw>
                </a:effectLst>
                <a:latin typeface="Times New Roman" panose="02020603050405020304" charset="0"/>
                <a:cs typeface="Times New Roman" panose="02020603050405020304" charset="0"/>
              </a:rPr>
              <a:t>hữu</a:t>
            </a:r>
            <a:endPar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gn="ctr"/>
            <a:r>
              <a:rPr lang="en-US" sz="2000" b="1" dirty="0" err="1">
                <a:effectLst>
                  <a:outerShdw blurRad="38100" dist="38100" dir="2700000" algn="tl">
                    <a:srgbClr val="000000">
                      <a:alpha val="43137"/>
                    </a:srgbClr>
                  </a:outerShdw>
                </a:effectLst>
                <a:latin typeface="Times New Roman" panose="02020603050405020304" charset="0"/>
                <a:cs typeface="Times New Roman" panose="02020603050405020304" charset="0"/>
              </a:rPr>
              <a:t>Nô</a:t>
            </a: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sz="2000" b="1" dirty="0" err="1">
                <a:effectLst>
                  <a:outerShdw blurRad="38100" dist="38100" dir="2700000" algn="tl">
                    <a:srgbClr val="000000">
                      <a:alpha val="43137"/>
                    </a:srgbClr>
                  </a:outerShdw>
                </a:effectLst>
                <a:latin typeface="Times New Roman" panose="02020603050405020304" charset="0"/>
                <a:cs typeface="Times New Roman" panose="02020603050405020304" charset="0"/>
              </a:rPr>
              <a:t>lệ</a:t>
            </a:r>
            <a:endPar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
        <p:nvSpPr>
          <p:cNvPr id="30" name="TextBox 29"/>
          <p:cNvSpPr txBox="1"/>
          <p:nvPr/>
        </p:nvSpPr>
        <p:spPr>
          <a:xfrm>
            <a:off x="3154658" y="2461009"/>
            <a:ext cx="978055" cy="1200329"/>
          </a:xfrm>
          <a:prstGeom prst="rect">
            <a:avLst/>
          </a:prstGeom>
          <a:noFill/>
        </p:spPr>
        <p:txBody>
          <a:bodyPr wrap="square" rtlCol="0">
            <a:spAutoFit/>
          </a:bodyPr>
          <a:lstStyle/>
          <a:p>
            <a:pPr algn="ct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HTKT – XH</a:t>
            </a:r>
          </a:p>
          <a:p>
            <a:pPr algn="ctr"/>
            <a:r>
              <a:rPr lang="en-US" sz="16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PHONG KIẾN</a:t>
            </a:r>
            <a:endPar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
        <p:nvSpPr>
          <p:cNvPr id="31" name="TextBox 30"/>
          <p:cNvSpPr txBox="1"/>
          <p:nvPr/>
        </p:nvSpPr>
        <p:spPr>
          <a:xfrm>
            <a:off x="4607344" y="2468977"/>
            <a:ext cx="1640498" cy="707886"/>
          </a:xfrm>
          <a:prstGeom prst="rect">
            <a:avLst/>
          </a:prstGeom>
          <a:noFill/>
        </p:spPr>
        <p:txBody>
          <a:bodyPr wrap="square" rtlCol="0">
            <a:spAutoFit/>
          </a:bodyPr>
          <a:lstStyle/>
          <a:p>
            <a:pPr algn="ct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HTKT – XH</a:t>
            </a:r>
          </a:p>
          <a:p>
            <a:pPr algn="ctr"/>
            <a:r>
              <a:rPr lang="en-US" sz="2000" b="1" dirty="0">
                <a:effectLst>
                  <a:outerShdw blurRad="38100" dist="38100" dir="2700000" algn="tl">
                    <a:srgbClr val="000000">
                      <a:alpha val="43137"/>
                    </a:srgbClr>
                  </a:outerShdw>
                </a:effectLst>
                <a:latin typeface="Times New Roman" panose="02020603050405020304" charset="0"/>
                <a:cs typeface="Times New Roman" panose="02020603050405020304" charset="0"/>
              </a:rPr>
              <a:t>CNTB</a:t>
            </a:r>
          </a:p>
        </p:txBody>
      </p:sp>
      <p:sp>
        <p:nvSpPr>
          <p:cNvPr id="32" name="TextBox 31"/>
          <p:cNvSpPr txBox="1"/>
          <p:nvPr/>
        </p:nvSpPr>
        <p:spPr>
          <a:xfrm>
            <a:off x="6692060" y="2497560"/>
            <a:ext cx="1640498" cy="707886"/>
          </a:xfrm>
          <a:prstGeom prst="rect">
            <a:avLst/>
          </a:prstGeom>
          <a:noFill/>
        </p:spPr>
        <p:txBody>
          <a:bodyPr wrap="square" rtlCol="0">
            <a:spAutoFit/>
          </a:bodyPr>
          <a:lstStyle/>
          <a:p>
            <a:pPr algn="ctr"/>
            <a:r>
              <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HTKT – XH</a:t>
            </a:r>
          </a:p>
          <a:p>
            <a:pPr algn="ctr"/>
            <a:r>
              <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CNCS</a:t>
            </a:r>
          </a:p>
        </p:txBody>
      </p:sp>
      <p:sp>
        <p:nvSpPr>
          <p:cNvPr id="33" name="TextBox 32"/>
          <p:cNvSpPr txBox="1"/>
          <p:nvPr/>
        </p:nvSpPr>
        <p:spPr>
          <a:xfrm>
            <a:off x="4576208" y="3171459"/>
            <a:ext cx="1640498" cy="1323439"/>
          </a:xfrm>
          <a:prstGeom prst="rect">
            <a:avLst/>
          </a:prstGeom>
          <a:noFill/>
        </p:spPr>
        <p:txBody>
          <a:bodyPr wrap="square" rtlCol="0">
            <a:spAutoFit/>
          </a:bodyPr>
          <a:lstStyle/>
          <a:p>
            <a:pPr algn="ctr"/>
            <a:r>
              <a:rPr lang="en-US" sz="2000" b="1" dirty="0">
                <a:solidFill>
                  <a:schemeClr val="accent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CNTB TỰ DO </a:t>
            </a:r>
          </a:p>
          <a:p>
            <a:pPr algn="ctr"/>
            <a:r>
              <a:rPr lang="en-US" sz="2000" b="1" dirty="0">
                <a:solidFill>
                  <a:schemeClr val="accent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CẠNH TRANH</a:t>
            </a:r>
          </a:p>
        </p:txBody>
      </p:sp>
      <p:sp>
        <p:nvSpPr>
          <p:cNvPr id="34" name="TextBox 33"/>
          <p:cNvSpPr txBox="1"/>
          <p:nvPr/>
        </p:nvSpPr>
        <p:spPr>
          <a:xfrm>
            <a:off x="4701048" y="4535660"/>
            <a:ext cx="1640498" cy="1323439"/>
          </a:xfrm>
          <a:prstGeom prst="rect">
            <a:avLst/>
          </a:prstGeom>
          <a:noFill/>
        </p:spPr>
        <p:txBody>
          <a:bodyPr wrap="square" rtlCol="0">
            <a:spAutoFit/>
          </a:bodyPr>
          <a:lstStyle/>
          <a:p>
            <a:pPr algn="ctr"/>
            <a:r>
              <a:rPr lang="en-US" sz="2000" b="1" dirty="0">
                <a:solidFill>
                  <a:schemeClr val="accent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CNTB ĐỘC QUYỀN</a:t>
            </a:r>
          </a:p>
          <a:p>
            <a:pPr algn="ctr"/>
            <a:r>
              <a:rPr lang="en-US" sz="2000" b="1" dirty="0">
                <a:solidFill>
                  <a:schemeClr val="accent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CNTB ĐQ NN</a:t>
            </a:r>
          </a:p>
        </p:txBody>
      </p:sp>
      <p:sp>
        <p:nvSpPr>
          <p:cNvPr id="35" name="TextBox 34"/>
          <p:cNvSpPr txBox="1"/>
          <p:nvPr/>
        </p:nvSpPr>
        <p:spPr>
          <a:xfrm>
            <a:off x="6749629" y="3279397"/>
            <a:ext cx="1640498" cy="1015663"/>
          </a:xfrm>
          <a:prstGeom prst="rect">
            <a:avLst/>
          </a:prstGeom>
          <a:noFill/>
        </p:spPr>
        <p:txBody>
          <a:bodyPr wrap="square" rtlCol="0">
            <a:spAutoFit/>
          </a:bodyPr>
          <a:lstStyle/>
          <a:p>
            <a:pPr algn="ctr"/>
            <a:r>
              <a:rPr lang="en-US" sz="2000" b="1" dirty="0" err="1">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Giai</a:t>
            </a:r>
            <a:r>
              <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sz="2000" b="1" dirty="0" err="1">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đoạn</a:t>
            </a:r>
            <a:r>
              <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sz="2000" b="1" dirty="0" err="1">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thấp</a:t>
            </a:r>
            <a:endPar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gn="ctr"/>
            <a:r>
              <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CNXH</a:t>
            </a:r>
          </a:p>
        </p:txBody>
      </p:sp>
      <p:sp>
        <p:nvSpPr>
          <p:cNvPr id="36" name="TextBox 35"/>
          <p:cNvSpPr txBox="1"/>
          <p:nvPr/>
        </p:nvSpPr>
        <p:spPr>
          <a:xfrm>
            <a:off x="6749629" y="4369011"/>
            <a:ext cx="1640498" cy="1015663"/>
          </a:xfrm>
          <a:prstGeom prst="rect">
            <a:avLst/>
          </a:prstGeom>
          <a:noFill/>
        </p:spPr>
        <p:txBody>
          <a:bodyPr wrap="square" rtlCol="0">
            <a:spAutoFit/>
          </a:bodyPr>
          <a:lstStyle/>
          <a:p>
            <a:pPr algn="ctr"/>
            <a:r>
              <a:rPr lang="en-US" sz="2000" b="1" dirty="0" err="1">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Giai</a:t>
            </a:r>
            <a:r>
              <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sz="2000" b="1" dirty="0" err="1">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đoạn</a:t>
            </a:r>
            <a:r>
              <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sz="2000" b="1" dirty="0" err="1">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cao</a:t>
            </a:r>
            <a:endPar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gn="ctr"/>
            <a:r>
              <a:rPr lang="en-US" sz="2000" b="1" dirty="0">
                <a:solidFill>
                  <a:schemeClr val="accent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CNCS</a:t>
            </a:r>
          </a:p>
        </p:txBody>
      </p:sp>
      <p:sp>
        <p:nvSpPr>
          <p:cNvPr id="37" name="Curved Down Arrow 36"/>
          <p:cNvSpPr/>
          <p:nvPr/>
        </p:nvSpPr>
        <p:spPr>
          <a:xfrm>
            <a:off x="5468851" y="1101041"/>
            <a:ext cx="2210057" cy="822859"/>
          </a:xfrm>
          <a:prstGeom prst="curvedDownArrow">
            <a:avLst>
              <a:gd name="adj1" fmla="val 21135"/>
              <a:gd name="adj2" fmla="val 21135"/>
              <a:gd name="adj3" fmla="val 2911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gn="ctr"/>
            <a:r>
              <a:rPr lang="en-US" dirty="0" err="1">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Thời</a:t>
            </a:r>
            <a:r>
              <a:rPr lang="en-US" dirty="0">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dirty="0" err="1">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kỳ</a:t>
            </a:r>
            <a:r>
              <a:rPr lang="en-US" dirty="0">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dirty="0" err="1">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quá</a:t>
            </a:r>
            <a:r>
              <a:rPr lang="en-US" dirty="0">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 </a:t>
            </a:r>
            <a:r>
              <a:rPr lang="en-US" dirty="0" err="1">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rPr>
              <a:t>độ</a:t>
            </a:r>
            <a:endParaRPr lang="en-US" dirty="0">
              <a:solidFill>
                <a:schemeClr val="tx2"/>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
        <p:nvSpPr>
          <p:cNvPr id="23" name="object 4"/>
          <p:cNvSpPr>
            <a:spLocks noChangeArrowheads="1"/>
          </p:cNvSpPr>
          <p:nvPr/>
        </p:nvSpPr>
        <p:spPr bwMode="auto">
          <a:xfrm>
            <a:off x="0" y="5857"/>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traight Connector 3"/>
          <p:cNvSpPr/>
          <p:nvPr/>
        </p:nvSpPr>
        <p:spPr>
          <a:xfrm rot="3037154" flipV="1">
            <a:off x="2072287" y="4219841"/>
            <a:ext cx="3080708" cy="312390"/>
          </a:xfrm>
          <a:custGeom>
            <a:avLst/>
            <a:gdLst/>
            <a:ahLst/>
            <a:cxnLst/>
            <a:rect l="0" t="0" r="0" b="0"/>
            <a:pathLst>
              <a:path>
                <a:moveTo>
                  <a:pt x="0" y="10063"/>
                </a:moveTo>
                <a:lnTo>
                  <a:pt x="1849612" y="10063"/>
                </a:lnTo>
              </a:path>
            </a:pathLst>
          </a:custGeom>
          <a:noFill/>
        </p:spPr>
        <p:style>
          <a:lnRef idx="2">
            <a:schemeClr val="accent3">
              <a:shade val="80000"/>
              <a:hueOff val="0"/>
              <a:satOff val="0"/>
              <a:lumOff val="0"/>
              <a:alphaOff val="0"/>
            </a:schemeClr>
          </a:lnRef>
          <a:fillRef idx="0">
            <a:scrgbClr r="0" g="0" b="0"/>
          </a:fillRef>
          <a:effectRef idx="0">
            <a:schemeClr val="accent3">
              <a:shade val="80000"/>
              <a:hueOff val="0"/>
              <a:satOff val="0"/>
              <a:lumOff val="0"/>
              <a:alphaOff val="0"/>
            </a:schemeClr>
          </a:effectRef>
          <a:fontRef idx="minor">
            <a:schemeClr val="tx1">
              <a:hueOff val="0"/>
              <a:satOff val="0"/>
              <a:lumOff val="0"/>
              <a:alphaOff val="0"/>
            </a:schemeClr>
          </a:fontRef>
        </p:style>
      </p:sp>
      <p:sp>
        <p:nvSpPr>
          <p:cNvPr id="37" name="Straight Connector 10"/>
          <p:cNvSpPr/>
          <p:nvPr/>
        </p:nvSpPr>
        <p:spPr>
          <a:xfrm rot="18562846">
            <a:off x="1656613" y="3003718"/>
            <a:ext cx="1849612" cy="20126"/>
          </a:xfrm>
          <a:custGeom>
            <a:avLst/>
            <a:gdLst/>
            <a:ahLst/>
            <a:cxnLst/>
            <a:rect l="0" t="0" r="0" b="0"/>
            <a:pathLst>
              <a:path>
                <a:moveTo>
                  <a:pt x="0" y="10063"/>
                </a:moveTo>
                <a:lnTo>
                  <a:pt x="1849612" y="10063"/>
                </a:lnTo>
              </a:path>
            </a:pathLst>
          </a:custGeom>
          <a:noFill/>
        </p:spPr>
        <p:style>
          <a:lnRef idx="2">
            <a:schemeClr val="accent3">
              <a:shade val="80000"/>
              <a:hueOff val="0"/>
              <a:satOff val="0"/>
              <a:lumOff val="0"/>
              <a:alphaOff val="0"/>
            </a:schemeClr>
          </a:lnRef>
          <a:fillRef idx="0">
            <a:scrgbClr r="0" g="0" b="0"/>
          </a:fillRef>
          <a:effectRef idx="0">
            <a:schemeClr val="accent3">
              <a:shade val="80000"/>
              <a:hueOff val="0"/>
              <a:satOff val="0"/>
              <a:lumOff val="0"/>
              <a:alphaOff val="0"/>
            </a:schemeClr>
          </a:effectRef>
          <a:fontRef idx="minor">
            <a:schemeClr val="tx1">
              <a:hueOff val="0"/>
              <a:satOff val="0"/>
              <a:lumOff val="0"/>
              <a:alphaOff val="0"/>
            </a:schemeClr>
          </a:fontRef>
        </p:style>
      </p:sp>
      <p:grpSp>
        <p:nvGrpSpPr>
          <p:cNvPr id="42" name="Group 41"/>
          <p:cNvGrpSpPr/>
          <p:nvPr/>
        </p:nvGrpSpPr>
        <p:grpSpPr>
          <a:xfrm>
            <a:off x="3093018" y="1996895"/>
            <a:ext cx="1023006" cy="408979"/>
            <a:chOff x="2290002" y="1227"/>
            <a:chExt cx="1023006" cy="408979"/>
          </a:xfrm>
        </p:grpSpPr>
        <p:sp>
          <p:nvSpPr>
            <p:cNvPr id="76" name="Oval 75"/>
            <p:cNvSpPr/>
            <p:nvPr/>
          </p:nvSpPr>
          <p:spPr>
            <a:xfrm>
              <a:off x="2290002" y="1227"/>
              <a:ext cx="408979" cy="408979"/>
            </a:xfrm>
            <a:prstGeom prst="ellipse">
              <a:avLst/>
            </a:prstGeom>
          </p:spPr>
          <p:style>
            <a:lnRef idx="0">
              <a:schemeClr val="lt1">
                <a:hueOff val="0"/>
                <a:satOff val="0"/>
                <a:lumOff val="0"/>
                <a:alphaOff val="0"/>
              </a:schemeClr>
            </a:lnRef>
            <a:fillRef idx="3">
              <a:schemeClr val="accent3">
                <a:shade val="80000"/>
                <a:hueOff val="-18915"/>
                <a:satOff val="338"/>
                <a:lumOff val="2715"/>
                <a:alphaOff val="0"/>
              </a:schemeClr>
            </a:fillRef>
            <a:effectRef idx="3">
              <a:schemeClr val="accent3">
                <a:shade val="80000"/>
                <a:hueOff val="-18915"/>
                <a:satOff val="338"/>
                <a:lumOff val="2715"/>
                <a:alphaOff val="0"/>
              </a:schemeClr>
            </a:effectRef>
            <a:fontRef idx="minor">
              <a:schemeClr val="lt1"/>
            </a:fontRef>
          </p:style>
        </p:sp>
        <p:sp>
          <p:nvSpPr>
            <p:cNvPr id="77" name="Oval 13"/>
            <p:cNvSpPr/>
            <p:nvPr/>
          </p:nvSpPr>
          <p:spPr>
            <a:xfrm>
              <a:off x="3023817" y="61121"/>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080" tIns="5080" rIns="5080" bIns="5080" numCol="1" spcCol="1270" anchor="ctr" anchorCtr="0">
              <a:noAutofit/>
            </a:bodyPr>
            <a:lstStyle/>
            <a:p>
              <a:pPr lvl="0" algn="ctr" defTabSz="355600">
                <a:lnSpc>
                  <a:spcPct val="90000"/>
                </a:lnSpc>
                <a:spcBef>
                  <a:spcPct val="0"/>
                </a:spcBef>
                <a:spcAft>
                  <a:spcPct val="35000"/>
                </a:spcAft>
              </a:pPr>
              <a:endParaRPr lang="en-US" sz="800" kern="1200"/>
            </a:p>
          </p:txBody>
        </p:sp>
      </p:grpSp>
      <p:sp>
        <p:nvSpPr>
          <p:cNvPr id="43" name="Oval 15"/>
          <p:cNvSpPr/>
          <p:nvPr/>
        </p:nvSpPr>
        <p:spPr>
          <a:xfrm>
            <a:off x="2886769" y="2387650"/>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080" tIns="5080" rIns="5080" bIns="5080" numCol="1" spcCol="1270" anchor="ctr" anchorCtr="0">
            <a:noAutofit/>
          </a:bodyPr>
          <a:lstStyle/>
          <a:p>
            <a:pPr lvl="0" algn="ctr" defTabSz="355600">
              <a:lnSpc>
                <a:spcPct val="90000"/>
              </a:lnSpc>
              <a:spcBef>
                <a:spcPct val="0"/>
              </a:spcBef>
              <a:spcAft>
                <a:spcPct val="35000"/>
              </a:spcAft>
            </a:pPr>
            <a:endParaRPr lang="en-US" sz="800" kern="1200"/>
          </a:p>
        </p:txBody>
      </p:sp>
      <p:sp>
        <p:nvSpPr>
          <p:cNvPr id="75" name="Oval 17"/>
          <p:cNvSpPr/>
          <p:nvPr/>
        </p:nvSpPr>
        <p:spPr>
          <a:xfrm>
            <a:off x="3137708" y="2908728"/>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080" tIns="5080" rIns="5080" bIns="5080" numCol="1" spcCol="1270" anchor="ctr" anchorCtr="0">
            <a:noAutofit/>
          </a:bodyPr>
          <a:lstStyle/>
          <a:p>
            <a:pPr lvl="0" algn="ctr" defTabSz="355600">
              <a:lnSpc>
                <a:spcPct val="90000"/>
              </a:lnSpc>
              <a:spcBef>
                <a:spcPct val="0"/>
              </a:spcBef>
              <a:spcAft>
                <a:spcPct val="35000"/>
              </a:spcAft>
            </a:pPr>
            <a:endParaRPr lang="en-US" sz="800" kern="1200"/>
          </a:p>
        </p:txBody>
      </p:sp>
      <p:sp>
        <p:nvSpPr>
          <p:cNvPr id="45" name="Oval 19"/>
          <p:cNvSpPr/>
          <p:nvPr/>
        </p:nvSpPr>
        <p:spPr>
          <a:xfrm>
            <a:off x="3333179" y="3472581"/>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kern="1200"/>
          </a:p>
        </p:txBody>
      </p:sp>
      <p:sp>
        <p:nvSpPr>
          <p:cNvPr id="73" name="Oval 21"/>
          <p:cNvSpPr/>
          <p:nvPr/>
        </p:nvSpPr>
        <p:spPr>
          <a:xfrm>
            <a:off x="3266403" y="4050934"/>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kern="1200"/>
          </a:p>
        </p:txBody>
      </p:sp>
      <p:sp>
        <p:nvSpPr>
          <p:cNvPr id="47" name="Oval 23"/>
          <p:cNvSpPr/>
          <p:nvPr/>
        </p:nvSpPr>
        <p:spPr>
          <a:xfrm>
            <a:off x="3137708" y="4614787"/>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kern="1200"/>
          </a:p>
        </p:txBody>
      </p:sp>
      <p:sp>
        <p:nvSpPr>
          <p:cNvPr id="48" name="Oval 25"/>
          <p:cNvSpPr/>
          <p:nvPr/>
        </p:nvSpPr>
        <p:spPr>
          <a:xfrm>
            <a:off x="2886769" y="5135865"/>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kern="1200"/>
          </a:p>
        </p:txBody>
      </p:sp>
      <p:grpSp>
        <p:nvGrpSpPr>
          <p:cNvPr id="69" name="Group 68"/>
          <p:cNvGrpSpPr/>
          <p:nvPr/>
        </p:nvGrpSpPr>
        <p:grpSpPr>
          <a:xfrm>
            <a:off x="3687676" y="4494999"/>
            <a:ext cx="1023006" cy="408979"/>
            <a:chOff x="2290002" y="3653792"/>
            <a:chExt cx="1023006" cy="408979"/>
          </a:xfrm>
        </p:grpSpPr>
        <p:sp>
          <p:nvSpPr>
            <p:cNvPr id="70" name="Oval 69"/>
            <p:cNvSpPr/>
            <p:nvPr/>
          </p:nvSpPr>
          <p:spPr>
            <a:xfrm>
              <a:off x="2290002" y="3653792"/>
              <a:ext cx="408979" cy="408979"/>
            </a:xfrm>
            <a:prstGeom prst="ellipse">
              <a:avLst/>
            </a:prstGeom>
          </p:spPr>
          <p:style>
            <a:lnRef idx="0">
              <a:schemeClr val="lt1">
                <a:hueOff val="0"/>
                <a:satOff val="0"/>
                <a:lumOff val="0"/>
                <a:alphaOff val="0"/>
              </a:schemeClr>
            </a:lnRef>
            <a:fillRef idx="3">
              <a:schemeClr val="accent3">
                <a:shade val="80000"/>
                <a:hueOff val="-151317"/>
                <a:satOff val="2707"/>
                <a:lumOff val="21718"/>
                <a:alphaOff val="0"/>
              </a:schemeClr>
            </a:fillRef>
            <a:effectRef idx="3">
              <a:schemeClr val="accent3">
                <a:shade val="80000"/>
                <a:hueOff val="-151317"/>
                <a:satOff val="2707"/>
                <a:lumOff val="21718"/>
                <a:alphaOff val="0"/>
              </a:schemeClr>
            </a:effectRef>
            <a:fontRef idx="minor">
              <a:schemeClr val="lt1"/>
            </a:fontRef>
          </p:style>
        </p:sp>
        <p:sp>
          <p:nvSpPr>
            <p:cNvPr id="71" name="Oval 27"/>
            <p:cNvSpPr/>
            <p:nvPr/>
          </p:nvSpPr>
          <p:spPr>
            <a:xfrm>
              <a:off x="3023817" y="3713686"/>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kern="1200"/>
            </a:p>
          </p:txBody>
        </p:sp>
      </p:grpSp>
      <p:grpSp>
        <p:nvGrpSpPr>
          <p:cNvPr id="2" name="Group 1"/>
          <p:cNvGrpSpPr/>
          <p:nvPr/>
        </p:nvGrpSpPr>
        <p:grpSpPr>
          <a:xfrm>
            <a:off x="66776" y="2657656"/>
            <a:ext cx="3048000" cy="2872728"/>
            <a:chOff x="0" y="2613282"/>
            <a:chExt cx="2753148" cy="2586142"/>
          </a:xfrm>
        </p:grpSpPr>
        <p:sp>
          <p:nvSpPr>
            <p:cNvPr id="41" name="Oval 40"/>
            <p:cNvSpPr/>
            <p:nvPr/>
          </p:nvSpPr>
          <p:spPr>
            <a:xfrm>
              <a:off x="32644" y="2613282"/>
              <a:ext cx="2715456" cy="2586142"/>
            </a:xfrm>
            <a:prstGeom prst="ellipse">
              <a:avLst/>
            </a:prstGeom>
          </p:spPr>
          <p:style>
            <a:lnRef idx="0">
              <a:schemeClr val="lt1">
                <a:hueOff val="0"/>
                <a:satOff val="0"/>
                <a:lumOff val="0"/>
                <a:alphaOff val="0"/>
              </a:schemeClr>
            </a:lnRef>
            <a:fillRef idx="3">
              <a:schemeClr val="accent3">
                <a:shade val="80000"/>
                <a:hueOff val="0"/>
                <a:satOff val="0"/>
                <a:lumOff val="0"/>
                <a:alphaOff val="0"/>
              </a:schemeClr>
            </a:fillRef>
            <a:effectRef idx="3">
              <a:schemeClr val="accent3">
                <a:shade val="80000"/>
                <a:hueOff val="0"/>
                <a:satOff val="0"/>
                <a:lumOff val="0"/>
                <a:alphaOff val="0"/>
              </a:schemeClr>
            </a:effectRef>
            <a:fontRef idx="minor">
              <a:schemeClr val="lt1"/>
            </a:fontRef>
          </p:style>
        </p:sp>
        <p:sp>
          <p:nvSpPr>
            <p:cNvPr id="78" name="Rectangle 77"/>
            <p:cNvSpPr/>
            <p:nvPr/>
          </p:nvSpPr>
          <p:spPr>
            <a:xfrm>
              <a:off x="0" y="2895600"/>
              <a:ext cx="2753148" cy="2062103"/>
            </a:xfrm>
            <a:prstGeom prst="rect">
              <a:avLst/>
            </a:prstGeom>
          </p:spPr>
          <p:txBody>
            <a:bodyPr wrap="square">
              <a:spAutoFit/>
            </a:bodyPr>
            <a:lstStyle/>
            <a:p>
              <a:pPr algn="ctr"/>
              <a:r>
                <a:rPr lang="en-US" sz="3200" b="1" dirty="0" err="1">
                  <a:effectLst>
                    <a:outerShdw blurRad="38100" dist="38100" dir="2700000" algn="tl">
                      <a:srgbClr val="000000">
                        <a:alpha val="43137"/>
                      </a:srgbClr>
                    </a:outerShdw>
                  </a:effectLst>
                  <a:latin typeface="Times New Roman" panose="02020603050405020304" charset="0"/>
                  <a:ea typeface="Times New Roman" panose="02020603050405020304" charset="0"/>
                </a:rPr>
                <a:t>Sự</a:t>
              </a: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 </a:t>
              </a:r>
              <a:r>
                <a:rPr lang="en-US" sz="3200" b="1" dirty="0" err="1">
                  <a:effectLst>
                    <a:outerShdw blurRad="38100" dist="38100" dir="2700000" algn="tl">
                      <a:srgbClr val="000000">
                        <a:alpha val="43137"/>
                      </a:srgbClr>
                    </a:outerShdw>
                  </a:effectLst>
                  <a:latin typeface="Times New Roman" panose="02020603050405020304" charset="0"/>
                  <a:ea typeface="Times New Roman" panose="02020603050405020304" charset="0"/>
                </a:rPr>
                <a:t>thay</a:t>
              </a: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 </a:t>
              </a:r>
              <a:r>
                <a:rPr lang="en-US" sz="3200" b="1" dirty="0" err="1">
                  <a:effectLst>
                    <a:outerShdw blurRad="38100" dist="38100" dir="2700000" algn="tl">
                      <a:srgbClr val="000000">
                        <a:alpha val="43137"/>
                      </a:srgbClr>
                    </a:outerShdw>
                  </a:effectLst>
                  <a:latin typeface="Times New Roman" panose="02020603050405020304" charset="0"/>
                  <a:ea typeface="Times New Roman" panose="02020603050405020304" charset="0"/>
                </a:rPr>
                <a:t>thế</a:t>
              </a: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 HTKT-XH TBCN = CSCN </a:t>
              </a:r>
              <a:endParaRPr lang="en-US" sz="3200" b="1" dirty="0">
                <a:effectLst>
                  <a:outerShdw blurRad="38100" dist="38100" dir="2700000" algn="tl">
                    <a:srgbClr val="000000">
                      <a:alpha val="43137"/>
                    </a:srgbClr>
                  </a:outerShdw>
                </a:effectLst>
              </a:endParaRPr>
            </a:p>
          </p:txBody>
        </p:sp>
      </p:grpSp>
      <p:sp>
        <p:nvSpPr>
          <p:cNvPr id="79" name="TextBox 78"/>
          <p:cNvSpPr txBox="1"/>
          <p:nvPr/>
        </p:nvSpPr>
        <p:spPr>
          <a:xfrm>
            <a:off x="3851869" y="2950961"/>
            <a:ext cx="4781070" cy="954107"/>
          </a:xfrm>
          <a:prstGeom prst="rect">
            <a:avLst/>
          </a:prstGeom>
          <a:noFill/>
        </p:spPr>
        <p:txBody>
          <a:bodyPr wrap="square" rtlCol="0">
            <a:spAutoFit/>
          </a:bodyPr>
          <a:lstStyle/>
          <a:p>
            <a:pPr algn="just">
              <a:buClr>
                <a:srgbClr val="00AC7F"/>
              </a:buClr>
            </a:pPr>
            <a:r>
              <a:rPr lang="vi-VN" sz="2800" spc="-150" dirty="0"/>
              <a:t>Sự phát triển của lực lượng sản xuất </a:t>
            </a:r>
          </a:p>
        </p:txBody>
      </p:sp>
      <p:sp>
        <p:nvSpPr>
          <p:cNvPr id="80" name="TextBox 79"/>
          <p:cNvSpPr txBox="1"/>
          <p:nvPr/>
        </p:nvSpPr>
        <p:spPr>
          <a:xfrm>
            <a:off x="4125282" y="4393247"/>
            <a:ext cx="4507657" cy="523220"/>
          </a:xfrm>
          <a:prstGeom prst="rect">
            <a:avLst/>
          </a:prstGeom>
          <a:noFill/>
        </p:spPr>
        <p:txBody>
          <a:bodyPr wrap="square" rtlCol="0">
            <a:spAutoFit/>
          </a:bodyPr>
          <a:lstStyle/>
          <a:p>
            <a:pPr>
              <a:buClr>
                <a:srgbClr val="00AC7F"/>
              </a:buClr>
            </a:pPr>
            <a:r>
              <a:rPr lang="vi-VN" sz="2800" spc="-150" dirty="0"/>
              <a:t>Sự </a:t>
            </a:r>
            <a:r>
              <a:rPr lang="en-US" sz="2800" spc="-150" dirty="0" err="1"/>
              <a:t>trưởng</a:t>
            </a:r>
            <a:r>
              <a:rPr lang="en-US" sz="2800" spc="-150" dirty="0"/>
              <a:t> </a:t>
            </a:r>
            <a:r>
              <a:rPr lang="en-US" sz="2800" spc="-150" dirty="0" err="1"/>
              <a:t>thành</a:t>
            </a:r>
            <a:r>
              <a:rPr lang="en-US" sz="2800" spc="-150" dirty="0"/>
              <a:t> </a:t>
            </a:r>
            <a:r>
              <a:rPr lang="en-US" sz="2800" spc="-150" dirty="0" err="1"/>
              <a:t>của</a:t>
            </a:r>
            <a:r>
              <a:rPr lang="en-US" sz="2800" spc="-150" dirty="0"/>
              <a:t> GCCN</a:t>
            </a:r>
            <a:endParaRPr lang="vi-VN" sz="2800" dirty="0"/>
          </a:p>
        </p:txBody>
      </p:sp>
      <p:sp>
        <p:nvSpPr>
          <p:cNvPr id="22" name="Rectangle 42"/>
          <p:cNvSpPr txBox="1">
            <a:spLocks noChangeArrowheads="1"/>
          </p:cNvSpPr>
          <p:nvPr/>
        </p:nvSpPr>
        <p:spPr bwMode="auto">
          <a:xfrm>
            <a:off x="850081" y="76200"/>
            <a:ext cx="7151176"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marL="514350" indent="-514350" algn="just">
              <a:buAutoNum type="arabicPeriod"/>
            </a:pP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Chủ</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nghĩa</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xã</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hội</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giai</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đoạn</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đầu</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của</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hình</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thái</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kinh</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tế</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xã</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hội</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cộng</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sản</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chủ</a:t>
            </a:r>
            <a:r>
              <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600" b="0"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nghĩa</a:t>
            </a:r>
            <a:endParaRPr lang="en-US" sz="2600" b="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3" name="TextBox 22"/>
          <p:cNvSpPr txBox="1"/>
          <p:nvPr/>
        </p:nvSpPr>
        <p:spPr>
          <a:xfrm>
            <a:off x="3493675" y="1864430"/>
            <a:ext cx="5630203" cy="523220"/>
          </a:xfrm>
          <a:prstGeom prst="rect">
            <a:avLst/>
          </a:prstGeom>
          <a:noFill/>
        </p:spPr>
        <p:txBody>
          <a:bodyPr wrap="square" rtlCol="0">
            <a:spAutoFit/>
          </a:bodyPr>
          <a:lstStyle/>
          <a:p>
            <a:pPr algn="just">
              <a:buClr>
                <a:srgbClr val="00AC7F"/>
              </a:buClr>
            </a:pPr>
            <a:r>
              <a:rPr lang="en-US" sz="2800" spc="-150" dirty="0" err="1">
                <a:latin typeface="Times New Roman (Headings)"/>
              </a:rPr>
              <a:t>Thông</a:t>
            </a:r>
            <a:r>
              <a:rPr lang="en-US" sz="2800" spc="-150" dirty="0">
                <a:latin typeface="Times New Roman (Headings)"/>
              </a:rPr>
              <a:t> qua </a:t>
            </a:r>
            <a:r>
              <a:rPr lang="en-US" sz="2800" spc="-150" dirty="0" err="1">
                <a:latin typeface="Times New Roman (Headings)"/>
              </a:rPr>
              <a:t>cách</a:t>
            </a:r>
            <a:r>
              <a:rPr lang="en-US" sz="2800" spc="-150" dirty="0">
                <a:latin typeface="Times New Roman (Headings)"/>
              </a:rPr>
              <a:t> </a:t>
            </a:r>
            <a:r>
              <a:rPr lang="en-US" sz="2800" spc="-150" dirty="0" err="1">
                <a:latin typeface="Times New Roman (Headings)"/>
              </a:rPr>
              <a:t>mạng</a:t>
            </a:r>
            <a:r>
              <a:rPr lang="en-US" sz="2800" spc="-150" dirty="0">
                <a:latin typeface="Times New Roman (Headings)"/>
              </a:rPr>
              <a:t> XHCN </a:t>
            </a:r>
            <a:endParaRPr lang="vi-VN" sz="2800" spc="-150" dirty="0">
              <a:latin typeface="Times New Roman (Headings)"/>
            </a:endParaRPr>
          </a:p>
        </p:txBody>
      </p:sp>
      <p:sp>
        <p:nvSpPr>
          <p:cNvPr id="24" name="Straight Connector 10"/>
          <p:cNvSpPr/>
          <p:nvPr/>
        </p:nvSpPr>
        <p:spPr>
          <a:xfrm rot="18562846">
            <a:off x="2147840" y="4484090"/>
            <a:ext cx="1129132" cy="99821"/>
          </a:xfrm>
          <a:custGeom>
            <a:avLst/>
            <a:gdLst/>
            <a:ahLst/>
            <a:cxnLst/>
            <a:rect l="0" t="0" r="0" b="0"/>
            <a:pathLst>
              <a:path>
                <a:moveTo>
                  <a:pt x="0" y="10063"/>
                </a:moveTo>
                <a:lnTo>
                  <a:pt x="1849612" y="10063"/>
                </a:lnTo>
              </a:path>
            </a:pathLst>
          </a:custGeom>
          <a:noFill/>
        </p:spPr>
        <p:style>
          <a:lnRef idx="2">
            <a:schemeClr val="accent3">
              <a:shade val="80000"/>
              <a:hueOff val="0"/>
              <a:satOff val="0"/>
              <a:lumOff val="0"/>
              <a:alphaOff val="0"/>
            </a:schemeClr>
          </a:lnRef>
          <a:fillRef idx="0">
            <a:scrgbClr r="0" g="0" b="0"/>
          </a:fillRef>
          <a:effectRef idx="0">
            <a:schemeClr val="accent3">
              <a:shade val="80000"/>
              <a:hueOff val="0"/>
              <a:satOff val="0"/>
              <a:lumOff val="0"/>
              <a:alphaOff val="0"/>
            </a:schemeClr>
          </a:effectRef>
          <a:fontRef idx="minor">
            <a:schemeClr val="tx1">
              <a:hueOff val="0"/>
              <a:satOff val="0"/>
              <a:lumOff val="0"/>
              <a:alphaOff val="0"/>
            </a:schemeClr>
          </a:fontRef>
        </p:style>
      </p:sp>
      <p:grpSp>
        <p:nvGrpSpPr>
          <p:cNvPr id="25" name="Group 24"/>
          <p:cNvGrpSpPr/>
          <p:nvPr/>
        </p:nvGrpSpPr>
        <p:grpSpPr>
          <a:xfrm>
            <a:off x="3532140" y="3230220"/>
            <a:ext cx="1023006" cy="408979"/>
            <a:chOff x="2290002" y="1227"/>
            <a:chExt cx="1023006" cy="408979"/>
          </a:xfrm>
        </p:grpSpPr>
        <p:sp>
          <p:nvSpPr>
            <p:cNvPr id="26" name="Oval 25"/>
            <p:cNvSpPr/>
            <p:nvPr/>
          </p:nvSpPr>
          <p:spPr>
            <a:xfrm>
              <a:off x="2290002" y="1227"/>
              <a:ext cx="408979" cy="408979"/>
            </a:xfrm>
            <a:prstGeom prst="ellipse">
              <a:avLst/>
            </a:prstGeom>
          </p:spPr>
          <p:style>
            <a:lnRef idx="0">
              <a:schemeClr val="lt1">
                <a:hueOff val="0"/>
                <a:satOff val="0"/>
                <a:lumOff val="0"/>
                <a:alphaOff val="0"/>
              </a:schemeClr>
            </a:lnRef>
            <a:fillRef idx="3">
              <a:schemeClr val="accent3">
                <a:shade val="80000"/>
                <a:hueOff val="-18915"/>
                <a:satOff val="338"/>
                <a:lumOff val="2715"/>
                <a:alphaOff val="0"/>
              </a:schemeClr>
            </a:fillRef>
            <a:effectRef idx="3">
              <a:schemeClr val="accent3">
                <a:shade val="80000"/>
                <a:hueOff val="-18915"/>
                <a:satOff val="338"/>
                <a:lumOff val="2715"/>
                <a:alphaOff val="0"/>
              </a:schemeClr>
            </a:effectRef>
            <a:fontRef idx="minor">
              <a:schemeClr val="lt1"/>
            </a:fontRef>
          </p:style>
        </p:sp>
        <p:sp>
          <p:nvSpPr>
            <p:cNvPr id="27" name="Oval 13"/>
            <p:cNvSpPr/>
            <p:nvPr/>
          </p:nvSpPr>
          <p:spPr>
            <a:xfrm>
              <a:off x="3023817" y="61121"/>
              <a:ext cx="289191" cy="2891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080" tIns="5080" rIns="5080" bIns="5080" numCol="1" spcCol="1270" anchor="ctr" anchorCtr="0">
              <a:noAutofit/>
            </a:bodyPr>
            <a:lstStyle/>
            <a:p>
              <a:pPr lvl="0" algn="ctr" defTabSz="355600">
                <a:lnSpc>
                  <a:spcPct val="90000"/>
                </a:lnSpc>
                <a:spcBef>
                  <a:spcPct val="0"/>
                </a:spcBef>
                <a:spcAft>
                  <a:spcPct val="35000"/>
                </a:spcAft>
              </a:pPr>
              <a:endParaRPr lang="en-US" sz="800" kern="1200"/>
            </a:p>
          </p:txBody>
        </p:sp>
      </p:grpSp>
      <p:sp>
        <p:nvSpPr>
          <p:cNvPr id="28" name="object 4"/>
          <p:cNvSpPr>
            <a:spLocks noChangeArrowheads="1"/>
          </p:cNvSpPr>
          <p:nvPr/>
        </p:nvSpPr>
        <p:spPr bwMode="auto">
          <a:xfrm>
            <a:off x="0" y="5857"/>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additive="base">
                                        <p:cTn id="12" dur="500" fill="hold"/>
                                        <p:tgtEl>
                                          <p:spTgt spid="37"/>
                                        </p:tgtEl>
                                        <p:attrNameLst>
                                          <p:attrName>ppt_x</p:attrName>
                                        </p:attrNameLst>
                                      </p:cBhvr>
                                      <p:tavLst>
                                        <p:tav tm="0">
                                          <p:val>
                                            <p:strVal val="#ppt_x"/>
                                          </p:val>
                                        </p:tav>
                                        <p:tav tm="100000">
                                          <p:val>
                                            <p:strVal val="#ppt_x"/>
                                          </p:val>
                                        </p:tav>
                                      </p:tavLst>
                                    </p:anim>
                                    <p:anim calcmode="lin" valueType="num">
                                      <p:cBhvr additive="base">
                                        <p:cTn id="13" dur="500" fill="hold"/>
                                        <p:tgtEl>
                                          <p:spTgt spid="37"/>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2"/>
                                        </p:tgtEl>
                                        <p:attrNameLst>
                                          <p:attrName>style.visibility</p:attrName>
                                        </p:attrNameLst>
                                      </p:cBhvr>
                                      <p:to>
                                        <p:strVal val="visible"/>
                                      </p:to>
                                    </p:set>
                                    <p:anim calcmode="lin" valueType="num">
                                      <p:cBhvr additive="base">
                                        <p:cTn id="16" dur="500" fill="hold"/>
                                        <p:tgtEl>
                                          <p:spTgt spid="42"/>
                                        </p:tgtEl>
                                        <p:attrNameLst>
                                          <p:attrName>ppt_x</p:attrName>
                                        </p:attrNameLst>
                                      </p:cBhvr>
                                      <p:tavLst>
                                        <p:tav tm="0">
                                          <p:val>
                                            <p:strVal val="#ppt_x"/>
                                          </p:val>
                                        </p:tav>
                                        <p:tav tm="100000">
                                          <p:val>
                                            <p:strVal val="#ppt_x"/>
                                          </p:val>
                                        </p:tav>
                                      </p:tavLst>
                                    </p:anim>
                                    <p:anim calcmode="lin" valueType="num">
                                      <p:cBhvr additive="base">
                                        <p:cTn id="17" dur="500" fill="hold"/>
                                        <p:tgtEl>
                                          <p:spTgt spid="42"/>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79"/>
                                        </p:tgtEl>
                                        <p:attrNameLst>
                                          <p:attrName>style.visibility</p:attrName>
                                        </p:attrNameLst>
                                      </p:cBhvr>
                                      <p:to>
                                        <p:strVal val="visible"/>
                                      </p:to>
                                    </p:set>
                                    <p:anim calcmode="lin" valueType="num">
                                      <p:cBhvr additive="base">
                                        <p:cTn id="20" dur="500" fill="hold"/>
                                        <p:tgtEl>
                                          <p:spTgt spid="79"/>
                                        </p:tgtEl>
                                        <p:attrNameLst>
                                          <p:attrName>ppt_x</p:attrName>
                                        </p:attrNameLst>
                                      </p:cBhvr>
                                      <p:tavLst>
                                        <p:tav tm="0">
                                          <p:val>
                                            <p:strVal val="#ppt_x"/>
                                          </p:val>
                                        </p:tav>
                                        <p:tav tm="100000">
                                          <p:val>
                                            <p:strVal val="#ppt_x"/>
                                          </p:val>
                                        </p:tav>
                                      </p:tavLst>
                                    </p:anim>
                                    <p:anim calcmode="lin" valueType="num">
                                      <p:cBhvr additive="base">
                                        <p:cTn id="21"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4"/>
                                        </p:tgtEl>
                                        <p:attrNameLst>
                                          <p:attrName>style.visibility</p:attrName>
                                        </p:attrNameLst>
                                      </p:cBhvr>
                                      <p:to>
                                        <p:strVal val="visible"/>
                                      </p:to>
                                    </p:set>
                                    <p:anim calcmode="lin" valueType="num">
                                      <p:cBhvr additive="base">
                                        <p:cTn id="26" dur="500" fill="hold"/>
                                        <p:tgtEl>
                                          <p:spTgt spid="34"/>
                                        </p:tgtEl>
                                        <p:attrNameLst>
                                          <p:attrName>ppt_x</p:attrName>
                                        </p:attrNameLst>
                                      </p:cBhvr>
                                      <p:tavLst>
                                        <p:tav tm="0">
                                          <p:val>
                                            <p:strVal val="#ppt_x"/>
                                          </p:val>
                                        </p:tav>
                                        <p:tav tm="100000">
                                          <p:val>
                                            <p:strVal val="#ppt_x"/>
                                          </p:val>
                                        </p:tav>
                                      </p:tavLst>
                                    </p:anim>
                                    <p:anim calcmode="lin" valueType="num">
                                      <p:cBhvr additive="base">
                                        <p:cTn id="27" dur="500" fill="hold"/>
                                        <p:tgtEl>
                                          <p:spTgt spid="34"/>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69"/>
                                        </p:tgtEl>
                                        <p:attrNameLst>
                                          <p:attrName>style.visibility</p:attrName>
                                        </p:attrNameLst>
                                      </p:cBhvr>
                                      <p:to>
                                        <p:strVal val="visible"/>
                                      </p:to>
                                    </p:set>
                                    <p:anim calcmode="lin" valueType="num">
                                      <p:cBhvr additive="base">
                                        <p:cTn id="30" dur="500" fill="hold"/>
                                        <p:tgtEl>
                                          <p:spTgt spid="69"/>
                                        </p:tgtEl>
                                        <p:attrNameLst>
                                          <p:attrName>ppt_x</p:attrName>
                                        </p:attrNameLst>
                                      </p:cBhvr>
                                      <p:tavLst>
                                        <p:tav tm="0">
                                          <p:val>
                                            <p:strVal val="#ppt_x"/>
                                          </p:val>
                                        </p:tav>
                                        <p:tav tm="100000">
                                          <p:val>
                                            <p:strVal val="#ppt_x"/>
                                          </p:val>
                                        </p:tav>
                                      </p:tavLst>
                                    </p:anim>
                                    <p:anim calcmode="lin" valueType="num">
                                      <p:cBhvr additive="base">
                                        <p:cTn id="31" dur="500" fill="hold"/>
                                        <p:tgtEl>
                                          <p:spTgt spid="6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80"/>
                                        </p:tgtEl>
                                        <p:attrNameLst>
                                          <p:attrName>style.visibility</p:attrName>
                                        </p:attrNameLst>
                                      </p:cBhvr>
                                      <p:to>
                                        <p:strVal val="visible"/>
                                      </p:to>
                                    </p:set>
                                    <p:anim calcmode="lin" valueType="num">
                                      <p:cBhvr additive="base">
                                        <p:cTn id="34" dur="500" fill="hold"/>
                                        <p:tgtEl>
                                          <p:spTgt spid="80"/>
                                        </p:tgtEl>
                                        <p:attrNameLst>
                                          <p:attrName>ppt_x</p:attrName>
                                        </p:attrNameLst>
                                      </p:cBhvr>
                                      <p:tavLst>
                                        <p:tav tm="0">
                                          <p:val>
                                            <p:strVal val="#ppt_x"/>
                                          </p:val>
                                        </p:tav>
                                        <p:tav tm="100000">
                                          <p:val>
                                            <p:strVal val="#ppt_x"/>
                                          </p:val>
                                        </p:tav>
                                      </p:tavLst>
                                    </p:anim>
                                    <p:anim calcmode="lin" valueType="num">
                                      <p:cBhvr additive="base">
                                        <p:cTn id="35" dur="500" fill="hold"/>
                                        <p:tgtEl>
                                          <p:spTgt spid="80"/>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fill="hold"/>
                                        <p:tgtEl>
                                          <p:spTgt spid="23"/>
                                        </p:tgtEl>
                                        <p:attrNameLst>
                                          <p:attrName>ppt_x</p:attrName>
                                        </p:attrNameLst>
                                      </p:cBhvr>
                                      <p:tavLst>
                                        <p:tav tm="0">
                                          <p:val>
                                            <p:strVal val="#ppt_x"/>
                                          </p:val>
                                        </p:tav>
                                        <p:tav tm="100000">
                                          <p:val>
                                            <p:strVal val="#ppt_x"/>
                                          </p:val>
                                        </p:tav>
                                      </p:tavLst>
                                    </p:anim>
                                    <p:anim calcmode="lin" valueType="num">
                                      <p:cBhvr additive="base">
                                        <p:cTn id="3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500" fill="hold"/>
                                        <p:tgtEl>
                                          <p:spTgt spid="24"/>
                                        </p:tgtEl>
                                        <p:attrNameLst>
                                          <p:attrName>ppt_x</p:attrName>
                                        </p:attrNameLst>
                                      </p:cBhvr>
                                      <p:tavLst>
                                        <p:tav tm="0">
                                          <p:val>
                                            <p:strVal val="#ppt_x"/>
                                          </p:val>
                                        </p:tav>
                                        <p:tav tm="100000">
                                          <p:val>
                                            <p:strVal val="#ppt_x"/>
                                          </p:val>
                                        </p:tav>
                                      </p:tavLst>
                                    </p:anim>
                                    <p:anim calcmode="lin" valueType="num">
                                      <p:cBhvr additive="base">
                                        <p:cTn id="45" dur="500" fill="hold"/>
                                        <p:tgtEl>
                                          <p:spTgt spid="24"/>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500" fill="hold"/>
                                        <p:tgtEl>
                                          <p:spTgt spid="25"/>
                                        </p:tgtEl>
                                        <p:attrNameLst>
                                          <p:attrName>ppt_x</p:attrName>
                                        </p:attrNameLst>
                                      </p:cBhvr>
                                      <p:tavLst>
                                        <p:tav tm="0">
                                          <p:val>
                                            <p:strVal val="#ppt_x"/>
                                          </p:val>
                                        </p:tav>
                                        <p:tav tm="100000">
                                          <p:val>
                                            <p:strVal val="#ppt_x"/>
                                          </p:val>
                                        </p:tav>
                                      </p:tavLst>
                                    </p:anim>
                                    <p:anim calcmode="lin" valueType="num">
                                      <p:cBhvr additive="base">
                                        <p:cTn id="4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traight Connector 3"/>
          <p:cNvSpPr/>
          <p:nvPr/>
        </p:nvSpPr>
        <p:spPr>
          <a:xfrm rot="3037154">
            <a:off x="355535" y="4849687"/>
            <a:ext cx="1849612" cy="20126"/>
          </a:xfrm>
          <a:custGeom>
            <a:avLst/>
            <a:gdLst/>
            <a:ahLst/>
            <a:cxnLst/>
            <a:rect l="0" t="0" r="0" b="0"/>
            <a:pathLst>
              <a:path>
                <a:moveTo>
                  <a:pt x="0" y="10063"/>
                </a:moveTo>
                <a:lnTo>
                  <a:pt x="1849612" y="10063"/>
                </a:lnTo>
              </a:path>
            </a:pathLst>
          </a:custGeom>
        </p:spPr>
        <p:style>
          <a:lnRef idx="1">
            <a:schemeClr val="accent2"/>
          </a:lnRef>
          <a:fillRef idx="2">
            <a:schemeClr val="accent2"/>
          </a:fillRef>
          <a:effectRef idx="1">
            <a:schemeClr val="accent2"/>
          </a:effectRef>
          <a:fontRef idx="minor">
            <a:schemeClr val="dk1"/>
          </a:fontRef>
        </p:style>
      </p:sp>
      <p:sp>
        <p:nvSpPr>
          <p:cNvPr id="19" name="Straight Connector 10"/>
          <p:cNvSpPr/>
          <p:nvPr/>
        </p:nvSpPr>
        <p:spPr>
          <a:xfrm rot="18562846">
            <a:off x="355535" y="2942893"/>
            <a:ext cx="1849612" cy="20126"/>
          </a:xfrm>
          <a:custGeom>
            <a:avLst/>
            <a:gdLst/>
            <a:ahLst/>
            <a:cxnLst/>
            <a:rect l="0" t="0" r="0" b="0"/>
            <a:pathLst>
              <a:path>
                <a:moveTo>
                  <a:pt x="0" y="10063"/>
                </a:moveTo>
                <a:lnTo>
                  <a:pt x="1849612" y="10063"/>
                </a:lnTo>
              </a:path>
            </a:pathLst>
          </a:custGeom>
        </p:spPr>
        <p:style>
          <a:lnRef idx="1">
            <a:schemeClr val="accent2"/>
          </a:lnRef>
          <a:fillRef idx="2">
            <a:schemeClr val="accent2"/>
          </a:fillRef>
          <a:effectRef idx="1">
            <a:schemeClr val="accent2"/>
          </a:effectRef>
          <a:fontRef idx="minor">
            <a:schemeClr val="dk1"/>
          </a:fontRef>
        </p:style>
      </p:sp>
      <p:sp>
        <p:nvSpPr>
          <p:cNvPr id="31" name="Oval 30"/>
          <p:cNvSpPr/>
          <p:nvPr/>
        </p:nvSpPr>
        <p:spPr>
          <a:xfrm>
            <a:off x="1792357" y="1875581"/>
            <a:ext cx="408979" cy="408979"/>
          </a:xfrm>
          <a:prstGeom prst="ellipse">
            <a:avLst/>
          </a:prstGeom>
        </p:spPr>
        <p:style>
          <a:lnRef idx="1">
            <a:schemeClr val="accent2"/>
          </a:lnRef>
          <a:fillRef idx="2">
            <a:schemeClr val="accent2"/>
          </a:fillRef>
          <a:effectRef idx="1">
            <a:schemeClr val="accent2"/>
          </a:effectRef>
          <a:fontRef idx="minor">
            <a:schemeClr val="dk1"/>
          </a:fontRef>
        </p:style>
      </p:sp>
      <p:sp>
        <p:nvSpPr>
          <p:cNvPr id="29" name="Oval 28"/>
          <p:cNvSpPr/>
          <p:nvPr/>
        </p:nvSpPr>
        <p:spPr>
          <a:xfrm>
            <a:off x="1792357" y="5528146"/>
            <a:ext cx="408979" cy="408979"/>
          </a:xfrm>
          <a:prstGeom prst="ellipse">
            <a:avLst/>
          </a:prstGeom>
        </p:spPr>
        <p:style>
          <a:lnRef idx="1">
            <a:schemeClr val="accent2"/>
          </a:lnRef>
          <a:fillRef idx="2">
            <a:schemeClr val="accent2"/>
          </a:fillRef>
          <a:effectRef idx="1">
            <a:schemeClr val="accent2"/>
          </a:effectRef>
          <a:fontRef idx="minor">
            <a:schemeClr val="dk1"/>
          </a:fontRef>
        </p:style>
      </p:sp>
      <p:grpSp>
        <p:nvGrpSpPr>
          <p:cNvPr id="2" name="Group 1"/>
          <p:cNvGrpSpPr/>
          <p:nvPr/>
        </p:nvGrpSpPr>
        <p:grpSpPr>
          <a:xfrm>
            <a:off x="-5048" y="2613282"/>
            <a:ext cx="2753148" cy="2586142"/>
            <a:chOff x="-5048" y="2613282"/>
            <a:chExt cx="2753148" cy="2586142"/>
          </a:xfrm>
        </p:grpSpPr>
        <p:sp>
          <p:nvSpPr>
            <p:cNvPr id="20" name="Oval 19"/>
            <p:cNvSpPr/>
            <p:nvPr/>
          </p:nvSpPr>
          <p:spPr>
            <a:xfrm>
              <a:off x="32644" y="2613282"/>
              <a:ext cx="2715456" cy="2586142"/>
            </a:xfrm>
            <a:prstGeom prst="ellipse">
              <a:avLst/>
            </a:prstGeom>
          </p:spPr>
          <p:style>
            <a:lnRef idx="1">
              <a:schemeClr val="accent2"/>
            </a:lnRef>
            <a:fillRef idx="2">
              <a:schemeClr val="accent2"/>
            </a:fillRef>
            <a:effectRef idx="1">
              <a:schemeClr val="accent2"/>
            </a:effectRef>
            <a:fontRef idx="minor">
              <a:schemeClr val="dk1"/>
            </a:fontRef>
          </p:style>
        </p:sp>
        <p:sp>
          <p:nvSpPr>
            <p:cNvPr id="40" name="Rectangle 39"/>
            <p:cNvSpPr/>
            <p:nvPr/>
          </p:nvSpPr>
          <p:spPr>
            <a:xfrm>
              <a:off x="-5048" y="3183078"/>
              <a:ext cx="2753148" cy="1569660"/>
            </a:xfrm>
            <a:prstGeom prst="rect">
              <a:avLst/>
            </a:prstGeom>
          </p:spPr>
          <p:txBody>
            <a:bodyPr wrap="square">
              <a:spAutoFit/>
            </a:bodyPr>
            <a:lstStyle/>
            <a:p>
              <a:pPr algn="ctr"/>
              <a:r>
                <a:rPr lang="en-US" sz="3200" b="1" dirty="0" err="1">
                  <a:effectLst>
                    <a:outerShdw blurRad="38100" dist="38100" dir="2700000" algn="tl">
                      <a:srgbClr val="000000">
                        <a:alpha val="43137"/>
                      </a:srgbClr>
                    </a:outerShdw>
                  </a:effectLst>
                  <a:latin typeface="Times New Roman" panose="02020603050405020304" charset="0"/>
                  <a:ea typeface="Times New Roman" panose="02020603050405020304" charset="0"/>
                </a:rPr>
                <a:t>Điều</a:t>
              </a: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 </a:t>
              </a:r>
              <a:r>
                <a:rPr lang="en-US" sz="3200" b="1" dirty="0" err="1">
                  <a:effectLst>
                    <a:outerShdw blurRad="38100" dist="38100" dir="2700000" algn="tl">
                      <a:srgbClr val="000000">
                        <a:alpha val="43137"/>
                      </a:srgbClr>
                    </a:outerShdw>
                  </a:effectLst>
                  <a:latin typeface="Times New Roman" panose="02020603050405020304" charset="0"/>
                  <a:ea typeface="Times New Roman" panose="02020603050405020304" charset="0"/>
                </a:rPr>
                <a:t>kiện</a:t>
              </a: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 </a:t>
              </a:r>
              <a:r>
                <a:rPr lang="en-US" sz="3200" b="1" dirty="0" err="1">
                  <a:effectLst>
                    <a:outerShdw blurRad="38100" dist="38100" dir="2700000" algn="tl">
                      <a:srgbClr val="000000">
                        <a:alpha val="43137"/>
                      </a:srgbClr>
                    </a:outerShdw>
                  </a:effectLst>
                  <a:latin typeface="Times New Roman" panose="02020603050405020304" charset="0"/>
                  <a:ea typeface="Times New Roman" panose="02020603050405020304" charset="0"/>
                </a:rPr>
                <a:t>ra</a:t>
              </a: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 </a:t>
              </a:r>
              <a:r>
                <a:rPr lang="en-US" sz="3200" b="1" dirty="0" err="1">
                  <a:effectLst>
                    <a:outerShdw blurRad="38100" dist="38100" dir="2700000" algn="tl">
                      <a:srgbClr val="000000">
                        <a:alpha val="43137"/>
                      </a:srgbClr>
                    </a:outerShdw>
                  </a:effectLst>
                  <a:latin typeface="Times New Roman" panose="02020603050405020304" charset="0"/>
                  <a:ea typeface="Times New Roman" panose="02020603050405020304" charset="0"/>
                </a:rPr>
                <a:t>đời</a:t>
              </a: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 </a:t>
              </a:r>
              <a:r>
                <a:rPr lang="en-US" sz="3200" b="1" dirty="0" err="1">
                  <a:effectLst>
                    <a:outerShdw blurRad="38100" dist="38100" dir="2700000" algn="tl">
                      <a:srgbClr val="000000">
                        <a:alpha val="43137"/>
                      </a:srgbClr>
                    </a:outerShdw>
                  </a:effectLst>
                  <a:latin typeface="Times New Roman" panose="02020603050405020304" charset="0"/>
                  <a:ea typeface="Times New Roman" panose="02020603050405020304" charset="0"/>
                </a:rPr>
                <a:t>của</a:t>
              </a: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  </a:t>
              </a:r>
            </a:p>
            <a:p>
              <a:pPr algn="ctr"/>
              <a:r>
                <a:rPr lang="en-US" sz="3200" b="1" dirty="0">
                  <a:effectLst>
                    <a:outerShdw blurRad="38100" dist="38100" dir="2700000" algn="tl">
                      <a:srgbClr val="000000">
                        <a:alpha val="43137"/>
                      </a:srgbClr>
                    </a:outerShdw>
                  </a:effectLst>
                  <a:latin typeface="Times New Roman" panose="02020603050405020304" charset="0"/>
                  <a:ea typeface="Times New Roman" panose="02020603050405020304" charset="0"/>
                </a:rPr>
                <a:t>CNXH</a:t>
              </a:r>
              <a:endParaRPr lang="en-US" sz="2400" b="1" dirty="0">
                <a:effectLst>
                  <a:outerShdw blurRad="38100" dist="38100" dir="2700000" algn="tl">
                    <a:srgbClr val="000000">
                      <a:alpha val="43137"/>
                    </a:srgbClr>
                  </a:outerShdw>
                </a:effectLst>
              </a:endParaRPr>
            </a:p>
          </p:txBody>
        </p:sp>
      </p:grpSp>
      <p:sp>
        <p:nvSpPr>
          <p:cNvPr id="48" name="TextBox 47"/>
          <p:cNvSpPr txBox="1"/>
          <p:nvPr/>
        </p:nvSpPr>
        <p:spPr>
          <a:xfrm>
            <a:off x="2215191" y="1567961"/>
            <a:ext cx="6634773" cy="1384995"/>
          </a:xfrm>
          <a:prstGeom prst="rect">
            <a:avLst/>
          </a:prstGeom>
          <a:noFill/>
        </p:spPr>
        <p:txBody>
          <a:bodyPr wrap="square" rtlCol="0">
            <a:spAutoFit/>
          </a:bodyPr>
          <a:lstStyle/>
          <a:p>
            <a:pPr algn="just">
              <a:buClr>
                <a:srgbClr val="00AC7F"/>
              </a:buClr>
            </a:pPr>
            <a:r>
              <a:rPr lang="en-US" sz="2800" b="1" spc="-150" dirty="0" err="1"/>
              <a:t>Điều</a:t>
            </a:r>
            <a:r>
              <a:rPr lang="en-US" sz="2800" b="1" spc="-150" dirty="0"/>
              <a:t> </a:t>
            </a:r>
            <a:r>
              <a:rPr lang="en-US" sz="2800" b="1" spc="-150" dirty="0" err="1"/>
              <a:t>kiện</a:t>
            </a:r>
            <a:r>
              <a:rPr lang="en-US" sz="2800" b="1" spc="-150" dirty="0"/>
              <a:t> </a:t>
            </a:r>
            <a:r>
              <a:rPr lang="en-US" sz="2800" b="1" spc="-150" dirty="0" err="1"/>
              <a:t>về</a:t>
            </a:r>
            <a:r>
              <a:rPr lang="en-US" sz="2800" b="1" spc="-150" dirty="0"/>
              <a:t> </a:t>
            </a:r>
            <a:r>
              <a:rPr lang="en-US" sz="2800" b="1" spc="-150" dirty="0" err="1"/>
              <a:t>kinh</a:t>
            </a:r>
            <a:r>
              <a:rPr lang="en-US" sz="2800" b="1" spc="-150" dirty="0"/>
              <a:t> </a:t>
            </a:r>
            <a:r>
              <a:rPr lang="en-US" sz="2800" b="1" spc="-150" dirty="0" err="1"/>
              <a:t>tế</a:t>
            </a:r>
            <a:r>
              <a:rPr lang="en-US" sz="2800" spc="-150" dirty="0"/>
              <a:t>: </a:t>
            </a:r>
            <a:r>
              <a:rPr lang="en-US" sz="2800" spc="-150" dirty="0" err="1"/>
              <a:t>Mâu</a:t>
            </a:r>
            <a:r>
              <a:rPr lang="en-US" sz="2800" spc="-150" dirty="0"/>
              <a:t> </a:t>
            </a:r>
            <a:r>
              <a:rPr lang="en-US" sz="2800" spc="-150" dirty="0" err="1"/>
              <a:t>thuẫn</a:t>
            </a:r>
            <a:r>
              <a:rPr lang="en-US" sz="2800" spc="-150" dirty="0"/>
              <a:t> </a:t>
            </a:r>
            <a:r>
              <a:rPr lang="en-US" sz="2800" spc="-150" dirty="0" err="1"/>
              <a:t>trong</a:t>
            </a:r>
            <a:r>
              <a:rPr lang="en-US" sz="2800" spc="-150" dirty="0"/>
              <a:t> </a:t>
            </a:r>
            <a:r>
              <a:rPr lang="en-US" sz="2800" spc="-150" dirty="0" err="1"/>
              <a:t>lòng</a:t>
            </a:r>
            <a:r>
              <a:rPr lang="en-US" sz="2800" spc="-150" dirty="0"/>
              <a:t> CNTB </a:t>
            </a:r>
            <a:r>
              <a:rPr lang="en-US" sz="2800" spc="-150" dirty="0" err="1"/>
              <a:t>mà</a:t>
            </a:r>
            <a:r>
              <a:rPr lang="en-US" sz="2800" spc="-150" dirty="0"/>
              <a:t> </a:t>
            </a:r>
            <a:r>
              <a:rPr lang="en-US" sz="2800" spc="-150" dirty="0" err="1"/>
              <a:t>tự</a:t>
            </a:r>
            <a:r>
              <a:rPr lang="en-US" sz="2800" spc="-150" dirty="0"/>
              <a:t> </a:t>
            </a:r>
            <a:r>
              <a:rPr lang="en-US" sz="2800" spc="-150" dirty="0" err="1"/>
              <a:t>nó</a:t>
            </a:r>
            <a:r>
              <a:rPr lang="en-US" sz="2800" spc="-150" dirty="0"/>
              <a:t> </a:t>
            </a:r>
            <a:r>
              <a:rPr lang="en-US" sz="2800" spc="-150" dirty="0" err="1"/>
              <a:t>không</a:t>
            </a:r>
            <a:r>
              <a:rPr lang="en-US" sz="2800" spc="-150" dirty="0"/>
              <a:t> </a:t>
            </a:r>
            <a:r>
              <a:rPr lang="en-US" sz="2800" spc="-150" dirty="0" err="1"/>
              <a:t>giải</a:t>
            </a:r>
            <a:r>
              <a:rPr lang="en-US" sz="2800" spc="-150" dirty="0"/>
              <a:t> </a:t>
            </a:r>
            <a:r>
              <a:rPr lang="en-US" sz="2800" spc="-150" dirty="0" err="1"/>
              <a:t>quyết</a:t>
            </a:r>
            <a:r>
              <a:rPr lang="en-US" sz="2800" spc="-150" dirty="0"/>
              <a:t> </a:t>
            </a:r>
            <a:r>
              <a:rPr lang="en-US" sz="2800" spc="-150" dirty="0" err="1"/>
              <a:t>được</a:t>
            </a:r>
            <a:r>
              <a:rPr lang="en-US" sz="2800" spc="-150" dirty="0"/>
              <a:t> (</a:t>
            </a:r>
            <a:r>
              <a:rPr lang="en-US" sz="2800" spc="-150" dirty="0" err="1"/>
              <a:t>biểu</a:t>
            </a:r>
            <a:r>
              <a:rPr lang="en-US" sz="2800" spc="-150" dirty="0"/>
              <a:t> </a:t>
            </a:r>
            <a:r>
              <a:rPr lang="en-US" sz="2800" spc="-150" dirty="0" err="1"/>
              <a:t>hiện</a:t>
            </a:r>
            <a:r>
              <a:rPr lang="en-US" sz="2800" spc="-150" dirty="0"/>
              <a:t> </a:t>
            </a:r>
            <a:r>
              <a:rPr lang="en-US" sz="2800" spc="-150" dirty="0" err="1"/>
              <a:t>về</a:t>
            </a:r>
            <a:r>
              <a:rPr lang="en-US" sz="2800" spc="-150" dirty="0"/>
              <a:t> </a:t>
            </a:r>
            <a:r>
              <a:rPr lang="en-US" sz="2800" spc="-150" dirty="0" err="1"/>
              <a:t>kinh</a:t>
            </a:r>
            <a:r>
              <a:rPr lang="en-US" sz="2800" spc="-150" dirty="0"/>
              <a:t> </a:t>
            </a:r>
            <a:r>
              <a:rPr lang="en-US" sz="2800" spc="-150" dirty="0" err="1"/>
              <a:t>tế</a:t>
            </a:r>
            <a:r>
              <a:rPr lang="en-US" sz="2800" spc="-150" dirty="0"/>
              <a:t>; </a:t>
            </a:r>
            <a:r>
              <a:rPr lang="en-US" sz="2800" spc="-150" dirty="0" err="1"/>
              <a:t>biểu</a:t>
            </a:r>
            <a:r>
              <a:rPr lang="en-US" sz="2800" spc="-150" dirty="0"/>
              <a:t> </a:t>
            </a:r>
            <a:r>
              <a:rPr lang="en-US" sz="2800" spc="-150" dirty="0" err="1"/>
              <a:t>hiện</a:t>
            </a:r>
            <a:r>
              <a:rPr lang="en-US" sz="2800" spc="-150" dirty="0"/>
              <a:t> </a:t>
            </a:r>
            <a:r>
              <a:rPr lang="en-US" sz="2800" spc="-150" dirty="0" err="1"/>
              <a:t>về</a:t>
            </a:r>
            <a:r>
              <a:rPr lang="en-US" sz="2800" spc="-150" dirty="0"/>
              <a:t> </a:t>
            </a:r>
            <a:r>
              <a:rPr lang="en-US" sz="2800" spc="-150" dirty="0" err="1"/>
              <a:t>xã</a:t>
            </a:r>
            <a:r>
              <a:rPr lang="en-US" sz="2800" spc="-150" dirty="0"/>
              <a:t> </a:t>
            </a:r>
            <a:r>
              <a:rPr lang="en-US" sz="2800" spc="-150" dirty="0" err="1"/>
              <a:t>hội</a:t>
            </a:r>
            <a:r>
              <a:rPr lang="en-US" sz="2800" spc="-150" dirty="0"/>
              <a:t>)</a:t>
            </a:r>
            <a:endParaRPr lang="vi-VN" sz="2800" spc="-150" dirty="0"/>
          </a:p>
        </p:txBody>
      </p:sp>
      <p:sp>
        <p:nvSpPr>
          <p:cNvPr id="49" name="TextBox 48"/>
          <p:cNvSpPr txBox="1"/>
          <p:nvPr/>
        </p:nvSpPr>
        <p:spPr>
          <a:xfrm>
            <a:off x="2201336" y="5076722"/>
            <a:ext cx="6634773" cy="954107"/>
          </a:xfrm>
          <a:prstGeom prst="rect">
            <a:avLst/>
          </a:prstGeom>
          <a:noFill/>
        </p:spPr>
        <p:txBody>
          <a:bodyPr wrap="square" rtlCol="0">
            <a:spAutoFit/>
          </a:bodyPr>
          <a:lstStyle/>
          <a:p>
            <a:pPr algn="just">
              <a:buClr>
                <a:srgbClr val="00AC7F"/>
              </a:buClr>
            </a:pPr>
            <a:r>
              <a:rPr lang="en-US" sz="2800" b="1" spc="-150" dirty="0" err="1"/>
              <a:t>Điều</a:t>
            </a:r>
            <a:r>
              <a:rPr lang="en-US" sz="2800" b="1" spc="-150" dirty="0"/>
              <a:t> </a:t>
            </a:r>
            <a:r>
              <a:rPr lang="en-US" sz="2800" b="1" spc="-150" dirty="0" err="1"/>
              <a:t>kiện</a:t>
            </a:r>
            <a:r>
              <a:rPr lang="en-US" sz="2800" b="1" spc="-150" dirty="0"/>
              <a:t> </a:t>
            </a:r>
            <a:r>
              <a:rPr lang="en-US" sz="2800" b="1" spc="-150" dirty="0" err="1"/>
              <a:t>chính</a:t>
            </a:r>
            <a:r>
              <a:rPr lang="en-US" sz="2800" b="1" spc="-150" dirty="0"/>
              <a:t> </a:t>
            </a:r>
            <a:r>
              <a:rPr lang="en-US" sz="2800" b="1" spc="-150" dirty="0" err="1"/>
              <a:t>trị</a:t>
            </a:r>
            <a:r>
              <a:rPr lang="en-US" sz="2800" b="1" spc="-150" dirty="0"/>
              <a:t> - </a:t>
            </a:r>
            <a:r>
              <a:rPr lang="en-US" sz="2800" b="1" spc="-150" dirty="0" err="1"/>
              <a:t>xã</a:t>
            </a:r>
            <a:r>
              <a:rPr lang="en-US" sz="2800" b="1" spc="-150" dirty="0"/>
              <a:t> </a:t>
            </a:r>
            <a:r>
              <a:rPr lang="en-US" sz="2800" b="1" spc="-150" dirty="0" err="1"/>
              <a:t>hội</a:t>
            </a:r>
            <a:r>
              <a:rPr lang="en-US" sz="2800" spc="-150" dirty="0"/>
              <a:t>: </a:t>
            </a:r>
            <a:r>
              <a:rPr lang="en-US" sz="2800" spc="-150" dirty="0" err="1"/>
              <a:t>Sự</a:t>
            </a:r>
            <a:r>
              <a:rPr lang="en-US" sz="2800" spc="-150" dirty="0"/>
              <a:t> </a:t>
            </a:r>
            <a:r>
              <a:rPr lang="en-US" sz="2800" spc="-150" dirty="0" err="1"/>
              <a:t>phát</a:t>
            </a:r>
            <a:r>
              <a:rPr lang="en-US" sz="2800" spc="-150" dirty="0"/>
              <a:t> </a:t>
            </a:r>
            <a:r>
              <a:rPr lang="en-US" sz="2800" spc="-150" dirty="0" err="1"/>
              <a:t>triển</a:t>
            </a:r>
            <a:r>
              <a:rPr lang="en-US" sz="2800" spc="-150" dirty="0"/>
              <a:t> </a:t>
            </a:r>
            <a:r>
              <a:rPr lang="en-US" sz="2800" spc="-150" dirty="0" err="1"/>
              <a:t>của</a:t>
            </a:r>
            <a:r>
              <a:rPr lang="en-US" sz="2800" spc="-150" dirty="0"/>
              <a:t> </a:t>
            </a:r>
            <a:r>
              <a:rPr lang="en-US" sz="2800" spc="-150" dirty="0" err="1"/>
              <a:t>lực</a:t>
            </a:r>
            <a:r>
              <a:rPr lang="en-US" sz="2800" spc="-150" dirty="0"/>
              <a:t> </a:t>
            </a:r>
            <a:r>
              <a:rPr lang="en-US" sz="2800" spc="-150" dirty="0" err="1"/>
              <a:t>lượng</a:t>
            </a:r>
            <a:r>
              <a:rPr lang="en-US" sz="2800" spc="-150" dirty="0"/>
              <a:t> </a:t>
            </a:r>
            <a:r>
              <a:rPr lang="en-US" sz="2800" spc="-150" dirty="0" err="1"/>
              <a:t>sản</a:t>
            </a:r>
            <a:r>
              <a:rPr lang="en-US" sz="2800" spc="-150" dirty="0"/>
              <a:t> </a:t>
            </a:r>
            <a:r>
              <a:rPr lang="en-US" sz="2800" spc="-150" dirty="0" err="1"/>
              <a:t>xuất</a:t>
            </a:r>
            <a:r>
              <a:rPr lang="en-US" sz="2800" spc="-150" dirty="0"/>
              <a:t> </a:t>
            </a:r>
            <a:r>
              <a:rPr lang="en-US" sz="2800" spc="-150" dirty="0" err="1"/>
              <a:t>và</a:t>
            </a:r>
            <a:r>
              <a:rPr lang="en-US" sz="2800" spc="-150" dirty="0"/>
              <a:t> </a:t>
            </a:r>
            <a:r>
              <a:rPr lang="en-US" sz="2800" spc="-150" dirty="0" err="1"/>
              <a:t>sự</a:t>
            </a:r>
            <a:r>
              <a:rPr lang="en-US" sz="2800" spc="-150" dirty="0"/>
              <a:t> </a:t>
            </a:r>
            <a:r>
              <a:rPr lang="en-US" sz="2800" spc="-150" dirty="0" err="1"/>
              <a:t>trưởng</a:t>
            </a:r>
            <a:r>
              <a:rPr lang="en-US" sz="2800" spc="-150" dirty="0"/>
              <a:t> </a:t>
            </a:r>
            <a:r>
              <a:rPr lang="en-US" sz="2800" spc="-150" dirty="0" err="1"/>
              <a:t>thành</a:t>
            </a:r>
            <a:r>
              <a:rPr lang="en-US" sz="2800" spc="-150" dirty="0"/>
              <a:t> </a:t>
            </a:r>
            <a:r>
              <a:rPr lang="en-US" sz="2800" spc="-150" dirty="0" err="1"/>
              <a:t>của</a:t>
            </a:r>
            <a:r>
              <a:rPr lang="en-US" sz="2800" spc="-150" dirty="0"/>
              <a:t> GCCN </a:t>
            </a:r>
            <a:endParaRPr lang="vi-VN" sz="2800" dirty="0"/>
          </a:p>
        </p:txBody>
      </p:sp>
      <p:sp>
        <p:nvSpPr>
          <p:cNvPr id="12" name="Rectangle 42"/>
          <p:cNvSpPr txBox="1">
            <a:spLocks noChangeArrowheads="1"/>
          </p:cNvSpPr>
          <p:nvPr/>
        </p:nvSpPr>
        <p:spPr bwMode="auto">
          <a:xfrm>
            <a:off x="1424716" y="197576"/>
            <a:ext cx="64008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800" dirty="0">
                <a:solidFill>
                  <a:srgbClr val="FF0000"/>
                </a:solidFill>
                <a:latin typeface="+mn-lt"/>
              </a:rPr>
              <a:t>1.</a:t>
            </a:r>
            <a:r>
              <a:rPr lang="en-US" sz="2800" dirty="0">
                <a:solidFill>
                  <a:srgbClr val="FF0000"/>
                </a:solidFill>
                <a:latin typeface="+mn-lt"/>
              </a:rPr>
              <a:t>2</a:t>
            </a:r>
            <a:r>
              <a:rPr lang="vi-VN" sz="2800" dirty="0">
                <a:solidFill>
                  <a:srgbClr val="FF0000"/>
                </a:solidFill>
                <a:latin typeface="+mn-lt"/>
              </a:rPr>
              <a:t>. </a:t>
            </a:r>
            <a:r>
              <a:rPr lang="en-US" sz="2800" dirty="0" err="1">
                <a:solidFill>
                  <a:srgbClr val="FF0000"/>
                </a:solidFill>
                <a:latin typeface="+mn-lt"/>
              </a:rPr>
              <a:t>Điều</a:t>
            </a:r>
            <a:r>
              <a:rPr lang="en-US" sz="2800" dirty="0">
                <a:solidFill>
                  <a:srgbClr val="FF0000"/>
                </a:solidFill>
                <a:latin typeface="+mn-lt"/>
              </a:rPr>
              <a:t> </a:t>
            </a:r>
            <a:r>
              <a:rPr lang="en-US" sz="2800" dirty="0" err="1">
                <a:solidFill>
                  <a:srgbClr val="FF0000"/>
                </a:solidFill>
                <a:latin typeface="+mn-lt"/>
              </a:rPr>
              <a:t>kiện</a:t>
            </a:r>
            <a:r>
              <a:rPr lang="en-US" sz="2800" dirty="0">
                <a:solidFill>
                  <a:srgbClr val="FF0000"/>
                </a:solidFill>
                <a:latin typeface="+mn-lt"/>
              </a:rPr>
              <a:t> </a:t>
            </a:r>
            <a:r>
              <a:rPr lang="en-US" sz="2800" dirty="0" err="1">
                <a:solidFill>
                  <a:srgbClr val="FF0000"/>
                </a:solidFill>
                <a:latin typeface="+mn-lt"/>
              </a:rPr>
              <a:t>ra</a:t>
            </a:r>
            <a:r>
              <a:rPr lang="en-US" sz="2800" dirty="0">
                <a:solidFill>
                  <a:srgbClr val="FF0000"/>
                </a:solidFill>
                <a:latin typeface="+mn-lt"/>
              </a:rPr>
              <a:t> </a:t>
            </a:r>
            <a:r>
              <a:rPr lang="en-US" sz="2800" dirty="0" err="1">
                <a:solidFill>
                  <a:srgbClr val="FF0000"/>
                </a:solidFill>
                <a:latin typeface="+mn-lt"/>
              </a:rPr>
              <a:t>đời</a:t>
            </a:r>
            <a:r>
              <a:rPr lang="en-US" sz="2800" dirty="0">
                <a:solidFill>
                  <a:srgbClr val="FF0000"/>
                </a:solidFill>
                <a:latin typeface="+mn-lt"/>
              </a:rPr>
              <a:t> </a:t>
            </a:r>
            <a:r>
              <a:rPr lang="en-US" sz="2800" dirty="0" err="1">
                <a:solidFill>
                  <a:srgbClr val="FF0000"/>
                </a:solidFill>
                <a:latin typeface="+mn-lt"/>
              </a:rPr>
              <a:t>của</a:t>
            </a:r>
            <a:r>
              <a:rPr lang="en-US" sz="2800" dirty="0">
                <a:solidFill>
                  <a:srgbClr val="FF0000"/>
                </a:solidFill>
                <a:latin typeface="+mn-lt"/>
              </a:rPr>
              <a:t> </a:t>
            </a:r>
            <a:r>
              <a:rPr lang="en-US" sz="2800" dirty="0" err="1">
                <a:solidFill>
                  <a:srgbClr val="FF0000"/>
                </a:solidFill>
                <a:latin typeface="+mn-lt"/>
              </a:rPr>
              <a:t>chủ</a:t>
            </a:r>
            <a:r>
              <a:rPr lang="en-US" sz="2800" dirty="0">
                <a:solidFill>
                  <a:srgbClr val="FF0000"/>
                </a:solidFill>
                <a:latin typeface="+mn-lt"/>
              </a:rPr>
              <a:t> </a:t>
            </a:r>
            <a:r>
              <a:rPr lang="en-US" sz="2800" dirty="0" err="1">
                <a:solidFill>
                  <a:srgbClr val="FF0000"/>
                </a:solidFill>
                <a:latin typeface="+mn-lt"/>
              </a:rPr>
              <a:t>nghĩa</a:t>
            </a:r>
            <a:r>
              <a:rPr lang="en-US" sz="2800" dirty="0">
                <a:solidFill>
                  <a:srgbClr val="FF0000"/>
                </a:solidFill>
                <a:latin typeface="+mn-lt"/>
              </a:rPr>
              <a:t> </a:t>
            </a:r>
            <a:r>
              <a:rPr lang="en-US" sz="2800" dirty="0" err="1">
                <a:solidFill>
                  <a:srgbClr val="FF0000"/>
                </a:solidFill>
                <a:latin typeface="+mn-lt"/>
              </a:rPr>
              <a:t>xã</a:t>
            </a:r>
            <a:r>
              <a:rPr lang="en-US" sz="2800" dirty="0">
                <a:solidFill>
                  <a:srgbClr val="FF0000"/>
                </a:solidFill>
                <a:latin typeface="+mn-lt"/>
              </a:rPr>
              <a:t> </a:t>
            </a:r>
            <a:r>
              <a:rPr lang="en-US" sz="2800" dirty="0" err="1">
                <a:solidFill>
                  <a:srgbClr val="FF0000"/>
                </a:solidFill>
                <a:latin typeface="+mn-lt"/>
              </a:rPr>
              <a:t>hội</a:t>
            </a:r>
            <a:endParaRPr lang="en-US" sz="2800" dirty="0">
              <a:solidFill>
                <a:srgbClr val="FF0000"/>
              </a:solidFill>
              <a:effectLst>
                <a:outerShdw blurRad="38100" dist="38100" dir="2700000" algn="tl">
                  <a:srgbClr val="000000">
                    <a:alpha val="43137"/>
                  </a:srgbClr>
                </a:outerShdw>
              </a:effectLst>
              <a:latin typeface="+mn-lt"/>
            </a:endParaRPr>
          </a:p>
        </p:txBody>
      </p:sp>
      <p:sp>
        <p:nvSpPr>
          <p:cNvPr id="13" name="object 4"/>
          <p:cNvSpPr>
            <a:spLocks noChangeArrowheads="1"/>
          </p:cNvSpPr>
          <p:nvPr/>
        </p:nvSpPr>
        <p:spPr bwMode="auto">
          <a:xfrm>
            <a:off x="0" y="5857"/>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500" fill="hold"/>
                                        <p:tgtEl>
                                          <p:spTgt spid="19"/>
                                        </p:tgtEl>
                                        <p:attrNameLst>
                                          <p:attrName>ppt_x</p:attrName>
                                        </p:attrNameLst>
                                      </p:cBhvr>
                                      <p:tavLst>
                                        <p:tav tm="0">
                                          <p:val>
                                            <p:strVal val="#ppt_x"/>
                                          </p:val>
                                        </p:tav>
                                        <p:tav tm="100000">
                                          <p:val>
                                            <p:strVal val="#ppt_x"/>
                                          </p:val>
                                        </p:tav>
                                      </p:tavLst>
                                    </p:anim>
                                    <p:anim calcmode="lin" valueType="num">
                                      <p:cBhvr additive="base">
                                        <p:cTn id="17" dur="500" fill="hold"/>
                                        <p:tgtEl>
                                          <p:spTgt spid="19"/>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48"/>
                                        </p:tgtEl>
                                        <p:attrNameLst>
                                          <p:attrName>style.visibility</p:attrName>
                                        </p:attrNameLst>
                                      </p:cBhvr>
                                      <p:to>
                                        <p:strVal val="visible"/>
                                      </p:to>
                                    </p:set>
                                    <p:anim calcmode="lin" valueType="num">
                                      <p:cBhvr additive="base">
                                        <p:cTn id="20" dur="500" fill="hold"/>
                                        <p:tgtEl>
                                          <p:spTgt spid="48"/>
                                        </p:tgtEl>
                                        <p:attrNameLst>
                                          <p:attrName>ppt_x</p:attrName>
                                        </p:attrNameLst>
                                      </p:cBhvr>
                                      <p:tavLst>
                                        <p:tav tm="0">
                                          <p:val>
                                            <p:strVal val="#ppt_x"/>
                                          </p:val>
                                        </p:tav>
                                        <p:tav tm="100000">
                                          <p:val>
                                            <p:strVal val="#ppt_x"/>
                                          </p:val>
                                        </p:tav>
                                      </p:tavLst>
                                    </p:anim>
                                    <p:anim calcmode="lin" valueType="num">
                                      <p:cBhvr additive="base">
                                        <p:cTn id="21"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additive="base">
                                        <p:cTn id="26" dur="500" fill="hold"/>
                                        <p:tgtEl>
                                          <p:spTgt spid="18"/>
                                        </p:tgtEl>
                                        <p:attrNameLst>
                                          <p:attrName>ppt_x</p:attrName>
                                        </p:attrNameLst>
                                      </p:cBhvr>
                                      <p:tavLst>
                                        <p:tav tm="0">
                                          <p:val>
                                            <p:strVal val="#ppt_x"/>
                                          </p:val>
                                        </p:tav>
                                        <p:tav tm="100000">
                                          <p:val>
                                            <p:strVal val="#ppt_x"/>
                                          </p:val>
                                        </p:tav>
                                      </p:tavLst>
                                    </p:anim>
                                    <p:anim calcmode="lin" valueType="num">
                                      <p:cBhvr additive="base">
                                        <p:cTn id="27" dur="500" fill="hold"/>
                                        <p:tgtEl>
                                          <p:spTgt spid="18"/>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fill="hold"/>
                                        <p:tgtEl>
                                          <p:spTgt spid="29"/>
                                        </p:tgtEl>
                                        <p:attrNameLst>
                                          <p:attrName>ppt_x</p:attrName>
                                        </p:attrNameLst>
                                      </p:cBhvr>
                                      <p:tavLst>
                                        <p:tav tm="0">
                                          <p:val>
                                            <p:strVal val="#ppt_x"/>
                                          </p:val>
                                        </p:tav>
                                        <p:tav tm="100000">
                                          <p:val>
                                            <p:strVal val="#ppt_x"/>
                                          </p:val>
                                        </p:tav>
                                      </p:tavLst>
                                    </p:anim>
                                    <p:anim calcmode="lin" valueType="num">
                                      <p:cBhvr additive="base">
                                        <p:cTn id="31" dur="500" fill="hold"/>
                                        <p:tgtEl>
                                          <p:spTgt spid="2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anim calcmode="lin" valueType="num">
                                      <p:cBhvr additive="base">
                                        <p:cTn id="34" dur="500" fill="hold"/>
                                        <p:tgtEl>
                                          <p:spTgt spid="49"/>
                                        </p:tgtEl>
                                        <p:attrNameLst>
                                          <p:attrName>ppt_x</p:attrName>
                                        </p:attrNameLst>
                                      </p:cBhvr>
                                      <p:tavLst>
                                        <p:tav tm="0">
                                          <p:val>
                                            <p:strVal val="#ppt_x"/>
                                          </p:val>
                                        </p:tav>
                                        <p:tav tm="100000">
                                          <p:val>
                                            <p:strVal val="#ppt_x"/>
                                          </p:val>
                                        </p:tav>
                                      </p:tavLst>
                                    </p:anim>
                                    <p:anim calcmode="lin" valueType="num">
                                      <p:cBhvr additive="base">
                                        <p:cTn id="35"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2"/>
          <p:cNvSpPr txBox="1">
            <a:spLocks noChangeArrowheads="1"/>
          </p:cNvSpPr>
          <p:nvPr/>
        </p:nvSpPr>
        <p:spPr bwMode="auto">
          <a:xfrm>
            <a:off x="914400" y="76200"/>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3200" dirty="0">
                <a:solidFill>
                  <a:srgbClr val="FF0000"/>
                </a:solidFill>
              </a:rPr>
              <a:t>1.</a:t>
            </a:r>
            <a:r>
              <a:rPr lang="en-US" sz="3200" dirty="0">
                <a:solidFill>
                  <a:srgbClr val="FF0000"/>
                </a:solidFill>
              </a:rPr>
              <a:t>3</a:t>
            </a:r>
            <a:r>
              <a:rPr lang="vi-VN" sz="3200" dirty="0">
                <a:solidFill>
                  <a:srgbClr val="FF0000"/>
                </a:solidFill>
              </a:rPr>
              <a:t>. </a:t>
            </a:r>
            <a:r>
              <a:rPr lang="en-US" sz="3200" dirty="0" err="1">
                <a:solidFill>
                  <a:srgbClr val="FF0000"/>
                </a:solidFill>
              </a:rPr>
              <a:t>Những</a:t>
            </a:r>
            <a:r>
              <a:rPr lang="vi-VN" sz="3200" dirty="0">
                <a:solidFill>
                  <a:srgbClr val="FF0000"/>
                </a:solidFill>
              </a:rPr>
              <a:t> đặc trưng cơ bản của chủ nghĩa xã hội</a:t>
            </a:r>
            <a:endParaRPr lang="en-US" sz="3200" dirty="0">
              <a:solidFill>
                <a:srgbClr val="FF0000"/>
              </a:solidFill>
              <a:effectLst>
                <a:outerShdw blurRad="38100" dist="38100" dir="2700000" algn="tl">
                  <a:srgbClr val="000000">
                    <a:alpha val="43137"/>
                  </a:srgbClr>
                </a:outerShdw>
              </a:effectLst>
            </a:endParaRPr>
          </a:p>
        </p:txBody>
      </p:sp>
      <p:sp>
        <p:nvSpPr>
          <p:cNvPr id="3" name="TextBox 2"/>
          <p:cNvSpPr txBox="1"/>
          <p:nvPr/>
        </p:nvSpPr>
        <p:spPr>
          <a:xfrm>
            <a:off x="1371600" y="2895600"/>
            <a:ext cx="2438400" cy="3539430"/>
          </a:xfrm>
          <a:prstGeom prst="rect">
            <a:avLst/>
          </a:prstGeom>
          <a:solidFill>
            <a:srgbClr val="F79646">
              <a:lumMod val="40000"/>
              <a:lumOff val="60000"/>
            </a:srgbClr>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sz="2800" kern="0" spc="-150" dirty="0">
                <a:cs typeface="Arial" panose="020B0604020202020204" pitchFamily="34" charset="0"/>
              </a:rPr>
              <a:t>CNXH </a:t>
            </a:r>
            <a:r>
              <a:rPr lang="en-US" sz="2800" kern="0" spc="-150" dirty="0" err="1">
                <a:cs typeface="Arial" panose="020B0604020202020204" pitchFamily="34" charset="0"/>
              </a:rPr>
              <a:t>giải</a:t>
            </a:r>
            <a:r>
              <a:rPr lang="en-US" sz="2800" kern="0" spc="-150" dirty="0">
                <a:cs typeface="Arial" panose="020B0604020202020204" pitchFamily="34" charset="0"/>
              </a:rPr>
              <a:t> </a:t>
            </a:r>
            <a:r>
              <a:rPr lang="en-US" sz="2800" kern="0" spc="-150" dirty="0" err="1">
                <a:cs typeface="Arial" panose="020B0604020202020204" pitchFamily="34" charset="0"/>
              </a:rPr>
              <a:t>phóng</a:t>
            </a:r>
            <a:r>
              <a:rPr lang="en-US" sz="2800" kern="0" spc="-150" dirty="0">
                <a:cs typeface="Arial" panose="020B0604020202020204" pitchFamily="34" charset="0"/>
              </a:rPr>
              <a:t> </a:t>
            </a:r>
            <a:r>
              <a:rPr lang="en-US" sz="2800" kern="0" spc="-150" dirty="0" err="1">
                <a:cs typeface="Arial" panose="020B0604020202020204" pitchFamily="34" charset="0"/>
              </a:rPr>
              <a:t>giai</a:t>
            </a:r>
            <a:r>
              <a:rPr lang="en-US" sz="2800" kern="0" spc="-150" dirty="0">
                <a:cs typeface="Arial" panose="020B0604020202020204" pitchFamily="34" charset="0"/>
              </a:rPr>
              <a:t> </a:t>
            </a:r>
            <a:r>
              <a:rPr lang="en-US" sz="2800" kern="0" spc="-150" dirty="0" err="1">
                <a:cs typeface="Arial" panose="020B0604020202020204" pitchFamily="34" charset="0"/>
              </a:rPr>
              <a:t>cấp</a:t>
            </a:r>
            <a:r>
              <a:rPr lang="en-US" sz="2800" kern="0" spc="-150" dirty="0">
                <a:cs typeface="Arial" panose="020B0604020202020204" pitchFamily="34" charset="0"/>
              </a:rPr>
              <a:t>, </a:t>
            </a:r>
            <a:r>
              <a:rPr lang="en-US" sz="2800" kern="0" spc="-150" dirty="0" err="1">
                <a:cs typeface="Arial" panose="020B0604020202020204" pitchFamily="34" charset="0"/>
              </a:rPr>
              <a:t>giải</a:t>
            </a:r>
            <a:r>
              <a:rPr lang="en-US" sz="2800" kern="0" spc="-150" dirty="0">
                <a:cs typeface="Arial" panose="020B0604020202020204" pitchFamily="34" charset="0"/>
              </a:rPr>
              <a:t> </a:t>
            </a:r>
            <a:r>
              <a:rPr lang="en-US" sz="2800" kern="0" spc="-150" dirty="0" err="1">
                <a:cs typeface="Arial" panose="020B0604020202020204" pitchFamily="34" charset="0"/>
              </a:rPr>
              <a:t>phóng</a:t>
            </a:r>
            <a:r>
              <a:rPr lang="en-US" sz="2800" kern="0" spc="-150" dirty="0">
                <a:cs typeface="Arial" panose="020B0604020202020204" pitchFamily="34" charset="0"/>
              </a:rPr>
              <a:t> </a:t>
            </a:r>
            <a:r>
              <a:rPr lang="en-US" sz="2800" kern="0" spc="-150" dirty="0" err="1">
                <a:cs typeface="Arial" panose="020B0604020202020204" pitchFamily="34" charset="0"/>
              </a:rPr>
              <a:t>dân</a:t>
            </a:r>
            <a:r>
              <a:rPr lang="en-US" sz="2800" kern="0" spc="-150" dirty="0">
                <a:cs typeface="Arial" panose="020B0604020202020204" pitchFamily="34" charset="0"/>
              </a:rPr>
              <a:t> </a:t>
            </a:r>
            <a:r>
              <a:rPr lang="en-US" sz="2800" kern="0" spc="-150" dirty="0" err="1">
                <a:cs typeface="Arial" panose="020B0604020202020204" pitchFamily="34" charset="0"/>
              </a:rPr>
              <a:t>tộc</a:t>
            </a:r>
            <a:r>
              <a:rPr lang="en-US" sz="2800" kern="0" spc="-150" dirty="0">
                <a:cs typeface="Arial" panose="020B0604020202020204" pitchFamily="34" charset="0"/>
              </a:rPr>
              <a:t>, </a:t>
            </a:r>
            <a:r>
              <a:rPr lang="en-US" sz="2800" kern="0" spc="-150" dirty="0" err="1">
                <a:cs typeface="Arial" panose="020B0604020202020204" pitchFamily="34" charset="0"/>
              </a:rPr>
              <a:t>giải</a:t>
            </a:r>
            <a:r>
              <a:rPr lang="en-US" sz="2800" kern="0" spc="-150" dirty="0">
                <a:cs typeface="Arial" panose="020B0604020202020204" pitchFamily="34" charset="0"/>
              </a:rPr>
              <a:t> </a:t>
            </a:r>
            <a:r>
              <a:rPr lang="en-US" sz="2800" kern="0" spc="-150" dirty="0" err="1">
                <a:cs typeface="Arial" panose="020B0604020202020204" pitchFamily="34" charset="0"/>
              </a:rPr>
              <a:t>phóng</a:t>
            </a:r>
            <a:r>
              <a:rPr lang="en-US" sz="2800" kern="0" spc="-150" dirty="0">
                <a:cs typeface="Arial" panose="020B0604020202020204" pitchFamily="34" charset="0"/>
              </a:rPr>
              <a:t> con </a:t>
            </a:r>
            <a:r>
              <a:rPr lang="en-US" sz="2800" kern="0" spc="-150" dirty="0" err="1">
                <a:cs typeface="Arial" panose="020B0604020202020204" pitchFamily="34" charset="0"/>
              </a:rPr>
              <a:t>người</a:t>
            </a:r>
            <a:r>
              <a:rPr lang="en-US" sz="2800" kern="0" spc="-150" dirty="0">
                <a:cs typeface="Arial" panose="020B0604020202020204" pitchFamily="34" charset="0"/>
              </a:rPr>
              <a:t>, </a:t>
            </a:r>
            <a:r>
              <a:rPr lang="en-US" sz="2800" kern="0" spc="-150" dirty="0" err="1">
                <a:cs typeface="Arial" panose="020B0604020202020204" pitchFamily="34" charset="0"/>
              </a:rPr>
              <a:t>tạo</a:t>
            </a:r>
            <a:r>
              <a:rPr lang="en-US" sz="2800" kern="0" spc="-150" dirty="0">
                <a:cs typeface="Arial" panose="020B0604020202020204" pitchFamily="34" charset="0"/>
              </a:rPr>
              <a:t> </a:t>
            </a:r>
            <a:r>
              <a:rPr lang="en-US" sz="2800" kern="0" spc="-150" dirty="0" err="1">
                <a:cs typeface="Arial" panose="020B0604020202020204" pitchFamily="34" charset="0"/>
              </a:rPr>
              <a:t>điều</a:t>
            </a:r>
            <a:r>
              <a:rPr lang="en-US" sz="2800" kern="0" spc="-150" dirty="0">
                <a:cs typeface="Arial" panose="020B0604020202020204" pitchFamily="34" charset="0"/>
              </a:rPr>
              <a:t> </a:t>
            </a:r>
            <a:r>
              <a:rPr lang="en-US" sz="2800" kern="0" spc="-150" dirty="0" err="1">
                <a:cs typeface="Arial" panose="020B0604020202020204" pitchFamily="34" charset="0"/>
              </a:rPr>
              <a:t>kiện</a:t>
            </a:r>
            <a:r>
              <a:rPr lang="en-US" sz="2800" kern="0" spc="-150" dirty="0">
                <a:cs typeface="Arial" panose="020B0604020202020204" pitchFamily="34" charset="0"/>
              </a:rPr>
              <a:t> </a:t>
            </a:r>
            <a:r>
              <a:rPr lang="en-US" sz="2800" kern="0" spc="-150" dirty="0" err="1">
                <a:cs typeface="Arial" panose="020B0604020202020204" pitchFamily="34" charset="0"/>
              </a:rPr>
              <a:t>để</a:t>
            </a:r>
            <a:r>
              <a:rPr lang="en-US" sz="2800" kern="0" spc="-150" dirty="0">
                <a:cs typeface="Arial" panose="020B0604020202020204" pitchFamily="34" charset="0"/>
              </a:rPr>
              <a:t> con </a:t>
            </a:r>
            <a:r>
              <a:rPr lang="en-US" sz="2800" kern="0" spc="-150" dirty="0" err="1">
                <a:cs typeface="Arial" panose="020B0604020202020204" pitchFamily="34" charset="0"/>
              </a:rPr>
              <a:t>người</a:t>
            </a:r>
            <a:r>
              <a:rPr lang="en-US" sz="2800" kern="0" spc="-150" dirty="0">
                <a:cs typeface="Arial" panose="020B0604020202020204" pitchFamily="34" charset="0"/>
              </a:rPr>
              <a:t> </a:t>
            </a:r>
            <a:r>
              <a:rPr lang="en-US" sz="2800" kern="0" spc="-150" dirty="0" err="1">
                <a:cs typeface="Arial" panose="020B0604020202020204" pitchFamily="34" charset="0"/>
              </a:rPr>
              <a:t>phát</a:t>
            </a:r>
            <a:r>
              <a:rPr lang="en-US" sz="2800" kern="0" spc="-150" dirty="0">
                <a:cs typeface="Arial" panose="020B0604020202020204" pitchFamily="34" charset="0"/>
              </a:rPr>
              <a:t> </a:t>
            </a:r>
            <a:r>
              <a:rPr lang="en-US" sz="2800" kern="0" spc="-150" dirty="0" err="1">
                <a:cs typeface="Arial" panose="020B0604020202020204" pitchFamily="34" charset="0"/>
              </a:rPr>
              <a:t>triển</a:t>
            </a:r>
            <a:r>
              <a:rPr lang="en-US" sz="2800" kern="0" spc="-150" dirty="0">
                <a:cs typeface="Arial" panose="020B0604020202020204" pitchFamily="34" charset="0"/>
              </a:rPr>
              <a:t> </a:t>
            </a:r>
            <a:r>
              <a:rPr lang="en-US" sz="2800" kern="0" spc="-150" dirty="0" err="1">
                <a:cs typeface="Arial" panose="020B0604020202020204" pitchFamily="34" charset="0"/>
              </a:rPr>
              <a:t>toàn</a:t>
            </a:r>
            <a:r>
              <a:rPr lang="en-US" sz="2800" kern="0" spc="-150" dirty="0">
                <a:cs typeface="Arial" panose="020B0604020202020204" pitchFamily="34" charset="0"/>
              </a:rPr>
              <a:t> </a:t>
            </a:r>
            <a:r>
              <a:rPr lang="en-US" sz="2800" kern="0" spc="-150" dirty="0" err="1">
                <a:cs typeface="Arial" panose="020B0604020202020204" pitchFamily="34" charset="0"/>
              </a:rPr>
              <a:t>diện</a:t>
            </a:r>
            <a:endParaRPr lang="en-US" sz="2800" kern="0" spc="-150" dirty="0">
              <a:cs typeface="Arial" panose="020B0604020202020204" pitchFamily="34" charset="0"/>
            </a:endParaRPr>
          </a:p>
        </p:txBody>
      </p:sp>
      <p:grpSp>
        <p:nvGrpSpPr>
          <p:cNvPr id="4" name="Group 3"/>
          <p:cNvGrpSpPr/>
          <p:nvPr/>
        </p:nvGrpSpPr>
        <p:grpSpPr>
          <a:xfrm>
            <a:off x="1679120" y="1219200"/>
            <a:ext cx="1828800" cy="1925982"/>
            <a:chOff x="1888547" y="2390657"/>
            <a:chExt cx="2307913" cy="2457263"/>
          </a:xfrm>
        </p:grpSpPr>
        <p:grpSp>
          <p:nvGrpSpPr>
            <p:cNvPr id="5" name="Group 4"/>
            <p:cNvGrpSpPr/>
            <p:nvPr/>
          </p:nvGrpSpPr>
          <p:grpSpPr>
            <a:xfrm>
              <a:off x="1888547" y="2390657"/>
              <a:ext cx="2307913" cy="2333274"/>
              <a:chOff x="1435774" y="1789788"/>
              <a:chExt cx="3410045" cy="3447519"/>
            </a:xfrm>
            <a:effectLst/>
          </p:grpSpPr>
          <p:sp>
            <p:nvSpPr>
              <p:cNvPr id="7" name="Parallelogram 5"/>
              <p:cNvSpPr/>
              <p:nvPr/>
            </p:nvSpPr>
            <p:spPr>
              <a:xfrm rot="16200000" flipV="1">
                <a:off x="2443070" y="2834557"/>
                <a:ext cx="2757672" cy="2047827"/>
              </a:xfrm>
              <a:custGeom>
                <a:avLst/>
                <a:gdLst/>
                <a:ahLst/>
                <a:cxnLst/>
                <a:rect l="l" t="t" r="r" b="b"/>
                <a:pathLst>
                  <a:path w="2056374" h="1527048">
                    <a:moveTo>
                      <a:pt x="2056374" y="0"/>
                    </a:moveTo>
                    <a:lnTo>
                      <a:pt x="339951" y="0"/>
                    </a:lnTo>
                    <a:lnTo>
                      <a:pt x="0" y="1527048"/>
                    </a:lnTo>
                    <a:lnTo>
                      <a:pt x="1706076" y="1527048"/>
                    </a:lnTo>
                    <a:lnTo>
                      <a:pt x="1704529" y="1524011"/>
                    </a:lnTo>
                    <a:close/>
                  </a:path>
                </a:pathLst>
              </a:custGeom>
              <a:gradFill flip="none" rotWithShape="1">
                <a:gsLst>
                  <a:gs pos="0">
                    <a:srgbClr val="F79646">
                      <a:lumMod val="20000"/>
                      <a:lumOff val="80000"/>
                    </a:srgbClr>
                  </a:gs>
                  <a:gs pos="100000">
                    <a:srgbClr val="F79646">
                      <a:lumMod val="60000"/>
                      <a:lumOff val="40000"/>
                    </a:srgbClr>
                  </a:gs>
                </a:gsLst>
                <a:lin ang="13500000" scaled="1"/>
                <a:tileRect/>
              </a:gradFill>
              <a:ln w="12700" cap="flat" cmpd="sng" algn="ctr">
                <a:solidFill>
                  <a:srgbClr val="F79646">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sp>
            <p:nvSpPr>
              <p:cNvPr id="8" name="Parallelogram 7"/>
              <p:cNvSpPr/>
              <p:nvPr/>
            </p:nvSpPr>
            <p:spPr>
              <a:xfrm rot="5400000" flipH="1" flipV="1">
                <a:off x="635317" y="3075146"/>
                <a:ext cx="2975454" cy="1348868"/>
              </a:xfrm>
              <a:custGeom>
                <a:avLst/>
                <a:gdLst/>
                <a:ahLst/>
                <a:cxnLst/>
                <a:rect l="l" t="t" r="r" b="b"/>
                <a:pathLst>
                  <a:path w="2218772" h="1005840">
                    <a:moveTo>
                      <a:pt x="2218772" y="0"/>
                    </a:moveTo>
                    <a:lnTo>
                      <a:pt x="1706271" y="1005840"/>
                    </a:lnTo>
                    <a:lnTo>
                      <a:pt x="0" y="1005840"/>
                    </a:lnTo>
                    <a:lnTo>
                      <a:pt x="521629" y="0"/>
                    </a:lnTo>
                    <a:close/>
                  </a:path>
                </a:pathLst>
              </a:custGeom>
              <a:gradFill flip="none" rotWithShape="1">
                <a:gsLst>
                  <a:gs pos="0">
                    <a:srgbClr val="F79646">
                      <a:lumMod val="20000"/>
                      <a:lumOff val="80000"/>
                    </a:srgbClr>
                  </a:gs>
                  <a:gs pos="100000">
                    <a:srgbClr val="F79646">
                      <a:lumMod val="60000"/>
                      <a:lumOff val="40000"/>
                    </a:srgbClr>
                  </a:gs>
                </a:gsLst>
                <a:lin ang="0" scaled="1"/>
                <a:tileRect/>
              </a:gradFill>
              <a:ln w="12700" cap="flat" cmpd="sng" algn="ctr">
                <a:solidFill>
                  <a:srgbClr val="F79646">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Calibri" panose="020F0502020204030204"/>
                </a:endParaRPr>
              </a:p>
            </p:txBody>
          </p:sp>
          <p:sp>
            <p:nvSpPr>
              <p:cNvPr id="9" name="Parallelogram 9"/>
              <p:cNvSpPr/>
              <p:nvPr/>
            </p:nvSpPr>
            <p:spPr>
              <a:xfrm rot="16200000" flipV="1">
                <a:off x="2554883" y="670679"/>
                <a:ext cx="1161684" cy="3399902"/>
              </a:xfrm>
              <a:custGeom>
                <a:avLst/>
                <a:gdLst/>
                <a:ahLst/>
                <a:cxnLst/>
                <a:rect l="l" t="t" r="r" b="b"/>
                <a:pathLst>
                  <a:path w="866258" h="2535280">
                    <a:moveTo>
                      <a:pt x="866258" y="1008202"/>
                    </a:moveTo>
                    <a:lnTo>
                      <a:pt x="352554" y="0"/>
                    </a:lnTo>
                    <a:lnTo>
                      <a:pt x="0" y="1527078"/>
                    </a:lnTo>
                    <a:lnTo>
                      <a:pt x="513705" y="2535280"/>
                    </a:lnTo>
                    <a:close/>
                  </a:path>
                </a:pathLst>
              </a:custGeom>
              <a:gradFill flip="none" rotWithShape="1">
                <a:gsLst>
                  <a:gs pos="0">
                    <a:srgbClr val="F79646">
                      <a:lumMod val="20000"/>
                      <a:lumOff val="80000"/>
                    </a:srgbClr>
                  </a:gs>
                  <a:gs pos="100000">
                    <a:srgbClr val="F79646">
                      <a:lumMod val="60000"/>
                      <a:lumOff val="40000"/>
                    </a:srgbClr>
                  </a:gs>
                </a:gsLst>
                <a:lin ang="13500000" scaled="1"/>
                <a:tileRect/>
              </a:gradFill>
              <a:ln w="12700" cap="flat" cmpd="sng" algn="ctr">
                <a:solidFill>
                  <a:srgbClr val="F79646"/>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grpSp>
        <p:sp>
          <p:nvSpPr>
            <p:cNvPr id="6" name="TextBox 5"/>
            <p:cNvSpPr txBox="1"/>
            <p:nvPr/>
          </p:nvSpPr>
          <p:spPr>
            <a:xfrm>
              <a:off x="3101501" y="3002340"/>
              <a:ext cx="955242" cy="1845580"/>
            </a:xfrm>
            <a:prstGeom prst="rect">
              <a:avLst/>
            </a:prstGeom>
            <a:noFill/>
            <a:scene3d>
              <a:camera prst="isometricRightUp">
                <a:rot lat="894627" lon="19494455" rev="21519905"/>
              </a:camera>
              <a:lightRig rig="threePt" dir="t"/>
            </a:scene3d>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8800" b="1" i="0" u="none" strike="noStrike" kern="0" cap="none" spc="0" normalizeH="0" baseline="0" noProof="0">
                  <a:ln>
                    <a:noFill/>
                  </a:ln>
                  <a:solidFill>
                    <a:srgbClr val="F79646">
                      <a:lumMod val="75000"/>
                    </a:srgbClr>
                  </a:solidFill>
                  <a:effectLst/>
                  <a:uLnTx/>
                  <a:uFillTx/>
                  <a:latin typeface="Calibri" panose="020F0502020204030204"/>
                </a:rPr>
                <a:t>1</a:t>
              </a:r>
              <a:endParaRPr kumimoji="0" lang="en-US" sz="8800" b="1" i="0" u="none" strike="noStrike" kern="0" cap="none" spc="0" normalizeH="0" baseline="0" noProof="0" dirty="0">
                <a:ln>
                  <a:noFill/>
                </a:ln>
                <a:solidFill>
                  <a:srgbClr val="F79646">
                    <a:lumMod val="75000"/>
                  </a:srgbClr>
                </a:solidFill>
                <a:effectLst/>
                <a:uLnTx/>
                <a:uFillTx/>
                <a:latin typeface="Calibri" panose="020F0502020204030204"/>
              </a:endParaRPr>
            </a:p>
          </p:txBody>
        </p:sp>
      </p:grpSp>
      <p:sp>
        <p:nvSpPr>
          <p:cNvPr id="13" name="Rectangle 12"/>
          <p:cNvSpPr/>
          <p:nvPr/>
        </p:nvSpPr>
        <p:spPr>
          <a:xfrm>
            <a:off x="4572000" y="2708456"/>
            <a:ext cx="3886200" cy="1815882"/>
          </a:xfrm>
          <a:prstGeom prst="rect">
            <a:avLst/>
          </a:prstGeom>
        </p:spPr>
        <p:txBody>
          <a:bodyPr wrap="square">
            <a:spAutoFit/>
          </a:bodyPr>
          <a:lstStyle/>
          <a:p>
            <a:pPr algn="ctr"/>
            <a:r>
              <a:rPr lang="en-US" sz="2800" dirty="0" err="1">
                <a:solidFill>
                  <a:srgbClr val="FF0000"/>
                </a:solidFill>
                <a:ea typeface="Calibri" panose="020F0502020204030204" pitchFamily="34" charset="0"/>
              </a:rPr>
              <a:t>Thể</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hiện</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tính</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nhân</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văn</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nhân</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đạo</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khác</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biệt</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về</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chất</a:t>
            </a:r>
            <a:r>
              <a:rPr lang="en-US" sz="2800" dirty="0">
                <a:solidFill>
                  <a:srgbClr val="FF0000"/>
                </a:solidFill>
                <a:ea typeface="Calibri" panose="020F0502020204030204" pitchFamily="34" charset="0"/>
              </a:rPr>
              <a:t> so </a:t>
            </a:r>
            <a:r>
              <a:rPr lang="en-US" sz="2800" dirty="0" err="1">
                <a:solidFill>
                  <a:srgbClr val="FF0000"/>
                </a:solidFill>
                <a:ea typeface="Calibri" panose="020F0502020204030204" pitchFamily="34" charset="0"/>
              </a:rPr>
              <a:t>với</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các</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hình</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thái</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kinh</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tế</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xã</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hội</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trước</a:t>
            </a:r>
            <a:r>
              <a:rPr lang="en-US" sz="2800" dirty="0">
                <a:solidFill>
                  <a:srgbClr val="FF0000"/>
                </a:solidFill>
                <a:ea typeface="Calibri" panose="020F0502020204030204" pitchFamily="34" charset="0"/>
              </a:rPr>
              <a:t> </a:t>
            </a:r>
            <a:r>
              <a:rPr lang="en-US" sz="2800" dirty="0" err="1">
                <a:solidFill>
                  <a:srgbClr val="FF0000"/>
                </a:solidFill>
                <a:ea typeface="Calibri" panose="020F0502020204030204" pitchFamily="34" charset="0"/>
              </a:rPr>
              <a:t>đó</a:t>
            </a:r>
            <a:endParaRPr lang="x-none" sz="2800" dirty="0">
              <a:solidFill>
                <a:srgbClr val="FF0000"/>
              </a:solidFill>
            </a:endParaRPr>
          </a:p>
        </p:txBody>
      </p:sp>
      <p:sp>
        <p:nvSpPr>
          <p:cNvPr id="11"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81430" y="3067299"/>
            <a:ext cx="2743200" cy="1477328"/>
          </a:xfrm>
          <a:prstGeom prst="rect">
            <a:avLst/>
          </a:prstGeom>
          <a:solidFill>
            <a:srgbClr val="4BACC6">
              <a:lumMod val="40000"/>
              <a:lumOff val="60000"/>
            </a:srgbClr>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sz="3000" kern="0" spc="-150" dirty="0">
                <a:cs typeface="Arial" panose="020B0604020202020204" pitchFamily="34" charset="0"/>
              </a:rPr>
              <a:t>CNXH </a:t>
            </a:r>
            <a:r>
              <a:rPr lang="en-US" sz="3000" kern="0" spc="-150" dirty="0" err="1">
                <a:cs typeface="Arial" panose="020B0604020202020204" pitchFamily="34" charset="0"/>
              </a:rPr>
              <a:t>là</a:t>
            </a:r>
            <a:r>
              <a:rPr lang="en-US" sz="3000" kern="0" spc="-150" dirty="0">
                <a:cs typeface="Arial" panose="020B0604020202020204" pitchFamily="34" charset="0"/>
              </a:rPr>
              <a:t> </a:t>
            </a:r>
            <a:r>
              <a:rPr lang="en-US" sz="3000" kern="0" spc="-150" dirty="0" err="1">
                <a:cs typeface="Arial" panose="020B0604020202020204" pitchFamily="34" charset="0"/>
              </a:rPr>
              <a:t>xã</a:t>
            </a:r>
            <a:r>
              <a:rPr lang="en-US" sz="3000" kern="0" spc="-150" dirty="0">
                <a:cs typeface="Arial" panose="020B0604020202020204" pitchFamily="34" charset="0"/>
              </a:rPr>
              <a:t> </a:t>
            </a:r>
            <a:r>
              <a:rPr lang="en-US" sz="3000" kern="0" spc="-150" dirty="0" err="1">
                <a:cs typeface="Arial" panose="020B0604020202020204" pitchFamily="34" charset="0"/>
              </a:rPr>
              <a:t>hội</a:t>
            </a:r>
            <a:r>
              <a:rPr lang="en-US" sz="3000" kern="0" spc="-150" dirty="0">
                <a:cs typeface="Arial" panose="020B0604020202020204" pitchFamily="34" charset="0"/>
              </a:rPr>
              <a:t> do </a:t>
            </a:r>
            <a:r>
              <a:rPr lang="en-US" sz="3000" kern="0" spc="-150" dirty="0" err="1">
                <a:cs typeface="Arial" panose="020B0604020202020204" pitchFamily="34" charset="0"/>
              </a:rPr>
              <a:t>nhân</a:t>
            </a:r>
            <a:r>
              <a:rPr lang="en-US" sz="3000" kern="0" spc="-150" dirty="0">
                <a:cs typeface="Arial" panose="020B0604020202020204" pitchFamily="34" charset="0"/>
              </a:rPr>
              <a:t> </a:t>
            </a:r>
            <a:r>
              <a:rPr lang="en-US" sz="3000" kern="0" spc="-150" dirty="0" err="1">
                <a:cs typeface="Arial" panose="020B0604020202020204" pitchFamily="34" charset="0"/>
              </a:rPr>
              <a:t>dân</a:t>
            </a:r>
            <a:r>
              <a:rPr lang="en-US" sz="3000" kern="0" spc="-150" dirty="0">
                <a:cs typeface="Arial" panose="020B0604020202020204" pitchFamily="34" charset="0"/>
              </a:rPr>
              <a:t> </a:t>
            </a:r>
            <a:r>
              <a:rPr lang="en-US" sz="3000" kern="0" spc="-150" dirty="0" err="1">
                <a:cs typeface="Arial" panose="020B0604020202020204" pitchFamily="34" charset="0"/>
              </a:rPr>
              <a:t>lao</a:t>
            </a:r>
            <a:r>
              <a:rPr lang="en-US" sz="3000" kern="0" spc="-150" dirty="0">
                <a:cs typeface="Arial" panose="020B0604020202020204" pitchFamily="34" charset="0"/>
              </a:rPr>
              <a:t> </a:t>
            </a:r>
            <a:r>
              <a:rPr lang="en-US" sz="3000" kern="0" spc="-150" dirty="0" err="1">
                <a:cs typeface="Arial" panose="020B0604020202020204" pitchFamily="34" charset="0"/>
              </a:rPr>
              <a:t>động</a:t>
            </a:r>
            <a:r>
              <a:rPr lang="en-US" sz="3000" kern="0" spc="-150" dirty="0">
                <a:cs typeface="Arial" panose="020B0604020202020204" pitchFamily="34" charset="0"/>
              </a:rPr>
              <a:t> </a:t>
            </a:r>
            <a:r>
              <a:rPr lang="en-US" sz="3000" kern="0" spc="-150" dirty="0" err="1">
                <a:cs typeface="Arial" panose="020B0604020202020204" pitchFamily="34" charset="0"/>
              </a:rPr>
              <a:t>làm</a:t>
            </a:r>
            <a:r>
              <a:rPr lang="en-US" sz="3000" kern="0" spc="-150" dirty="0">
                <a:cs typeface="Arial" panose="020B0604020202020204" pitchFamily="34" charset="0"/>
              </a:rPr>
              <a:t> </a:t>
            </a:r>
            <a:r>
              <a:rPr lang="en-US" sz="3000" kern="0" spc="-150" dirty="0" err="1">
                <a:cs typeface="Arial" panose="020B0604020202020204" pitchFamily="34" charset="0"/>
              </a:rPr>
              <a:t>chủ</a:t>
            </a:r>
            <a:endParaRPr lang="vi-VN" sz="3000" kern="0" spc="-150" dirty="0">
              <a:cs typeface="Arial" panose="020B0604020202020204" pitchFamily="34" charset="0"/>
            </a:endParaRPr>
          </a:p>
        </p:txBody>
      </p:sp>
      <p:grpSp>
        <p:nvGrpSpPr>
          <p:cNvPr id="4" name="Group 3"/>
          <p:cNvGrpSpPr/>
          <p:nvPr/>
        </p:nvGrpSpPr>
        <p:grpSpPr>
          <a:xfrm>
            <a:off x="1894397" y="1238080"/>
            <a:ext cx="2148416" cy="1853913"/>
            <a:chOff x="3528233" y="2445986"/>
            <a:chExt cx="2307913" cy="2365314"/>
          </a:xfrm>
        </p:grpSpPr>
        <p:grpSp>
          <p:nvGrpSpPr>
            <p:cNvPr id="5" name="Group 4"/>
            <p:cNvGrpSpPr/>
            <p:nvPr/>
          </p:nvGrpSpPr>
          <p:grpSpPr>
            <a:xfrm flipH="1">
              <a:off x="3528233" y="2445986"/>
              <a:ext cx="2307913" cy="2333274"/>
              <a:chOff x="1435774" y="1789788"/>
              <a:chExt cx="3410045" cy="3447519"/>
            </a:xfrm>
            <a:effectLst/>
          </p:grpSpPr>
          <p:sp>
            <p:nvSpPr>
              <p:cNvPr id="7" name="Parallelogram 5"/>
              <p:cNvSpPr/>
              <p:nvPr/>
            </p:nvSpPr>
            <p:spPr>
              <a:xfrm rot="16200000" flipV="1">
                <a:off x="2443070" y="2834557"/>
                <a:ext cx="2757672" cy="2047827"/>
              </a:xfrm>
              <a:custGeom>
                <a:avLst/>
                <a:gdLst/>
                <a:ahLst/>
                <a:cxnLst/>
                <a:rect l="l" t="t" r="r" b="b"/>
                <a:pathLst>
                  <a:path w="2056374" h="1527048">
                    <a:moveTo>
                      <a:pt x="2056374" y="0"/>
                    </a:moveTo>
                    <a:lnTo>
                      <a:pt x="339951" y="0"/>
                    </a:lnTo>
                    <a:lnTo>
                      <a:pt x="0" y="1527048"/>
                    </a:lnTo>
                    <a:lnTo>
                      <a:pt x="1706076" y="1527048"/>
                    </a:lnTo>
                    <a:lnTo>
                      <a:pt x="1704529" y="1524011"/>
                    </a:lnTo>
                    <a:close/>
                  </a:path>
                </a:pathLst>
              </a:custGeom>
              <a:gradFill flip="none" rotWithShape="1">
                <a:gsLst>
                  <a:gs pos="0">
                    <a:srgbClr val="4BACC6">
                      <a:lumMod val="20000"/>
                      <a:lumOff val="80000"/>
                    </a:srgbClr>
                  </a:gs>
                  <a:gs pos="100000">
                    <a:srgbClr val="4BACC6">
                      <a:lumMod val="60000"/>
                      <a:lumOff val="40000"/>
                    </a:srgbClr>
                  </a:gs>
                </a:gsLst>
                <a:lin ang="13500000" scaled="1"/>
                <a:tileRect/>
              </a:gradFill>
              <a:ln w="12700" cap="flat" cmpd="sng" algn="ctr">
                <a:solidFill>
                  <a:srgbClr val="4BACC6"/>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sp>
            <p:nvSpPr>
              <p:cNvPr id="8" name="Parallelogram 7"/>
              <p:cNvSpPr/>
              <p:nvPr/>
            </p:nvSpPr>
            <p:spPr>
              <a:xfrm rot="5400000" flipH="1" flipV="1">
                <a:off x="635317" y="3075146"/>
                <a:ext cx="2975454" cy="1348868"/>
              </a:xfrm>
              <a:custGeom>
                <a:avLst/>
                <a:gdLst/>
                <a:ahLst/>
                <a:cxnLst/>
                <a:rect l="l" t="t" r="r" b="b"/>
                <a:pathLst>
                  <a:path w="2218772" h="1005840">
                    <a:moveTo>
                      <a:pt x="2218772" y="0"/>
                    </a:moveTo>
                    <a:lnTo>
                      <a:pt x="1706271" y="1005840"/>
                    </a:lnTo>
                    <a:lnTo>
                      <a:pt x="0" y="1005840"/>
                    </a:lnTo>
                    <a:lnTo>
                      <a:pt x="521629" y="0"/>
                    </a:lnTo>
                    <a:close/>
                  </a:path>
                </a:pathLst>
              </a:custGeom>
              <a:gradFill flip="none" rotWithShape="1">
                <a:gsLst>
                  <a:gs pos="0">
                    <a:srgbClr val="4BACC6">
                      <a:lumMod val="20000"/>
                      <a:lumOff val="80000"/>
                    </a:srgbClr>
                  </a:gs>
                  <a:gs pos="100000">
                    <a:srgbClr val="4BACC6">
                      <a:lumMod val="60000"/>
                      <a:lumOff val="40000"/>
                    </a:srgbClr>
                  </a:gs>
                </a:gsLst>
                <a:lin ang="0" scaled="1"/>
                <a:tileRect/>
              </a:gradFill>
              <a:ln w="12700" cap="flat" cmpd="sng" algn="ctr">
                <a:solidFill>
                  <a:srgbClr val="4BACC6"/>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Calibri" panose="020F0502020204030204"/>
                </a:endParaRPr>
              </a:p>
            </p:txBody>
          </p:sp>
          <p:sp>
            <p:nvSpPr>
              <p:cNvPr id="9" name="Parallelogram 9"/>
              <p:cNvSpPr/>
              <p:nvPr/>
            </p:nvSpPr>
            <p:spPr>
              <a:xfrm rot="16200000" flipV="1">
                <a:off x="2554883" y="670679"/>
                <a:ext cx="1161684" cy="3399902"/>
              </a:xfrm>
              <a:custGeom>
                <a:avLst/>
                <a:gdLst/>
                <a:ahLst/>
                <a:cxnLst/>
                <a:rect l="l" t="t" r="r" b="b"/>
                <a:pathLst>
                  <a:path w="866258" h="2535280">
                    <a:moveTo>
                      <a:pt x="866258" y="1008202"/>
                    </a:moveTo>
                    <a:lnTo>
                      <a:pt x="352554" y="0"/>
                    </a:lnTo>
                    <a:lnTo>
                      <a:pt x="0" y="1527078"/>
                    </a:lnTo>
                    <a:lnTo>
                      <a:pt x="513705" y="2535280"/>
                    </a:lnTo>
                    <a:close/>
                  </a:path>
                </a:pathLst>
              </a:custGeom>
              <a:gradFill flip="none" rotWithShape="1">
                <a:gsLst>
                  <a:gs pos="0">
                    <a:srgbClr val="4BACC6">
                      <a:lumMod val="20000"/>
                      <a:lumOff val="80000"/>
                    </a:srgbClr>
                  </a:gs>
                  <a:gs pos="100000">
                    <a:srgbClr val="4BACC6">
                      <a:lumMod val="60000"/>
                      <a:lumOff val="40000"/>
                    </a:srgbClr>
                  </a:gs>
                </a:gsLst>
                <a:lin ang="13500000" scaled="1"/>
                <a:tileRect/>
              </a:gradFill>
              <a:ln w="12700" cap="flat" cmpd="sng" algn="ctr">
                <a:solidFill>
                  <a:srgbClr val="4BACC6"/>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grpSp>
        <p:sp>
          <p:nvSpPr>
            <p:cNvPr id="6" name="TextBox 5"/>
            <p:cNvSpPr txBox="1"/>
            <p:nvPr/>
          </p:nvSpPr>
          <p:spPr>
            <a:xfrm>
              <a:off x="3776973" y="3122791"/>
              <a:ext cx="888485" cy="1688509"/>
            </a:xfrm>
            <a:prstGeom prst="rect">
              <a:avLst/>
            </a:prstGeom>
            <a:noFill/>
            <a:scene3d>
              <a:camera prst="isometricRightUp">
                <a:rot lat="452349" lon="1847430" rev="21360000"/>
              </a:camera>
              <a:lightRig rig="threePt" dir="t"/>
            </a:scene3d>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8000" b="1" i="0" u="none" strike="noStrike" kern="0" cap="none" spc="0" normalizeH="0" baseline="0" noProof="0" dirty="0">
                  <a:ln>
                    <a:noFill/>
                  </a:ln>
                  <a:solidFill>
                    <a:srgbClr val="4BACC6">
                      <a:lumMod val="75000"/>
                    </a:srgbClr>
                  </a:solidFill>
                  <a:effectLst/>
                  <a:uLnTx/>
                  <a:uFillTx/>
                  <a:latin typeface="Calibri" panose="020F0502020204030204"/>
                </a:rPr>
                <a:t>2</a:t>
              </a:r>
            </a:p>
          </p:txBody>
        </p:sp>
      </p:grpSp>
      <p:sp>
        <p:nvSpPr>
          <p:cNvPr id="2" name="Rectangle 1"/>
          <p:cNvSpPr/>
          <p:nvPr/>
        </p:nvSpPr>
        <p:spPr>
          <a:xfrm>
            <a:off x="4495800" y="3886200"/>
            <a:ext cx="4572000" cy="892552"/>
          </a:xfrm>
          <a:prstGeom prst="rect">
            <a:avLst/>
          </a:prstGeom>
        </p:spPr>
        <p:txBody>
          <a:bodyPr>
            <a:spAutoFit/>
          </a:bodyPr>
          <a:lstStyle/>
          <a:p>
            <a:pPr algn="just"/>
            <a:r>
              <a:rPr lang="en-US" sz="2600" dirty="0" err="1">
                <a:latin typeface="Arial" panose="020B0604020202020204" pitchFamily="34" charset="0"/>
                <a:cs typeface="Arial" panose="020B0604020202020204" pitchFamily="34" charset="0"/>
              </a:rPr>
              <a:t>Đặc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trưng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này</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thể</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thuộc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bản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chất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CNXH</a:t>
            </a:r>
            <a:endParaRPr lang="x-none" sz="2600" dirty="0">
              <a:latin typeface="Arial" panose="020B0604020202020204" pitchFamily="34" charset="0"/>
              <a:cs typeface="Arial" panose="020B0604020202020204" pitchFamily="34" charset="0"/>
            </a:endParaRPr>
          </a:p>
        </p:txBody>
      </p:sp>
      <p:sp>
        <p:nvSpPr>
          <p:cNvPr id="11" name="Rectangle 42"/>
          <p:cNvSpPr txBox="1">
            <a:spLocks noChangeArrowheads="1"/>
          </p:cNvSpPr>
          <p:nvPr/>
        </p:nvSpPr>
        <p:spPr bwMode="auto">
          <a:xfrm>
            <a:off x="914400" y="76200"/>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3200" dirty="0">
                <a:solidFill>
                  <a:srgbClr val="FF0000"/>
                </a:solidFill>
              </a:rPr>
              <a:t>1.</a:t>
            </a:r>
            <a:r>
              <a:rPr lang="en-US" sz="3200" dirty="0">
                <a:solidFill>
                  <a:srgbClr val="FF0000"/>
                </a:solidFill>
              </a:rPr>
              <a:t>3</a:t>
            </a:r>
            <a:r>
              <a:rPr lang="vi-VN" sz="3200" dirty="0">
                <a:solidFill>
                  <a:srgbClr val="FF0000"/>
                </a:solidFill>
              </a:rPr>
              <a:t>. </a:t>
            </a:r>
            <a:r>
              <a:rPr lang="en-US" sz="3200" dirty="0" err="1">
                <a:solidFill>
                  <a:srgbClr val="FF0000"/>
                </a:solidFill>
              </a:rPr>
              <a:t>Những</a:t>
            </a:r>
            <a:r>
              <a:rPr lang="vi-VN" sz="3200" dirty="0">
                <a:solidFill>
                  <a:srgbClr val="FF0000"/>
                </a:solidFill>
              </a:rPr>
              <a:t> đặc trưng cơ bản của chủ nghĩa xã hội</a:t>
            </a:r>
            <a:endParaRPr lang="en-US" sz="3200" dirty="0">
              <a:solidFill>
                <a:srgbClr val="FF0000"/>
              </a:solidFill>
              <a:effectLst>
                <a:outerShdw blurRad="38100" dist="38100" dir="2700000" algn="tl">
                  <a:srgbClr val="000000">
                    <a:alpha val="43137"/>
                  </a:srgbClr>
                </a:outerShdw>
              </a:effectLst>
            </a:endParaRPr>
          </a:p>
        </p:txBody>
      </p:sp>
      <p:sp>
        <p:nvSpPr>
          <p:cNvPr id="12"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66800" y="3276600"/>
            <a:ext cx="2372344" cy="3194721"/>
          </a:xfrm>
          <a:prstGeom prst="rect">
            <a:avLst/>
          </a:prstGeom>
          <a:solidFill>
            <a:srgbClr val="9BBB59">
              <a:lumMod val="40000"/>
              <a:lumOff val="60000"/>
            </a:srgbClr>
          </a:solidFill>
          <a:ln>
            <a:noFill/>
          </a:ln>
        </p:spPr>
        <p:txBody>
          <a:bodyPr wrap="square" rtlCol="0">
            <a:spAutoFit/>
          </a:bodyPr>
          <a:lstStyle/>
          <a:p>
            <a:pPr algn="ctr" fontAlgn="auto">
              <a:lnSpc>
                <a:spcPct val="90000"/>
              </a:lnSpc>
              <a:spcBef>
                <a:spcPts val="0"/>
              </a:spcBef>
              <a:spcAft>
                <a:spcPts val="0"/>
              </a:spcAft>
              <a:defRPr/>
            </a:pPr>
            <a:r>
              <a:rPr lang="en-US" sz="2800" kern="0" spc="-150" dirty="0">
                <a:cs typeface="Arial" panose="020B0604020202020204" pitchFamily="34" charset="0"/>
              </a:rPr>
              <a:t>CNXH </a:t>
            </a:r>
            <a:r>
              <a:rPr lang="en-US" sz="2800" kern="0" spc="-150" dirty="0" err="1">
                <a:cs typeface="Arial" panose="020B0604020202020204" pitchFamily="34" charset="0"/>
              </a:rPr>
              <a:t>có</a:t>
            </a:r>
            <a:r>
              <a:rPr lang="en-US" sz="2800" kern="0" spc="-150" dirty="0">
                <a:cs typeface="Arial" panose="020B0604020202020204" pitchFamily="34" charset="0"/>
              </a:rPr>
              <a:t> </a:t>
            </a:r>
            <a:r>
              <a:rPr lang="en-US" sz="2800" kern="0" spc="-150" dirty="0" err="1">
                <a:cs typeface="Arial" panose="020B0604020202020204" pitchFamily="34" charset="0"/>
              </a:rPr>
              <a:t>nền</a:t>
            </a:r>
            <a:r>
              <a:rPr lang="en-US" sz="2800" kern="0" spc="-150" dirty="0">
                <a:cs typeface="Arial" panose="020B0604020202020204" pitchFamily="34" charset="0"/>
              </a:rPr>
              <a:t> </a:t>
            </a:r>
            <a:r>
              <a:rPr lang="en-US" sz="2800" kern="0" spc="-150" dirty="0" err="1">
                <a:cs typeface="Arial" panose="020B0604020202020204" pitchFamily="34" charset="0"/>
              </a:rPr>
              <a:t>kinh</a:t>
            </a:r>
            <a:r>
              <a:rPr lang="en-US" sz="2800" kern="0" spc="-150" dirty="0">
                <a:cs typeface="Arial" panose="020B0604020202020204" pitchFamily="34" charset="0"/>
              </a:rPr>
              <a:t> </a:t>
            </a:r>
            <a:r>
              <a:rPr lang="en-US" sz="2800" kern="0" spc="-150" dirty="0" err="1">
                <a:cs typeface="Arial" panose="020B0604020202020204" pitchFamily="34" charset="0"/>
              </a:rPr>
              <a:t>tế</a:t>
            </a:r>
            <a:r>
              <a:rPr lang="en-US" sz="2800" kern="0" spc="-150" dirty="0">
                <a:cs typeface="Arial" panose="020B0604020202020204" pitchFamily="34" charset="0"/>
              </a:rPr>
              <a:t> </a:t>
            </a:r>
            <a:r>
              <a:rPr lang="en-US" sz="2800" kern="0" spc="-150" dirty="0" err="1">
                <a:cs typeface="Arial" panose="020B0604020202020204" pitchFamily="34" charset="0"/>
              </a:rPr>
              <a:t>phát</a:t>
            </a:r>
            <a:r>
              <a:rPr lang="en-US" sz="2800" kern="0" spc="-150" dirty="0">
                <a:cs typeface="Arial" panose="020B0604020202020204" pitchFamily="34" charset="0"/>
              </a:rPr>
              <a:t> </a:t>
            </a:r>
            <a:r>
              <a:rPr lang="en-US" sz="2800" kern="0" spc="-150" dirty="0" err="1">
                <a:cs typeface="Arial" panose="020B0604020202020204" pitchFamily="34" charset="0"/>
              </a:rPr>
              <a:t>triển</a:t>
            </a:r>
            <a:r>
              <a:rPr lang="en-US" sz="2800" kern="0" spc="-150" dirty="0">
                <a:cs typeface="Arial" panose="020B0604020202020204" pitchFamily="34" charset="0"/>
              </a:rPr>
              <a:t> </a:t>
            </a:r>
            <a:r>
              <a:rPr lang="en-US" sz="2800" kern="0" spc="-150" dirty="0" err="1">
                <a:cs typeface="Arial" panose="020B0604020202020204" pitchFamily="34" charset="0"/>
              </a:rPr>
              <a:t>cao</a:t>
            </a:r>
            <a:r>
              <a:rPr lang="en-US" sz="2800" kern="0" spc="-150" dirty="0">
                <a:cs typeface="Arial" panose="020B0604020202020204" pitchFamily="34" charset="0"/>
              </a:rPr>
              <a:t> </a:t>
            </a:r>
            <a:r>
              <a:rPr lang="en-US" sz="2800" kern="0" spc="-150" dirty="0" err="1">
                <a:cs typeface="Arial" panose="020B0604020202020204" pitchFamily="34" charset="0"/>
              </a:rPr>
              <a:t>dựa</a:t>
            </a:r>
            <a:r>
              <a:rPr lang="en-US" sz="2800" kern="0" spc="-150" dirty="0">
                <a:cs typeface="Arial" panose="020B0604020202020204" pitchFamily="34" charset="0"/>
              </a:rPr>
              <a:t> </a:t>
            </a:r>
            <a:r>
              <a:rPr lang="en-US" sz="2800" kern="0" spc="-150" dirty="0" err="1">
                <a:cs typeface="Arial" panose="020B0604020202020204" pitchFamily="34" charset="0"/>
              </a:rPr>
              <a:t>trên</a:t>
            </a:r>
            <a:r>
              <a:rPr lang="en-US" sz="2800" kern="0" spc="-150" dirty="0">
                <a:cs typeface="Arial" panose="020B0604020202020204" pitchFamily="34" charset="0"/>
              </a:rPr>
              <a:t> </a:t>
            </a:r>
            <a:r>
              <a:rPr lang="en-US" sz="2800" kern="0" spc="-150" dirty="0" err="1">
                <a:cs typeface="Arial" panose="020B0604020202020204" pitchFamily="34" charset="0"/>
              </a:rPr>
              <a:t>lực</a:t>
            </a:r>
            <a:r>
              <a:rPr lang="en-US" sz="2800" kern="0" spc="-150" dirty="0">
                <a:cs typeface="Arial" panose="020B0604020202020204" pitchFamily="34" charset="0"/>
              </a:rPr>
              <a:t> </a:t>
            </a:r>
            <a:r>
              <a:rPr lang="en-US" sz="2800" kern="0" spc="-150" dirty="0" err="1">
                <a:cs typeface="Arial" panose="020B0604020202020204" pitchFamily="34" charset="0"/>
              </a:rPr>
              <a:t>lượng</a:t>
            </a:r>
            <a:r>
              <a:rPr lang="en-US" sz="2800" kern="0" spc="-150" dirty="0">
                <a:cs typeface="Arial" panose="020B0604020202020204" pitchFamily="34" charset="0"/>
              </a:rPr>
              <a:t> </a:t>
            </a:r>
            <a:r>
              <a:rPr lang="en-US" sz="2800" kern="0" spc="-150" dirty="0" err="1">
                <a:cs typeface="Arial" panose="020B0604020202020204" pitchFamily="34" charset="0"/>
              </a:rPr>
              <a:t>sản</a:t>
            </a:r>
            <a:r>
              <a:rPr lang="en-US" sz="2800" kern="0" spc="-150" dirty="0">
                <a:cs typeface="Arial" panose="020B0604020202020204" pitchFamily="34" charset="0"/>
              </a:rPr>
              <a:t> </a:t>
            </a:r>
            <a:r>
              <a:rPr lang="en-US" sz="2800" kern="0" spc="-150" dirty="0" err="1">
                <a:cs typeface="Arial" panose="020B0604020202020204" pitchFamily="34" charset="0"/>
              </a:rPr>
              <a:t>xuất</a:t>
            </a:r>
            <a:r>
              <a:rPr lang="en-US" sz="2800" kern="0" spc="-150" dirty="0">
                <a:cs typeface="Arial" panose="020B0604020202020204" pitchFamily="34" charset="0"/>
              </a:rPr>
              <a:t> </a:t>
            </a:r>
            <a:r>
              <a:rPr lang="en-US" sz="2800" kern="0" spc="-150" dirty="0" err="1">
                <a:cs typeface="Arial" panose="020B0604020202020204" pitchFamily="34" charset="0"/>
              </a:rPr>
              <a:t>hiện</a:t>
            </a:r>
            <a:r>
              <a:rPr lang="en-US" sz="2800" kern="0" spc="-150" dirty="0">
                <a:cs typeface="Arial" panose="020B0604020202020204" pitchFamily="34" charset="0"/>
              </a:rPr>
              <a:t> </a:t>
            </a:r>
            <a:r>
              <a:rPr lang="en-US" sz="2800" kern="0" spc="-150" dirty="0" err="1">
                <a:cs typeface="Arial" panose="020B0604020202020204" pitchFamily="34" charset="0"/>
              </a:rPr>
              <a:t>đại</a:t>
            </a:r>
            <a:r>
              <a:rPr lang="en-US" sz="2800" kern="0" spc="-150" dirty="0">
                <a:cs typeface="Arial" panose="020B0604020202020204" pitchFamily="34" charset="0"/>
              </a:rPr>
              <a:t> </a:t>
            </a:r>
            <a:r>
              <a:rPr lang="en-US" sz="2800" kern="0" spc="-150" dirty="0" err="1">
                <a:cs typeface="Arial" panose="020B0604020202020204" pitchFamily="34" charset="0"/>
              </a:rPr>
              <a:t>và</a:t>
            </a:r>
            <a:r>
              <a:rPr lang="en-US" sz="2800" kern="0" spc="-150" dirty="0">
                <a:cs typeface="Arial" panose="020B0604020202020204" pitchFamily="34" charset="0"/>
              </a:rPr>
              <a:t> </a:t>
            </a:r>
            <a:r>
              <a:rPr lang="en-US" sz="2800" kern="0" spc="-150" dirty="0" err="1">
                <a:cs typeface="Arial" panose="020B0604020202020204" pitchFamily="34" charset="0"/>
              </a:rPr>
              <a:t>chế</a:t>
            </a:r>
            <a:r>
              <a:rPr lang="en-US" sz="2800" kern="0" spc="-150" dirty="0">
                <a:cs typeface="Arial" panose="020B0604020202020204" pitchFamily="34" charset="0"/>
              </a:rPr>
              <a:t> </a:t>
            </a:r>
            <a:r>
              <a:rPr lang="en-US" sz="2800" kern="0" spc="-150" dirty="0" err="1">
                <a:cs typeface="Arial" panose="020B0604020202020204" pitchFamily="34" charset="0"/>
              </a:rPr>
              <a:t>độ</a:t>
            </a:r>
            <a:r>
              <a:rPr lang="en-US" sz="2800" kern="0" spc="-150" dirty="0">
                <a:cs typeface="Arial" panose="020B0604020202020204" pitchFamily="34" charset="0"/>
              </a:rPr>
              <a:t> </a:t>
            </a:r>
            <a:r>
              <a:rPr lang="en-US" sz="2800" kern="0" spc="-150" dirty="0" err="1">
                <a:cs typeface="Arial" panose="020B0604020202020204" pitchFamily="34" charset="0"/>
              </a:rPr>
              <a:t>công</a:t>
            </a:r>
            <a:r>
              <a:rPr lang="en-US" sz="2800" kern="0" spc="-150" dirty="0">
                <a:cs typeface="Arial" panose="020B0604020202020204" pitchFamily="34" charset="0"/>
              </a:rPr>
              <a:t> </a:t>
            </a:r>
            <a:r>
              <a:rPr lang="en-US" sz="2800" kern="0" spc="-150" dirty="0" err="1">
                <a:cs typeface="Arial" panose="020B0604020202020204" pitchFamily="34" charset="0"/>
              </a:rPr>
              <a:t>hữu</a:t>
            </a:r>
            <a:r>
              <a:rPr lang="en-US" sz="2800" kern="0" spc="-150" dirty="0">
                <a:cs typeface="Arial" panose="020B0604020202020204" pitchFamily="34" charset="0"/>
              </a:rPr>
              <a:t> </a:t>
            </a:r>
            <a:r>
              <a:rPr lang="en-US" sz="2800" kern="0" spc="-150" dirty="0" err="1">
                <a:cs typeface="Arial" panose="020B0604020202020204" pitchFamily="34" charset="0"/>
              </a:rPr>
              <a:t>về</a:t>
            </a:r>
            <a:r>
              <a:rPr lang="en-US" sz="2800" kern="0" spc="-150" dirty="0">
                <a:cs typeface="Arial" panose="020B0604020202020204" pitchFamily="34" charset="0"/>
              </a:rPr>
              <a:t> </a:t>
            </a:r>
            <a:r>
              <a:rPr lang="en-US" sz="2800" kern="0" spc="-150" dirty="0" err="1">
                <a:cs typeface="Arial" panose="020B0604020202020204" pitchFamily="34" charset="0"/>
              </a:rPr>
              <a:t>tư</a:t>
            </a:r>
            <a:r>
              <a:rPr lang="en-US" sz="2800" kern="0" spc="-150" dirty="0">
                <a:cs typeface="Arial" panose="020B0604020202020204" pitchFamily="34" charset="0"/>
              </a:rPr>
              <a:t> </a:t>
            </a:r>
            <a:r>
              <a:rPr lang="en-US" sz="2800" kern="0" spc="-150" dirty="0" err="1">
                <a:cs typeface="Arial" panose="020B0604020202020204" pitchFamily="34" charset="0"/>
              </a:rPr>
              <a:t>liệu</a:t>
            </a:r>
            <a:r>
              <a:rPr lang="en-US" sz="2800" kern="0" spc="-150" dirty="0">
                <a:cs typeface="Arial" panose="020B0604020202020204" pitchFamily="34" charset="0"/>
              </a:rPr>
              <a:t> </a:t>
            </a:r>
            <a:r>
              <a:rPr lang="en-US" sz="2800" kern="0" spc="-150" dirty="0" err="1">
                <a:cs typeface="Arial" panose="020B0604020202020204" pitchFamily="34" charset="0"/>
              </a:rPr>
              <a:t>sản</a:t>
            </a:r>
            <a:r>
              <a:rPr lang="en-US" sz="2800" kern="0" spc="-150" dirty="0">
                <a:cs typeface="Arial" panose="020B0604020202020204" pitchFamily="34" charset="0"/>
              </a:rPr>
              <a:t> </a:t>
            </a:r>
            <a:r>
              <a:rPr lang="en-US" sz="2800" kern="0" spc="-150" dirty="0" err="1">
                <a:cs typeface="Arial" panose="020B0604020202020204" pitchFamily="34" charset="0"/>
              </a:rPr>
              <a:t>xuất</a:t>
            </a:r>
            <a:r>
              <a:rPr lang="en-US" sz="2800" kern="0" spc="-150" dirty="0">
                <a:cs typeface="Arial" panose="020B0604020202020204" pitchFamily="34" charset="0"/>
              </a:rPr>
              <a:t> </a:t>
            </a:r>
            <a:r>
              <a:rPr lang="en-US" sz="2800" kern="0" spc="-150" dirty="0" err="1">
                <a:cs typeface="Arial" panose="020B0604020202020204" pitchFamily="34" charset="0"/>
              </a:rPr>
              <a:t>chủ</a:t>
            </a:r>
            <a:r>
              <a:rPr lang="en-US" sz="2800" kern="0" spc="-150" dirty="0">
                <a:cs typeface="Arial" panose="020B0604020202020204" pitchFamily="34" charset="0"/>
              </a:rPr>
              <a:t> </a:t>
            </a:r>
            <a:r>
              <a:rPr lang="en-US" sz="2800" kern="0" spc="-150" dirty="0" err="1">
                <a:cs typeface="Arial" panose="020B0604020202020204" pitchFamily="34" charset="0"/>
              </a:rPr>
              <a:t>yếu</a:t>
            </a:r>
            <a:endParaRPr kumimoji="0" lang="en-US" sz="2800" b="0" i="0" u="none" strike="noStrike" kern="0" cap="none" spc="-150" normalizeH="0" baseline="0" noProof="0" dirty="0">
              <a:ln>
                <a:noFill/>
              </a:ln>
              <a:effectLst/>
              <a:uLnTx/>
              <a:uFillTx/>
              <a:cs typeface="Arial" panose="020B0604020202020204" pitchFamily="34" charset="0"/>
            </a:endParaRPr>
          </a:p>
        </p:txBody>
      </p:sp>
      <p:grpSp>
        <p:nvGrpSpPr>
          <p:cNvPr id="4" name="Group 3"/>
          <p:cNvGrpSpPr/>
          <p:nvPr/>
        </p:nvGrpSpPr>
        <p:grpSpPr>
          <a:xfrm>
            <a:off x="1343089" y="1524793"/>
            <a:ext cx="1828800" cy="1925982"/>
            <a:chOff x="1888547" y="2390657"/>
            <a:chExt cx="2307913" cy="2457263"/>
          </a:xfrm>
        </p:grpSpPr>
        <p:grpSp>
          <p:nvGrpSpPr>
            <p:cNvPr id="5" name="Group 4"/>
            <p:cNvGrpSpPr/>
            <p:nvPr/>
          </p:nvGrpSpPr>
          <p:grpSpPr>
            <a:xfrm>
              <a:off x="1888547" y="2390657"/>
              <a:ext cx="2307913" cy="2333274"/>
              <a:chOff x="1435774" y="1789788"/>
              <a:chExt cx="3410045" cy="3447519"/>
            </a:xfrm>
            <a:effectLst/>
          </p:grpSpPr>
          <p:sp>
            <p:nvSpPr>
              <p:cNvPr id="7" name="Parallelogram 5"/>
              <p:cNvSpPr/>
              <p:nvPr/>
            </p:nvSpPr>
            <p:spPr>
              <a:xfrm rot="16200000" flipV="1">
                <a:off x="2443070" y="2834557"/>
                <a:ext cx="2757672" cy="2047827"/>
              </a:xfrm>
              <a:custGeom>
                <a:avLst/>
                <a:gdLst/>
                <a:ahLst/>
                <a:cxnLst/>
                <a:rect l="l" t="t" r="r" b="b"/>
                <a:pathLst>
                  <a:path w="2056374" h="1527048">
                    <a:moveTo>
                      <a:pt x="2056374" y="0"/>
                    </a:moveTo>
                    <a:lnTo>
                      <a:pt x="339951" y="0"/>
                    </a:lnTo>
                    <a:lnTo>
                      <a:pt x="0" y="1527048"/>
                    </a:lnTo>
                    <a:lnTo>
                      <a:pt x="1706076" y="1527048"/>
                    </a:lnTo>
                    <a:lnTo>
                      <a:pt x="1704529" y="1524011"/>
                    </a:lnTo>
                    <a:close/>
                  </a:path>
                </a:pathLst>
              </a:custGeom>
              <a:gradFill flip="none" rotWithShape="1">
                <a:gsLst>
                  <a:gs pos="0">
                    <a:srgbClr val="9BBB59">
                      <a:lumMod val="20000"/>
                      <a:lumOff val="80000"/>
                    </a:srgbClr>
                  </a:gs>
                  <a:gs pos="100000">
                    <a:srgbClr val="9BBB59">
                      <a:lumMod val="60000"/>
                      <a:lumOff val="40000"/>
                    </a:srgbClr>
                  </a:gs>
                </a:gsLst>
                <a:lin ang="13500000" scaled="1"/>
                <a:tileRect/>
              </a:gradFill>
              <a:ln w="12700" cap="flat" cmpd="sng" algn="ctr">
                <a:solidFill>
                  <a:srgbClr val="9BBB59"/>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sp>
            <p:nvSpPr>
              <p:cNvPr id="8" name="Parallelogram 7"/>
              <p:cNvSpPr/>
              <p:nvPr/>
            </p:nvSpPr>
            <p:spPr>
              <a:xfrm rot="5400000" flipH="1" flipV="1">
                <a:off x="635317" y="3075146"/>
                <a:ext cx="2975454" cy="1348868"/>
              </a:xfrm>
              <a:custGeom>
                <a:avLst/>
                <a:gdLst/>
                <a:ahLst/>
                <a:cxnLst/>
                <a:rect l="l" t="t" r="r" b="b"/>
                <a:pathLst>
                  <a:path w="2218772" h="1005840">
                    <a:moveTo>
                      <a:pt x="2218772" y="0"/>
                    </a:moveTo>
                    <a:lnTo>
                      <a:pt x="1706271" y="1005840"/>
                    </a:lnTo>
                    <a:lnTo>
                      <a:pt x="0" y="1005840"/>
                    </a:lnTo>
                    <a:lnTo>
                      <a:pt x="521629" y="0"/>
                    </a:lnTo>
                    <a:close/>
                  </a:path>
                </a:pathLst>
              </a:custGeom>
              <a:gradFill flip="none" rotWithShape="1">
                <a:gsLst>
                  <a:gs pos="0">
                    <a:srgbClr val="9BBB59">
                      <a:lumMod val="20000"/>
                      <a:lumOff val="80000"/>
                    </a:srgbClr>
                  </a:gs>
                  <a:gs pos="100000">
                    <a:srgbClr val="9BBB59">
                      <a:lumMod val="60000"/>
                      <a:lumOff val="40000"/>
                    </a:srgbClr>
                  </a:gs>
                </a:gsLst>
                <a:lin ang="0" scaled="1"/>
                <a:tileRect/>
              </a:gradFill>
              <a:ln w="12700" cap="flat" cmpd="sng" algn="ctr">
                <a:solidFill>
                  <a:srgbClr val="9BBB59"/>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Calibri" panose="020F0502020204030204"/>
                </a:endParaRPr>
              </a:p>
            </p:txBody>
          </p:sp>
          <p:sp>
            <p:nvSpPr>
              <p:cNvPr id="9" name="Parallelogram 9"/>
              <p:cNvSpPr/>
              <p:nvPr/>
            </p:nvSpPr>
            <p:spPr>
              <a:xfrm rot="16200000" flipV="1">
                <a:off x="2554883" y="670679"/>
                <a:ext cx="1161684" cy="3399902"/>
              </a:xfrm>
              <a:custGeom>
                <a:avLst/>
                <a:gdLst/>
                <a:ahLst/>
                <a:cxnLst/>
                <a:rect l="l" t="t" r="r" b="b"/>
                <a:pathLst>
                  <a:path w="866258" h="2535280">
                    <a:moveTo>
                      <a:pt x="866258" y="1008202"/>
                    </a:moveTo>
                    <a:lnTo>
                      <a:pt x="352554" y="0"/>
                    </a:lnTo>
                    <a:lnTo>
                      <a:pt x="0" y="1527078"/>
                    </a:lnTo>
                    <a:lnTo>
                      <a:pt x="513705" y="2535280"/>
                    </a:lnTo>
                    <a:close/>
                  </a:path>
                </a:pathLst>
              </a:custGeom>
              <a:gradFill flip="none" rotWithShape="1">
                <a:gsLst>
                  <a:gs pos="0">
                    <a:srgbClr val="9BBB59">
                      <a:lumMod val="20000"/>
                      <a:lumOff val="80000"/>
                    </a:srgbClr>
                  </a:gs>
                  <a:gs pos="100000">
                    <a:srgbClr val="9BBB59">
                      <a:lumMod val="60000"/>
                      <a:lumOff val="40000"/>
                    </a:srgbClr>
                  </a:gs>
                </a:gsLst>
                <a:lin ang="13500000" scaled="1"/>
                <a:tileRect/>
              </a:gradFill>
              <a:ln w="12700" cap="flat" cmpd="sng" algn="ctr">
                <a:solidFill>
                  <a:srgbClr val="9BBB59"/>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grpSp>
        <p:sp>
          <p:nvSpPr>
            <p:cNvPr id="6" name="TextBox 5"/>
            <p:cNvSpPr txBox="1"/>
            <p:nvPr/>
          </p:nvSpPr>
          <p:spPr>
            <a:xfrm>
              <a:off x="3071061" y="3002340"/>
              <a:ext cx="955241" cy="1845580"/>
            </a:xfrm>
            <a:prstGeom prst="rect">
              <a:avLst/>
            </a:prstGeom>
            <a:noFill/>
            <a:scene3d>
              <a:camera prst="isometricRightUp">
                <a:rot lat="894627" lon="19494455" rev="21519905"/>
              </a:camera>
              <a:lightRig rig="threePt" dir="t"/>
            </a:scene3d>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8800" b="1" i="0" u="none" strike="noStrike" kern="0" cap="none" spc="0" normalizeH="0" baseline="0" noProof="0" dirty="0">
                  <a:ln>
                    <a:noFill/>
                  </a:ln>
                  <a:solidFill>
                    <a:srgbClr val="9BBB59">
                      <a:lumMod val="75000"/>
                    </a:srgbClr>
                  </a:solidFill>
                  <a:effectLst/>
                  <a:uLnTx/>
                  <a:uFillTx/>
                  <a:latin typeface="Calibri" panose="020F0502020204030204"/>
                </a:rPr>
                <a:t>3</a:t>
              </a:r>
            </a:p>
          </p:txBody>
        </p:sp>
      </p:grpSp>
      <p:sp>
        <p:nvSpPr>
          <p:cNvPr id="10" name="Rectangle 9"/>
          <p:cNvSpPr/>
          <p:nvPr/>
        </p:nvSpPr>
        <p:spPr>
          <a:xfrm>
            <a:off x="4038600" y="3048000"/>
            <a:ext cx="4572000" cy="2246769"/>
          </a:xfrm>
          <a:prstGeom prst="rect">
            <a:avLst/>
          </a:prstGeom>
        </p:spPr>
        <p:txBody>
          <a:bodyPr>
            <a:spAutoFit/>
          </a:bodyPr>
          <a:lstStyle/>
          <a:p>
            <a:pPr algn="just"/>
            <a:r>
              <a:rPr lang="en-US" sz="2800" dirty="0" err="1">
                <a:latin typeface="Arial" panose="020B0604020202020204" pitchFamily="34" charset="0"/>
                <a:cs typeface="Arial" panose="020B0604020202020204" pitchFamily="34" charset="0"/>
              </a:rPr>
              <a:t>Đây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đặc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trưng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về</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phương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diện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kinh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tế</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của</a:t>
            </a:r>
            <a:r>
              <a:rPr lang="en-US" sz="2800" dirty="0">
                <a:latin typeface="Arial" panose="020B0604020202020204" pitchFamily="34" charset="0"/>
                <a:cs typeface="Arial" panose="020B0604020202020204" pitchFamily="34" charset="0"/>
              </a:rPr>
              <a:t> CNXH (</a:t>
            </a:r>
            <a:r>
              <a:rPr lang="en-US" sz="2800" dirty="0" err="1">
                <a:latin typeface="Arial" panose="020B0604020202020204" pitchFamily="34" charset="0"/>
                <a:cs typeface="Arial" panose="020B0604020202020204" pitchFamily="34" charset="0"/>
              </a:rPr>
              <a:t>Sở</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hữu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quản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lý</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phân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phối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trong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quan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hệ</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sản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xuất</a:t>
            </a:r>
            <a:r>
              <a:rPr lang="en-US" sz="2800" dirty="0">
                <a:latin typeface="Arial" panose="020B0604020202020204" pitchFamily="34" charset="0"/>
                <a:cs typeface="Arial" panose="020B0604020202020204" pitchFamily="34" charset="0"/>
              </a:rPr>
              <a:t>)</a:t>
            </a:r>
            <a:endParaRPr lang="x-none" sz="2800" dirty="0">
              <a:latin typeface="Arial" panose="020B0604020202020204" pitchFamily="34" charset="0"/>
              <a:cs typeface="Arial" panose="020B0604020202020204" pitchFamily="34" charset="0"/>
            </a:endParaRPr>
          </a:p>
        </p:txBody>
      </p:sp>
      <p:sp>
        <p:nvSpPr>
          <p:cNvPr id="12" name="Rectangle 42"/>
          <p:cNvSpPr txBox="1">
            <a:spLocks noChangeArrowheads="1"/>
          </p:cNvSpPr>
          <p:nvPr/>
        </p:nvSpPr>
        <p:spPr bwMode="auto">
          <a:xfrm>
            <a:off x="914400" y="76200"/>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3200" dirty="0">
                <a:solidFill>
                  <a:srgbClr val="FF0000"/>
                </a:solidFill>
              </a:rPr>
              <a:t>1.</a:t>
            </a:r>
            <a:r>
              <a:rPr lang="en-US" sz="3200" dirty="0">
                <a:solidFill>
                  <a:srgbClr val="FF0000"/>
                </a:solidFill>
              </a:rPr>
              <a:t>3</a:t>
            </a:r>
            <a:r>
              <a:rPr lang="vi-VN" sz="3200" dirty="0">
                <a:solidFill>
                  <a:srgbClr val="FF0000"/>
                </a:solidFill>
              </a:rPr>
              <a:t>. </a:t>
            </a:r>
            <a:r>
              <a:rPr lang="en-US" sz="3200" dirty="0" err="1">
                <a:solidFill>
                  <a:srgbClr val="FF0000"/>
                </a:solidFill>
              </a:rPr>
              <a:t>Những</a:t>
            </a:r>
            <a:r>
              <a:rPr lang="vi-VN" sz="3200" dirty="0">
                <a:solidFill>
                  <a:srgbClr val="FF0000"/>
                </a:solidFill>
              </a:rPr>
              <a:t> đặc trưng cơ bản của chủ nghĩa xã hội</a:t>
            </a:r>
            <a:endParaRPr lang="en-US" sz="3200" dirty="0">
              <a:solidFill>
                <a:srgbClr val="FF0000"/>
              </a:solidFill>
              <a:effectLst>
                <a:outerShdw blurRad="38100" dist="38100" dir="2700000" algn="tl">
                  <a:srgbClr val="000000">
                    <a:alpha val="43137"/>
                  </a:srgbClr>
                </a:outerShdw>
              </a:effectLst>
            </a:endParaRPr>
          </a:p>
        </p:txBody>
      </p:sp>
      <p:sp>
        <p:nvSpPr>
          <p:cNvPr id="11"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3145078"/>
            <a:ext cx="2057400" cy="3194721"/>
          </a:xfrm>
          <a:prstGeom prst="rect">
            <a:avLst/>
          </a:prstGeom>
          <a:solidFill>
            <a:srgbClr val="8064A2">
              <a:lumMod val="40000"/>
              <a:lumOff val="60000"/>
            </a:srgbClr>
          </a:solidFill>
          <a:ln>
            <a:noFill/>
          </a:ln>
        </p:spPr>
        <p:txBody>
          <a:bodyPr wrap="square" rtlCol="0">
            <a:spAutoFit/>
          </a:bodyPr>
          <a:lstStyle/>
          <a:p>
            <a:pPr marL="0" marR="0" lvl="0" indent="0" algn="ctr" defTabSz="914400" eaLnBrk="1" fontAlgn="auto" latinLnBrk="0" hangingPunct="1">
              <a:lnSpc>
                <a:spcPct val="90000"/>
              </a:lnSpc>
              <a:spcBef>
                <a:spcPts val="0"/>
              </a:spcBef>
              <a:spcAft>
                <a:spcPts val="0"/>
              </a:spcAft>
              <a:buClrTx/>
              <a:buSzTx/>
              <a:buFontTx/>
              <a:buNone/>
              <a:defRPr/>
            </a:pPr>
            <a:r>
              <a:rPr lang="en-US" sz="2800" kern="0" spc="-180" dirty="0">
                <a:cs typeface="Arial" panose="020B0604020202020204" pitchFamily="34" charset="0"/>
              </a:rPr>
              <a:t>CNXH </a:t>
            </a:r>
            <a:r>
              <a:rPr lang="en-US" sz="2800" kern="0" spc="-180" dirty="0" err="1">
                <a:cs typeface="Arial" panose="020B0604020202020204" pitchFamily="34" charset="0"/>
              </a:rPr>
              <a:t>có</a:t>
            </a:r>
            <a:r>
              <a:rPr lang="en-US" sz="2800" kern="0" spc="-180" dirty="0">
                <a:cs typeface="Arial" panose="020B0604020202020204" pitchFamily="34" charset="0"/>
              </a:rPr>
              <a:t> </a:t>
            </a:r>
            <a:r>
              <a:rPr lang="en-US" sz="2800" kern="0" spc="-180" dirty="0" err="1">
                <a:cs typeface="Arial" panose="020B0604020202020204" pitchFamily="34" charset="0"/>
              </a:rPr>
              <a:t>nhà</a:t>
            </a:r>
            <a:r>
              <a:rPr lang="en-US" sz="2800" kern="0" spc="-180" dirty="0">
                <a:cs typeface="Arial" panose="020B0604020202020204" pitchFamily="34" charset="0"/>
              </a:rPr>
              <a:t> </a:t>
            </a:r>
            <a:r>
              <a:rPr lang="en-US" sz="2800" kern="0" spc="-180" dirty="0" err="1">
                <a:cs typeface="Arial" panose="020B0604020202020204" pitchFamily="34" charset="0"/>
              </a:rPr>
              <a:t>nước</a:t>
            </a:r>
            <a:r>
              <a:rPr lang="en-US" sz="2800" kern="0" spc="-180" dirty="0">
                <a:cs typeface="Arial" panose="020B0604020202020204" pitchFamily="34" charset="0"/>
              </a:rPr>
              <a:t> </a:t>
            </a:r>
            <a:r>
              <a:rPr lang="en-US" sz="2800" kern="0" spc="-180" dirty="0" err="1">
                <a:cs typeface="Arial" panose="020B0604020202020204" pitchFamily="34" charset="0"/>
              </a:rPr>
              <a:t>kiểu</a:t>
            </a:r>
            <a:r>
              <a:rPr lang="en-US" sz="2800" kern="0" spc="-180" dirty="0">
                <a:cs typeface="Arial" panose="020B0604020202020204" pitchFamily="34" charset="0"/>
              </a:rPr>
              <a:t> </a:t>
            </a:r>
            <a:r>
              <a:rPr lang="en-US" sz="2800" kern="0" spc="-180" dirty="0" err="1">
                <a:cs typeface="Arial" panose="020B0604020202020204" pitchFamily="34" charset="0"/>
              </a:rPr>
              <a:t>mới</a:t>
            </a:r>
            <a:r>
              <a:rPr lang="en-US" sz="2800" kern="0" spc="-180" dirty="0">
                <a:cs typeface="Arial" panose="020B0604020202020204" pitchFamily="34" charset="0"/>
              </a:rPr>
              <a:t> </a:t>
            </a:r>
            <a:r>
              <a:rPr lang="en-US" sz="2800" kern="0" spc="-180" dirty="0" err="1">
                <a:cs typeface="Arial" panose="020B0604020202020204" pitchFamily="34" charset="0"/>
              </a:rPr>
              <a:t>mang</a:t>
            </a:r>
            <a:r>
              <a:rPr lang="en-US" sz="2800" kern="0" spc="-180" dirty="0">
                <a:cs typeface="Arial" panose="020B0604020202020204" pitchFamily="34" charset="0"/>
              </a:rPr>
              <a:t> </a:t>
            </a:r>
            <a:r>
              <a:rPr lang="en-US" sz="2800" kern="0" spc="-180" dirty="0" err="1">
                <a:cs typeface="Arial" panose="020B0604020202020204" pitchFamily="34" charset="0"/>
              </a:rPr>
              <a:t>bản</a:t>
            </a:r>
            <a:r>
              <a:rPr lang="en-US" sz="2800" kern="0" spc="-180" dirty="0">
                <a:cs typeface="Arial" panose="020B0604020202020204" pitchFamily="34" charset="0"/>
              </a:rPr>
              <a:t> </a:t>
            </a:r>
            <a:r>
              <a:rPr lang="en-US" sz="2800" kern="0" spc="-180" dirty="0" err="1">
                <a:cs typeface="Arial" panose="020B0604020202020204" pitchFamily="34" charset="0"/>
              </a:rPr>
              <a:t>chất</a:t>
            </a:r>
            <a:r>
              <a:rPr lang="en-US" sz="2800" kern="0" spc="-180" dirty="0">
                <a:cs typeface="Arial" panose="020B0604020202020204" pitchFamily="34" charset="0"/>
              </a:rPr>
              <a:t> GCCN, </a:t>
            </a:r>
            <a:r>
              <a:rPr lang="en-US" sz="2800" kern="0" spc="-180" dirty="0" err="1">
                <a:cs typeface="Arial" panose="020B0604020202020204" pitchFamily="34" charset="0"/>
              </a:rPr>
              <a:t>đại</a:t>
            </a:r>
            <a:r>
              <a:rPr lang="en-US" sz="2800" kern="0" spc="-180" dirty="0">
                <a:cs typeface="Arial" panose="020B0604020202020204" pitchFamily="34" charset="0"/>
              </a:rPr>
              <a:t> </a:t>
            </a:r>
            <a:r>
              <a:rPr lang="en-US" sz="2800" kern="0" spc="-180" dirty="0" err="1">
                <a:cs typeface="Arial" panose="020B0604020202020204" pitchFamily="34" charset="0"/>
              </a:rPr>
              <a:t>biểu</a:t>
            </a:r>
            <a:r>
              <a:rPr lang="en-US" sz="2800" kern="0" spc="-180" dirty="0">
                <a:cs typeface="Arial" panose="020B0604020202020204" pitchFamily="34" charset="0"/>
              </a:rPr>
              <a:t> </a:t>
            </a:r>
            <a:r>
              <a:rPr lang="en-US" sz="2800" kern="0" spc="-180" dirty="0" err="1">
                <a:cs typeface="Arial" panose="020B0604020202020204" pitchFamily="34" charset="0"/>
              </a:rPr>
              <a:t>cho</a:t>
            </a:r>
            <a:r>
              <a:rPr lang="en-US" sz="2800" kern="0" spc="-180" dirty="0">
                <a:cs typeface="Arial" panose="020B0604020202020204" pitchFamily="34" charset="0"/>
              </a:rPr>
              <a:t> </a:t>
            </a:r>
            <a:r>
              <a:rPr lang="en-US" sz="2800" kern="0" spc="-180" dirty="0" err="1">
                <a:cs typeface="Arial" panose="020B0604020202020204" pitchFamily="34" charset="0"/>
              </a:rPr>
              <a:t>lợi</a:t>
            </a:r>
            <a:r>
              <a:rPr lang="en-US" sz="2800" kern="0" spc="-180" dirty="0">
                <a:cs typeface="Arial" panose="020B0604020202020204" pitchFamily="34" charset="0"/>
              </a:rPr>
              <a:t> </a:t>
            </a:r>
            <a:r>
              <a:rPr lang="en-US" sz="2800" kern="0" spc="-180" dirty="0" err="1">
                <a:cs typeface="Arial" panose="020B0604020202020204" pitchFamily="34" charset="0"/>
              </a:rPr>
              <a:t>ích</a:t>
            </a:r>
            <a:r>
              <a:rPr lang="en-US" sz="2800" kern="0" spc="-180" dirty="0">
                <a:cs typeface="Arial" panose="020B0604020202020204" pitchFamily="34" charset="0"/>
              </a:rPr>
              <a:t>, </a:t>
            </a:r>
            <a:r>
              <a:rPr lang="en-US" sz="2800" kern="0" spc="-180" dirty="0" err="1">
                <a:cs typeface="Arial" panose="020B0604020202020204" pitchFamily="34" charset="0"/>
              </a:rPr>
              <a:t>quyền</a:t>
            </a:r>
            <a:r>
              <a:rPr lang="en-US" sz="2800" kern="0" spc="-180" dirty="0">
                <a:cs typeface="Arial" panose="020B0604020202020204" pitchFamily="34" charset="0"/>
              </a:rPr>
              <a:t> </a:t>
            </a:r>
            <a:r>
              <a:rPr lang="en-US" sz="2800" kern="0" spc="-180" dirty="0" err="1">
                <a:cs typeface="Arial" panose="020B0604020202020204" pitchFamily="34" charset="0"/>
              </a:rPr>
              <a:t>lực</a:t>
            </a:r>
            <a:r>
              <a:rPr lang="en-US" sz="2800" kern="0" spc="-180" dirty="0">
                <a:cs typeface="Arial" panose="020B0604020202020204" pitchFamily="34" charset="0"/>
              </a:rPr>
              <a:t> </a:t>
            </a:r>
            <a:r>
              <a:rPr lang="en-US" sz="2800" kern="0" spc="-180" dirty="0" err="1">
                <a:cs typeface="Arial" panose="020B0604020202020204" pitchFamily="34" charset="0"/>
              </a:rPr>
              <a:t>và</a:t>
            </a:r>
            <a:r>
              <a:rPr lang="en-US" sz="2800" kern="0" spc="-180" dirty="0">
                <a:cs typeface="Arial" panose="020B0604020202020204" pitchFamily="34" charset="0"/>
              </a:rPr>
              <a:t> ý </a:t>
            </a:r>
            <a:r>
              <a:rPr lang="en-US" sz="2800" kern="0" spc="-180" dirty="0" err="1">
                <a:cs typeface="Arial" panose="020B0604020202020204" pitchFamily="34" charset="0"/>
              </a:rPr>
              <a:t>chí</a:t>
            </a:r>
            <a:r>
              <a:rPr lang="en-US" sz="2800" kern="0" spc="-180" dirty="0">
                <a:cs typeface="Arial" panose="020B0604020202020204" pitchFamily="34" charset="0"/>
              </a:rPr>
              <a:t>  </a:t>
            </a:r>
            <a:r>
              <a:rPr lang="en-US" sz="2800" kern="0" spc="-180" dirty="0" err="1">
                <a:cs typeface="Arial" panose="020B0604020202020204" pitchFamily="34" charset="0"/>
              </a:rPr>
              <a:t>của</a:t>
            </a:r>
            <a:r>
              <a:rPr lang="en-US" sz="2800" kern="0" spc="-180" dirty="0">
                <a:cs typeface="Arial" panose="020B0604020202020204" pitchFamily="34" charset="0"/>
              </a:rPr>
              <a:t> </a:t>
            </a:r>
            <a:r>
              <a:rPr lang="en-US" sz="2800" kern="0" spc="-180" dirty="0" err="1">
                <a:cs typeface="Arial" panose="020B0604020202020204" pitchFamily="34" charset="0"/>
              </a:rPr>
              <a:t>nhân</a:t>
            </a:r>
            <a:r>
              <a:rPr lang="en-US" sz="2800" kern="0" spc="-180" dirty="0">
                <a:cs typeface="Arial" panose="020B0604020202020204" pitchFamily="34" charset="0"/>
              </a:rPr>
              <a:t> </a:t>
            </a:r>
            <a:r>
              <a:rPr lang="en-US" sz="2800" kern="0" spc="-180" dirty="0" err="1">
                <a:cs typeface="Arial" panose="020B0604020202020204" pitchFamily="34" charset="0"/>
              </a:rPr>
              <a:t>dân</a:t>
            </a:r>
            <a:r>
              <a:rPr lang="en-US" sz="2800" kern="0" spc="-180" dirty="0">
                <a:cs typeface="Arial" panose="020B0604020202020204" pitchFamily="34" charset="0"/>
              </a:rPr>
              <a:t> </a:t>
            </a:r>
            <a:r>
              <a:rPr lang="en-US" sz="2800" kern="0" spc="-180" dirty="0" err="1">
                <a:cs typeface="Arial" panose="020B0604020202020204" pitchFamily="34" charset="0"/>
              </a:rPr>
              <a:t>lao</a:t>
            </a:r>
            <a:r>
              <a:rPr lang="en-US" sz="2800" kern="0" spc="-180" dirty="0">
                <a:cs typeface="Arial" panose="020B0604020202020204" pitchFamily="34" charset="0"/>
              </a:rPr>
              <a:t> </a:t>
            </a:r>
            <a:r>
              <a:rPr lang="en-US" sz="2800" kern="0" spc="-180" dirty="0" err="1">
                <a:cs typeface="Arial" panose="020B0604020202020204" pitchFamily="34" charset="0"/>
              </a:rPr>
              <a:t>động</a:t>
            </a:r>
            <a:endParaRPr kumimoji="0" lang="en-US" sz="2800" b="0" i="0" u="none" strike="noStrike" kern="0" cap="none" spc="-180" normalizeH="0" noProof="0" dirty="0">
              <a:ln>
                <a:noFill/>
              </a:ln>
              <a:effectLst/>
              <a:uLnTx/>
              <a:uFillTx/>
              <a:cs typeface="Arial" panose="020B0604020202020204" pitchFamily="34" charset="0"/>
            </a:endParaRPr>
          </a:p>
        </p:txBody>
      </p:sp>
      <p:grpSp>
        <p:nvGrpSpPr>
          <p:cNvPr id="5" name="Group 4"/>
          <p:cNvGrpSpPr/>
          <p:nvPr/>
        </p:nvGrpSpPr>
        <p:grpSpPr>
          <a:xfrm>
            <a:off x="779895" y="1401105"/>
            <a:ext cx="1828800" cy="1853913"/>
            <a:chOff x="3528233" y="2445986"/>
            <a:chExt cx="2307913" cy="2365314"/>
          </a:xfrm>
        </p:grpSpPr>
        <p:grpSp>
          <p:nvGrpSpPr>
            <p:cNvPr id="6" name="Group 5"/>
            <p:cNvGrpSpPr/>
            <p:nvPr/>
          </p:nvGrpSpPr>
          <p:grpSpPr>
            <a:xfrm flipH="1">
              <a:off x="3528233" y="2445986"/>
              <a:ext cx="2307913" cy="2333274"/>
              <a:chOff x="1435774" y="1789788"/>
              <a:chExt cx="3410045" cy="3447519"/>
            </a:xfrm>
            <a:effectLst/>
          </p:grpSpPr>
          <p:sp>
            <p:nvSpPr>
              <p:cNvPr id="8" name="Parallelogram 5"/>
              <p:cNvSpPr/>
              <p:nvPr/>
            </p:nvSpPr>
            <p:spPr>
              <a:xfrm rot="16200000" flipV="1">
                <a:off x="2443070" y="2834557"/>
                <a:ext cx="2757672" cy="2047827"/>
              </a:xfrm>
              <a:custGeom>
                <a:avLst/>
                <a:gdLst/>
                <a:ahLst/>
                <a:cxnLst/>
                <a:rect l="l" t="t" r="r" b="b"/>
                <a:pathLst>
                  <a:path w="2056374" h="1527048">
                    <a:moveTo>
                      <a:pt x="2056374" y="0"/>
                    </a:moveTo>
                    <a:lnTo>
                      <a:pt x="339951" y="0"/>
                    </a:lnTo>
                    <a:lnTo>
                      <a:pt x="0" y="1527048"/>
                    </a:lnTo>
                    <a:lnTo>
                      <a:pt x="1706076" y="1527048"/>
                    </a:lnTo>
                    <a:lnTo>
                      <a:pt x="1704529" y="1524011"/>
                    </a:lnTo>
                    <a:close/>
                  </a:path>
                </a:pathLst>
              </a:custGeom>
              <a:gradFill>
                <a:gsLst>
                  <a:gs pos="0">
                    <a:srgbClr val="8064A2">
                      <a:lumMod val="20000"/>
                      <a:lumOff val="80000"/>
                    </a:srgbClr>
                  </a:gs>
                  <a:gs pos="100000">
                    <a:srgbClr val="8064A2">
                      <a:lumMod val="60000"/>
                      <a:lumOff val="40000"/>
                    </a:srgbClr>
                  </a:gs>
                </a:gsLst>
                <a:lin ang="13500000" scaled="1"/>
              </a:gradFill>
              <a:ln w="12700" cap="flat" cmpd="sng" algn="ctr">
                <a:solidFill>
                  <a:srgbClr val="8064A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sp>
            <p:nvSpPr>
              <p:cNvPr id="9" name="Parallelogram 7"/>
              <p:cNvSpPr/>
              <p:nvPr/>
            </p:nvSpPr>
            <p:spPr>
              <a:xfrm rot="5400000" flipH="1" flipV="1">
                <a:off x="635317" y="3075146"/>
                <a:ext cx="2975454" cy="1348868"/>
              </a:xfrm>
              <a:custGeom>
                <a:avLst/>
                <a:gdLst/>
                <a:ahLst/>
                <a:cxnLst/>
                <a:rect l="l" t="t" r="r" b="b"/>
                <a:pathLst>
                  <a:path w="2218772" h="1005840">
                    <a:moveTo>
                      <a:pt x="2218772" y="0"/>
                    </a:moveTo>
                    <a:lnTo>
                      <a:pt x="1706271" y="1005840"/>
                    </a:lnTo>
                    <a:lnTo>
                      <a:pt x="0" y="1005840"/>
                    </a:lnTo>
                    <a:lnTo>
                      <a:pt x="521629" y="0"/>
                    </a:lnTo>
                    <a:close/>
                  </a:path>
                </a:pathLst>
              </a:custGeom>
              <a:gradFill>
                <a:gsLst>
                  <a:gs pos="0">
                    <a:srgbClr val="8064A2">
                      <a:lumMod val="20000"/>
                      <a:lumOff val="80000"/>
                    </a:srgbClr>
                  </a:gs>
                  <a:gs pos="100000">
                    <a:srgbClr val="8064A2">
                      <a:lumMod val="60000"/>
                      <a:lumOff val="40000"/>
                    </a:srgbClr>
                  </a:gs>
                </a:gsLst>
                <a:lin ang="13500000" scaled="1"/>
              </a:gradFill>
              <a:ln w="12700" cap="flat" cmpd="sng" algn="ctr">
                <a:solidFill>
                  <a:srgbClr val="8064A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Calibri" panose="020F0502020204030204"/>
                </a:endParaRPr>
              </a:p>
            </p:txBody>
          </p:sp>
          <p:sp>
            <p:nvSpPr>
              <p:cNvPr id="10" name="Parallelogram 9"/>
              <p:cNvSpPr/>
              <p:nvPr/>
            </p:nvSpPr>
            <p:spPr>
              <a:xfrm rot="16200000" flipV="1">
                <a:off x="2554883" y="670679"/>
                <a:ext cx="1161684" cy="3399902"/>
              </a:xfrm>
              <a:custGeom>
                <a:avLst/>
                <a:gdLst/>
                <a:ahLst/>
                <a:cxnLst/>
                <a:rect l="l" t="t" r="r" b="b"/>
                <a:pathLst>
                  <a:path w="866258" h="2535280">
                    <a:moveTo>
                      <a:pt x="866258" y="1008202"/>
                    </a:moveTo>
                    <a:lnTo>
                      <a:pt x="352554" y="0"/>
                    </a:lnTo>
                    <a:lnTo>
                      <a:pt x="0" y="1527078"/>
                    </a:lnTo>
                    <a:lnTo>
                      <a:pt x="513705" y="2535280"/>
                    </a:lnTo>
                    <a:close/>
                  </a:path>
                </a:pathLst>
              </a:custGeom>
              <a:gradFill>
                <a:gsLst>
                  <a:gs pos="0">
                    <a:srgbClr val="8064A2">
                      <a:lumMod val="20000"/>
                      <a:lumOff val="80000"/>
                    </a:srgbClr>
                  </a:gs>
                  <a:gs pos="100000">
                    <a:srgbClr val="8064A2">
                      <a:lumMod val="60000"/>
                      <a:lumOff val="40000"/>
                    </a:srgbClr>
                  </a:gs>
                </a:gsLst>
                <a:lin ang="13500000" scaled="1"/>
              </a:gradFill>
              <a:ln w="12700" cap="flat" cmpd="sng" algn="ctr">
                <a:solidFill>
                  <a:srgbClr val="8064A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grpSp>
        <p:sp>
          <p:nvSpPr>
            <p:cNvPr id="7" name="TextBox 6"/>
            <p:cNvSpPr txBox="1"/>
            <p:nvPr/>
          </p:nvSpPr>
          <p:spPr>
            <a:xfrm>
              <a:off x="3702534" y="3122791"/>
              <a:ext cx="888485" cy="1688509"/>
            </a:xfrm>
            <a:prstGeom prst="rect">
              <a:avLst/>
            </a:prstGeom>
            <a:noFill/>
            <a:scene3d>
              <a:camera prst="isometricRightUp">
                <a:rot lat="452349" lon="1847430" rev="21360000"/>
              </a:camera>
              <a:lightRig rig="threePt" dir="t"/>
            </a:scene3d>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8000" b="1" i="0" u="none" strike="noStrike" kern="0" cap="none" spc="0" normalizeH="0" baseline="0" noProof="0">
                  <a:ln>
                    <a:noFill/>
                  </a:ln>
                  <a:solidFill>
                    <a:srgbClr val="8064A2">
                      <a:lumMod val="75000"/>
                    </a:srgbClr>
                  </a:solidFill>
                  <a:effectLst/>
                  <a:uLnTx/>
                  <a:uFillTx/>
                  <a:latin typeface="Calibri" panose="020F0502020204030204"/>
                </a:rPr>
                <a:t>4</a:t>
              </a:r>
              <a:endParaRPr kumimoji="0" lang="en-US" sz="8000" b="1" i="0" u="none" strike="noStrike" kern="0" cap="none" spc="0" normalizeH="0" baseline="0" noProof="0" dirty="0">
                <a:ln>
                  <a:noFill/>
                </a:ln>
                <a:solidFill>
                  <a:srgbClr val="8064A2">
                    <a:lumMod val="75000"/>
                  </a:srgbClr>
                </a:solidFill>
                <a:effectLst/>
                <a:uLnTx/>
                <a:uFillTx/>
                <a:latin typeface="Calibri" panose="020F0502020204030204"/>
              </a:endParaRPr>
            </a:p>
          </p:txBody>
        </p:sp>
      </p:grpSp>
      <p:sp>
        <p:nvSpPr>
          <p:cNvPr id="11" name="Rectangle 10"/>
          <p:cNvSpPr/>
          <p:nvPr/>
        </p:nvSpPr>
        <p:spPr>
          <a:xfrm>
            <a:off x="3276600" y="3145078"/>
            <a:ext cx="5486400" cy="2246769"/>
          </a:xfrm>
          <a:prstGeom prst="rect">
            <a:avLst/>
          </a:prstGeom>
        </p:spPr>
        <p:txBody>
          <a:bodyPr wrap="square">
            <a:spAutoFit/>
          </a:bodyPr>
          <a:lstStyle/>
          <a:p>
            <a:pPr algn="just"/>
            <a:r>
              <a:rPr lang="en-US" sz="2800" dirty="0" err="1">
                <a:latin typeface="+mn-lt"/>
                <a:ea typeface="Calibri" panose="020F0502020204030204" pitchFamily="34" charset="0"/>
              </a:rPr>
              <a:t>Nhà</a:t>
            </a:r>
            <a:r>
              <a:rPr lang="en-US" sz="2800" dirty="0">
                <a:latin typeface="+mn-lt"/>
                <a:ea typeface="Calibri" panose="020F0502020204030204" pitchFamily="34" charset="0"/>
              </a:rPr>
              <a:t> </a:t>
            </a:r>
            <a:r>
              <a:rPr lang="en-US" sz="2800" dirty="0" err="1">
                <a:latin typeface="+mn-lt"/>
                <a:ea typeface="Calibri" panose="020F0502020204030204" pitchFamily="34" charset="0"/>
              </a:rPr>
              <a:t>nước</a:t>
            </a:r>
            <a:r>
              <a:rPr lang="en-US" sz="2800" dirty="0">
                <a:latin typeface="+mn-lt"/>
                <a:ea typeface="Calibri" panose="020F0502020204030204" pitchFamily="34" charset="0"/>
              </a:rPr>
              <a:t> XHCN </a:t>
            </a:r>
            <a:r>
              <a:rPr lang="en-US" sz="2800" dirty="0" err="1">
                <a:latin typeface="+mn-lt"/>
                <a:ea typeface="Calibri" panose="020F0502020204030204" pitchFamily="34" charset="0"/>
              </a:rPr>
              <a:t>là</a:t>
            </a:r>
            <a:r>
              <a:rPr lang="en-US" sz="2800" dirty="0">
                <a:latin typeface="+mn-lt"/>
                <a:ea typeface="Calibri" panose="020F0502020204030204" pitchFamily="34" charset="0"/>
              </a:rPr>
              <a:t> </a:t>
            </a:r>
            <a:r>
              <a:rPr lang="en-US" sz="2800" dirty="0" err="1">
                <a:latin typeface="+mn-lt"/>
                <a:ea typeface="Calibri" panose="020F0502020204030204" pitchFamily="34" charset="0"/>
              </a:rPr>
              <a:t>công</a:t>
            </a:r>
            <a:r>
              <a:rPr lang="en-US" sz="2800" dirty="0">
                <a:latin typeface="+mn-lt"/>
                <a:ea typeface="Calibri" panose="020F0502020204030204" pitchFamily="34" charset="0"/>
              </a:rPr>
              <a:t> </a:t>
            </a:r>
            <a:r>
              <a:rPr lang="en-US" sz="2800" dirty="0" err="1">
                <a:latin typeface="+mn-lt"/>
                <a:ea typeface="Calibri" panose="020F0502020204030204" pitchFamily="34" charset="0"/>
              </a:rPr>
              <a:t>cụ</a:t>
            </a:r>
            <a:r>
              <a:rPr lang="en-US" sz="2800" dirty="0">
                <a:latin typeface="+mn-lt"/>
                <a:ea typeface="Calibri" panose="020F0502020204030204" pitchFamily="34" charset="0"/>
              </a:rPr>
              <a:t>, </a:t>
            </a:r>
            <a:r>
              <a:rPr lang="en-US" sz="2800" dirty="0" err="1">
                <a:latin typeface="+mn-lt"/>
                <a:ea typeface="Calibri" panose="020F0502020204030204" pitchFamily="34" charset="0"/>
              </a:rPr>
              <a:t>phương</a:t>
            </a:r>
            <a:r>
              <a:rPr lang="en-US" sz="2800" dirty="0">
                <a:latin typeface="+mn-lt"/>
                <a:ea typeface="Calibri" panose="020F0502020204030204" pitchFamily="34" charset="0"/>
              </a:rPr>
              <a:t> </a:t>
            </a:r>
            <a:r>
              <a:rPr lang="en-US" sz="2800" dirty="0" err="1">
                <a:latin typeface="+mn-lt"/>
                <a:ea typeface="Calibri" panose="020F0502020204030204" pitchFamily="34" charset="0"/>
              </a:rPr>
              <a:t>tiện</a:t>
            </a:r>
            <a:r>
              <a:rPr lang="en-US" sz="2800" dirty="0">
                <a:ea typeface="Calibri" panose="020F0502020204030204" pitchFamily="34" charset="0"/>
              </a:rPr>
              <a:t>, </a:t>
            </a:r>
            <a:r>
              <a:rPr lang="en-US" sz="2800" dirty="0" err="1">
                <a:ea typeface="Calibri" panose="020F0502020204030204" pitchFamily="34" charset="0"/>
              </a:rPr>
              <a:t>biểu</a:t>
            </a:r>
            <a:r>
              <a:rPr lang="en-US" sz="2800" dirty="0">
                <a:ea typeface="Calibri" panose="020F0502020204030204" pitchFamily="34" charset="0"/>
              </a:rPr>
              <a:t> </a:t>
            </a:r>
            <a:r>
              <a:rPr lang="en-US" sz="2800" dirty="0" err="1">
                <a:ea typeface="Calibri" panose="020F0502020204030204" pitchFamily="34" charset="0"/>
              </a:rPr>
              <a:t>hiện</a:t>
            </a:r>
            <a:r>
              <a:rPr lang="en-US" sz="2800" dirty="0">
                <a:ea typeface="Calibri" panose="020F0502020204030204" pitchFamily="34" charset="0"/>
              </a:rPr>
              <a:t> </a:t>
            </a:r>
            <a:r>
              <a:rPr lang="en-US" sz="2800" dirty="0" err="1">
                <a:ea typeface="Calibri" panose="020F0502020204030204" pitchFamily="34" charset="0"/>
              </a:rPr>
              <a:t>tập</a:t>
            </a:r>
            <a:r>
              <a:rPr lang="en-US" sz="2800" dirty="0">
                <a:ea typeface="Calibri" panose="020F0502020204030204" pitchFamily="34" charset="0"/>
              </a:rPr>
              <a:t> </a:t>
            </a:r>
            <a:r>
              <a:rPr lang="en-US" sz="2800" dirty="0" err="1">
                <a:ea typeface="Calibri" panose="020F0502020204030204" pitchFamily="34" charset="0"/>
              </a:rPr>
              <a:t>trung</a:t>
            </a:r>
            <a:r>
              <a:rPr lang="en-US" sz="2800" dirty="0">
                <a:ea typeface="Calibri" panose="020F0502020204030204" pitchFamily="34" charset="0"/>
              </a:rPr>
              <a:t> </a:t>
            </a:r>
            <a:r>
              <a:rPr lang="en-US" sz="2800" dirty="0" err="1">
                <a:ea typeface="Calibri" panose="020F0502020204030204" pitchFamily="34" charset="0"/>
              </a:rPr>
              <a:t>trình</a:t>
            </a:r>
            <a:r>
              <a:rPr lang="en-US" sz="2800" dirty="0">
                <a:ea typeface="Calibri" panose="020F0502020204030204" pitchFamily="34" charset="0"/>
              </a:rPr>
              <a:t> </a:t>
            </a:r>
            <a:r>
              <a:rPr lang="en-US" sz="2800" dirty="0" err="1">
                <a:ea typeface="Calibri" panose="020F0502020204030204" pitchFamily="34" charset="0"/>
              </a:rPr>
              <a:t>độ</a:t>
            </a:r>
            <a:r>
              <a:rPr lang="en-US" sz="2800" dirty="0">
                <a:ea typeface="Calibri" panose="020F0502020204030204" pitchFamily="34" charset="0"/>
              </a:rPr>
              <a:t> </a:t>
            </a:r>
            <a:r>
              <a:rPr lang="en-US" sz="2800" dirty="0" err="1">
                <a:ea typeface="Calibri" panose="020F0502020204030204" pitchFamily="34" charset="0"/>
              </a:rPr>
              <a:t>dân</a:t>
            </a:r>
            <a:r>
              <a:rPr lang="en-US" sz="2800" dirty="0">
                <a:ea typeface="Calibri" panose="020F0502020204030204" pitchFamily="34" charset="0"/>
              </a:rPr>
              <a:t> </a:t>
            </a:r>
            <a:r>
              <a:rPr lang="en-US" sz="2800" dirty="0" err="1">
                <a:ea typeface="Calibri" panose="020F0502020204030204" pitchFamily="34" charset="0"/>
              </a:rPr>
              <a:t>chủ</a:t>
            </a:r>
            <a:r>
              <a:rPr lang="en-US" sz="2800" dirty="0">
                <a:ea typeface="Calibri" panose="020F0502020204030204" pitchFamily="34" charset="0"/>
              </a:rPr>
              <a:t> </a:t>
            </a:r>
            <a:r>
              <a:rPr lang="en-US" sz="2800" dirty="0" err="1">
                <a:ea typeface="Calibri" panose="020F0502020204030204" pitchFamily="34" charset="0"/>
              </a:rPr>
              <a:t>của</a:t>
            </a:r>
            <a:r>
              <a:rPr lang="en-US" sz="2800" dirty="0">
                <a:ea typeface="Calibri" panose="020F0502020204030204" pitchFamily="34" charset="0"/>
              </a:rPr>
              <a:t> </a:t>
            </a:r>
            <a:r>
              <a:rPr lang="en-US" sz="2800" dirty="0" err="1">
                <a:ea typeface="Calibri" panose="020F0502020204030204" pitchFamily="34" charset="0"/>
              </a:rPr>
              <a:t>nhân</a:t>
            </a:r>
            <a:r>
              <a:rPr lang="en-US" sz="2800" dirty="0">
                <a:ea typeface="Calibri" panose="020F0502020204030204" pitchFamily="34" charset="0"/>
              </a:rPr>
              <a:t> </a:t>
            </a:r>
            <a:r>
              <a:rPr lang="en-US" sz="2800" dirty="0" err="1">
                <a:ea typeface="Calibri" panose="020F0502020204030204" pitchFamily="34" charset="0"/>
              </a:rPr>
              <a:t>dân</a:t>
            </a:r>
            <a:r>
              <a:rPr lang="en-US" sz="2800" dirty="0">
                <a:ea typeface="Calibri" panose="020F0502020204030204" pitchFamily="34" charset="0"/>
              </a:rPr>
              <a:t> </a:t>
            </a:r>
            <a:r>
              <a:rPr lang="en-US" sz="2800" dirty="0" err="1">
                <a:ea typeface="Calibri" panose="020F0502020204030204" pitchFamily="34" charset="0"/>
              </a:rPr>
              <a:t>lao</a:t>
            </a:r>
            <a:r>
              <a:rPr lang="en-US" sz="2800" dirty="0">
                <a:ea typeface="Calibri" panose="020F0502020204030204" pitchFamily="34" charset="0"/>
              </a:rPr>
              <a:t> </a:t>
            </a:r>
            <a:r>
              <a:rPr lang="en-US" sz="2800" dirty="0" err="1">
                <a:ea typeface="Calibri" panose="020F0502020204030204" pitchFamily="34" charset="0"/>
              </a:rPr>
              <a:t>động</a:t>
            </a:r>
            <a:r>
              <a:rPr lang="en-US" sz="2800" dirty="0">
                <a:ea typeface="Calibri" panose="020F0502020204030204" pitchFamily="34" charset="0"/>
              </a:rPr>
              <a:t>, </a:t>
            </a:r>
            <a:r>
              <a:rPr lang="en-US" sz="2800" dirty="0" err="1">
                <a:ea typeface="Calibri" panose="020F0502020204030204" pitchFamily="34" charset="0"/>
              </a:rPr>
              <a:t>phản</a:t>
            </a:r>
            <a:r>
              <a:rPr lang="en-US" sz="2800" dirty="0">
                <a:ea typeface="Calibri" panose="020F0502020204030204" pitchFamily="34" charset="0"/>
              </a:rPr>
              <a:t> </a:t>
            </a:r>
            <a:r>
              <a:rPr lang="en-US" sz="2800" dirty="0" err="1">
                <a:ea typeface="Calibri" panose="020F0502020204030204" pitchFamily="34" charset="0"/>
              </a:rPr>
              <a:t>ánh</a:t>
            </a:r>
            <a:r>
              <a:rPr lang="en-US" sz="2800" dirty="0">
                <a:ea typeface="Calibri" panose="020F0502020204030204" pitchFamily="34" charset="0"/>
              </a:rPr>
              <a:t> </a:t>
            </a:r>
            <a:r>
              <a:rPr lang="en-US" sz="2800" dirty="0" err="1">
                <a:ea typeface="Calibri" panose="020F0502020204030204" pitchFamily="34" charset="0"/>
              </a:rPr>
              <a:t>trình</a:t>
            </a:r>
            <a:r>
              <a:rPr lang="en-US" sz="2800" dirty="0">
                <a:ea typeface="Calibri" panose="020F0502020204030204" pitchFamily="34" charset="0"/>
              </a:rPr>
              <a:t> </a:t>
            </a:r>
            <a:r>
              <a:rPr lang="en-US" sz="2800" dirty="0" err="1">
                <a:ea typeface="Calibri" panose="020F0502020204030204" pitchFamily="34" charset="0"/>
              </a:rPr>
              <a:t>độ</a:t>
            </a:r>
            <a:r>
              <a:rPr lang="en-US" sz="2800" dirty="0">
                <a:ea typeface="Calibri" panose="020F0502020204030204" pitchFamily="34" charset="0"/>
              </a:rPr>
              <a:t> </a:t>
            </a:r>
            <a:r>
              <a:rPr lang="en-US" sz="2800" dirty="0" err="1">
                <a:ea typeface="Calibri" panose="020F0502020204030204" pitchFamily="34" charset="0"/>
              </a:rPr>
              <a:t>nhân</a:t>
            </a:r>
            <a:r>
              <a:rPr lang="en-US" sz="2800" dirty="0">
                <a:ea typeface="Calibri" panose="020F0502020204030204" pitchFamily="34" charset="0"/>
              </a:rPr>
              <a:t> </a:t>
            </a:r>
            <a:r>
              <a:rPr lang="en-US" sz="2800" dirty="0" err="1">
                <a:ea typeface="Calibri" panose="020F0502020204030204" pitchFamily="34" charset="0"/>
              </a:rPr>
              <a:t>dân</a:t>
            </a:r>
            <a:r>
              <a:rPr lang="en-US" sz="2800" dirty="0">
                <a:ea typeface="Calibri" panose="020F0502020204030204" pitchFamily="34" charset="0"/>
              </a:rPr>
              <a:t> </a:t>
            </a:r>
            <a:r>
              <a:rPr lang="en-US" sz="2800" dirty="0" err="1">
                <a:ea typeface="Calibri" panose="020F0502020204030204" pitchFamily="34" charset="0"/>
              </a:rPr>
              <a:t>tham</a:t>
            </a:r>
            <a:r>
              <a:rPr lang="en-US" sz="2800" dirty="0">
                <a:ea typeface="Calibri" panose="020F0502020204030204" pitchFamily="34" charset="0"/>
              </a:rPr>
              <a:t> </a:t>
            </a:r>
            <a:r>
              <a:rPr lang="en-US" sz="2800" dirty="0" err="1">
                <a:ea typeface="Calibri" panose="020F0502020204030204" pitchFamily="34" charset="0"/>
              </a:rPr>
              <a:t>gia</a:t>
            </a:r>
            <a:r>
              <a:rPr lang="en-US" sz="2800" dirty="0">
                <a:ea typeface="Calibri" panose="020F0502020204030204" pitchFamily="34" charset="0"/>
              </a:rPr>
              <a:t> </a:t>
            </a:r>
            <a:r>
              <a:rPr lang="en-US" sz="2800" dirty="0" err="1">
                <a:ea typeface="Calibri" panose="020F0502020204030204" pitchFamily="34" charset="0"/>
              </a:rPr>
              <a:t>vào</a:t>
            </a:r>
            <a:r>
              <a:rPr lang="en-US" sz="2800" dirty="0">
                <a:ea typeface="Calibri" panose="020F0502020204030204" pitchFamily="34" charset="0"/>
              </a:rPr>
              <a:t> </a:t>
            </a:r>
            <a:r>
              <a:rPr lang="en-US" sz="2800" dirty="0" err="1">
                <a:ea typeface="Calibri" panose="020F0502020204030204" pitchFamily="34" charset="0"/>
              </a:rPr>
              <a:t>mọi</a:t>
            </a:r>
            <a:r>
              <a:rPr lang="en-US" sz="2800" dirty="0">
                <a:ea typeface="Calibri" panose="020F0502020204030204" pitchFamily="34" charset="0"/>
              </a:rPr>
              <a:t> </a:t>
            </a:r>
            <a:r>
              <a:rPr lang="en-US" sz="2800" dirty="0" err="1">
                <a:ea typeface="Calibri" panose="020F0502020204030204" pitchFamily="34" charset="0"/>
              </a:rPr>
              <a:t>công</a:t>
            </a:r>
            <a:r>
              <a:rPr lang="en-US" sz="2800" dirty="0">
                <a:ea typeface="Calibri" panose="020F0502020204030204" pitchFamily="34" charset="0"/>
              </a:rPr>
              <a:t> </a:t>
            </a:r>
            <a:r>
              <a:rPr lang="en-US" sz="2800" dirty="0" err="1">
                <a:ea typeface="Calibri" panose="020F0502020204030204" pitchFamily="34" charset="0"/>
              </a:rPr>
              <a:t>việc</a:t>
            </a:r>
            <a:r>
              <a:rPr lang="en-US" sz="2800" dirty="0">
                <a:ea typeface="Calibri" panose="020F0502020204030204" pitchFamily="34" charset="0"/>
              </a:rPr>
              <a:t> </a:t>
            </a:r>
            <a:r>
              <a:rPr lang="en-US" sz="2800" dirty="0" err="1">
                <a:ea typeface="Calibri" panose="020F0502020204030204" pitchFamily="34" charset="0"/>
              </a:rPr>
              <a:t>của</a:t>
            </a:r>
            <a:r>
              <a:rPr lang="en-US" sz="2800" dirty="0">
                <a:ea typeface="Calibri" panose="020F0502020204030204" pitchFamily="34" charset="0"/>
              </a:rPr>
              <a:t> </a:t>
            </a:r>
            <a:r>
              <a:rPr lang="en-US" sz="2800" dirty="0" err="1">
                <a:ea typeface="Calibri" panose="020F0502020204030204" pitchFamily="34" charset="0"/>
              </a:rPr>
              <a:t>nhà</a:t>
            </a:r>
            <a:r>
              <a:rPr lang="en-US" sz="2800" dirty="0">
                <a:ea typeface="Calibri" panose="020F0502020204030204" pitchFamily="34" charset="0"/>
              </a:rPr>
              <a:t> </a:t>
            </a:r>
            <a:r>
              <a:rPr lang="en-US" sz="2800" dirty="0" err="1">
                <a:ea typeface="Calibri" panose="020F0502020204030204" pitchFamily="34" charset="0"/>
              </a:rPr>
              <a:t>nước</a:t>
            </a:r>
            <a:r>
              <a:rPr lang="en-US" sz="2800" dirty="0">
                <a:ea typeface="Calibri" panose="020F0502020204030204" pitchFamily="34" charset="0"/>
              </a:rPr>
              <a:t> </a:t>
            </a:r>
            <a:endParaRPr lang="x-none" sz="2800" dirty="0">
              <a:latin typeface="+mn-lt"/>
            </a:endParaRPr>
          </a:p>
        </p:txBody>
      </p:sp>
      <p:sp>
        <p:nvSpPr>
          <p:cNvPr id="13" name="Rectangle 42"/>
          <p:cNvSpPr txBox="1">
            <a:spLocks noChangeArrowheads="1"/>
          </p:cNvSpPr>
          <p:nvPr/>
        </p:nvSpPr>
        <p:spPr bwMode="auto">
          <a:xfrm>
            <a:off x="914400" y="76200"/>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3200" dirty="0">
                <a:solidFill>
                  <a:srgbClr val="FF0000"/>
                </a:solidFill>
              </a:rPr>
              <a:t>1.</a:t>
            </a:r>
            <a:r>
              <a:rPr lang="en-US" sz="3200" dirty="0">
                <a:solidFill>
                  <a:srgbClr val="FF0000"/>
                </a:solidFill>
              </a:rPr>
              <a:t>3</a:t>
            </a:r>
            <a:r>
              <a:rPr lang="vi-VN" sz="3200" dirty="0">
                <a:solidFill>
                  <a:srgbClr val="FF0000"/>
                </a:solidFill>
              </a:rPr>
              <a:t>. </a:t>
            </a:r>
            <a:r>
              <a:rPr lang="en-US" sz="3200" dirty="0" err="1">
                <a:solidFill>
                  <a:srgbClr val="FF0000"/>
                </a:solidFill>
              </a:rPr>
              <a:t>Những</a:t>
            </a:r>
            <a:r>
              <a:rPr lang="vi-VN" sz="3200" dirty="0">
                <a:solidFill>
                  <a:srgbClr val="FF0000"/>
                </a:solidFill>
              </a:rPr>
              <a:t> đặc trưng cơ bản của chủ nghĩa xã hội</a:t>
            </a:r>
            <a:endParaRPr lang="en-US" sz="3200" dirty="0">
              <a:solidFill>
                <a:srgbClr val="FF0000"/>
              </a:solidFill>
              <a:effectLst>
                <a:outerShdw blurRad="38100" dist="38100" dir="2700000" algn="tl">
                  <a:srgbClr val="000000">
                    <a:alpha val="43137"/>
                  </a:srgbClr>
                </a:outerShdw>
              </a:effectLst>
            </a:endParaRPr>
          </a:p>
        </p:txBody>
      </p:sp>
      <p:sp>
        <p:nvSpPr>
          <p:cNvPr id="12"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76400" y="3145078"/>
            <a:ext cx="2286000" cy="319472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0" marR="0" lvl="0" indent="0" algn="ctr" defTabSz="914400" eaLnBrk="1" fontAlgn="auto" latinLnBrk="0" hangingPunct="1">
              <a:lnSpc>
                <a:spcPct val="90000"/>
              </a:lnSpc>
              <a:spcBef>
                <a:spcPts val="0"/>
              </a:spcBef>
              <a:spcAft>
                <a:spcPts val="0"/>
              </a:spcAft>
              <a:buClrTx/>
              <a:buSzTx/>
              <a:buFontTx/>
              <a:buNone/>
              <a:defRPr/>
            </a:pPr>
            <a:r>
              <a:rPr lang="en-US" sz="2800" kern="0" spc="-180" dirty="0">
                <a:cs typeface="Arial" panose="020B0604020202020204" pitchFamily="34" charset="0"/>
              </a:rPr>
              <a:t>CNXH </a:t>
            </a:r>
            <a:r>
              <a:rPr lang="en-US" sz="2800" kern="0" spc="-180" dirty="0" err="1">
                <a:cs typeface="Arial" panose="020B0604020202020204" pitchFamily="34" charset="0"/>
              </a:rPr>
              <a:t>có</a:t>
            </a:r>
            <a:r>
              <a:rPr lang="en-US" sz="2800" kern="0" spc="-180" dirty="0">
                <a:cs typeface="Arial" panose="020B0604020202020204" pitchFamily="34" charset="0"/>
              </a:rPr>
              <a:t> </a:t>
            </a:r>
            <a:r>
              <a:rPr lang="en-US" sz="2800" kern="0" spc="-180" dirty="0" err="1">
                <a:cs typeface="Arial" panose="020B0604020202020204" pitchFamily="34" charset="0"/>
              </a:rPr>
              <a:t>nền</a:t>
            </a:r>
            <a:r>
              <a:rPr lang="en-US" sz="2800" kern="0" spc="-180" dirty="0">
                <a:cs typeface="Arial" panose="020B0604020202020204" pitchFamily="34" charset="0"/>
              </a:rPr>
              <a:t> </a:t>
            </a:r>
            <a:r>
              <a:rPr lang="en-US" sz="2800" kern="0" spc="-180" dirty="0" err="1">
                <a:cs typeface="Arial" panose="020B0604020202020204" pitchFamily="34" charset="0"/>
              </a:rPr>
              <a:t>văn</a:t>
            </a:r>
            <a:r>
              <a:rPr lang="en-US" sz="2800" kern="0" spc="-180" dirty="0">
                <a:cs typeface="Arial" panose="020B0604020202020204" pitchFamily="34" charset="0"/>
              </a:rPr>
              <a:t> </a:t>
            </a:r>
            <a:r>
              <a:rPr lang="en-US" sz="2800" kern="0" spc="-180" dirty="0" err="1">
                <a:cs typeface="Arial" panose="020B0604020202020204" pitchFamily="34" charset="0"/>
              </a:rPr>
              <a:t>hóa</a:t>
            </a:r>
            <a:r>
              <a:rPr lang="en-US" sz="2800" kern="0" spc="-180" dirty="0">
                <a:cs typeface="Arial" panose="020B0604020202020204" pitchFamily="34" charset="0"/>
              </a:rPr>
              <a:t> </a:t>
            </a:r>
            <a:r>
              <a:rPr lang="en-US" sz="2800" kern="0" spc="-180" dirty="0" err="1">
                <a:cs typeface="Arial" panose="020B0604020202020204" pitchFamily="34" charset="0"/>
              </a:rPr>
              <a:t>phát</a:t>
            </a:r>
            <a:r>
              <a:rPr lang="en-US" sz="2800" kern="0" spc="-180" dirty="0">
                <a:cs typeface="Arial" panose="020B0604020202020204" pitchFamily="34" charset="0"/>
              </a:rPr>
              <a:t> </a:t>
            </a:r>
            <a:r>
              <a:rPr lang="en-US" sz="2800" kern="0" spc="-180" dirty="0" err="1">
                <a:cs typeface="Arial" panose="020B0604020202020204" pitchFamily="34" charset="0"/>
              </a:rPr>
              <a:t>triển</a:t>
            </a:r>
            <a:r>
              <a:rPr lang="en-US" sz="2800" kern="0" spc="-180" dirty="0">
                <a:cs typeface="Arial" panose="020B0604020202020204" pitchFamily="34" charset="0"/>
              </a:rPr>
              <a:t> </a:t>
            </a:r>
            <a:r>
              <a:rPr lang="en-US" sz="2800" kern="0" spc="-180" dirty="0" err="1">
                <a:cs typeface="Arial" panose="020B0604020202020204" pitchFamily="34" charset="0"/>
              </a:rPr>
              <a:t>cao</a:t>
            </a:r>
            <a:r>
              <a:rPr lang="en-US" sz="2800" kern="0" spc="-180" dirty="0">
                <a:cs typeface="Arial" panose="020B0604020202020204" pitchFamily="34" charset="0"/>
              </a:rPr>
              <a:t>, </a:t>
            </a:r>
            <a:r>
              <a:rPr lang="en-US" sz="2800" kern="0" spc="-180" dirty="0" err="1">
                <a:cs typeface="Arial" panose="020B0604020202020204" pitchFamily="34" charset="0"/>
              </a:rPr>
              <a:t>kế</a:t>
            </a:r>
            <a:r>
              <a:rPr lang="en-US" sz="2800" kern="0" spc="-180" dirty="0">
                <a:cs typeface="Arial" panose="020B0604020202020204" pitchFamily="34" charset="0"/>
              </a:rPr>
              <a:t> </a:t>
            </a:r>
            <a:r>
              <a:rPr lang="en-US" sz="2800" kern="0" spc="-180" dirty="0" err="1">
                <a:cs typeface="Arial" panose="020B0604020202020204" pitchFamily="34" charset="0"/>
              </a:rPr>
              <a:t>thừa</a:t>
            </a:r>
            <a:r>
              <a:rPr lang="en-US" sz="2800" kern="0" spc="-180" dirty="0">
                <a:cs typeface="Arial" panose="020B0604020202020204" pitchFamily="34" charset="0"/>
              </a:rPr>
              <a:t> </a:t>
            </a:r>
            <a:r>
              <a:rPr lang="en-US" sz="2800" kern="0" spc="-180" dirty="0" err="1">
                <a:cs typeface="Arial" panose="020B0604020202020204" pitchFamily="34" charset="0"/>
              </a:rPr>
              <a:t>và</a:t>
            </a:r>
            <a:r>
              <a:rPr lang="en-US" sz="2800" kern="0" spc="-180" dirty="0">
                <a:cs typeface="Arial" panose="020B0604020202020204" pitchFamily="34" charset="0"/>
              </a:rPr>
              <a:t> </a:t>
            </a:r>
            <a:r>
              <a:rPr lang="en-US" sz="2800" kern="0" spc="-180" dirty="0" err="1">
                <a:cs typeface="Arial" panose="020B0604020202020204" pitchFamily="34" charset="0"/>
              </a:rPr>
              <a:t>phát</a:t>
            </a:r>
            <a:r>
              <a:rPr lang="en-US" sz="2800" kern="0" spc="-180" dirty="0">
                <a:cs typeface="Arial" panose="020B0604020202020204" pitchFamily="34" charset="0"/>
              </a:rPr>
              <a:t> </a:t>
            </a:r>
            <a:r>
              <a:rPr lang="en-US" sz="2800" kern="0" spc="-180" dirty="0" err="1">
                <a:cs typeface="Arial" panose="020B0604020202020204" pitchFamily="34" charset="0"/>
              </a:rPr>
              <a:t>huy</a:t>
            </a:r>
            <a:r>
              <a:rPr lang="en-US" sz="2800" kern="0" spc="-180" dirty="0">
                <a:cs typeface="Arial" panose="020B0604020202020204" pitchFamily="34" charset="0"/>
              </a:rPr>
              <a:t> </a:t>
            </a:r>
            <a:r>
              <a:rPr lang="en-US" sz="2800" kern="0" spc="-180" dirty="0" err="1">
                <a:cs typeface="Arial" panose="020B0604020202020204" pitchFamily="34" charset="0"/>
              </a:rPr>
              <a:t>những</a:t>
            </a:r>
            <a:r>
              <a:rPr lang="en-US" sz="2800" kern="0" spc="-180" dirty="0">
                <a:cs typeface="Arial" panose="020B0604020202020204" pitchFamily="34" charset="0"/>
              </a:rPr>
              <a:t> </a:t>
            </a:r>
            <a:r>
              <a:rPr lang="en-US" sz="2800" kern="0" spc="-180" dirty="0" err="1">
                <a:cs typeface="Arial" panose="020B0604020202020204" pitchFamily="34" charset="0"/>
              </a:rPr>
              <a:t>giá</a:t>
            </a:r>
            <a:r>
              <a:rPr lang="en-US" sz="2800" kern="0" spc="-180" dirty="0">
                <a:cs typeface="Arial" panose="020B0604020202020204" pitchFamily="34" charset="0"/>
              </a:rPr>
              <a:t> </a:t>
            </a:r>
            <a:r>
              <a:rPr lang="en-US" sz="2800" kern="0" spc="-180" dirty="0" err="1">
                <a:cs typeface="Arial" panose="020B0604020202020204" pitchFamily="34" charset="0"/>
              </a:rPr>
              <a:t>trị</a:t>
            </a:r>
            <a:r>
              <a:rPr lang="en-US" sz="2800" kern="0" spc="-180" dirty="0">
                <a:cs typeface="Arial" panose="020B0604020202020204" pitchFamily="34" charset="0"/>
              </a:rPr>
              <a:t> </a:t>
            </a:r>
            <a:r>
              <a:rPr lang="en-US" sz="2800" kern="0" spc="-180" dirty="0" err="1">
                <a:cs typeface="Arial" panose="020B0604020202020204" pitchFamily="34" charset="0"/>
              </a:rPr>
              <a:t>của</a:t>
            </a:r>
            <a:r>
              <a:rPr lang="en-US" sz="2800" kern="0" spc="-180" dirty="0">
                <a:cs typeface="Arial" panose="020B0604020202020204" pitchFamily="34" charset="0"/>
              </a:rPr>
              <a:t> </a:t>
            </a:r>
            <a:r>
              <a:rPr lang="en-US" sz="2800" kern="0" spc="-180" dirty="0" err="1">
                <a:cs typeface="Arial" panose="020B0604020202020204" pitchFamily="34" charset="0"/>
              </a:rPr>
              <a:t>văn</a:t>
            </a:r>
            <a:r>
              <a:rPr lang="en-US" sz="2800" kern="0" spc="-180" dirty="0">
                <a:cs typeface="Arial" panose="020B0604020202020204" pitchFamily="34" charset="0"/>
              </a:rPr>
              <a:t> </a:t>
            </a:r>
            <a:r>
              <a:rPr lang="en-US" sz="2800" kern="0" spc="-180" dirty="0" err="1">
                <a:cs typeface="Arial" panose="020B0604020202020204" pitchFamily="34" charset="0"/>
              </a:rPr>
              <a:t>hóa</a:t>
            </a:r>
            <a:r>
              <a:rPr lang="en-US" sz="2800" kern="0" spc="-180" dirty="0">
                <a:cs typeface="Arial" panose="020B0604020202020204" pitchFamily="34" charset="0"/>
              </a:rPr>
              <a:t> </a:t>
            </a:r>
            <a:r>
              <a:rPr lang="en-US" sz="2800" kern="0" spc="-180" dirty="0" err="1">
                <a:cs typeface="Arial" panose="020B0604020202020204" pitchFamily="34" charset="0"/>
              </a:rPr>
              <a:t>dân</a:t>
            </a:r>
            <a:r>
              <a:rPr lang="en-US" sz="2800" kern="0" spc="-180" dirty="0">
                <a:cs typeface="Arial" panose="020B0604020202020204" pitchFamily="34" charset="0"/>
              </a:rPr>
              <a:t> </a:t>
            </a:r>
            <a:r>
              <a:rPr lang="en-US" sz="2800" kern="0" spc="-180" dirty="0" err="1">
                <a:cs typeface="Arial" panose="020B0604020202020204" pitchFamily="34" charset="0"/>
              </a:rPr>
              <a:t>tộc</a:t>
            </a:r>
            <a:r>
              <a:rPr lang="en-US" sz="2800" kern="0" spc="-180" dirty="0">
                <a:cs typeface="Arial" panose="020B0604020202020204" pitchFamily="34" charset="0"/>
              </a:rPr>
              <a:t> </a:t>
            </a:r>
            <a:r>
              <a:rPr lang="en-US" sz="2800" kern="0" spc="-180" dirty="0" err="1">
                <a:cs typeface="Arial" panose="020B0604020202020204" pitchFamily="34" charset="0"/>
              </a:rPr>
              <a:t>và</a:t>
            </a:r>
            <a:r>
              <a:rPr lang="en-US" sz="2800" kern="0" spc="-180" dirty="0">
                <a:cs typeface="Arial" panose="020B0604020202020204" pitchFamily="34" charset="0"/>
              </a:rPr>
              <a:t> </a:t>
            </a:r>
            <a:r>
              <a:rPr lang="en-US" sz="2800" kern="0" spc="-180" dirty="0" err="1">
                <a:cs typeface="Arial" panose="020B0604020202020204" pitchFamily="34" charset="0"/>
              </a:rPr>
              <a:t>tinh</a:t>
            </a:r>
            <a:r>
              <a:rPr lang="en-US" sz="2800" kern="0" spc="-180" dirty="0">
                <a:cs typeface="Arial" panose="020B0604020202020204" pitchFamily="34" charset="0"/>
              </a:rPr>
              <a:t> </a:t>
            </a:r>
            <a:r>
              <a:rPr lang="en-US" sz="2800" kern="0" spc="-180" dirty="0" err="1">
                <a:cs typeface="Arial" panose="020B0604020202020204" pitchFamily="34" charset="0"/>
              </a:rPr>
              <a:t>hoa</a:t>
            </a:r>
            <a:r>
              <a:rPr lang="en-US" sz="2800" kern="0" spc="-180" dirty="0">
                <a:cs typeface="Arial" panose="020B0604020202020204" pitchFamily="34" charset="0"/>
              </a:rPr>
              <a:t> </a:t>
            </a:r>
            <a:r>
              <a:rPr lang="en-US" sz="2800" kern="0" spc="-180" dirty="0" err="1">
                <a:cs typeface="Arial" panose="020B0604020202020204" pitchFamily="34" charset="0"/>
              </a:rPr>
              <a:t>văn</a:t>
            </a:r>
            <a:r>
              <a:rPr lang="en-US" sz="2800" kern="0" spc="-180" dirty="0">
                <a:cs typeface="Arial" panose="020B0604020202020204" pitchFamily="34" charset="0"/>
              </a:rPr>
              <a:t> </a:t>
            </a:r>
            <a:r>
              <a:rPr lang="en-US" sz="2800" kern="0" spc="-180" dirty="0" err="1">
                <a:cs typeface="Arial" panose="020B0604020202020204" pitchFamily="34" charset="0"/>
              </a:rPr>
              <a:t>hóa</a:t>
            </a:r>
            <a:r>
              <a:rPr lang="en-US" sz="2800" kern="0" spc="-180" dirty="0">
                <a:cs typeface="Arial" panose="020B0604020202020204" pitchFamily="34" charset="0"/>
              </a:rPr>
              <a:t> </a:t>
            </a:r>
            <a:r>
              <a:rPr lang="en-US" sz="2800" kern="0" spc="-180" dirty="0" err="1">
                <a:cs typeface="Arial" panose="020B0604020202020204" pitchFamily="34" charset="0"/>
              </a:rPr>
              <a:t>nhân</a:t>
            </a:r>
            <a:r>
              <a:rPr lang="en-US" sz="2800" kern="0" spc="-180" dirty="0">
                <a:cs typeface="Arial" panose="020B0604020202020204" pitchFamily="34" charset="0"/>
              </a:rPr>
              <a:t> </a:t>
            </a:r>
            <a:r>
              <a:rPr lang="en-US" sz="2800" kern="0" spc="-180" dirty="0" err="1">
                <a:cs typeface="Arial" panose="020B0604020202020204" pitchFamily="34" charset="0"/>
              </a:rPr>
              <a:t>loại</a:t>
            </a:r>
            <a:endParaRPr lang="vi-VN" sz="2800" kern="0" spc="-180" dirty="0">
              <a:cs typeface="Arial" panose="020B0604020202020204" pitchFamily="34" charset="0"/>
            </a:endParaRPr>
          </a:p>
        </p:txBody>
      </p:sp>
      <p:grpSp>
        <p:nvGrpSpPr>
          <p:cNvPr id="4" name="Group 3"/>
          <p:cNvGrpSpPr/>
          <p:nvPr/>
        </p:nvGrpSpPr>
        <p:grpSpPr>
          <a:xfrm>
            <a:off x="1905000" y="1447800"/>
            <a:ext cx="1828800" cy="1828800"/>
            <a:chOff x="3528233" y="2445986"/>
            <a:chExt cx="2307913" cy="2333274"/>
          </a:xfrm>
        </p:grpSpPr>
        <p:grpSp>
          <p:nvGrpSpPr>
            <p:cNvPr id="5" name="Group 4"/>
            <p:cNvGrpSpPr/>
            <p:nvPr/>
          </p:nvGrpSpPr>
          <p:grpSpPr>
            <a:xfrm flipH="1">
              <a:off x="3528233" y="2445986"/>
              <a:ext cx="2307913" cy="2333274"/>
              <a:chOff x="1435774" y="1789788"/>
              <a:chExt cx="3410045" cy="3447519"/>
            </a:xfrm>
            <a:effectLst/>
          </p:grpSpPr>
          <p:sp>
            <p:nvSpPr>
              <p:cNvPr id="7" name="Parallelogram 5"/>
              <p:cNvSpPr/>
              <p:nvPr/>
            </p:nvSpPr>
            <p:spPr>
              <a:xfrm rot="16200000" flipV="1">
                <a:off x="2443070" y="2834557"/>
                <a:ext cx="2757672" cy="2047827"/>
              </a:xfrm>
              <a:custGeom>
                <a:avLst/>
                <a:gdLst/>
                <a:ahLst/>
                <a:cxnLst/>
                <a:rect l="l" t="t" r="r" b="b"/>
                <a:pathLst>
                  <a:path w="2056374" h="1527048">
                    <a:moveTo>
                      <a:pt x="2056374" y="0"/>
                    </a:moveTo>
                    <a:lnTo>
                      <a:pt x="339951" y="0"/>
                    </a:lnTo>
                    <a:lnTo>
                      <a:pt x="0" y="1527048"/>
                    </a:lnTo>
                    <a:lnTo>
                      <a:pt x="1706076" y="1527048"/>
                    </a:lnTo>
                    <a:lnTo>
                      <a:pt x="1704529" y="1524011"/>
                    </a:lnTo>
                    <a:close/>
                  </a:path>
                </a:pathLst>
              </a:cu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sp>
            <p:nvSpPr>
              <p:cNvPr id="8" name="Parallelogram 7"/>
              <p:cNvSpPr/>
              <p:nvPr/>
            </p:nvSpPr>
            <p:spPr>
              <a:xfrm rot="5400000" flipH="1" flipV="1">
                <a:off x="635317" y="3075146"/>
                <a:ext cx="2975454" cy="1348868"/>
              </a:xfrm>
              <a:custGeom>
                <a:avLst/>
                <a:gdLst/>
                <a:ahLst/>
                <a:cxnLst/>
                <a:rect l="l" t="t" r="r" b="b"/>
                <a:pathLst>
                  <a:path w="2218772" h="1005840">
                    <a:moveTo>
                      <a:pt x="2218772" y="0"/>
                    </a:moveTo>
                    <a:lnTo>
                      <a:pt x="1706271" y="1005840"/>
                    </a:lnTo>
                    <a:lnTo>
                      <a:pt x="0" y="1005840"/>
                    </a:lnTo>
                    <a:lnTo>
                      <a:pt x="521629" y="0"/>
                    </a:lnTo>
                    <a:close/>
                  </a:path>
                </a:pathLst>
              </a:cu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Calibri" panose="020F0502020204030204"/>
                </a:endParaRPr>
              </a:p>
            </p:txBody>
          </p:sp>
          <p:sp>
            <p:nvSpPr>
              <p:cNvPr id="9" name="Parallelogram 9"/>
              <p:cNvSpPr/>
              <p:nvPr/>
            </p:nvSpPr>
            <p:spPr>
              <a:xfrm rot="16200000" flipV="1">
                <a:off x="2554883" y="670679"/>
                <a:ext cx="1161684" cy="3399902"/>
              </a:xfrm>
              <a:custGeom>
                <a:avLst/>
                <a:gdLst/>
                <a:ahLst/>
                <a:cxnLst/>
                <a:rect l="l" t="t" r="r" b="b"/>
                <a:pathLst>
                  <a:path w="866258" h="2535280">
                    <a:moveTo>
                      <a:pt x="866258" y="1008202"/>
                    </a:moveTo>
                    <a:lnTo>
                      <a:pt x="352554" y="0"/>
                    </a:lnTo>
                    <a:lnTo>
                      <a:pt x="0" y="1527078"/>
                    </a:lnTo>
                    <a:lnTo>
                      <a:pt x="513705" y="2535280"/>
                    </a:lnTo>
                    <a:close/>
                  </a:path>
                </a:pathLst>
              </a:cu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grpSp>
        <p:sp>
          <p:nvSpPr>
            <p:cNvPr id="6" name="TextBox 5"/>
            <p:cNvSpPr txBox="1"/>
            <p:nvPr/>
          </p:nvSpPr>
          <p:spPr>
            <a:xfrm>
              <a:off x="4907404" y="3032808"/>
              <a:ext cx="888486" cy="1688509"/>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sz="8000" b="1" kern="0" dirty="0">
                  <a:solidFill>
                    <a:schemeClr val="bg1">
                      <a:lumMod val="50000"/>
                    </a:schemeClr>
                  </a:solidFill>
                  <a:latin typeface="Calibri" panose="020F0502020204030204"/>
                </a:rPr>
                <a:t>5</a:t>
              </a:r>
              <a:endParaRPr kumimoji="0" lang="en-US" sz="8000" b="1" i="0" u="none" strike="noStrike" kern="0" cap="none" spc="0" normalizeH="0" baseline="0" noProof="0" dirty="0">
                <a:ln>
                  <a:noFill/>
                </a:ln>
                <a:solidFill>
                  <a:schemeClr val="bg1">
                    <a:lumMod val="50000"/>
                  </a:schemeClr>
                </a:solidFill>
                <a:effectLst/>
                <a:uLnTx/>
                <a:uFillTx/>
                <a:latin typeface="Calibri" panose="020F0502020204030204"/>
              </a:endParaRPr>
            </a:p>
          </p:txBody>
        </p:sp>
      </p:grpSp>
      <p:sp>
        <p:nvSpPr>
          <p:cNvPr id="2" name="Rectangle 1"/>
          <p:cNvSpPr/>
          <p:nvPr/>
        </p:nvSpPr>
        <p:spPr>
          <a:xfrm>
            <a:off x="4267200" y="3886200"/>
            <a:ext cx="4572000" cy="1292662"/>
          </a:xfrm>
          <a:prstGeom prst="rect">
            <a:avLst/>
          </a:prstGeom>
        </p:spPr>
        <p:txBody>
          <a:bodyPr>
            <a:spAutoFit/>
          </a:bodyPr>
          <a:lstStyle/>
          <a:p>
            <a:pPr algn="just"/>
            <a:r>
              <a:rPr lang="en-US" sz="2600" dirty="0" err="1"/>
              <a:t>Đặc</a:t>
            </a:r>
            <a:r>
              <a:rPr lang="en-US" sz="2600" dirty="0"/>
              <a:t> </a:t>
            </a:r>
            <a:r>
              <a:rPr lang="en-US" sz="2600" dirty="0" err="1"/>
              <a:t>trưng</a:t>
            </a:r>
            <a:r>
              <a:rPr lang="en-US" sz="2600" dirty="0"/>
              <a:t> </a:t>
            </a:r>
            <a:r>
              <a:rPr lang="en-US" sz="2600" dirty="0" err="1"/>
              <a:t>này</a:t>
            </a:r>
            <a:r>
              <a:rPr lang="en-US" sz="2600" dirty="0"/>
              <a:t> </a:t>
            </a:r>
            <a:r>
              <a:rPr lang="en-US" sz="2600" dirty="0" err="1"/>
              <a:t>thể</a:t>
            </a:r>
            <a:r>
              <a:rPr lang="en-US" sz="2600" dirty="0"/>
              <a:t> </a:t>
            </a:r>
            <a:r>
              <a:rPr lang="en-US" sz="2600" dirty="0" err="1"/>
              <a:t>hiện</a:t>
            </a:r>
            <a:r>
              <a:rPr lang="en-US" sz="2600" dirty="0"/>
              <a:t> </a:t>
            </a:r>
            <a:r>
              <a:rPr lang="en-US" sz="2600" dirty="0" err="1"/>
              <a:t>lĩnh</a:t>
            </a:r>
            <a:r>
              <a:rPr lang="en-US" sz="2600" dirty="0"/>
              <a:t> </a:t>
            </a:r>
            <a:r>
              <a:rPr lang="en-US" sz="2600" dirty="0" err="1"/>
              <a:t>vực</a:t>
            </a:r>
            <a:r>
              <a:rPr lang="en-US" sz="2600" dirty="0"/>
              <a:t> </a:t>
            </a:r>
            <a:r>
              <a:rPr lang="en-US" sz="2600" dirty="0" err="1"/>
              <a:t>văn</a:t>
            </a:r>
            <a:r>
              <a:rPr lang="en-US" sz="2600" dirty="0"/>
              <a:t> </a:t>
            </a:r>
            <a:r>
              <a:rPr lang="en-US" sz="2600" dirty="0" err="1"/>
              <a:t>hóa</a:t>
            </a:r>
            <a:r>
              <a:rPr lang="en-US" sz="2600" dirty="0"/>
              <a:t> – </a:t>
            </a:r>
            <a:r>
              <a:rPr lang="en-US" sz="2600" dirty="0" err="1"/>
              <a:t>nền</a:t>
            </a:r>
            <a:r>
              <a:rPr lang="en-US" sz="2600" dirty="0"/>
              <a:t> </a:t>
            </a:r>
            <a:r>
              <a:rPr lang="en-US" sz="2600" dirty="0" err="1"/>
              <a:t>tảng</a:t>
            </a:r>
            <a:r>
              <a:rPr lang="en-US" sz="2600" dirty="0"/>
              <a:t> </a:t>
            </a:r>
            <a:r>
              <a:rPr lang="en-US" sz="2600" dirty="0" err="1"/>
              <a:t>tinh</a:t>
            </a:r>
            <a:r>
              <a:rPr lang="en-US" sz="2600" dirty="0"/>
              <a:t> </a:t>
            </a:r>
            <a:r>
              <a:rPr lang="en-US" sz="2600" dirty="0" err="1"/>
              <a:t>thần</a:t>
            </a:r>
            <a:r>
              <a:rPr lang="en-US" sz="2600" dirty="0"/>
              <a:t> </a:t>
            </a:r>
            <a:r>
              <a:rPr lang="en-US" sz="2600" dirty="0" err="1"/>
              <a:t>của</a:t>
            </a:r>
            <a:r>
              <a:rPr lang="en-US" sz="2600" dirty="0"/>
              <a:t> </a:t>
            </a:r>
            <a:r>
              <a:rPr lang="en-US" sz="2600" dirty="0" err="1"/>
              <a:t>xã</a:t>
            </a:r>
            <a:r>
              <a:rPr lang="en-US" sz="2600" dirty="0"/>
              <a:t> </a:t>
            </a:r>
            <a:r>
              <a:rPr lang="en-US" sz="2600" dirty="0" err="1"/>
              <a:t>hội</a:t>
            </a:r>
            <a:endParaRPr lang="x-none" sz="2600" u="sng" dirty="0"/>
          </a:p>
        </p:txBody>
      </p:sp>
      <p:sp>
        <p:nvSpPr>
          <p:cNvPr id="12" name="Rectangle 42"/>
          <p:cNvSpPr txBox="1">
            <a:spLocks noChangeArrowheads="1"/>
          </p:cNvSpPr>
          <p:nvPr/>
        </p:nvSpPr>
        <p:spPr bwMode="auto">
          <a:xfrm>
            <a:off x="914400" y="76200"/>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3200" dirty="0">
                <a:solidFill>
                  <a:srgbClr val="FF0000"/>
                </a:solidFill>
              </a:rPr>
              <a:t>1.</a:t>
            </a:r>
            <a:r>
              <a:rPr lang="en-US" sz="3200" dirty="0">
                <a:solidFill>
                  <a:srgbClr val="FF0000"/>
                </a:solidFill>
              </a:rPr>
              <a:t>3</a:t>
            </a:r>
            <a:r>
              <a:rPr lang="vi-VN" sz="3200" dirty="0">
                <a:solidFill>
                  <a:srgbClr val="FF0000"/>
                </a:solidFill>
              </a:rPr>
              <a:t>. </a:t>
            </a:r>
            <a:r>
              <a:rPr lang="en-US" sz="3200" dirty="0" err="1">
                <a:solidFill>
                  <a:srgbClr val="FF0000"/>
                </a:solidFill>
              </a:rPr>
              <a:t>Những</a:t>
            </a:r>
            <a:r>
              <a:rPr lang="vi-VN" sz="3200" dirty="0">
                <a:solidFill>
                  <a:srgbClr val="FF0000"/>
                </a:solidFill>
              </a:rPr>
              <a:t> đặc trưng cơ bản của chủ nghĩa xã hội</a:t>
            </a:r>
            <a:endParaRPr lang="en-US" sz="3200" dirty="0">
              <a:solidFill>
                <a:srgbClr val="FF0000"/>
              </a:solidFill>
              <a:effectLst>
                <a:outerShdw blurRad="38100" dist="38100" dir="2700000" algn="tl">
                  <a:srgbClr val="000000">
                    <a:alpha val="43137"/>
                  </a:srgbClr>
                </a:outerShdw>
              </a:effectLst>
            </a:endParaRPr>
          </a:p>
        </p:txBody>
      </p:sp>
      <p:sp>
        <p:nvSpPr>
          <p:cNvPr id="11"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603183" y="960120"/>
            <a:ext cx="4457700" cy="1231583"/>
          </a:xfrm>
          <a:prstGeom prst="ellipse">
            <a:avLst/>
          </a:prstGeom>
        </p:spPr>
        <p:style>
          <a:lnRef idx="1">
            <a:schemeClr val="accent5"/>
          </a:lnRef>
          <a:fillRef idx="3">
            <a:schemeClr val="accent5"/>
          </a:fillRef>
          <a:effectRef idx="2">
            <a:schemeClr val="accent5"/>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fontAlgn="base" hangingPunct="1">
              <a:buNone/>
            </a:pPr>
            <a:r>
              <a:rPr sz="3300" strike="noStrike" noProof="1">
                <a:solidFill>
                  <a:srgbClr val="FFFFFF"/>
                </a:solidFill>
                <a:latin typeface="Arial" panose="020B0604020202020204" pitchFamily="34" charset="0"/>
              </a:rPr>
              <a:t>Thảo Luận</a:t>
            </a:r>
          </a:p>
        </p:txBody>
      </p:sp>
      <p:sp>
        <p:nvSpPr>
          <p:cNvPr id="3" name="Rectangle 2"/>
          <p:cNvSpPr/>
          <p:nvPr/>
        </p:nvSpPr>
        <p:spPr>
          <a:xfrm>
            <a:off x="152559" y="2438559"/>
            <a:ext cx="8711089" cy="34523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fontAlgn="base" hangingPunct="1">
              <a:buNone/>
            </a:pPr>
            <a:r>
              <a:rPr lang="en-US" sz="4000" strike="noStrike" noProof="1">
                <a:solidFill>
                  <a:srgbClr val="FFFFFF"/>
                </a:solidFill>
                <a:latin typeface="Times New Roman" panose="02020603050405020304" charset="0"/>
                <a:cs typeface="Times New Roman" panose="02020603050405020304" charset="0"/>
              </a:rPr>
              <a:t>TẠI SAO NÓI VĂN HÓA LÀ NỀN TẢNG TINH THẦN CỦA XÃ HỘI</a:t>
            </a:r>
          </a:p>
        </p:txBody>
      </p:sp>
      <p:sp>
        <p:nvSpPr>
          <p:cNvPr id="4"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76400" y="3145078"/>
            <a:ext cx="2286000" cy="319472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0" marR="0" lvl="0" indent="0" algn="ctr" defTabSz="914400" eaLnBrk="1" fontAlgn="auto" latinLnBrk="0" hangingPunct="1">
              <a:lnSpc>
                <a:spcPct val="90000"/>
              </a:lnSpc>
              <a:spcBef>
                <a:spcPts val="0"/>
              </a:spcBef>
              <a:spcAft>
                <a:spcPts val="0"/>
              </a:spcAft>
              <a:buClrTx/>
              <a:buSzTx/>
              <a:buFontTx/>
              <a:buNone/>
              <a:defRPr/>
            </a:pPr>
            <a:r>
              <a:rPr lang="en-US" sz="2800" kern="0" spc="-180" dirty="0">
                <a:cs typeface="Arial" panose="020B0604020202020204" pitchFamily="34" charset="0"/>
              </a:rPr>
              <a:t>CNXH </a:t>
            </a:r>
            <a:r>
              <a:rPr lang="en-US" sz="2800" kern="0" spc="-180" dirty="0" err="1">
                <a:cs typeface="Arial" panose="020B0604020202020204" pitchFamily="34" charset="0"/>
              </a:rPr>
              <a:t>bảo</a:t>
            </a:r>
            <a:r>
              <a:rPr lang="en-US" sz="2800" kern="0" spc="-180" dirty="0">
                <a:cs typeface="Arial" panose="020B0604020202020204" pitchFamily="34" charset="0"/>
              </a:rPr>
              <a:t> </a:t>
            </a:r>
            <a:r>
              <a:rPr lang="en-US" sz="2800" kern="0" spc="-180" dirty="0" err="1">
                <a:cs typeface="Arial" panose="020B0604020202020204" pitchFamily="34" charset="0"/>
              </a:rPr>
              <a:t>đảm</a:t>
            </a:r>
            <a:r>
              <a:rPr lang="en-US" sz="2800" kern="0" spc="-180" dirty="0">
                <a:cs typeface="Arial" panose="020B0604020202020204" pitchFamily="34" charset="0"/>
              </a:rPr>
              <a:t> </a:t>
            </a:r>
            <a:r>
              <a:rPr lang="en-US" sz="2800" kern="0" spc="-180" dirty="0" err="1">
                <a:cs typeface="Arial" panose="020B0604020202020204" pitchFamily="34" charset="0"/>
              </a:rPr>
              <a:t>bình</a:t>
            </a:r>
            <a:r>
              <a:rPr lang="en-US" sz="2800" kern="0" spc="-180" dirty="0">
                <a:cs typeface="Arial" panose="020B0604020202020204" pitchFamily="34" charset="0"/>
              </a:rPr>
              <a:t> </a:t>
            </a:r>
            <a:r>
              <a:rPr lang="en-US" sz="2800" kern="0" spc="-180" dirty="0" err="1">
                <a:cs typeface="Arial" panose="020B0604020202020204" pitchFamily="34" charset="0"/>
              </a:rPr>
              <a:t>đẳng</a:t>
            </a:r>
            <a:r>
              <a:rPr lang="en-US" sz="2800" kern="0" spc="-180" dirty="0">
                <a:cs typeface="Arial" panose="020B0604020202020204" pitchFamily="34" charset="0"/>
              </a:rPr>
              <a:t>, </a:t>
            </a:r>
            <a:r>
              <a:rPr lang="en-US" sz="2800" kern="0" spc="-180" dirty="0" err="1">
                <a:cs typeface="Arial" panose="020B0604020202020204" pitchFamily="34" charset="0"/>
              </a:rPr>
              <a:t>đoàn</a:t>
            </a:r>
            <a:r>
              <a:rPr lang="en-US" sz="2800" kern="0" spc="-180" dirty="0">
                <a:cs typeface="Arial" panose="020B0604020202020204" pitchFamily="34" charset="0"/>
              </a:rPr>
              <a:t> </a:t>
            </a:r>
            <a:r>
              <a:rPr lang="en-US" sz="2800" kern="0" spc="-180" dirty="0" err="1">
                <a:cs typeface="Arial" panose="020B0604020202020204" pitchFamily="34" charset="0"/>
              </a:rPr>
              <a:t>kết</a:t>
            </a:r>
            <a:r>
              <a:rPr lang="en-US" sz="2800" kern="0" spc="-180" dirty="0">
                <a:cs typeface="Arial" panose="020B0604020202020204" pitchFamily="34" charset="0"/>
              </a:rPr>
              <a:t> </a:t>
            </a:r>
            <a:r>
              <a:rPr lang="en-US" sz="2800" kern="0" spc="-180" dirty="0" err="1">
                <a:cs typeface="Arial" panose="020B0604020202020204" pitchFamily="34" charset="0"/>
              </a:rPr>
              <a:t>giữa</a:t>
            </a:r>
            <a:r>
              <a:rPr lang="en-US" sz="2800" kern="0" spc="-180" dirty="0">
                <a:cs typeface="Arial" panose="020B0604020202020204" pitchFamily="34" charset="0"/>
              </a:rPr>
              <a:t> </a:t>
            </a:r>
            <a:r>
              <a:rPr lang="en-US" sz="2800" kern="0" spc="-180" dirty="0" err="1">
                <a:cs typeface="Arial" panose="020B0604020202020204" pitchFamily="34" charset="0"/>
              </a:rPr>
              <a:t>các</a:t>
            </a:r>
            <a:r>
              <a:rPr lang="en-US" sz="2800" kern="0" spc="-180" dirty="0">
                <a:cs typeface="Arial" panose="020B0604020202020204" pitchFamily="34" charset="0"/>
              </a:rPr>
              <a:t> </a:t>
            </a:r>
            <a:r>
              <a:rPr lang="en-US" sz="2800" kern="0" spc="-180" dirty="0" err="1">
                <a:cs typeface="Arial" panose="020B0604020202020204" pitchFamily="34" charset="0"/>
              </a:rPr>
              <a:t>dân</a:t>
            </a:r>
            <a:r>
              <a:rPr lang="en-US" sz="2800" kern="0" spc="-180" dirty="0">
                <a:cs typeface="Arial" panose="020B0604020202020204" pitchFamily="34" charset="0"/>
              </a:rPr>
              <a:t> </a:t>
            </a:r>
            <a:r>
              <a:rPr lang="en-US" sz="2800" kern="0" spc="-180" dirty="0" err="1">
                <a:cs typeface="Arial" panose="020B0604020202020204" pitchFamily="34" charset="0"/>
              </a:rPr>
              <a:t>tộc</a:t>
            </a:r>
            <a:r>
              <a:rPr lang="en-US" sz="2800" kern="0" spc="-180" dirty="0">
                <a:cs typeface="Arial" panose="020B0604020202020204" pitchFamily="34" charset="0"/>
              </a:rPr>
              <a:t> </a:t>
            </a:r>
            <a:r>
              <a:rPr lang="en-US" sz="2800" kern="0" spc="-180" dirty="0" err="1">
                <a:cs typeface="Arial" panose="020B0604020202020204" pitchFamily="34" charset="0"/>
              </a:rPr>
              <a:t>và</a:t>
            </a:r>
            <a:r>
              <a:rPr lang="en-US" sz="2800" kern="0" spc="-180" dirty="0">
                <a:cs typeface="Arial" panose="020B0604020202020204" pitchFamily="34" charset="0"/>
              </a:rPr>
              <a:t> </a:t>
            </a:r>
            <a:r>
              <a:rPr lang="en-US" sz="2800" kern="0" spc="-180" dirty="0" err="1">
                <a:cs typeface="Arial" panose="020B0604020202020204" pitchFamily="34" charset="0"/>
              </a:rPr>
              <a:t>có</a:t>
            </a:r>
            <a:r>
              <a:rPr lang="en-US" sz="2800" kern="0" spc="-180" dirty="0">
                <a:cs typeface="Arial" panose="020B0604020202020204" pitchFamily="34" charset="0"/>
              </a:rPr>
              <a:t> </a:t>
            </a:r>
            <a:r>
              <a:rPr lang="en-US" sz="2800" kern="0" spc="-180" dirty="0" err="1">
                <a:cs typeface="Arial" panose="020B0604020202020204" pitchFamily="34" charset="0"/>
              </a:rPr>
              <a:t>quan</a:t>
            </a:r>
            <a:r>
              <a:rPr lang="en-US" sz="2800" kern="0" spc="-180" dirty="0">
                <a:cs typeface="Arial" panose="020B0604020202020204" pitchFamily="34" charset="0"/>
              </a:rPr>
              <a:t> </a:t>
            </a:r>
            <a:r>
              <a:rPr lang="en-US" sz="2800" kern="0" spc="-180" dirty="0" err="1">
                <a:cs typeface="Arial" panose="020B0604020202020204" pitchFamily="34" charset="0"/>
              </a:rPr>
              <a:t>hệ</a:t>
            </a:r>
            <a:r>
              <a:rPr lang="en-US" sz="2800" kern="0" spc="-180" dirty="0">
                <a:cs typeface="Arial" panose="020B0604020202020204" pitchFamily="34" charset="0"/>
              </a:rPr>
              <a:t> </a:t>
            </a:r>
            <a:r>
              <a:rPr lang="en-US" sz="2800" kern="0" spc="-180" dirty="0" err="1">
                <a:cs typeface="Arial" panose="020B0604020202020204" pitchFamily="34" charset="0"/>
              </a:rPr>
              <a:t>hữu</a:t>
            </a:r>
            <a:r>
              <a:rPr lang="en-US" sz="2800" kern="0" spc="-180" dirty="0">
                <a:cs typeface="Arial" panose="020B0604020202020204" pitchFamily="34" charset="0"/>
              </a:rPr>
              <a:t> </a:t>
            </a:r>
            <a:r>
              <a:rPr lang="en-US" sz="2800" kern="0" spc="-180" dirty="0" err="1">
                <a:cs typeface="Arial" panose="020B0604020202020204" pitchFamily="34" charset="0"/>
              </a:rPr>
              <a:t>nghị</a:t>
            </a:r>
            <a:r>
              <a:rPr lang="en-US" sz="2800" kern="0" spc="-180" dirty="0">
                <a:cs typeface="Arial" panose="020B0604020202020204" pitchFamily="34" charset="0"/>
              </a:rPr>
              <a:t>, </a:t>
            </a:r>
            <a:r>
              <a:rPr lang="en-US" sz="2800" kern="0" spc="-180" dirty="0" err="1">
                <a:cs typeface="Arial" panose="020B0604020202020204" pitchFamily="34" charset="0"/>
              </a:rPr>
              <a:t>hợp</a:t>
            </a:r>
            <a:r>
              <a:rPr lang="en-US" sz="2800" kern="0" spc="-180" dirty="0">
                <a:cs typeface="Arial" panose="020B0604020202020204" pitchFamily="34" charset="0"/>
              </a:rPr>
              <a:t> </a:t>
            </a:r>
            <a:r>
              <a:rPr lang="en-US" sz="2800" kern="0" spc="-180" dirty="0" err="1">
                <a:cs typeface="Arial" panose="020B0604020202020204" pitchFamily="34" charset="0"/>
              </a:rPr>
              <a:t>tác</a:t>
            </a:r>
            <a:r>
              <a:rPr lang="en-US" sz="2800" kern="0" spc="-180" dirty="0">
                <a:cs typeface="Arial" panose="020B0604020202020204" pitchFamily="34" charset="0"/>
              </a:rPr>
              <a:t> </a:t>
            </a:r>
            <a:r>
              <a:rPr lang="en-US" sz="2800" kern="0" spc="-180" dirty="0" err="1">
                <a:cs typeface="Arial" panose="020B0604020202020204" pitchFamily="34" charset="0"/>
              </a:rPr>
              <a:t>với</a:t>
            </a:r>
            <a:r>
              <a:rPr lang="en-US" sz="2800" kern="0" spc="-180" dirty="0">
                <a:cs typeface="Arial" panose="020B0604020202020204" pitchFamily="34" charset="0"/>
              </a:rPr>
              <a:t> </a:t>
            </a:r>
            <a:r>
              <a:rPr lang="en-US" sz="2800" kern="0" spc="-180" dirty="0" err="1">
                <a:cs typeface="Arial" panose="020B0604020202020204" pitchFamily="34" charset="0"/>
              </a:rPr>
              <a:t>nhân</a:t>
            </a:r>
            <a:r>
              <a:rPr lang="en-US" sz="2800" kern="0" spc="-180" dirty="0">
                <a:cs typeface="Arial" panose="020B0604020202020204" pitchFamily="34" charset="0"/>
              </a:rPr>
              <a:t> </a:t>
            </a:r>
            <a:r>
              <a:rPr lang="en-US" sz="2800" kern="0" spc="-180" dirty="0" err="1">
                <a:cs typeface="Arial" panose="020B0604020202020204" pitchFamily="34" charset="0"/>
              </a:rPr>
              <a:t>dân</a:t>
            </a:r>
            <a:r>
              <a:rPr lang="en-US" sz="2800" kern="0" spc="-180" dirty="0">
                <a:cs typeface="Arial" panose="020B0604020202020204" pitchFamily="34" charset="0"/>
              </a:rPr>
              <a:t> </a:t>
            </a:r>
            <a:r>
              <a:rPr lang="en-US" sz="2800" kern="0" spc="-180" dirty="0" err="1">
                <a:cs typeface="Arial" panose="020B0604020202020204" pitchFamily="34" charset="0"/>
              </a:rPr>
              <a:t>các</a:t>
            </a:r>
            <a:r>
              <a:rPr lang="en-US" sz="2800" kern="0" spc="-180" dirty="0">
                <a:cs typeface="Arial" panose="020B0604020202020204" pitchFamily="34" charset="0"/>
              </a:rPr>
              <a:t> </a:t>
            </a:r>
            <a:r>
              <a:rPr lang="en-US" sz="2800" kern="0" spc="-180" dirty="0" err="1">
                <a:cs typeface="Arial" panose="020B0604020202020204" pitchFamily="34" charset="0"/>
              </a:rPr>
              <a:t>nước</a:t>
            </a:r>
            <a:r>
              <a:rPr lang="en-US" sz="2800" kern="0" spc="-180" dirty="0">
                <a:cs typeface="Arial" panose="020B0604020202020204" pitchFamily="34" charset="0"/>
              </a:rPr>
              <a:t> </a:t>
            </a:r>
            <a:r>
              <a:rPr lang="en-US" sz="2800" kern="0" spc="-180" dirty="0" err="1">
                <a:cs typeface="Arial" panose="020B0604020202020204" pitchFamily="34" charset="0"/>
              </a:rPr>
              <a:t>trên</a:t>
            </a:r>
            <a:r>
              <a:rPr lang="en-US" sz="2800" kern="0" spc="-180" dirty="0">
                <a:cs typeface="Arial" panose="020B0604020202020204" pitchFamily="34" charset="0"/>
              </a:rPr>
              <a:t> </a:t>
            </a:r>
            <a:r>
              <a:rPr lang="en-US" sz="2800" kern="0" spc="-180" dirty="0" err="1">
                <a:cs typeface="Arial" panose="020B0604020202020204" pitchFamily="34" charset="0"/>
              </a:rPr>
              <a:t>thế</a:t>
            </a:r>
            <a:r>
              <a:rPr lang="en-US" sz="2800" kern="0" spc="-180" dirty="0">
                <a:cs typeface="Arial" panose="020B0604020202020204" pitchFamily="34" charset="0"/>
              </a:rPr>
              <a:t> </a:t>
            </a:r>
            <a:r>
              <a:rPr lang="en-US" sz="2800" kern="0" spc="-180" dirty="0" err="1">
                <a:cs typeface="Arial" panose="020B0604020202020204" pitchFamily="34" charset="0"/>
              </a:rPr>
              <a:t>giới</a:t>
            </a:r>
            <a:endParaRPr lang="vi-VN" sz="2800" kern="0" spc="-180" dirty="0">
              <a:cs typeface="Arial" panose="020B0604020202020204" pitchFamily="34" charset="0"/>
            </a:endParaRPr>
          </a:p>
        </p:txBody>
      </p:sp>
      <p:grpSp>
        <p:nvGrpSpPr>
          <p:cNvPr id="4" name="Group 3"/>
          <p:cNvGrpSpPr/>
          <p:nvPr/>
        </p:nvGrpSpPr>
        <p:grpSpPr>
          <a:xfrm>
            <a:off x="1905000" y="1447800"/>
            <a:ext cx="1828800" cy="1828800"/>
            <a:chOff x="3528233" y="2445986"/>
            <a:chExt cx="2307913" cy="2333274"/>
          </a:xfrm>
        </p:grpSpPr>
        <p:grpSp>
          <p:nvGrpSpPr>
            <p:cNvPr id="5" name="Group 4"/>
            <p:cNvGrpSpPr/>
            <p:nvPr/>
          </p:nvGrpSpPr>
          <p:grpSpPr>
            <a:xfrm flipH="1">
              <a:off x="3528233" y="2445986"/>
              <a:ext cx="2307913" cy="2333274"/>
              <a:chOff x="1435774" y="1789788"/>
              <a:chExt cx="3410045" cy="3447519"/>
            </a:xfrm>
            <a:effectLst/>
          </p:grpSpPr>
          <p:sp>
            <p:nvSpPr>
              <p:cNvPr id="7" name="Parallelogram 5"/>
              <p:cNvSpPr/>
              <p:nvPr/>
            </p:nvSpPr>
            <p:spPr>
              <a:xfrm rot="16200000" flipV="1">
                <a:off x="2443070" y="2834557"/>
                <a:ext cx="2757672" cy="2047827"/>
              </a:xfrm>
              <a:custGeom>
                <a:avLst/>
                <a:gdLst/>
                <a:ahLst/>
                <a:cxnLst/>
                <a:rect l="l" t="t" r="r" b="b"/>
                <a:pathLst>
                  <a:path w="2056374" h="1527048">
                    <a:moveTo>
                      <a:pt x="2056374" y="0"/>
                    </a:moveTo>
                    <a:lnTo>
                      <a:pt x="339951" y="0"/>
                    </a:lnTo>
                    <a:lnTo>
                      <a:pt x="0" y="1527048"/>
                    </a:lnTo>
                    <a:lnTo>
                      <a:pt x="1706076" y="1527048"/>
                    </a:lnTo>
                    <a:lnTo>
                      <a:pt x="1704529" y="1524011"/>
                    </a:lnTo>
                    <a:close/>
                  </a:path>
                </a:pathLst>
              </a:cu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sp>
            <p:nvSpPr>
              <p:cNvPr id="8" name="Parallelogram 7"/>
              <p:cNvSpPr/>
              <p:nvPr/>
            </p:nvSpPr>
            <p:spPr>
              <a:xfrm rot="5400000" flipH="1" flipV="1">
                <a:off x="635317" y="3075146"/>
                <a:ext cx="2975454" cy="1348868"/>
              </a:xfrm>
              <a:custGeom>
                <a:avLst/>
                <a:gdLst/>
                <a:ahLst/>
                <a:cxnLst/>
                <a:rect l="l" t="t" r="r" b="b"/>
                <a:pathLst>
                  <a:path w="2218772" h="1005840">
                    <a:moveTo>
                      <a:pt x="2218772" y="0"/>
                    </a:moveTo>
                    <a:lnTo>
                      <a:pt x="1706271" y="1005840"/>
                    </a:lnTo>
                    <a:lnTo>
                      <a:pt x="0" y="1005840"/>
                    </a:lnTo>
                    <a:lnTo>
                      <a:pt x="521629" y="0"/>
                    </a:lnTo>
                    <a:close/>
                  </a:path>
                </a:pathLst>
              </a:cu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Calibri" panose="020F0502020204030204"/>
                </a:endParaRPr>
              </a:p>
            </p:txBody>
          </p:sp>
          <p:sp>
            <p:nvSpPr>
              <p:cNvPr id="9" name="Parallelogram 9"/>
              <p:cNvSpPr/>
              <p:nvPr/>
            </p:nvSpPr>
            <p:spPr>
              <a:xfrm rot="16200000" flipV="1">
                <a:off x="2554883" y="670679"/>
                <a:ext cx="1161684" cy="3399902"/>
              </a:xfrm>
              <a:custGeom>
                <a:avLst/>
                <a:gdLst/>
                <a:ahLst/>
                <a:cxnLst/>
                <a:rect l="l" t="t" r="r" b="b"/>
                <a:pathLst>
                  <a:path w="866258" h="2535280">
                    <a:moveTo>
                      <a:pt x="866258" y="1008202"/>
                    </a:moveTo>
                    <a:lnTo>
                      <a:pt x="352554" y="0"/>
                    </a:lnTo>
                    <a:lnTo>
                      <a:pt x="0" y="1527078"/>
                    </a:lnTo>
                    <a:lnTo>
                      <a:pt x="513705" y="2535280"/>
                    </a:lnTo>
                    <a:close/>
                  </a:path>
                </a:pathLst>
              </a:cu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Calibri" panose="020F0502020204030204"/>
                </a:endParaRPr>
              </a:p>
            </p:txBody>
          </p:sp>
        </p:grpSp>
        <p:sp>
          <p:nvSpPr>
            <p:cNvPr id="6" name="TextBox 5"/>
            <p:cNvSpPr txBox="1"/>
            <p:nvPr/>
          </p:nvSpPr>
          <p:spPr>
            <a:xfrm>
              <a:off x="4907404" y="3032808"/>
              <a:ext cx="888486" cy="1688509"/>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sz="8000" b="1" kern="0" noProof="0" dirty="0">
                  <a:solidFill>
                    <a:schemeClr val="bg1">
                      <a:lumMod val="50000"/>
                    </a:schemeClr>
                  </a:solidFill>
                  <a:latin typeface="Calibri" panose="020F0502020204030204"/>
                </a:rPr>
                <a:t>6</a:t>
              </a:r>
              <a:endParaRPr kumimoji="0" lang="en-US" sz="8000" b="1" i="0" u="none" strike="noStrike" kern="0" cap="none" spc="0" normalizeH="0" baseline="0" noProof="0" dirty="0">
                <a:ln>
                  <a:noFill/>
                </a:ln>
                <a:solidFill>
                  <a:schemeClr val="bg1">
                    <a:lumMod val="50000"/>
                  </a:schemeClr>
                </a:solidFill>
                <a:effectLst/>
                <a:uLnTx/>
                <a:uFillTx/>
                <a:latin typeface="Calibri" panose="020F0502020204030204"/>
              </a:endParaRPr>
            </a:p>
          </p:txBody>
        </p:sp>
      </p:grpSp>
      <p:sp>
        <p:nvSpPr>
          <p:cNvPr id="2" name="Rectangle 1"/>
          <p:cNvSpPr/>
          <p:nvPr/>
        </p:nvSpPr>
        <p:spPr>
          <a:xfrm>
            <a:off x="4267200" y="3886200"/>
            <a:ext cx="4572000" cy="1692771"/>
          </a:xfrm>
          <a:prstGeom prst="rect">
            <a:avLst/>
          </a:prstGeom>
        </p:spPr>
        <p:txBody>
          <a:bodyPr>
            <a:spAutoFit/>
          </a:bodyPr>
          <a:lstStyle/>
          <a:p>
            <a:pPr algn="just"/>
            <a:r>
              <a:rPr lang="en-US" sz="2600" dirty="0" err="1"/>
              <a:t>Đặc</a:t>
            </a:r>
            <a:r>
              <a:rPr lang="en-US" sz="2600" dirty="0"/>
              <a:t> </a:t>
            </a:r>
            <a:r>
              <a:rPr lang="en-US" sz="2600" dirty="0" err="1"/>
              <a:t>trưng</a:t>
            </a:r>
            <a:r>
              <a:rPr lang="en-US" sz="2600" dirty="0"/>
              <a:t> </a:t>
            </a:r>
            <a:r>
              <a:rPr lang="en-US" sz="2600" dirty="0" err="1"/>
              <a:t>này</a:t>
            </a:r>
            <a:r>
              <a:rPr lang="en-US" sz="2600" dirty="0"/>
              <a:t> </a:t>
            </a:r>
            <a:r>
              <a:rPr lang="en-US" sz="2600" dirty="0" err="1"/>
              <a:t>nói</a:t>
            </a:r>
            <a:r>
              <a:rPr lang="en-US" sz="2600" dirty="0"/>
              <a:t> </a:t>
            </a:r>
            <a:r>
              <a:rPr lang="en-US" sz="2600" dirty="0" err="1"/>
              <a:t>lên</a:t>
            </a:r>
            <a:r>
              <a:rPr lang="en-US" sz="2600" dirty="0"/>
              <a:t> </a:t>
            </a:r>
            <a:r>
              <a:rPr lang="en-US" sz="2600" dirty="0" err="1"/>
              <a:t>đoàn</a:t>
            </a:r>
            <a:r>
              <a:rPr lang="en-US" sz="2600" dirty="0"/>
              <a:t> </a:t>
            </a:r>
            <a:r>
              <a:rPr lang="en-US" sz="2600" dirty="0" err="1"/>
              <a:t>kết</a:t>
            </a:r>
            <a:r>
              <a:rPr lang="en-US" sz="2600" dirty="0"/>
              <a:t> </a:t>
            </a:r>
            <a:r>
              <a:rPr lang="en-US" sz="2600" dirty="0" err="1"/>
              <a:t>dân</a:t>
            </a:r>
            <a:r>
              <a:rPr lang="en-US" sz="2600" dirty="0"/>
              <a:t> </a:t>
            </a:r>
            <a:r>
              <a:rPr lang="en-US" sz="2600" dirty="0" err="1"/>
              <a:t>tộc</a:t>
            </a:r>
            <a:r>
              <a:rPr lang="en-US" sz="2600" dirty="0"/>
              <a:t>, </a:t>
            </a:r>
            <a:r>
              <a:rPr lang="en-US" sz="2600" dirty="0" err="1"/>
              <a:t>giai</a:t>
            </a:r>
            <a:r>
              <a:rPr lang="en-US" sz="2600" dirty="0"/>
              <a:t> </a:t>
            </a:r>
            <a:r>
              <a:rPr lang="en-US" sz="2600" dirty="0" err="1"/>
              <a:t>cấp</a:t>
            </a:r>
            <a:r>
              <a:rPr lang="en-US" sz="2600" dirty="0"/>
              <a:t> </a:t>
            </a:r>
            <a:r>
              <a:rPr lang="en-US" sz="2600" dirty="0" err="1"/>
              <a:t>và</a:t>
            </a:r>
            <a:r>
              <a:rPr lang="en-US" sz="2600" dirty="0"/>
              <a:t> </a:t>
            </a:r>
            <a:r>
              <a:rPr lang="en-US" sz="2600" dirty="0" err="1"/>
              <a:t>cách</a:t>
            </a:r>
            <a:r>
              <a:rPr lang="en-US" sz="2600" dirty="0"/>
              <a:t> </a:t>
            </a:r>
            <a:r>
              <a:rPr lang="en-US" sz="2600" dirty="0" err="1"/>
              <a:t>giải</a:t>
            </a:r>
            <a:r>
              <a:rPr lang="en-US" sz="2600" dirty="0"/>
              <a:t> </a:t>
            </a:r>
            <a:r>
              <a:rPr lang="en-US" sz="2600" dirty="0" err="1"/>
              <a:t>quyết</a:t>
            </a:r>
            <a:r>
              <a:rPr lang="en-US" sz="2600" dirty="0"/>
              <a:t> </a:t>
            </a:r>
            <a:r>
              <a:rPr lang="en-US" sz="2600" dirty="0" err="1"/>
              <a:t>nó</a:t>
            </a:r>
            <a:r>
              <a:rPr lang="en-US" sz="2600" dirty="0"/>
              <a:t> (</a:t>
            </a:r>
            <a:r>
              <a:rPr lang="en-US" sz="2600" dirty="0" err="1"/>
              <a:t>cương</a:t>
            </a:r>
            <a:r>
              <a:rPr lang="en-US" sz="2600" dirty="0"/>
              <a:t> </a:t>
            </a:r>
            <a:r>
              <a:rPr lang="en-US" sz="2600" dirty="0" err="1"/>
              <a:t>lĩnh</a:t>
            </a:r>
            <a:r>
              <a:rPr lang="en-US" sz="2600" dirty="0"/>
              <a:t> </a:t>
            </a:r>
            <a:r>
              <a:rPr lang="en-US" sz="2600" dirty="0" err="1"/>
              <a:t>vấn</a:t>
            </a:r>
            <a:r>
              <a:rPr lang="en-US" sz="2600" dirty="0"/>
              <a:t> </a:t>
            </a:r>
            <a:r>
              <a:rPr lang="en-US" sz="2600" dirty="0" err="1"/>
              <a:t>đề</a:t>
            </a:r>
            <a:r>
              <a:rPr lang="en-US" sz="2600" dirty="0"/>
              <a:t> </a:t>
            </a:r>
            <a:r>
              <a:rPr lang="en-US" sz="2600" dirty="0" err="1"/>
              <a:t>dân</a:t>
            </a:r>
            <a:r>
              <a:rPr lang="en-US" sz="2600" dirty="0"/>
              <a:t> </a:t>
            </a:r>
            <a:r>
              <a:rPr lang="en-US" sz="2600" dirty="0" err="1"/>
              <a:t>tộc</a:t>
            </a:r>
            <a:r>
              <a:rPr lang="en-US" sz="2600" dirty="0"/>
              <a:t> </a:t>
            </a:r>
            <a:r>
              <a:rPr lang="en-US" sz="2600" dirty="0" err="1"/>
              <a:t>của</a:t>
            </a:r>
            <a:r>
              <a:rPr lang="en-US" sz="2600" dirty="0"/>
              <a:t> </a:t>
            </a:r>
            <a:r>
              <a:rPr lang="en-US" sz="2600" dirty="0" err="1"/>
              <a:t>Lênin</a:t>
            </a:r>
            <a:r>
              <a:rPr lang="en-US" sz="2600" dirty="0"/>
              <a:t>)</a:t>
            </a:r>
            <a:endParaRPr lang="x-none" sz="2600" u="sng" dirty="0"/>
          </a:p>
        </p:txBody>
      </p:sp>
      <p:sp>
        <p:nvSpPr>
          <p:cNvPr id="12" name="Rectangle 42"/>
          <p:cNvSpPr txBox="1">
            <a:spLocks noChangeArrowheads="1"/>
          </p:cNvSpPr>
          <p:nvPr/>
        </p:nvSpPr>
        <p:spPr bwMode="auto">
          <a:xfrm>
            <a:off x="914400" y="76200"/>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3200" dirty="0">
                <a:solidFill>
                  <a:srgbClr val="FF0000"/>
                </a:solidFill>
              </a:rPr>
              <a:t>1.</a:t>
            </a:r>
            <a:r>
              <a:rPr lang="en-US" sz="3200" dirty="0">
                <a:solidFill>
                  <a:srgbClr val="FF0000"/>
                </a:solidFill>
              </a:rPr>
              <a:t>3</a:t>
            </a:r>
            <a:r>
              <a:rPr lang="vi-VN" sz="3200" dirty="0">
                <a:solidFill>
                  <a:srgbClr val="FF0000"/>
                </a:solidFill>
              </a:rPr>
              <a:t>. </a:t>
            </a:r>
            <a:r>
              <a:rPr lang="en-US" sz="3200" dirty="0" err="1">
                <a:solidFill>
                  <a:srgbClr val="FF0000"/>
                </a:solidFill>
              </a:rPr>
              <a:t>Những</a:t>
            </a:r>
            <a:r>
              <a:rPr lang="vi-VN" sz="3200" dirty="0">
                <a:solidFill>
                  <a:srgbClr val="FF0000"/>
                </a:solidFill>
              </a:rPr>
              <a:t> đặc trưng cơ bản của chủ nghĩa xã hội</a:t>
            </a:r>
            <a:endParaRPr lang="en-US" sz="3200" dirty="0">
              <a:solidFill>
                <a:srgbClr val="FF0000"/>
              </a:solidFill>
              <a:effectLst>
                <a:outerShdw blurRad="38100" dist="38100" dir="2700000" algn="tl">
                  <a:srgbClr val="000000">
                    <a:alpha val="43137"/>
                  </a:srgbClr>
                </a:outerShdw>
              </a:effectLst>
            </a:endParaRPr>
          </a:p>
        </p:txBody>
      </p:sp>
      <p:sp>
        <p:nvSpPr>
          <p:cNvPr id="11"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2"/>
          <p:cNvSpPr txBox="1">
            <a:spLocks noChangeArrowheads="1"/>
          </p:cNvSpPr>
          <p:nvPr/>
        </p:nvSpPr>
        <p:spPr bwMode="auto">
          <a:xfrm>
            <a:off x="2286000" y="76200"/>
            <a:ext cx="487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 Thời kỳ quá độ chủ nghĩa xã hội</a:t>
            </a:r>
            <a:endParaRPr lang="en-US" sz="2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pSp>
        <p:nvGrpSpPr>
          <p:cNvPr id="5" name="Group 4"/>
          <p:cNvGrpSpPr/>
          <p:nvPr/>
        </p:nvGrpSpPr>
        <p:grpSpPr>
          <a:xfrm>
            <a:off x="918978" y="3575971"/>
            <a:ext cx="7617711" cy="1082862"/>
            <a:chOff x="2223310" y="5530824"/>
            <a:chExt cx="7617711" cy="1082862"/>
          </a:xfrm>
        </p:grpSpPr>
        <p:grpSp>
          <p:nvGrpSpPr>
            <p:cNvPr id="6" name="Group 5"/>
            <p:cNvGrpSpPr/>
            <p:nvPr/>
          </p:nvGrpSpPr>
          <p:grpSpPr>
            <a:xfrm>
              <a:off x="2782136" y="5551044"/>
              <a:ext cx="7058885" cy="1062642"/>
              <a:chOff x="1371458" y="3367824"/>
              <a:chExt cx="2327517" cy="601859"/>
            </a:xfrm>
          </p:grpSpPr>
          <p:sp>
            <p:nvSpPr>
              <p:cNvPr id="10" name="Rounded Rectangle 9"/>
              <p:cNvSpPr/>
              <p:nvPr/>
            </p:nvSpPr>
            <p:spPr>
              <a:xfrm>
                <a:off x="1371458" y="3367824"/>
                <a:ext cx="2327517" cy="601859"/>
              </a:xfrm>
              <a:prstGeom prst="roundRect">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a:lstStyle/>
              <a:p>
                <a:endParaRPr lang="x-none" dirty="0"/>
              </a:p>
            </p:txBody>
          </p:sp>
          <p:sp>
            <p:nvSpPr>
              <p:cNvPr id="11" name="Rounded Rectangle 4"/>
              <p:cNvSpPr/>
              <p:nvPr/>
            </p:nvSpPr>
            <p:spPr>
              <a:xfrm>
                <a:off x="1391683" y="3388050"/>
                <a:ext cx="1504482" cy="3738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27011" tIns="68580" rIns="68580" bIns="68580" numCol="1" spcCol="1270" anchor="ctr" anchorCtr="0">
                <a:noAutofit/>
              </a:bodyPr>
              <a:lstStyle/>
              <a:p>
                <a:pPr lvl="0" algn="l" defTabSz="800100">
                  <a:lnSpc>
                    <a:spcPct val="90000"/>
                  </a:lnSpc>
                  <a:spcBef>
                    <a:spcPct val="0"/>
                  </a:spcBef>
                  <a:spcAft>
                    <a:spcPct val="35000"/>
                  </a:spcAft>
                </a:pPr>
                <a:endParaRPr lang="vi-VN" sz="1800" kern="1200"/>
              </a:p>
            </p:txBody>
          </p:sp>
        </p:grpSp>
        <p:sp>
          <p:nvSpPr>
            <p:cNvPr id="7" name="Oval 6"/>
            <p:cNvSpPr/>
            <p:nvPr/>
          </p:nvSpPr>
          <p:spPr>
            <a:xfrm>
              <a:off x="2223310" y="5530824"/>
              <a:ext cx="1016203" cy="1016240"/>
            </a:xfrm>
            <a:prstGeom prst="ellipse">
              <a:avLst/>
            </a:prstGeom>
          </p:spPr>
          <p:style>
            <a:lnRef idx="0">
              <a:schemeClr val="lt1">
                <a:hueOff val="0"/>
                <a:satOff val="0"/>
                <a:lumOff val="0"/>
                <a:alphaOff val="0"/>
              </a:schemeClr>
            </a:lnRef>
            <a:fillRef idx="1">
              <a:schemeClr val="accent2">
                <a:tint val="50000"/>
                <a:hueOff val="0"/>
                <a:satOff val="0"/>
                <a:lumOff val="0"/>
                <a:alphaOff val="0"/>
              </a:schemeClr>
            </a:fillRef>
            <a:effectRef idx="3">
              <a:schemeClr val="accent2">
                <a:tint val="50000"/>
                <a:hueOff val="0"/>
                <a:satOff val="0"/>
                <a:lumOff val="0"/>
                <a:alphaOff val="0"/>
              </a:schemeClr>
            </a:effectRef>
            <a:fontRef idx="minor">
              <a:schemeClr val="lt1">
                <a:hueOff val="0"/>
                <a:satOff val="0"/>
                <a:lumOff val="0"/>
                <a:alphaOff val="0"/>
              </a:schemeClr>
            </a:fontRef>
          </p:style>
        </p:sp>
        <p:sp>
          <p:nvSpPr>
            <p:cNvPr id="8" name="TextBox 7"/>
            <p:cNvSpPr txBox="1"/>
            <p:nvPr/>
          </p:nvSpPr>
          <p:spPr>
            <a:xfrm>
              <a:off x="2347425" y="5820755"/>
              <a:ext cx="767970" cy="523220"/>
            </a:xfrm>
            <a:prstGeom prst="rect">
              <a:avLst/>
            </a:prstGeom>
            <a:noFill/>
          </p:spPr>
          <p:txBody>
            <a:bodyPr wrap="square" rtlCol="0">
              <a:spAutoFit/>
            </a:bodyPr>
            <a:lstStyle/>
            <a:p>
              <a:r>
                <a:rPr lang="vi-VN" sz="2800" b="1" dirty="0">
                  <a:effectLst>
                    <a:outerShdw blurRad="38100" dist="38100" dir="2700000" algn="tl">
                      <a:srgbClr val="000000">
                        <a:alpha val="43137"/>
                      </a:srgbClr>
                    </a:outerShdw>
                  </a:effectLst>
                </a:rPr>
                <a:t>2.2</a:t>
              </a:r>
            </a:p>
          </p:txBody>
        </p:sp>
        <p:sp>
          <p:nvSpPr>
            <p:cNvPr id="9" name="TextBox 8"/>
            <p:cNvSpPr txBox="1"/>
            <p:nvPr/>
          </p:nvSpPr>
          <p:spPr>
            <a:xfrm>
              <a:off x="3217591" y="5655049"/>
              <a:ext cx="6544941" cy="954107"/>
            </a:xfrm>
            <a:prstGeom prst="rect">
              <a:avLst/>
            </a:prstGeom>
            <a:noFill/>
          </p:spPr>
          <p:txBody>
            <a:bodyPr wrap="square" rtlCol="0">
              <a:spAutoFit/>
            </a:bodyPr>
            <a:lstStyle/>
            <a:p>
              <a:pPr algn="ctr"/>
              <a:r>
                <a:rPr lang="en-US" sz="2800" dirty="0"/>
                <a:t>Đ</a:t>
              </a:r>
              <a:r>
                <a:rPr lang="vi-VN" sz="2800" dirty="0"/>
                <a:t>ặc điểm thời kỳ quá độ lên chủ nghĩa xã hội </a:t>
              </a:r>
            </a:p>
          </p:txBody>
        </p:sp>
      </p:grpSp>
      <p:grpSp>
        <p:nvGrpSpPr>
          <p:cNvPr id="12" name="Group 11"/>
          <p:cNvGrpSpPr/>
          <p:nvPr/>
        </p:nvGrpSpPr>
        <p:grpSpPr>
          <a:xfrm>
            <a:off x="918978" y="2199157"/>
            <a:ext cx="7617712" cy="1062644"/>
            <a:chOff x="3296243" y="4559930"/>
            <a:chExt cx="7617712" cy="1062644"/>
          </a:xfrm>
        </p:grpSpPr>
        <p:grpSp>
          <p:nvGrpSpPr>
            <p:cNvPr id="13" name="Group 12"/>
            <p:cNvGrpSpPr/>
            <p:nvPr/>
          </p:nvGrpSpPr>
          <p:grpSpPr>
            <a:xfrm>
              <a:off x="3903555" y="4559930"/>
              <a:ext cx="7010400" cy="1062644"/>
              <a:chOff x="2777108" y="2798833"/>
              <a:chExt cx="2754530" cy="601860"/>
            </a:xfrm>
          </p:grpSpPr>
          <p:sp>
            <p:nvSpPr>
              <p:cNvPr id="17" name="Rounded Rectangle 16"/>
              <p:cNvSpPr/>
              <p:nvPr/>
            </p:nvSpPr>
            <p:spPr>
              <a:xfrm>
                <a:off x="2777108" y="2798833"/>
                <a:ext cx="2754530" cy="601860"/>
              </a:xfrm>
              <a:prstGeom prst="roundRect">
                <a:avLst/>
              </a:pr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8" name="Rounded Rectangle 6"/>
              <p:cNvSpPr/>
              <p:nvPr/>
            </p:nvSpPr>
            <p:spPr>
              <a:xfrm>
                <a:off x="2778469" y="2887953"/>
                <a:ext cx="1504482" cy="3738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27011" tIns="68580" rIns="68580" bIns="68580" numCol="1" spcCol="1270" anchor="ctr" anchorCtr="0">
                <a:noAutofit/>
              </a:bodyPr>
              <a:lstStyle/>
              <a:p>
                <a:pPr lvl="0" algn="l" defTabSz="800100">
                  <a:lnSpc>
                    <a:spcPct val="90000"/>
                  </a:lnSpc>
                  <a:spcBef>
                    <a:spcPct val="0"/>
                  </a:spcBef>
                  <a:spcAft>
                    <a:spcPct val="35000"/>
                  </a:spcAft>
                </a:pPr>
                <a:endParaRPr lang="vi-VN" sz="1800" kern="1200"/>
              </a:p>
            </p:txBody>
          </p:sp>
        </p:grpSp>
        <p:sp>
          <p:nvSpPr>
            <p:cNvPr id="14" name="Oval 13"/>
            <p:cNvSpPr/>
            <p:nvPr/>
          </p:nvSpPr>
          <p:spPr>
            <a:xfrm>
              <a:off x="3296243" y="4580696"/>
              <a:ext cx="1016203" cy="1016240"/>
            </a:xfrm>
            <a:prstGeom prst="ellipse">
              <a:avLst/>
            </a:prstGeom>
          </p:spPr>
          <p:style>
            <a:lnRef idx="0">
              <a:schemeClr val="lt1">
                <a:hueOff val="0"/>
                <a:satOff val="0"/>
                <a:lumOff val="0"/>
                <a:alphaOff val="0"/>
              </a:schemeClr>
            </a:lnRef>
            <a:fillRef idx="1">
              <a:schemeClr val="accent3">
                <a:tint val="50000"/>
                <a:hueOff val="0"/>
                <a:satOff val="0"/>
                <a:lumOff val="0"/>
                <a:alphaOff val="0"/>
              </a:schemeClr>
            </a:fillRef>
            <a:effectRef idx="3">
              <a:schemeClr val="accent3">
                <a:tint val="50000"/>
                <a:hueOff val="0"/>
                <a:satOff val="0"/>
                <a:lumOff val="0"/>
                <a:alphaOff val="0"/>
              </a:schemeClr>
            </a:effectRef>
            <a:fontRef idx="minor">
              <a:schemeClr val="lt1">
                <a:hueOff val="0"/>
                <a:satOff val="0"/>
                <a:lumOff val="0"/>
                <a:alphaOff val="0"/>
              </a:schemeClr>
            </a:fontRef>
          </p:style>
        </p:sp>
        <p:sp>
          <p:nvSpPr>
            <p:cNvPr id="15" name="TextBox 14"/>
            <p:cNvSpPr txBox="1"/>
            <p:nvPr/>
          </p:nvSpPr>
          <p:spPr>
            <a:xfrm>
              <a:off x="3420358" y="4824925"/>
              <a:ext cx="767970" cy="523220"/>
            </a:xfrm>
            <a:prstGeom prst="rect">
              <a:avLst/>
            </a:prstGeom>
            <a:noFill/>
          </p:spPr>
          <p:txBody>
            <a:bodyPr wrap="square" rtlCol="0">
              <a:spAutoFit/>
            </a:bodyPr>
            <a:lstStyle/>
            <a:p>
              <a:r>
                <a:rPr lang="vi-VN" sz="2800" b="1" dirty="0">
                  <a:effectLst>
                    <a:outerShdw blurRad="38100" dist="38100" dir="2700000" algn="tl">
                      <a:srgbClr val="000000">
                        <a:alpha val="43137"/>
                      </a:srgbClr>
                    </a:outerShdw>
                  </a:effectLst>
                </a:rPr>
                <a:t>2.1</a:t>
              </a:r>
            </a:p>
          </p:txBody>
        </p:sp>
        <p:sp>
          <p:nvSpPr>
            <p:cNvPr id="16" name="TextBox 15"/>
            <p:cNvSpPr txBox="1"/>
            <p:nvPr/>
          </p:nvSpPr>
          <p:spPr>
            <a:xfrm>
              <a:off x="4390936" y="4652501"/>
              <a:ext cx="6444529" cy="954107"/>
            </a:xfrm>
            <a:prstGeom prst="rect">
              <a:avLst/>
            </a:prstGeom>
            <a:noFill/>
          </p:spPr>
          <p:txBody>
            <a:bodyPr wrap="square" rtlCol="0">
              <a:spAutoFit/>
            </a:bodyPr>
            <a:lstStyle/>
            <a:p>
              <a:pPr algn="ctr"/>
              <a:r>
                <a:rPr lang="en-US" sz="2800" dirty="0" err="1"/>
                <a:t>Tính</a:t>
              </a:r>
              <a:r>
                <a:rPr lang="en-US" sz="2800" dirty="0"/>
                <a:t> </a:t>
              </a:r>
              <a:r>
                <a:rPr lang="en-US" sz="2800" dirty="0" err="1"/>
                <a:t>tất</a:t>
              </a:r>
              <a:r>
                <a:rPr lang="en-US" sz="2800" dirty="0"/>
                <a:t> </a:t>
              </a:r>
              <a:r>
                <a:rPr lang="en-US" sz="2800" dirty="0" err="1"/>
                <a:t>yếu</a:t>
              </a:r>
              <a:r>
                <a:rPr lang="en-US" sz="2800" dirty="0"/>
                <a:t> </a:t>
              </a:r>
              <a:r>
                <a:rPr lang="en-US" sz="2800" dirty="0" err="1"/>
                <a:t>khách</a:t>
              </a:r>
              <a:r>
                <a:rPr lang="en-US" sz="2800" dirty="0"/>
                <a:t> </a:t>
              </a:r>
              <a:r>
                <a:rPr lang="en-US" sz="2800" dirty="0" err="1"/>
                <a:t>quan</a:t>
              </a:r>
              <a:r>
                <a:rPr lang="en-US" sz="2800" dirty="0"/>
                <a:t> </a:t>
              </a:r>
              <a:r>
                <a:rPr lang="en-US" sz="2800" dirty="0" err="1"/>
                <a:t>của</a:t>
              </a:r>
              <a:r>
                <a:rPr lang="en-US" sz="2800" dirty="0"/>
                <a:t> </a:t>
              </a:r>
              <a:r>
                <a:rPr lang="en-US" sz="2800" dirty="0" err="1"/>
                <a:t>thời</a:t>
              </a:r>
              <a:r>
                <a:rPr lang="en-US" sz="2800" dirty="0"/>
                <a:t> </a:t>
              </a:r>
              <a:r>
                <a:rPr lang="en-US" sz="2800" dirty="0" err="1"/>
                <a:t>kỳ</a:t>
              </a:r>
              <a:r>
                <a:rPr lang="en-US" sz="2800" dirty="0"/>
                <a:t> </a:t>
              </a:r>
              <a:r>
                <a:rPr lang="en-US" sz="2800" dirty="0" err="1"/>
                <a:t>quá</a:t>
              </a:r>
              <a:r>
                <a:rPr lang="en-US" sz="2800" dirty="0"/>
                <a:t> </a:t>
              </a:r>
              <a:r>
                <a:rPr lang="en-US" sz="2800" dirty="0" err="1"/>
                <a:t>độ</a:t>
              </a:r>
              <a:r>
                <a:rPr lang="en-US" sz="2800" dirty="0"/>
                <a:t> </a:t>
              </a:r>
              <a:r>
                <a:rPr lang="en-US" sz="2800" dirty="0" err="1"/>
                <a:t>lên</a:t>
              </a:r>
              <a:r>
                <a:rPr lang="en-US" sz="2800" dirty="0"/>
                <a:t> </a:t>
              </a:r>
              <a:r>
                <a:rPr lang="en-US" sz="2800" dirty="0" err="1"/>
                <a:t>chủ</a:t>
              </a:r>
              <a:r>
                <a:rPr lang="en-US" sz="2800" dirty="0"/>
                <a:t> </a:t>
              </a:r>
              <a:r>
                <a:rPr lang="en-US" sz="2800" dirty="0" err="1"/>
                <a:t>nghĩa</a:t>
              </a:r>
              <a:r>
                <a:rPr lang="en-US" sz="2800" dirty="0"/>
                <a:t> </a:t>
              </a:r>
              <a:r>
                <a:rPr lang="en-US" sz="2800" dirty="0" err="1"/>
                <a:t>xã</a:t>
              </a:r>
              <a:r>
                <a:rPr lang="en-US" sz="2800" dirty="0"/>
                <a:t> </a:t>
              </a:r>
              <a:r>
                <a:rPr lang="en-US" sz="2800" dirty="0" err="1"/>
                <a:t>hội</a:t>
              </a:r>
              <a:endParaRPr lang="en-US" sz="2800" dirty="0"/>
            </a:p>
          </p:txBody>
        </p:sp>
      </p:grpSp>
      <p:sp>
        <p:nvSpPr>
          <p:cNvPr id="19"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2"/>
          <p:cNvSpPr txBox="1">
            <a:spLocks noChangeArrowheads="1"/>
          </p:cNvSpPr>
          <p:nvPr/>
        </p:nvSpPr>
        <p:spPr bwMode="auto">
          <a:xfrm>
            <a:off x="1219200" y="152400"/>
            <a:ext cx="6400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2.1. </a:t>
            </a:r>
            <a:r>
              <a:rPr lang="en-US" sz="2600" dirty="0" err="1">
                <a:solidFill>
                  <a:srgbClr val="FF0000"/>
                </a:solidFill>
                <a:latin typeface="Arial" panose="020B0604020202020204" pitchFamily="34" charset="0"/>
                <a:cs typeface="Arial" panose="020B0604020202020204" pitchFamily="34" charset="0"/>
              </a:rPr>
              <a:t>Tính</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tất</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yếu</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khách</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quan</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thời</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kỳ</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quá</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độ</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lên</a:t>
            </a:r>
            <a:r>
              <a:rPr lang="en-US" sz="2600" dirty="0">
                <a:solidFill>
                  <a:srgbClr val="FF0000"/>
                </a:solidFill>
                <a:latin typeface="Arial" panose="020B0604020202020204" pitchFamily="34" charset="0"/>
                <a:cs typeface="Arial" panose="020B0604020202020204" pitchFamily="34" charset="0"/>
              </a:rPr>
              <a:t> CNXH</a:t>
            </a:r>
            <a:endParaRPr lang="en-US" sz="2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Rectangle 3"/>
          <p:cNvSpPr/>
          <p:nvPr/>
        </p:nvSpPr>
        <p:spPr>
          <a:xfrm>
            <a:off x="3810000" y="1676400"/>
            <a:ext cx="5181600" cy="4401205"/>
          </a:xfrm>
          <a:prstGeom prst="rect">
            <a:avLst/>
          </a:prstGeom>
        </p:spPr>
        <p:txBody>
          <a:bodyPr wrap="square">
            <a:spAutoFit/>
          </a:bodyPr>
          <a:lstStyle/>
          <a:p>
            <a:pPr algn="just"/>
            <a:r>
              <a:rPr lang="en-US" sz="2800" dirty="0">
                <a:latin typeface="Arial" panose="020B0604020202020204" pitchFamily="34" charset="0"/>
                <a:ea typeface="Times New Roman" panose="02020603050405020304" charset="0"/>
                <a:cs typeface="Arial" panose="020B0604020202020204" pitchFamily="34" charset="0"/>
              </a:rPr>
              <a:t>“</a:t>
            </a:r>
            <a:r>
              <a:rPr lang="en-US" sz="2800" dirty="0" err="1">
                <a:latin typeface="Arial" panose="020B0604020202020204" pitchFamily="34" charset="0"/>
                <a:ea typeface="Times New Roman" panose="02020603050405020304" charset="0"/>
                <a:cs typeface="Arial" panose="020B0604020202020204" pitchFamily="34" charset="0"/>
              </a:rPr>
              <a:t>Giữa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xa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hội</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tư</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bản</a:t>
            </a:r>
            <a:r>
              <a:rPr lang="en-US" sz="2800" dirty="0">
                <a:latin typeface="Arial" panose="020B0604020202020204" pitchFamily="34" charset="0"/>
                <a:ea typeface="Times New Roman" panose="02020603050405020304" charset="0"/>
                <a:cs typeface="Arial" panose="020B0604020202020204" pitchFamily="34" charset="0"/>
              </a:rPr>
              <a:t> chủ </a:t>
            </a:r>
            <a:r>
              <a:rPr lang="en-US" sz="2800" dirty="0" err="1">
                <a:latin typeface="Arial" panose="020B0604020202020204" pitchFamily="34" charset="0"/>
                <a:ea typeface="Times New Roman" panose="02020603050405020304" charset="0"/>
                <a:cs typeface="Arial" panose="020B0604020202020204" pitchFamily="34" charset="0"/>
              </a:rPr>
              <a:t>nghĩa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va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xa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hội</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cộng</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sản</a:t>
            </a:r>
            <a:r>
              <a:rPr lang="en-US" sz="2800" dirty="0">
                <a:latin typeface="Arial" panose="020B0604020202020204" pitchFamily="34" charset="0"/>
                <a:ea typeface="Times New Roman" panose="02020603050405020304" charset="0"/>
                <a:cs typeface="Arial" panose="020B0604020202020204" pitchFamily="34" charset="0"/>
              </a:rPr>
              <a:t> chủ </a:t>
            </a:r>
            <a:r>
              <a:rPr lang="en-US" sz="2800" dirty="0" err="1">
                <a:latin typeface="Arial" panose="020B0604020202020204" pitchFamily="34" charset="0"/>
                <a:ea typeface="Times New Roman" panose="02020603050405020304" charset="0"/>
                <a:cs typeface="Arial" panose="020B0604020202020204" pitchFamily="34" charset="0"/>
              </a:rPr>
              <a:t>nghĩa</a:t>
            </a:r>
            <a:r>
              <a:rPr lang="en-US" sz="2800" dirty="0">
                <a:latin typeface="Arial" panose="020B0604020202020204" pitchFamily="34" charset="0"/>
                <a:ea typeface="Times New Roman" panose="02020603050405020304" charset="0"/>
                <a:cs typeface="Arial" panose="020B0604020202020204" pitchFamily="34" charset="0"/>
              </a:rPr>
              <a:t> là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một</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thời</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ky</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cải</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biến</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cách</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mạng</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tư</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xa</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hội</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này</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sang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xa</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hội</a:t>
            </a:r>
            <a:r>
              <a:rPr lang="en-US" sz="2800" i="1" dirty="0">
                <a:solidFill>
                  <a:srgbClr val="FF0000"/>
                </a:solidFill>
                <a:latin typeface="Arial" panose="020B0604020202020204" pitchFamily="34" charset="0"/>
                <a:ea typeface="Times New Roman" panose="02020603050405020304" charset="0"/>
                <a:cs typeface="Arial" panose="020B0604020202020204" pitchFamily="34" charset="0"/>
              </a:rPr>
              <a:t> </a:t>
            </a:r>
            <a:r>
              <a:rPr lang="en-US" sz="2800" i="1" dirty="0" err="1">
                <a:solidFill>
                  <a:srgbClr val="FF0000"/>
                </a:solidFill>
                <a:latin typeface="Arial" panose="020B0604020202020204" pitchFamily="34" charset="0"/>
                <a:ea typeface="Times New Roman" panose="02020603050405020304" charset="0"/>
                <a:cs typeface="Arial" panose="020B0604020202020204" pitchFamily="34" charset="0"/>
              </a:rPr>
              <a:t>kia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Thích</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ứng</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với</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thời</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ky</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ấy</a:t>
            </a:r>
            <a:r>
              <a:rPr lang="en-US" sz="2800" dirty="0">
                <a:latin typeface="Arial" panose="020B0604020202020204" pitchFamily="34" charset="0"/>
                <a:ea typeface="Times New Roman" panose="02020603050405020304" charset="0"/>
                <a:cs typeface="Arial" panose="020B0604020202020204" pitchFamily="34" charset="0"/>
              </a:rPr>
              <a:t> là </a:t>
            </a:r>
            <a:r>
              <a:rPr lang="en-US" sz="2800" dirty="0" err="1">
                <a:latin typeface="Arial" panose="020B0604020202020204" pitchFamily="34" charset="0"/>
                <a:ea typeface="Times New Roman" panose="02020603050405020304" charset="0"/>
                <a:cs typeface="Arial" panose="020B0604020202020204" pitchFamily="34" charset="0"/>
              </a:rPr>
              <a:t>một</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thời</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kỳ</a:t>
            </a:r>
            <a:r>
              <a:rPr lang="en-US" sz="2800" dirty="0">
                <a:latin typeface="Arial" panose="020B0604020202020204" pitchFamily="34" charset="0"/>
                <a:ea typeface="Times New Roman" panose="02020603050405020304" charset="0"/>
                <a:cs typeface="Arial" panose="020B0604020202020204" pitchFamily="34" charset="0"/>
              </a:rPr>
              <a:t> quá </a:t>
            </a:r>
            <a:r>
              <a:rPr lang="en-US" sz="2800" dirty="0" err="1">
                <a:latin typeface="Arial" panose="020B0604020202020204" pitchFamily="34" charset="0"/>
                <a:ea typeface="Times New Roman" panose="02020603050405020304" charset="0"/>
                <a:cs typeface="Arial" panose="020B0604020202020204" pitchFamily="34" charset="0"/>
              </a:rPr>
              <a:t>đô</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chính</a:t>
            </a:r>
            <a:r>
              <a:rPr lang="en-US" sz="2800" dirty="0">
                <a:latin typeface="Arial" panose="020B0604020202020204" pitchFamily="34" charset="0"/>
                <a:ea typeface="Times New Roman" panose="02020603050405020304" charset="0"/>
                <a:cs typeface="Arial" panose="020B0604020202020204" pitchFamily="34" charset="0"/>
              </a:rPr>
              <a:t> trị, </a:t>
            </a:r>
            <a:r>
              <a:rPr lang="en-US" sz="2800" dirty="0" err="1">
                <a:latin typeface="Arial" panose="020B0604020202020204" pitchFamily="34" charset="0"/>
                <a:ea typeface="Times New Roman" panose="02020603050405020304" charset="0"/>
                <a:cs typeface="Arial" panose="020B0604020202020204" pitchFamily="34" charset="0"/>
              </a:rPr>
              <a:t>va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nha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nước</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của</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thời</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ky</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ấy</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không</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thê</a:t>
            </a:r>
            <a:r>
              <a:rPr lang="en-US" sz="2800" dirty="0">
                <a:latin typeface="Arial" panose="020B0604020202020204" pitchFamily="34" charset="0"/>
                <a:ea typeface="Times New Roman" panose="02020603050405020304" charset="0"/>
                <a:cs typeface="Arial" panose="020B0604020202020204" pitchFamily="34" charset="0"/>
              </a:rPr>
              <a:t>̉ là </a:t>
            </a:r>
            <a:r>
              <a:rPr lang="en-US" sz="2800" dirty="0" err="1">
                <a:latin typeface="Arial" panose="020B0604020202020204" pitchFamily="34" charset="0"/>
                <a:ea typeface="Times New Roman" panose="02020603050405020304" charset="0"/>
                <a:cs typeface="Arial" panose="020B0604020202020204" pitchFamily="34" charset="0"/>
              </a:rPr>
              <a:t>cái</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gi</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khác</a:t>
            </a:r>
            <a:r>
              <a:rPr lang="en-US" sz="2800" dirty="0">
                <a:latin typeface="Arial" panose="020B0604020202020204" pitchFamily="34" charset="0"/>
                <a:ea typeface="Times New Roman" panose="02020603050405020304" charset="0"/>
                <a:cs typeface="Arial" panose="020B0604020202020204" pitchFamily="34" charset="0"/>
              </a:rPr>
              <a:t> </a:t>
            </a:r>
            <a:r>
              <a:rPr lang="en-US" sz="2800" dirty="0" err="1">
                <a:latin typeface="Arial" panose="020B0604020202020204" pitchFamily="34" charset="0"/>
                <a:ea typeface="Times New Roman" panose="02020603050405020304" charset="0"/>
                <a:cs typeface="Arial" panose="020B0604020202020204" pitchFamily="34" charset="0"/>
              </a:rPr>
              <a:t>hơn</a:t>
            </a:r>
            <a:r>
              <a:rPr lang="en-US" sz="2800" dirty="0">
                <a:latin typeface="Arial" panose="020B0604020202020204" pitchFamily="34" charset="0"/>
                <a:ea typeface="Times New Roman" panose="02020603050405020304" charset="0"/>
                <a:cs typeface="Arial" panose="020B0604020202020204" pitchFamily="34" charset="0"/>
              </a:rPr>
              <a:t> là </a:t>
            </a:r>
            <a:r>
              <a:rPr lang="en-US" sz="2800" i="1" dirty="0" err="1">
                <a:latin typeface="Arial" panose="020B0604020202020204" pitchFamily="34" charset="0"/>
                <a:ea typeface="Times New Roman" panose="02020603050405020304" charset="0"/>
                <a:cs typeface="Arial" panose="020B0604020202020204" pitchFamily="34" charset="0"/>
              </a:rPr>
              <a:t>nền</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chuyên</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chính</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cách</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mạng</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của</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giai</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cấp</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vô</a:t>
            </a:r>
            <a:r>
              <a:rPr lang="en-US" sz="2800" i="1" dirty="0">
                <a:latin typeface="Arial" panose="020B0604020202020204" pitchFamily="34" charset="0"/>
                <a:ea typeface="Times New Roman" panose="02020603050405020304" charset="0"/>
                <a:cs typeface="Arial" panose="020B0604020202020204" pitchFamily="34" charset="0"/>
              </a:rPr>
              <a:t> </a:t>
            </a:r>
            <a:r>
              <a:rPr lang="en-US" sz="2800" i="1" dirty="0" err="1">
                <a:latin typeface="Arial" panose="020B0604020202020204" pitchFamily="34" charset="0"/>
                <a:ea typeface="Times New Roman" panose="02020603050405020304" charset="0"/>
                <a:cs typeface="Arial" panose="020B0604020202020204" pitchFamily="34" charset="0"/>
              </a:rPr>
              <a:t>sản</a:t>
            </a:r>
            <a:r>
              <a:rPr lang="en-US" sz="2800" dirty="0">
                <a:latin typeface="Arial" panose="020B0604020202020204" pitchFamily="34" charset="0"/>
                <a:ea typeface="Times New Roman" panose="02020603050405020304" charset="0"/>
                <a:cs typeface="Arial" panose="020B0604020202020204" pitchFamily="34" charset="0"/>
              </a:rPr>
              <a:t>”</a:t>
            </a:r>
            <a:r>
              <a:rPr lang="x-none" sz="2800" dirty="0">
                <a:latin typeface="Arial" panose="020B0604020202020204" pitchFamily="34" charset="0"/>
                <a:cs typeface="Arial" panose="020B0604020202020204" pitchFamily="34" charset="0"/>
              </a:rPr>
              <a:t>.</a:t>
            </a:r>
          </a:p>
        </p:txBody>
      </p:sp>
      <p:sp>
        <p:nvSpPr>
          <p:cNvPr id="5" name="TextBox 4"/>
          <p:cNvSpPr txBox="1"/>
          <p:nvPr/>
        </p:nvSpPr>
        <p:spPr>
          <a:xfrm>
            <a:off x="772804" y="5642551"/>
            <a:ext cx="2492990" cy="369332"/>
          </a:xfrm>
          <a:prstGeom prst="rect">
            <a:avLst/>
          </a:prstGeom>
          <a:noFill/>
        </p:spPr>
        <p:txBody>
          <a:bodyPr wrap="none" rtlCol="0">
            <a:spAutoFit/>
          </a:bodyPr>
          <a:lstStyle/>
          <a:p>
            <a:r>
              <a:rPr lang="en-US" dirty="0"/>
              <a:t>Karl Marx (1818-1883)</a:t>
            </a:r>
            <a:endParaRPr lang="x-none" dirty="0"/>
          </a:p>
        </p:txBody>
      </p:sp>
      <p:pic>
        <p:nvPicPr>
          <p:cNvPr id="3" name="Picture 2"/>
          <p:cNvPicPr>
            <a:picLocks noChangeAspect="1"/>
          </p:cNvPicPr>
          <p:nvPr/>
        </p:nvPicPr>
        <p:blipFill>
          <a:blip r:embed="rId2"/>
          <a:stretch>
            <a:fillRect/>
          </a:stretch>
        </p:blipFill>
        <p:spPr>
          <a:xfrm>
            <a:off x="381000" y="1676400"/>
            <a:ext cx="3276599" cy="3966151"/>
          </a:xfrm>
          <a:prstGeom prst="rect">
            <a:avLst/>
          </a:prstGeom>
        </p:spPr>
      </p:pic>
      <p:sp>
        <p:nvSpPr>
          <p:cNvPr id="6" name="object 4"/>
          <p:cNvSpPr>
            <a:spLocks noChangeArrowheads="1"/>
          </p:cNvSpPr>
          <p:nvPr/>
        </p:nvSpPr>
        <p:spPr bwMode="auto">
          <a:xfrm>
            <a:off x="0" y="5857"/>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68842" y="3039288"/>
            <a:ext cx="1295400" cy="1711229"/>
          </a:xfrm>
          <a:prstGeom prst="rect">
            <a:avLst/>
          </a:prstGeom>
          <a:solidFill>
            <a:schemeClr val="accent2"/>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lvl1pPr eaLnBrk="0" hangingPunct="0">
              <a:defRPr sz="3200">
                <a:solidFill>
                  <a:schemeClr val="tx1"/>
                </a:solidFill>
                <a:latin typeface="Arial" panose="020B0604020202020204" pitchFamily="34" charset="0"/>
                <a:cs typeface="Arial" panose="020B0604020202020204" pitchFamily="34" charset="0"/>
              </a:defRPr>
            </a:lvl1pPr>
            <a:lvl2pPr marL="742950" indent="-285750" eaLnBrk="0" hangingPunct="0">
              <a:defRPr sz="3200">
                <a:solidFill>
                  <a:schemeClr val="tx1"/>
                </a:solidFill>
                <a:latin typeface="Arial" panose="020B0604020202020204" pitchFamily="34" charset="0"/>
                <a:cs typeface="Arial" panose="020B0604020202020204" pitchFamily="34" charset="0"/>
              </a:defRPr>
            </a:lvl2pPr>
            <a:lvl3pPr marL="1143000" indent="-228600" eaLnBrk="0" hangingPunct="0">
              <a:defRPr sz="3200">
                <a:solidFill>
                  <a:schemeClr val="tx1"/>
                </a:solidFill>
                <a:latin typeface="Arial" panose="020B0604020202020204" pitchFamily="34" charset="0"/>
                <a:cs typeface="Arial" panose="020B0604020202020204" pitchFamily="34" charset="0"/>
              </a:defRPr>
            </a:lvl3pPr>
            <a:lvl4pPr marL="1600200" indent="-228600" eaLnBrk="0" hangingPunct="0">
              <a:defRPr sz="3200">
                <a:solidFill>
                  <a:schemeClr val="tx1"/>
                </a:solidFill>
                <a:latin typeface="Arial" panose="020B0604020202020204" pitchFamily="34" charset="0"/>
                <a:cs typeface="Arial" panose="020B0604020202020204" pitchFamily="34" charset="0"/>
              </a:defRPr>
            </a:lvl4pPr>
            <a:lvl5pPr marL="2057400" indent="-228600" eaLnBrk="0" hangingPunct="0">
              <a:defRPr sz="32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9pPr>
          </a:lstStyle>
          <a:p>
            <a:pPr algn="ctr" eaLnBrk="1" hangingPunct="1"/>
            <a:r>
              <a:rPr lang="en-US" sz="2800" b="1" dirty="0">
                <a:latin typeface="Times New Roman" panose="02020603050405020304" charset="0"/>
                <a:cs typeface="Times New Roman" panose="02020603050405020304" charset="0"/>
              </a:rPr>
              <a:t>TKQĐ</a:t>
            </a:r>
          </a:p>
        </p:txBody>
      </p:sp>
      <p:sp>
        <p:nvSpPr>
          <p:cNvPr id="4" name="Text Box 27"/>
          <p:cNvSpPr txBox="1">
            <a:spLocks noChangeArrowheads="1"/>
          </p:cNvSpPr>
          <p:nvPr/>
        </p:nvSpPr>
        <p:spPr bwMode="auto">
          <a:xfrm>
            <a:off x="-502658" y="5610903"/>
            <a:ext cx="2438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cs typeface="Arial" panose="020B0604020202020204" pitchFamily="34" charset="0"/>
              </a:defRPr>
            </a:lvl1pPr>
            <a:lvl2pPr marL="742950" indent="-285750" eaLnBrk="0" hangingPunct="0">
              <a:defRPr sz="3200">
                <a:solidFill>
                  <a:schemeClr val="tx1"/>
                </a:solidFill>
                <a:latin typeface="Arial" panose="020B0604020202020204" pitchFamily="34" charset="0"/>
                <a:cs typeface="Arial" panose="020B0604020202020204" pitchFamily="34" charset="0"/>
              </a:defRPr>
            </a:lvl2pPr>
            <a:lvl3pPr marL="1143000" indent="-228600" eaLnBrk="0" hangingPunct="0">
              <a:defRPr sz="3200">
                <a:solidFill>
                  <a:schemeClr val="tx1"/>
                </a:solidFill>
                <a:latin typeface="Arial" panose="020B0604020202020204" pitchFamily="34" charset="0"/>
                <a:cs typeface="Arial" panose="020B0604020202020204" pitchFamily="34" charset="0"/>
              </a:defRPr>
            </a:lvl3pPr>
            <a:lvl4pPr marL="1600200" indent="-228600" eaLnBrk="0" hangingPunct="0">
              <a:defRPr sz="3200">
                <a:solidFill>
                  <a:schemeClr val="tx1"/>
                </a:solidFill>
                <a:latin typeface="Arial" panose="020B0604020202020204" pitchFamily="34" charset="0"/>
                <a:cs typeface="Arial" panose="020B0604020202020204" pitchFamily="34" charset="0"/>
              </a:defRPr>
            </a:lvl4pPr>
            <a:lvl5pPr marL="2057400" indent="-228600" eaLnBrk="0" hangingPunct="0">
              <a:defRPr sz="32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9pPr>
          </a:lstStyle>
          <a:p>
            <a:pPr algn="ctr">
              <a:spcBef>
                <a:spcPct val="50000"/>
              </a:spcBef>
            </a:pPr>
            <a:r>
              <a:rPr lang="en-US" sz="2800" b="1" dirty="0">
                <a:latin typeface="Times New Roman" panose="02020603050405020304" charset="0"/>
                <a:cs typeface="Times New Roman" panose="02020603050405020304" charset="0"/>
              </a:rPr>
              <a:t>TBCN</a:t>
            </a:r>
          </a:p>
        </p:txBody>
      </p:sp>
      <p:sp>
        <p:nvSpPr>
          <p:cNvPr id="5" name="Text Box 28"/>
          <p:cNvSpPr txBox="1">
            <a:spLocks noChangeArrowheads="1"/>
          </p:cNvSpPr>
          <p:nvPr/>
        </p:nvSpPr>
        <p:spPr bwMode="auto">
          <a:xfrm>
            <a:off x="604856" y="1395189"/>
            <a:ext cx="24939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cs typeface="Arial" panose="020B0604020202020204" pitchFamily="34" charset="0"/>
              </a:defRPr>
            </a:lvl1pPr>
            <a:lvl2pPr marL="742950" indent="-285750" eaLnBrk="0" hangingPunct="0">
              <a:defRPr sz="3200">
                <a:solidFill>
                  <a:schemeClr val="tx1"/>
                </a:solidFill>
                <a:latin typeface="Arial" panose="020B0604020202020204" pitchFamily="34" charset="0"/>
                <a:cs typeface="Arial" panose="020B0604020202020204" pitchFamily="34" charset="0"/>
              </a:defRPr>
            </a:lvl2pPr>
            <a:lvl3pPr marL="1143000" indent="-228600" eaLnBrk="0" hangingPunct="0">
              <a:defRPr sz="3200">
                <a:solidFill>
                  <a:schemeClr val="tx1"/>
                </a:solidFill>
                <a:latin typeface="Arial" panose="020B0604020202020204" pitchFamily="34" charset="0"/>
                <a:cs typeface="Arial" panose="020B0604020202020204" pitchFamily="34" charset="0"/>
              </a:defRPr>
            </a:lvl3pPr>
            <a:lvl4pPr marL="1600200" indent="-228600" eaLnBrk="0" hangingPunct="0">
              <a:defRPr sz="3200">
                <a:solidFill>
                  <a:schemeClr val="tx1"/>
                </a:solidFill>
                <a:latin typeface="Arial" panose="020B0604020202020204" pitchFamily="34" charset="0"/>
                <a:cs typeface="Arial" panose="020B0604020202020204" pitchFamily="34" charset="0"/>
              </a:defRPr>
            </a:lvl4pPr>
            <a:lvl5pPr marL="2057400" indent="-228600" eaLnBrk="0" hangingPunct="0">
              <a:defRPr sz="32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9pPr>
          </a:lstStyle>
          <a:p>
            <a:pPr algn="l">
              <a:spcBef>
                <a:spcPct val="50000"/>
              </a:spcBef>
            </a:pPr>
            <a:r>
              <a:rPr lang="en-US" sz="2800" b="1" dirty="0">
                <a:latin typeface="Times New Roman" panose="02020603050405020304" charset="0"/>
                <a:cs typeface="Times New Roman" panose="02020603050405020304" charset="0"/>
              </a:rPr>
              <a:t>XHCN</a:t>
            </a:r>
          </a:p>
        </p:txBody>
      </p:sp>
      <p:grpSp>
        <p:nvGrpSpPr>
          <p:cNvPr id="6" name="Group 5"/>
          <p:cNvGrpSpPr/>
          <p:nvPr/>
        </p:nvGrpSpPr>
        <p:grpSpPr>
          <a:xfrm rot="16200000">
            <a:off x="155894" y="4902126"/>
            <a:ext cx="1388861" cy="1075132"/>
            <a:chOff x="604857" y="4750517"/>
            <a:chExt cx="1388861" cy="1075132"/>
          </a:xfrm>
        </p:grpSpPr>
        <p:cxnSp>
          <p:nvCxnSpPr>
            <p:cNvPr id="7" name="Straight Connector 6"/>
            <p:cNvCxnSpPr/>
            <p:nvPr/>
          </p:nvCxnSpPr>
          <p:spPr>
            <a:xfrm>
              <a:off x="619145" y="4750517"/>
              <a:ext cx="0" cy="10751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Line 26"/>
            <p:cNvSpPr>
              <a:spLocks noChangeShapeType="1"/>
            </p:cNvSpPr>
            <p:nvPr/>
          </p:nvSpPr>
          <p:spPr bwMode="auto">
            <a:xfrm flipV="1">
              <a:off x="604857" y="5779324"/>
              <a:ext cx="1388861" cy="2800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vi-VN" dirty="0"/>
            </a:p>
          </p:txBody>
        </p:sp>
      </p:grpSp>
      <p:grpSp>
        <p:nvGrpSpPr>
          <p:cNvPr id="9" name="Group 8"/>
          <p:cNvGrpSpPr/>
          <p:nvPr/>
        </p:nvGrpSpPr>
        <p:grpSpPr>
          <a:xfrm>
            <a:off x="604856" y="1932326"/>
            <a:ext cx="1388861" cy="1106962"/>
            <a:chOff x="604856" y="1932326"/>
            <a:chExt cx="1388861" cy="1106962"/>
          </a:xfrm>
        </p:grpSpPr>
        <p:cxnSp>
          <p:nvCxnSpPr>
            <p:cNvPr id="10" name="Straight Connector 9"/>
            <p:cNvCxnSpPr/>
            <p:nvPr/>
          </p:nvCxnSpPr>
          <p:spPr>
            <a:xfrm>
              <a:off x="619145" y="1964156"/>
              <a:ext cx="0" cy="10751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Line 26"/>
            <p:cNvSpPr>
              <a:spLocks noChangeShapeType="1"/>
            </p:cNvSpPr>
            <p:nvPr/>
          </p:nvSpPr>
          <p:spPr bwMode="auto">
            <a:xfrm flipV="1">
              <a:off x="604856" y="1932326"/>
              <a:ext cx="1388861" cy="2800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vi-VN"/>
            </a:p>
          </p:txBody>
        </p:sp>
      </p:grpSp>
      <p:sp>
        <p:nvSpPr>
          <p:cNvPr id="12" name="Text Box 12"/>
          <p:cNvSpPr txBox="1">
            <a:spLocks noChangeArrowheads="1"/>
          </p:cNvSpPr>
          <p:nvPr/>
        </p:nvSpPr>
        <p:spPr bwMode="auto">
          <a:xfrm>
            <a:off x="2658364" y="2286000"/>
            <a:ext cx="62457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sz="3200">
                <a:solidFill>
                  <a:schemeClr val="tx1"/>
                </a:solidFill>
                <a:latin typeface="Arial" panose="020B0604020202020204" pitchFamily="34" charset="0"/>
                <a:cs typeface="Arial" panose="020B0604020202020204" pitchFamily="34" charset="0"/>
              </a:defRPr>
            </a:lvl1pPr>
            <a:lvl2pPr marL="857250" indent="-285750" eaLnBrk="0" hangingPunct="0">
              <a:defRPr sz="3200">
                <a:solidFill>
                  <a:schemeClr val="tx1"/>
                </a:solidFill>
                <a:latin typeface="Arial" panose="020B0604020202020204" pitchFamily="34" charset="0"/>
                <a:cs typeface="Arial" panose="020B0604020202020204" pitchFamily="34" charset="0"/>
              </a:defRPr>
            </a:lvl2pPr>
            <a:lvl3pPr marL="1200150" indent="-228600" eaLnBrk="0" hangingPunct="0">
              <a:defRPr sz="3200">
                <a:solidFill>
                  <a:schemeClr val="tx1"/>
                </a:solidFill>
                <a:latin typeface="Arial" panose="020B0604020202020204" pitchFamily="34" charset="0"/>
                <a:cs typeface="Arial" panose="020B0604020202020204" pitchFamily="34" charset="0"/>
              </a:defRPr>
            </a:lvl3pPr>
            <a:lvl4pPr marL="1600200" indent="-228600" eaLnBrk="0" hangingPunct="0">
              <a:defRPr sz="3200">
                <a:solidFill>
                  <a:schemeClr val="tx1"/>
                </a:solidFill>
                <a:latin typeface="Arial" panose="020B0604020202020204" pitchFamily="34" charset="0"/>
                <a:cs typeface="Arial" panose="020B0604020202020204" pitchFamily="34" charset="0"/>
              </a:defRPr>
            </a:lvl4pPr>
            <a:lvl5pPr marL="2057400" indent="-228600" eaLnBrk="0" hangingPunct="0">
              <a:defRPr sz="32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9pPr>
          </a:lstStyle>
          <a:p>
            <a:pPr indent="0" algn="just">
              <a:spcBef>
                <a:spcPts val="0"/>
              </a:spcBef>
            </a:pPr>
            <a:r>
              <a:rPr lang="en-US" sz="2800" b="1" i="1" dirty="0" err="1"/>
              <a:t>Một</a:t>
            </a:r>
            <a:r>
              <a:rPr lang="en-US" sz="2800" b="1" i="1" dirty="0"/>
              <a:t> </a:t>
            </a:r>
            <a:r>
              <a:rPr lang="en-US" sz="2800" b="1" i="1" dirty="0" err="1"/>
              <a:t>là</a:t>
            </a:r>
            <a:r>
              <a:rPr lang="en-US" sz="2800" b="1" i="1" dirty="0"/>
              <a:t>,</a:t>
            </a:r>
            <a:r>
              <a:rPr lang="en-US" sz="2800" dirty="0"/>
              <a:t> “</a:t>
            </a:r>
            <a:r>
              <a:rPr lang="en-US" sz="2800" dirty="0" err="1"/>
              <a:t>thời</a:t>
            </a:r>
            <a:r>
              <a:rPr lang="en-US" sz="2800" dirty="0"/>
              <a:t> </a:t>
            </a:r>
            <a:r>
              <a:rPr lang="en-US" sz="2800" dirty="0" err="1"/>
              <a:t>kỳ</a:t>
            </a:r>
            <a:r>
              <a:rPr lang="en-US" sz="2800" dirty="0"/>
              <a:t> </a:t>
            </a:r>
            <a:r>
              <a:rPr lang="en-US" sz="2800" dirty="0" err="1"/>
              <a:t>quá</a:t>
            </a:r>
            <a:r>
              <a:rPr lang="en-US" sz="2800" dirty="0"/>
              <a:t> </a:t>
            </a:r>
            <a:r>
              <a:rPr lang="en-US" sz="2800" dirty="0" err="1"/>
              <a:t>độ</a:t>
            </a:r>
            <a:r>
              <a:rPr lang="en-US" sz="2800" dirty="0"/>
              <a:t> </a:t>
            </a:r>
            <a:r>
              <a:rPr lang="en-US" sz="2800" dirty="0" err="1"/>
              <a:t>chính</a:t>
            </a:r>
            <a:r>
              <a:rPr lang="en-US" sz="2800" dirty="0"/>
              <a:t> </a:t>
            </a:r>
            <a:r>
              <a:rPr lang="en-US" sz="2800" dirty="0" err="1"/>
              <a:t>trị</a:t>
            </a:r>
            <a:r>
              <a:rPr lang="en-US" sz="2800" dirty="0"/>
              <a:t>”.</a:t>
            </a:r>
            <a:endParaRPr lang="en-US" sz="2800" dirty="0">
              <a:solidFill>
                <a:srgbClr val="000000"/>
              </a:solidFill>
              <a:latin typeface="Times New Roman" panose="02020603050405020304" charset="0"/>
              <a:cs typeface="Times New Roman" panose="02020603050405020304" charset="0"/>
            </a:endParaRPr>
          </a:p>
        </p:txBody>
      </p:sp>
      <p:sp>
        <p:nvSpPr>
          <p:cNvPr id="13" name="AutoShape 21"/>
          <p:cNvSpPr/>
          <p:nvPr/>
        </p:nvSpPr>
        <p:spPr bwMode="auto">
          <a:xfrm>
            <a:off x="2057400" y="1976166"/>
            <a:ext cx="307391" cy="3803158"/>
          </a:xfrm>
          <a:prstGeom prst="leftBrace">
            <a:avLst>
              <a:gd name="adj1" fmla="val 133333"/>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Arial" panose="020B0604020202020204" pitchFamily="34" charset="0"/>
                <a:cs typeface="Arial" panose="020B0604020202020204" pitchFamily="34" charset="0"/>
              </a:defRPr>
            </a:lvl1pPr>
            <a:lvl2pPr marL="742950" indent="-285750" eaLnBrk="0" hangingPunct="0">
              <a:defRPr sz="3200">
                <a:solidFill>
                  <a:schemeClr val="tx1"/>
                </a:solidFill>
                <a:latin typeface="Arial" panose="020B0604020202020204" pitchFamily="34" charset="0"/>
                <a:cs typeface="Arial" panose="020B0604020202020204" pitchFamily="34" charset="0"/>
              </a:defRPr>
            </a:lvl2pPr>
            <a:lvl3pPr marL="1143000" indent="-228600" eaLnBrk="0" hangingPunct="0">
              <a:defRPr sz="3200">
                <a:solidFill>
                  <a:schemeClr val="tx1"/>
                </a:solidFill>
                <a:latin typeface="Arial" panose="020B0604020202020204" pitchFamily="34" charset="0"/>
                <a:cs typeface="Arial" panose="020B0604020202020204" pitchFamily="34" charset="0"/>
              </a:defRPr>
            </a:lvl3pPr>
            <a:lvl4pPr marL="1600200" indent="-228600" eaLnBrk="0" hangingPunct="0">
              <a:defRPr sz="3200">
                <a:solidFill>
                  <a:schemeClr val="tx1"/>
                </a:solidFill>
                <a:latin typeface="Arial" panose="020B0604020202020204" pitchFamily="34" charset="0"/>
                <a:cs typeface="Arial" panose="020B0604020202020204" pitchFamily="34" charset="0"/>
              </a:defRPr>
            </a:lvl4pPr>
            <a:lvl5pPr marL="2057400" indent="-228600" eaLnBrk="0" hangingPunct="0">
              <a:defRPr sz="32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9pPr>
          </a:lstStyle>
          <a:p>
            <a:pPr algn="l"/>
            <a:endParaRPr lang="vi-VN" sz="1800">
              <a:solidFill>
                <a:srgbClr val="000000"/>
              </a:solidFill>
              <a:latin typeface="Verdana" panose="020B0604030504040204" pitchFamily="34" charset="0"/>
            </a:endParaRPr>
          </a:p>
        </p:txBody>
      </p:sp>
      <p:sp>
        <p:nvSpPr>
          <p:cNvPr id="15" name="Oval 14"/>
          <p:cNvSpPr/>
          <p:nvPr/>
        </p:nvSpPr>
        <p:spPr>
          <a:xfrm>
            <a:off x="2461439" y="2482100"/>
            <a:ext cx="184383" cy="264403"/>
          </a:xfrm>
          <a:prstGeom prst="ellipse">
            <a:avLst/>
          </a:prstGeom>
        </p:spPr>
        <p:style>
          <a:lnRef idx="1">
            <a:schemeClr val="accent6">
              <a:hueOff val="0"/>
              <a:satOff val="0"/>
              <a:lumOff val="0"/>
              <a:alphaOff val="0"/>
            </a:schemeClr>
          </a:lnRef>
          <a:fillRef idx="3">
            <a:schemeClr val="accent6">
              <a:hueOff val="0"/>
              <a:satOff val="0"/>
              <a:lumOff val="0"/>
              <a:alphaOff val="0"/>
            </a:schemeClr>
          </a:fillRef>
          <a:effectRef idx="3">
            <a:schemeClr val="accent6">
              <a:hueOff val="0"/>
              <a:satOff val="0"/>
              <a:lumOff val="0"/>
              <a:alphaOff val="0"/>
            </a:schemeClr>
          </a:effectRef>
          <a:fontRef idx="minor">
            <a:schemeClr val="lt1"/>
          </a:fontRef>
        </p:style>
      </p:sp>
      <p:sp>
        <p:nvSpPr>
          <p:cNvPr id="46" name="Text Box 12"/>
          <p:cNvSpPr txBox="1">
            <a:spLocks noChangeArrowheads="1"/>
          </p:cNvSpPr>
          <p:nvPr/>
        </p:nvSpPr>
        <p:spPr bwMode="auto">
          <a:xfrm>
            <a:off x="2669637" y="3151650"/>
            <a:ext cx="624576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sz="3200">
                <a:solidFill>
                  <a:schemeClr val="tx1"/>
                </a:solidFill>
                <a:latin typeface="Arial" panose="020B0604020202020204" pitchFamily="34" charset="0"/>
                <a:cs typeface="Arial" panose="020B0604020202020204" pitchFamily="34" charset="0"/>
              </a:defRPr>
            </a:lvl1pPr>
            <a:lvl2pPr marL="857250" indent="-285750" eaLnBrk="0" hangingPunct="0">
              <a:defRPr sz="3200">
                <a:solidFill>
                  <a:schemeClr val="tx1"/>
                </a:solidFill>
                <a:latin typeface="Arial" panose="020B0604020202020204" pitchFamily="34" charset="0"/>
                <a:cs typeface="Arial" panose="020B0604020202020204" pitchFamily="34" charset="0"/>
              </a:defRPr>
            </a:lvl2pPr>
            <a:lvl3pPr marL="1200150" indent="-228600" eaLnBrk="0" hangingPunct="0">
              <a:defRPr sz="3200">
                <a:solidFill>
                  <a:schemeClr val="tx1"/>
                </a:solidFill>
                <a:latin typeface="Arial" panose="020B0604020202020204" pitchFamily="34" charset="0"/>
                <a:cs typeface="Arial" panose="020B0604020202020204" pitchFamily="34" charset="0"/>
              </a:defRPr>
            </a:lvl3pPr>
            <a:lvl4pPr marL="1600200" indent="-228600" eaLnBrk="0" hangingPunct="0">
              <a:defRPr sz="3200">
                <a:solidFill>
                  <a:schemeClr val="tx1"/>
                </a:solidFill>
                <a:latin typeface="Arial" panose="020B0604020202020204" pitchFamily="34" charset="0"/>
                <a:cs typeface="Arial" panose="020B0604020202020204" pitchFamily="34" charset="0"/>
              </a:defRPr>
            </a:lvl4pPr>
            <a:lvl5pPr marL="2057400" indent="-228600" eaLnBrk="0" hangingPunct="0">
              <a:defRPr sz="32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9pPr>
          </a:lstStyle>
          <a:p>
            <a:pPr indent="0" algn="just">
              <a:spcBef>
                <a:spcPts val="0"/>
              </a:spcBef>
            </a:pPr>
            <a:r>
              <a:rPr lang="en-US" sz="2800" b="1" i="1" dirty="0"/>
              <a:t>Hai </a:t>
            </a:r>
            <a:r>
              <a:rPr lang="en-US" sz="2800" b="1" i="1" dirty="0" err="1"/>
              <a:t>là</a:t>
            </a:r>
            <a:r>
              <a:rPr lang="en-US" sz="2800" b="1" i="1" dirty="0"/>
              <a:t>,</a:t>
            </a:r>
            <a:r>
              <a:rPr lang="en-US" sz="2800" dirty="0"/>
              <a:t> </a:t>
            </a:r>
            <a:r>
              <a:rPr lang="en-US" sz="2800" dirty="0" err="1"/>
              <a:t>sự</a:t>
            </a:r>
            <a:r>
              <a:rPr lang="en-US" sz="2800" dirty="0"/>
              <a:t> </a:t>
            </a:r>
            <a:r>
              <a:rPr lang="en-US" sz="2800" dirty="0" err="1"/>
              <a:t>tồn</a:t>
            </a:r>
            <a:r>
              <a:rPr lang="en-US" sz="2800" dirty="0"/>
              <a:t> </a:t>
            </a:r>
            <a:r>
              <a:rPr lang="en-US" sz="2800" dirty="0" err="1"/>
              <a:t>tại</a:t>
            </a:r>
            <a:r>
              <a:rPr lang="en-US" sz="2800" dirty="0"/>
              <a:t> </a:t>
            </a:r>
            <a:r>
              <a:rPr lang="en-US" sz="2800" dirty="0" err="1"/>
              <a:t>của</a:t>
            </a:r>
            <a:r>
              <a:rPr lang="en-US" sz="2800" dirty="0"/>
              <a:t> </a:t>
            </a:r>
            <a:r>
              <a:rPr lang="en-US" sz="2800" dirty="0" err="1"/>
              <a:t>nhà</a:t>
            </a:r>
            <a:r>
              <a:rPr lang="en-US" sz="2800" dirty="0"/>
              <a:t> </a:t>
            </a:r>
            <a:r>
              <a:rPr lang="en-US" sz="2800" dirty="0" err="1"/>
              <a:t>nước</a:t>
            </a:r>
            <a:r>
              <a:rPr lang="en-US" sz="2800" dirty="0"/>
              <a:t> “</a:t>
            </a:r>
            <a:r>
              <a:rPr lang="en-US" sz="2800" dirty="0" err="1"/>
              <a:t>chuyên</a:t>
            </a:r>
            <a:r>
              <a:rPr lang="en-US" sz="2800" dirty="0"/>
              <a:t> </a:t>
            </a:r>
            <a:r>
              <a:rPr lang="en-US" sz="2800" dirty="0" err="1"/>
              <a:t>chính</a:t>
            </a:r>
            <a:r>
              <a:rPr lang="en-US" sz="2800" dirty="0"/>
              <a:t> </a:t>
            </a:r>
            <a:r>
              <a:rPr lang="en-US" sz="2800" dirty="0" err="1"/>
              <a:t>vô</a:t>
            </a:r>
            <a:r>
              <a:rPr lang="en-US" sz="2800" dirty="0"/>
              <a:t> </a:t>
            </a:r>
            <a:r>
              <a:rPr lang="en-US" sz="2800" dirty="0" err="1"/>
              <a:t>sản</a:t>
            </a:r>
            <a:r>
              <a:rPr lang="en-US" sz="2800" dirty="0"/>
              <a:t>”.</a:t>
            </a:r>
            <a:endParaRPr lang="en-US" sz="2800" dirty="0">
              <a:solidFill>
                <a:srgbClr val="000000"/>
              </a:solidFill>
              <a:latin typeface="Times New Roman" panose="02020603050405020304" charset="0"/>
              <a:cs typeface="Times New Roman" panose="02020603050405020304" charset="0"/>
            </a:endParaRPr>
          </a:p>
        </p:txBody>
      </p:sp>
      <p:sp>
        <p:nvSpPr>
          <p:cNvPr id="47" name="Oval 46"/>
          <p:cNvSpPr/>
          <p:nvPr/>
        </p:nvSpPr>
        <p:spPr>
          <a:xfrm>
            <a:off x="2473981" y="3516943"/>
            <a:ext cx="184383" cy="264403"/>
          </a:xfrm>
          <a:prstGeom prst="ellipse">
            <a:avLst/>
          </a:prstGeom>
        </p:spPr>
        <p:style>
          <a:lnRef idx="1">
            <a:schemeClr val="accent6">
              <a:hueOff val="0"/>
              <a:satOff val="0"/>
              <a:lumOff val="0"/>
              <a:alphaOff val="0"/>
            </a:schemeClr>
          </a:lnRef>
          <a:fillRef idx="3">
            <a:schemeClr val="accent6">
              <a:hueOff val="0"/>
              <a:satOff val="0"/>
              <a:lumOff val="0"/>
              <a:alphaOff val="0"/>
            </a:schemeClr>
          </a:fillRef>
          <a:effectRef idx="3">
            <a:schemeClr val="accent6">
              <a:hueOff val="0"/>
              <a:satOff val="0"/>
              <a:lumOff val="0"/>
              <a:alphaOff val="0"/>
            </a:schemeClr>
          </a:effectRef>
          <a:fontRef idx="minor">
            <a:schemeClr val="lt1"/>
          </a:fontRef>
        </p:style>
      </p:sp>
      <p:sp>
        <p:nvSpPr>
          <p:cNvPr id="48" name="Text Box 12"/>
          <p:cNvSpPr txBox="1">
            <a:spLocks noChangeArrowheads="1"/>
          </p:cNvSpPr>
          <p:nvPr/>
        </p:nvSpPr>
        <p:spPr bwMode="auto">
          <a:xfrm>
            <a:off x="2669637" y="4258918"/>
            <a:ext cx="624576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sz="3200">
                <a:solidFill>
                  <a:schemeClr val="tx1"/>
                </a:solidFill>
                <a:latin typeface="Arial" panose="020B0604020202020204" pitchFamily="34" charset="0"/>
                <a:cs typeface="Arial" panose="020B0604020202020204" pitchFamily="34" charset="0"/>
              </a:defRPr>
            </a:lvl1pPr>
            <a:lvl2pPr marL="857250" indent="-285750" eaLnBrk="0" hangingPunct="0">
              <a:defRPr sz="3200">
                <a:solidFill>
                  <a:schemeClr val="tx1"/>
                </a:solidFill>
                <a:latin typeface="Arial" panose="020B0604020202020204" pitchFamily="34" charset="0"/>
                <a:cs typeface="Arial" panose="020B0604020202020204" pitchFamily="34" charset="0"/>
              </a:defRPr>
            </a:lvl2pPr>
            <a:lvl3pPr marL="1200150" indent="-228600" eaLnBrk="0" hangingPunct="0">
              <a:defRPr sz="3200">
                <a:solidFill>
                  <a:schemeClr val="tx1"/>
                </a:solidFill>
                <a:latin typeface="Arial" panose="020B0604020202020204" pitchFamily="34" charset="0"/>
                <a:cs typeface="Arial" panose="020B0604020202020204" pitchFamily="34" charset="0"/>
              </a:defRPr>
            </a:lvl3pPr>
            <a:lvl4pPr marL="1600200" indent="-228600" eaLnBrk="0" hangingPunct="0">
              <a:defRPr sz="3200">
                <a:solidFill>
                  <a:schemeClr val="tx1"/>
                </a:solidFill>
                <a:latin typeface="Arial" panose="020B0604020202020204" pitchFamily="34" charset="0"/>
                <a:cs typeface="Arial" panose="020B0604020202020204" pitchFamily="34" charset="0"/>
              </a:defRPr>
            </a:lvl4pPr>
            <a:lvl5pPr marL="2057400" indent="-228600" eaLnBrk="0" hangingPunct="0">
              <a:defRPr sz="32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3200">
                <a:solidFill>
                  <a:schemeClr val="tx1"/>
                </a:solidFill>
                <a:latin typeface="Arial" panose="020B0604020202020204" pitchFamily="34" charset="0"/>
                <a:cs typeface="Arial" panose="020B0604020202020204" pitchFamily="34" charset="0"/>
              </a:defRPr>
            </a:lvl9pPr>
          </a:lstStyle>
          <a:p>
            <a:pPr indent="0" algn="just">
              <a:spcBef>
                <a:spcPts val="0"/>
              </a:spcBef>
            </a:pPr>
            <a:r>
              <a:rPr lang="en-US" sz="2800" b="1" i="1" dirty="0"/>
              <a:t>Ba </a:t>
            </a:r>
            <a:r>
              <a:rPr lang="en-US" sz="2800" b="1" i="1" dirty="0" err="1"/>
              <a:t>là</a:t>
            </a:r>
            <a:r>
              <a:rPr lang="en-US" sz="2800" b="1" i="1" dirty="0"/>
              <a:t>,</a:t>
            </a:r>
            <a:r>
              <a:rPr lang="en-US" sz="2800" dirty="0"/>
              <a:t> </a:t>
            </a:r>
            <a:r>
              <a:rPr lang="en-US" sz="2800" dirty="0" err="1"/>
              <a:t>thời</a:t>
            </a:r>
            <a:r>
              <a:rPr lang="en-US" sz="2800" dirty="0"/>
              <a:t> </a:t>
            </a:r>
            <a:r>
              <a:rPr lang="en-US" sz="2800" dirty="0" err="1"/>
              <a:t>kỳ</a:t>
            </a:r>
            <a:r>
              <a:rPr lang="en-US" sz="2800" dirty="0"/>
              <a:t> “</a:t>
            </a:r>
            <a:r>
              <a:rPr lang="en-US" sz="2800" dirty="0" err="1"/>
              <a:t>cải</a:t>
            </a:r>
            <a:r>
              <a:rPr lang="en-US" sz="2800" dirty="0"/>
              <a:t> </a:t>
            </a:r>
            <a:r>
              <a:rPr lang="en-US" sz="2800" dirty="0" err="1"/>
              <a:t>biến</a:t>
            </a:r>
            <a:r>
              <a:rPr lang="en-US" sz="2800" dirty="0"/>
              <a:t> </a:t>
            </a:r>
            <a:r>
              <a:rPr lang="en-US" sz="2800" dirty="0" err="1"/>
              <a:t>từ</a:t>
            </a:r>
            <a:r>
              <a:rPr lang="en-US" sz="2800" dirty="0"/>
              <a:t> </a:t>
            </a:r>
            <a:r>
              <a:rPr lang="en-US" sz="2800" dirty="0" err="1"/>
              <a:t>xã</a:t>
            </a:r>
            <a:r>
              <a:rPr lang="en-US" sz="2800" dirty="0"/>
              <a:t> </a:t>
            </a:r>
            <a:r>
              <a:rPr lang="en-US" sz="2800" dirty="0" err="1"/>
              <a:t>hội</a:t>
            </a:r>
            <a:r>
              <a:rPr lang="en-US" sz="2800" dirty="0"/>
              <a:t> </a:t>
            </a:r>
            <a:r>
              <a:rPr lang="en-US" sz="2800" dirty="0" err="1"/>
              <a:t>nọ</a:t>
            </a:r>
            <a:r>
              <a:rPr lang="en-US" sz="2800" dirty="0"/>
              <a:t> sang </a:t>
            </a:r>
            <a:r>
              <a:rPr lang="en-US" sz="2800" dirty="0" err="1"/>
              <a:t>xã</a:t>
            </a:r>
            <a:r>
              <a:rPr lang="en-US" sz="2800" dirty="0"/>
              <a:t> </a:t>
            </a:r>
            <a:r>
              <a:rPr lang="en-US" sz="2800" dirty="0" err="1"/>
              <a:t>hội</a:t>
            </a:r>
            <a:r>
              <a:rPr lang="en-US" sz="2800" dirty="0"/>
              <a:t> </a:t>
            </a:r>
            <a:r>
              <a:rPr lang="en-US" sz="2800" dirty="0" err="1"/>
              <a:t>kia</a:t>
            </a:r>
            <a:r>
              <a:rPr lang="en-US" sz="2800" dirty="0"/>
              <a:t>” </a:t>
            </a:r>
            <a:r>
              <a:rPr lang="en-US" sz="2800" dirty="0" err="1"/>
              <a:t>với</a:t>
            </a:r>
            <a:r>
              <a:rPr lang="en-US" sz="2800" dirty="0"/>
              <a:t> </a:t>
            </a:r>
            <a:r>
              <a:rPr lang="en-US" sz="2800" dirty="0" err="1"/>
              <a:t>nhiều</a:t>
            </a:r>
            <a:r>
              <a:rPr lang="en-US" sz="2800" dirty="0"/>
              <a:t> </a:t>
            </a:r>
            <a:r>
              <a:rPr lang="en-US" sz="2800" dirty="0" err="1"/>
              <a:t>yếu</a:t>
            </a:r>
            <a:r>
              <a:rPr lang="en-US" sz="2800" dirty="0"/>
              <a:t> </a:t>
            </a:r>
            <a:r>
              <a:rPr lang="en-US" sz="2800" dirty="0" err="1"/>
              <a:t>tố</a:t>
            </a:r>
            <a:r>
              <a:rPr lang="en-US" sz="2800" dirty="0"/>
              <a:t> </a:t>
            </a:r>
            <a:r>
              <a:rPr lang="en-US" sz="2800" dirty="0" err="1"/>
              <a:t>còn</a:t>
            </a:r>
            <a:r>
              <a:rPr lang="en-US" sz="2800" dirty="0"/>
              <a:t> </a:t>
            </a:r>
            <a:r>
              <a:rPr lang="en-US" sz="2800" dirty="0" err="1"/>
              <a:t>tồn</a:t>
            </a:r>
            <a:r>
              <a:rPr lang="en-US" sz="2800" dirty="0"/>
              <a:t> </a:t>
            </a:r>
            <a:r>
              <a:rPr lang="en-US" sz="2800" dirty="0" err="1"/>
              <a:t>tại</a:t>
            </a:r>
            <a:r>
              <a:rPr lang="en-US" sz="2800" dirty="0"/>
              <a:t> </a:t>
            </a:r>
            <a:r>
              <a:rPr lang="en-US" sz="2800" dirty="0" err="1"/>
              <a:t>đan</a:t>
            </a:r>
            <a:r>
              <a:rPr lang="en-US" sz="2800" dirty="0"/>
              <a:t> xen </a:t>
            </a:r>
            <a:r>
              <a:rPr lang="en-US" sz="2800" dirty="0" err="1"/>
              <a:t>giữa</a:t>
            </a:r>
            <a:r>
              <a:rPr lang="en-US" sz="2800" dirty="0"/>
              <a:t> </a:t>
            </a:r>
            <a:r>
              <a:rPr lang="en-US" sz="2800" dirty="0" err="1"/>
              <a:t>cái</a:t>
            </a:r>
            <a:r>
              <a:rPr lang="en-US" sz="2800" dirty="0"/>
              <a:t> </a:t>
            </a:r>
            <a:r>
              <a:rPr lang="en-US" sz="2800" dirty="0" err="1"/>
              <a:t>cũ</a:t>
            </a:r>
            <a:r>
              <a:rPr lang="en-US" sz="2800" dirty="0"/>
              <a:t> </a:t>
            </a:r>
            <a:r>
              <a:rPr lang="en-US" sz="2800" dirty="0" err="1"/>
              <a:t>và</a:t>
            </a:r>
            <a:r>
              <a:rPr lang="en-US" sz="2800" dirty="0"/>
              <a:t> </a:t>
            </a:r>
            <a:r>
              <a:rPr lang="en-US" sz="2800" dirty="0" err="1"/>
              <a:t>cái</a:t>
            </a:r>
            <a:r>
              <a:rPr lang="en-US" sz="2800" dirty="0"/>
              <a:t> </a:t>
            </a:r>
            <a:r>
              <a:rPr lang="en-US" sz="2800" dirty="0" err="1"/>
              <a:t>mới</a:t>
            </a:r>
            <a:r>
              <a:rPr lang="en-US" sz="2800" dirty="0"/>
              <a:t>. </a:t>
            </a:r>
          </a:p>
        </p:txBody>
      </p:sp>
      <p:sp>
        <p:nvSpPr>
          <p:cNvPr id="49" name="Oval 48"/>
          <p:cNvSpPr/>
          <p:nvPr/>
        </p:nvSpPr>
        <p:spPr>
          <a:xfrm>
            <a:off x="2457528" y="4819213"/>
            <a:ext cx="184383" cy="264403"/>
          </a:xfrm>
          <a:prstGeom prst="ellipse">
            <a:avLst/>
          </a:prstGeom>
        </p:spPr>
        <p:style>
          <a:lnRef idx="1">
            <a:schemeClr val="accent6">
              <a:hueOff val="0"/>
              <a:satOff val="0"/>
              <a:lumOff val="0"/>
              <a:alphaOff val="0"/>
            </a:schemeClr>
          </a:lnRef>
          <a:fillRef idx="3">
            <a:schemeClr val="accent6">
              <a:hueOff val="0"/>
              <a:satOff val="0"/>
              <a:lumOff val="0"/>
              <a:alphaOff val="0"/>
            </a:schemeClr>
          </a:fillRef>
          <a:effectRef idx="3">
            <a:schemeClr val="accent6">
              <a:hueOff val="0"/>
              <a:satOff val="0"/>
              <a:lumOff val="0"/>
              <a:alphaOff val="0"/>
            </a:schemeClr>
          </a:effectRef>
          <a:fontRef idx="minor">
            <a:schemeClr val="lt1"/>
          </a:fontRef>
        </p:style>
      </p:sp>
      <p:sp>
        <p:nvSpPr>
          <p:cNvPr id="20" name="Rectangle 42"/>
          <p:cNvSpPr txBox="1">
            <a:spLocks noChangeArrowheads="1"/>
          </p:cNvSpPr>
          <p:nvPr/>
        </p:nvSpPr>
        <p:spPr bwMode="auto">
          <a:xfrm>
            <a:off x="1219200" y="152400"/>
            <a:ext cx="6400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2.1. </a:t>
            </a:r>
            <a:r>
              <a:rPr lang="en-US" sz="2600" dirty="0" err="1">
                <a:solidFill>
                  <a:srgbClr val="FF0000"/>
                </a:solidFill>
                <a:latin typeface="Arial" panose="020B0604020202020204" pitchFamily="34" charset="0"/>
                <a:cs typeface="Arial" panose="020B0604020202020204" pitchFamily="34" charset="0"/>
              </a:rPr>
              <a:t>Tính</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tất</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yếu</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khách</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quan</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thời</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kỳ</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quá</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độ</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lên</a:t>
            </a:r>
            <a:r>
              <a:rPr lang="en-US" sz="2600" dirty="0">
                <a:solidFill>
                  <a:srgbClr val="FF0000"/>
                </a:solidFill>
                <a:latin typeface="Arial" panose="020B0604020202020204" pitchFamily="34" charset="0"/>
                <a:cs typeface="Arial" panose="020B0604020202020204" pitchFamily="34" charset="0"/>
              </a:rPr>
              <a:t> CNXH</a:t>
            </a:r>
            <a:endParaRPr lang="en-US" sz="2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9"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par>
                                <p:cTn id="21" presetID="53" presetClass="entr" presetSubtype="16"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par>
                                <p:cTn id="31" presetID="53" presetClass="entr" presetSubtype="16"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par>
                                <p:cTn id="36" presetID="53" presetClass="entr" presetSubtype="16"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Effect transition="in" filter="fade">
                                      <p:cBhvr>
                                        <p:cTn id="40" dur="500"/>
                                        <p:tgtEl>
                                          <p:spTgt spid="15"/>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500" fill="hold"/>
                                        <p:tgtEl>
                                          <p:spTgt spid="12"/>
                                        </p:tgtEl>
                                        <p:attrNameLst>
                                          <p:attrName>ppt_w</p:attrName>
                                        </p:attrNameLst>
                                      </p:cBhvr>
                                      <p:tavLst>
                                        <p:tav tm="0">
                                          <p:val>
                                            <p:fltVal val="0"/>
                                          </p:val>
                                        </p:tav>
                                        <p:tav tm="100000">
                                          <p:val>
                                            <p:strVal val="#ppt_w"/>
                                          </p:val>
                                        </p:tav>
                                      </p:tavLst>
                                    </p:anim>
                                    <p:anim calcmode="lin" valueType="num">
                                      <p:cBhvr>
                                        <p:cTn id="44" dur="500" fill="hold"/>
                                        <p:tgtEl>
                                          <p:spTgt spid="12"/>
                                        </p:tgtEl>
                                        <p:attrNameLst>
                                          <p:attrName>ppt_h</p:attrName>
                                        </p:attrNameLst>
                                      </p:cBhvr>
                                      <p:tavLst>
                                        <p:tav tm="0">
                                          <p:val>
                                            <p:fltVal val="0"/>
                                          </p:val>
                                        </p:tav>
                                        <p:tav tm="100000">
                                          <p:val>
                                            <p:strVal val="#ppt_h"/>
                                          </p:val>
                                        </p:tav>
                                      </p:tavLst>
                                    </p:anim>
                                    <p:animEffect transition="in" filter="fade">
                                      <p:cBhvr>
                                        <p:cTn id="45" dur="500"/>
                                        <p:tgtEl>
                                          <p:spTgt spid="12"/>
                                        </p:tgtEl>
                                      </p:cBhvr>
                                    </p:animEffect>
                                  </p:childTnLst>
                                </p:cTn>
                              </p:par>
                              <p:par>
                                <p:cTn id="46" presetID="53" presetClass="entr" presetSubtype="16" fill="hold" nodeType="withEffect">
                                  <p:stCondLst>
                                    <p:cond delay="0"/>
                                  </p:stCondLst>
                                  <p:childTnLst>
                                    <p:set>
                                      <p:cBhvr>
                                        <p:cTn id="47" dur="1" fill="hold">
                                          <p:stCondLst>
                                            <p:cond delay="0"/>
                                          </p:stCondLst>
                                        </p:cTn>
                                        <p:tgtEl>
                                          <p:spTgt spid="47"/>
                                        </p:tgtEl>
                                        <p:attrNameLst>
                                          <p:attrName>style.visibility</p:attrName>
                                        </p:attrNameLst>
                                      </p:cBhvr>
                                      <p:to>
                                        <p:strVal val="visible"/>
                                      </p:to>
                                    </p:set>
                                    <p:anim calcmode="lin" valueType="num">
                                      <p:cBhvr>
                                        <p:cTn id="48" dur="500" fill="hold"/>
                                        <p:tgtEl>
                                          <p:spTgt spid="47"/>
                                        </p:tgtEl>
                                        <p:attrNameLst>
                                          <p:attrName>ppt_w</p:attrName>
                                        </p:attrNameLst>
                                      </p:cBhvr>
                                      <p:tavLst>
                                        <p:tav tm="0">
                                          <p:val>
                                            <p:fltVal val="0"/>
                                          </p:val>
                                        </p:tav>
                                        <p:tav tm="100000">
                                          <p:val>
                                            <p:strVal val="#ppt_w"/>
                                          </p:val>
                                        </p:tav>
                                      </p:tavLst>
                                    </p:anim>
                                    <p:anim calcmode="lin" valueType="num">
                                      <p:cBhvr>
                                        <p:cTn id="49" dur="500" fill="hold"/>
                                        <p:tgtEl>
                                          <p:spTgt spid="47"/>
                                        </p:tgtEl>
                                        <p:attrNameLst>
                                          <p:attrName>ppt_h</p:attrName>
                                        </p:attrNameLst>
                                      </p:cBhvr>
                                      <p:tavLst>
                                        <p:tav tm="0">
                                          <p:val>
                                            <p:fltVal val="0"/>
                                          </p:val>
                                        </p:tav>
                                        <p:tav tm="100000">
                                          <p:val>
                                            <p:strVal val="#ppt_h"/>
                                          </p:val>
                                        </p:tav>
                                      </p:tavLst>
                                    </p:anim>
                                    <p:animEffect transition="in" filter="fade">
                                      <p:cBhvr>
                                        <p:cTn id="50" dur="500"/>
                                        <p:tgtEl>
                                          <p:spTgt spid="47"/>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 calcmode="lin" valueType="num">
                                      <p:cBhvr>
                                        <p:cTn id="53" dur="500" fill="hold"/>
                                        <p:tgtEl>
                                          <p:spTgt spid="46"/>
                                        </p:tgtEl>
                                        <p:attrNameLst>
                                          <p:attrName>ppt_w</p:attrName>
                                        </p:attrNameLst>
                                      </p:cBhvr>
                                      <p:tavLst>
                                        <p:tav tm="0">
                                          <p:val>
                                            <p:fltVal val="0"/>
                                          </p:val>
                                        </p:tav>
                                        <p:tav tm="100000">
                                          <p:val>
                                            <p:strVal val="#ppt_w"/>
                                          </p:val>
                                        </p:tav>
                                      </p:tavLst>
                                    </p:anim>
                                    <p:anim calcmode="lin" valueType="num">
                                      <p:cBhvr>
                                        <p:cTn id="54" dur="500" fill="hold"/>
                                        <p:tgtEl>
                                          <p:spTgt spid="46"/>
                                        </p:tgtEl>
                                        <p:attrNameLst>
                                          <p:attrName>ppt_h</p:attrName>
                                        </p:attrNameLst>
                                      </p:cBhvr>
                                      <p:tavLst>
                                        <p:tav tm="0">
                                          <p:val>
                                            <p:fltVal val="0"/>
                                          </p:val>
                                        </p:tav>
                                        <p:tav tm="100000">
                                          <p:val>
                                            <p:strVal val="#ppt_h"/>
                                          </p:val>
                                        </p:tav>
                                      </p:tavLst>
                                    </p:anim>
                                    <p:animEffect transition="in" filter="fade">
                                      <p:cBhvr>
                                        <p:cTn id="55" dur="500"/>
                                        <p:tgtEl>
                                          <p:spTgt spid="46"/>
                                        </p:tgtEl>
                                      </p:cBhvr>
                                    </p:animEffect>
                                  </p:childTnLst>
                                </p:cTn>
                              </p:par>
                              <p:par>
                                <p:cTn id="56" presetID="53" presetClass="entr" presetSubtype="16" fill="hold" nodeType="withEffect">
                                  <p:stCondLst>
                                    <p:cond delay="0"/>
                                  </p:stCondLst>
                                  <p:childTnLst>
                                    <p:set>
                                      <p:cBhvr>
                                        <p:cTn id="57" dur="1" fill="hold">
                                          <p:stCondLst>
                                            <p:cond delay="0"/>
                                          </p:stCondLst>
                                        </p:cTn>
                                        <p:tgtEl>
                                          <p:spTgt spid="49"/>
                                        </p:tgtEl>
                                        <p:attrNameLst>
                                          <p:attrName>style.visibility</p:attrName>
                                        </p:attrNameLst>
                                      </p:cBhvr>
                                      <p:to>
                                        <p:strVal val="visible"/>
                                      </p:to>
                                    </p:set>
                                    <p:anim calcmode="lin" valueType="num">
                                      <p:cBhvr>
                                        <p:cTn id="58" dur="500" fill="hold"/>
                                        <p:tgtEl>
                                          <p:spTgt spid="49"/>
                                        </p:tgtEl>
                                        <p:attrNameLst>
                                          <p:attrName>ppt_w</p:attrName>
                                        </p:attrNameLst>
                                      </p:cBhvr>
                                      <p:tavLst>
                                        <p:tav tm="0">
                                          <p:val>
                                            <p:fltVal val="0"/>
                                          </p:val>
                                        </p:tav>
                                        <p:tav tm="100000">
                                          <p:val>
                                            <p:strVal val="#ppt_w"/>
                                          </p:val>
                                        </p:tav>
                                      </p:tavLst>
                                    </p:anim>
                                    <p:anim calcmode="lin" valueType="num">
                                      <p:cBhvr>
                                        <p:cTn id="59" dur="500" fill="hold"/>
                                        <p:tgtEl>
                                          <p:spTgt spid="49"/>
                                        </p:tgtEl>
                                        <p:attrNameLst>
                                          <p:attrName>ppt_h</p:attrName>
                                        </p:attrNameLst>
                                      </p:cBhvr>
                                      <p:tavLst>
                                        <p:tav tm="0">
                                          <p:val>
                                            <p:fltVal val="0"/>
                                          </p:val>
                                        </p:tav>
                                        <p:tav tm="100000">
                                          <p:val>
                                            <p:strVal val="#ppt_h"/>
                                          </p:val>
                                        </p:tav>
                                      </p:tavLst>
                                    </p:anim>
                                    <p:animEffect transition="in" filter="fade">
                                      <p:cBhvr>
                                        <p:cTn id="60" dur="500"/>
                                        <p:tgtEl>
                                          <p:spTgt spid="49"/>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anim calcmode="lin" valueType="num">
                                      <p:cBhvr>
                                        <p:cTn id="63" dur="500" fill="hold"/>
                                        <p:tgtEl>
                                          <p:spTgt spid="48"/>
                                        </p:tgtEl>
                                        <p:attrNameLst>
                                          <p:attrName>ppt_w</p:attrName>
                                        </p:attrNameLst>
                                      </p:cBhvr>
                                      <p:tavLst>
                                        <p:tav tm="0">
                                          <p:val>
                                            <p:fltVal val="0"/>
                                          </p:val>
                                        </p:tav>
                                        <p:tav tm="100000">
                                          <p:val>
                                            <p:strVal val="#ppt_w"/>
                                          </p:val>
                                        </p:tav>
                                      </p:tavLst>
                                    </p:anim>
                                    <p:anim calcmode="lin" valueType="num">
                                      <p:cBhvr>
                                        <p:cTn id="64" dur="500" fill="hold"/>
                                        <p:tgtEl>
                                          <p:spTgt spid="48"/>
                                        </p:tgtEl>
                                        <p:attrNameLst>
                                          <p:attrName>ppt_h</p:attrName>
                                        </p:attrNameLst>
                                      </p:cBhvr>
                                      <p:tavLst>
                                        <p:tav tm="0">
                                          <p:val>
                                            <p:fltVal val="0"/>
                                          </p:val>
                                        </p:tav>
                                        <p:tav tm="100000">
                                          <p:val>
                                            <p:strVal val="#ppt_h"/>
                                          </p:val>
                                        </p:tav>
                                      </p:tavLst>
                                    </p:anim>
                                    <p:animEffect transition="in" filter="fade">
                                      <p:cBhvr>
                                        <p:cTn id="65"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12" grpId="0"/>
      <p:bldP spid="13" grpId="0" animBg="1"/>
      <p:bldP spid="46" grpId="0"/>
      <p:bldP spid="4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5726" y="5812971"/>
            <a:ext cx="2069797" cy="369332"/>
          </a:xfrm>
          <a:prstGeom prst="rect">
            <a:avLst/>
          </a:prstGeom>
          <a:noFill/>
        </p:spPr>
        <p:txBody>
          <a:bodyPr wrap="none" rtlCol="0">
            <a:spAutoFit/>
          </a:bodyPr>
          <a:lstStyle/>
          <a:p>
            <a:r>
              <a:rPr lang="x-none" dirty="0"/>
              <a:t>Lenin (1870-1824)</a:t>
            </a:r>
          </a:p>
        </p:txBody>
      </p:sp>
      <p:sp>
        <p:nvSpPr>
          <p:cNvPr id="4" name="Rectangle 3"/>
          <p:cNvSpPr/>
          <p:nvPr/>
        </p:nvSpPr>
        <p:spPr>
          <a:xfrm>
            <a:off x="4671060" y="2209800"/>
            <a:ext cx="3886200" cy="2677656"/>
          </a:xfrm>
          <a:prstGeom prst="rect">
            <a:avLst/>
          </a:prstGeom>
        </p:spPr>
        <p:txBody>
          <a:bodyPr wrap="square">
            <a:spAutoFit/>
          </a:bodyPr>
          <a:lstStyle/>
          <a:p>
            <a:pPr algn="just"/>
            <a:r>
              <a:rPr lang="en-US" sz="2800" dirty="0">
                <a:latin typeface="Arial" panose="020B0604020202020204" pitchFamily="34" charset="0"/>
                <a:ea typeface="Calibri" panose="020F0502020204030204" pitchFamily="34" charset="0"/>
                <a:cs typeface="Arial" panose="020B0604020202020204" pitchFamily="34" charset="0"/>
              </a:rPr>
              <a:t>“</a:t>
            </a:r>
            <a:r>
              <a:rPr lang="en-US" sz="2800" dirty="0" err="1">
                <a:latin typeface="Arial" panose="020B0604020202020204" pitchFamily="34" charset="0"/>
                <a:ea typeface="Calibri" panose="020F0502020204030204" pitchFamily="34" charset="0"/>
                <a:cs typeface="Arial" panose="020B0604020202020204" pitchFamily="34" charset="0"/>
              </a:rPr>
              <a:t>Về</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lý</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luận</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không</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thể</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nghi</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ngờ</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gì</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được</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rằng</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giữa</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chủ</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nghĩa</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tư</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bản</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và</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chủ</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nghĩa</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cộng</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sản</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có</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một</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thời</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kỳ</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quá</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độ</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nhất</a:t>
            </a:r>
            <a:r>
              <a:rPr lang="en-US" sz="2800" dirty="0">
                <a:latin typeface="Arial" panose="020B0604020202020204" pitchFamily="34" charset="0"/>
                <a:ea typeface="Calibri" panose="020F0502020204030204" pitchFamily="34" charset="0"/>
                <a:cs typeface="Arial" panose="020B0604020202020204" pitchFamily="34" charset="0"/>
              </a:rPr>
              <a:t> </a:t>
            </a:r>
            <a:r>
              <a:rPr lang="en-US" sz="2800" dirty="0" err="1">
                <a:latin typeface="Arial" panose="020B0604020202020204" pitchFamily="34" charset="0"/>
                <a:ea typeface="Calibri" panose="020F0502020204030204" pitchFamily="34" charset="0"/>
                <a:cs typeface="Arial" panose="020B0604020202020204" pitchFamily="34" charset="0"/>
              </a:rPr>
              <a:t>định</a:t>
            </a:r>
            <a:r>
              <a:rPr lang="en-US" sz="2800" dirty="0">
                <a:latin typeface="Arial" panose="020B0604020202020204" pitchFamily="34" charset="0"/>
                <a:ea typeface="Calibri" panose="020F0502020204030204" pitchFamily="34" charset="0"/>
                <a:cs typeface="Arial" panose="020B0604020202020204" pitchFamily="34" charset="0"/>
              </a:rPr>
              <a:t>”</a:t>
            </a:r>
            <a:r>
              <a:rPr lang="x-none" sz="2800" dirty="0">
                <a:latin typeface="Arial" panose="020B0604020202020204" pitchFamily="34" charset="0"/>
                <a:cs typeface="Arial" panose="020B0604020202020204" pitchFamily="34" charset="0"/>
              </a:rPr>
              <a:t> </a:t>
            </a:r>
          </a:p>
        </p:txBody>
      </p:sp>
      <p:pic>
        <p:nvPicPr>
          <p:cNvPr id="5" name="Picture 4"/>
          <p:cNvPicPr>
            <a:picLocks noChangeAspect="1"/>
          </p:cNvPicPr>
          <p:nvPr/>
        </p:nvPicPr>
        <p:blipFill>
          <a:blip r:embed="rId2"/>
          <a:stretch>
            <a:fillRect/>
          </a:stretch>
        </p:blipFill>
        <p:spPr>
          <a:xfrm>
            <a:off x="762000" y="1691821"/>
            <a:ext cx="3397250" cy="4121150"/>
          </a:xfrm>
          <a:prstGeom prst="rect">
            <a:avLst/>
          </a:prstGeom>
        </p:spPr>
      </p:pic>
      <p:sp>
        <p:nvSpPr>
          <p:cNvPr id="7" name="Rectangle 42"/>
          <p:cNvSpPr txBox="1">
            <a:spLocks noChangeArrowheads="1"/>
          </p:cNvSpPr>
          <p:nvPr/>
        </p:nvSpPr>
        <p:spPr bwMode="auto">
          <a:xfrm>
            <a:off x="1219200" y="152400"/>
            <a:ext cx="6400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2.1. </a:t>
            </a:r>
            <a:r>
              <a:rPr lang="en-US" sz="2600" dirty="0" err="1">
                <a:solidFill>
                  <a:srgbClr val="FF0000"/>
                </a:solidFill>
                <a:latin typeface="Arial" panose="020B0604020202020204" pitchFamily="34" charset="0"/>
                <a:cs typeface="Arial" panose="020B0604020202020204" pitchFamily="34" charset="0"/>
              </a:rPr>
              <a:t>Tính</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tất</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yếu</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khách</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quan</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thời</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kỳ</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quá</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độ</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lên</a:t>
            </a:r>
            <a:r>
              <a:rPr lang="en-US" sz="2600" dirty="0">
                <a:solidFill>
                  <a:srgbClr val="FF0000"/>
                </a:solidFill>
                <a:latin typeface="Arial" panose="020B0604020202020204" pitchFamily="34" charset="0"/>
                <a:cs typeface="Arial" panose="020B0604020202020204" pitchFamily="34" charset="0"/>
              </a:rPr>
              <a:t> CNXH</a:t>
            </a:r>
            <a:endParaRPr lang="en-US" sz="2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object 4"/>
          <p:cNvSpPr>
            <a:spLocks noChangeArrowheads="1"/>
          </p:cNvSpPr>
          <p:nvPr/>
        </p:nvSpPr>
        <p:spPr bwMode="auto">
          <a:xfrm>
            <a:off x="0" y="5857"/>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52400" y="1905000"/>
            <a:ext cx="8839200" cy="3593364"/>
            <a:chOff x="152400" y="2743201"/>
            <a:chExt cx="8839200" cy="2667000"/>
          </a:xfrm>
        </p:grpSpPr>
        <p:grpSp>
          <p:nvGrpSpPr>
            <p:cNvPr id="4" name="Group 3"/>
            <p:cNvGrpSpPr/>
            <p:nvPr/>
          </p:nvGrpSpPr>
          <p:grpSpPr>
            <a:xfrm>
              <a:off x="152400" y="2743201"/>
              <a:ext cx="8839200" cy="2667000"/>
              <a:chOff x="2019920" y="2990453"/>
              <a:chExt cx="5104159" cy="877093"/>
            </a:xfrm>
          </p:grpSpPr>
          <p:sp>
            <p:nvSpPr>
              <p:cNvPr id="6" name="Chevron 5"/>
              <p:cNvSpPr/>
              <p:nvPr/>
            </p:nvSpPr>
            <p:spPr>
              <a:xfrm>
                <a:off x="2019920" y="2990453"/>
                <a:ext cx="1108295" cy="877093"/>
              </a:xfrm>
              <a:prstGeom prst="chevron">
                <a:avLst>
                  <a:gd name="adj" fmla="val 70610"/>
                </a:avLst>
              </a:prstGeom>
            </p:spPr>
            <p:style>
              <a:lnRef idx="1">
                <a:schemeClr val="accent2">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
            <p:nvSpPr>
              <p:cNvPr id="7" name="Chevron 6"/>
              <p:cNvSpPr/>
              <p:nvPr/>
            </p:nvSpPr>
            <p:spPr>
              <a:xfrm>
                <a:off x="2685634" y="2990453"/>
                <a:ext cx="1108295" cy="877093"/>
              </a:xfrm>
              <a:prstGeom prst="chevron">
                <a:avLst>
                  <a:gd name="adj" fmla="val 70610"/>
                </a:avLst>
              </a:prstGeom>
            </p:spPr>
            <p:style>
              <a:lnRef idx="1">
                <a:schemeClr val="accent2">
                  <a:hueOff val="201199"/>
                  <a:satOff val="-576"/>
                  <a:lumOff val="39"/>
                  <a:alphaOff val="0"/>
                </a:schemeClr>
              </a:lnRef>
              <a:fillRef idx="3">
                <a:schemeClr val="accent2">
                  <a:hueOff val="201199"/>
                  <a:satOff val="-576"/>
                  <a:lumOff val="39"/>
                  <a:alphaOff val="0"/>
                </a:schemeClr>
              </a:fillRef>
              <a:effectRef idx="3">
                <a:schemeClr val="accent2">
                  <a:hueOff val="201199"/>
                  <a:satOff val="-576"/>
                  <a:lumOff val="39"/>
                  <a:alphaOff val="0"/>
                </a:schemeClr>
              </a:effectRef>
              <a:fontRef idx="minor">
                <a:schemeClr val="lt1"/>
              </a:fontRef>
            </p:style>
          </p:sp>
          <p:sp>
            <p:nvSpPr>
              <p:cNvPr id="8" name="Chevron 7"/>
              <p:cNvSpPr/>
              <p:nvPr/>
            </p:nvSpPr>
            <p:spPr>
              <a:xfrm>
                <a:off x="3351874" y="2990453"/>
                <a:ext cx="1108295" cy="877093"/>
              </a:xfrm>
              <a:prstGeom prst="chevron">
                <a:avLst>
                  <a:gd name="adj" fmla="val 70610"/>
                </a:avLst>
              </a:prstGeom>
            </p:spPr>
            <p:style>
              <a:lnRef idx="1">
                <a:schemeClr val="accent2">
                  <a:hueOff val="402398"/>
                  <a:satOff val="-1162"/>
                  <a:lumOff val="78"/>
                  <a:alphaOff val="0"/>
                </a:schemeClr>
              </a:lnRef>
              <a:fillRef idx="3">
                <a:schemeClr val="accent2">
                  <a:hueOff val="402398"/>
                  <a:satOff val="-1162"/>
                  <a:lumOff val="78"/>
                  <a:alphaOff val="0"/>
                </a:schemeClr>
              </a:fillRef>
              <a:effectRef idx="3">
                <a:schemeClr val="accent2">
                  <a:hueOff val="402398"/>
                  <a:satOff val="-1162"/>
                  <a:lumOff val="78"/>
                  <a:alphaOff val="0"/>
                </a:schemeClr>
              </a:effectRef>
              <a:fontRef idx="minor">
                <a:schemeClr val="lt1"/>
              </a:fontRef>
            </p:style>
          </p:sp>
          <p:sp>
            <p:nvSpPr>
              <p:cNvPr id="9" name="Chevron 8"/>
              <p:cNvSpPr/>
              <p:nvPr/>
            </p:nvSpPr>
            <p:spPr>
              <a:xfrm>
                <a:off x="4017589" y="2990453"/>
                <a:ext cx="1108295" cy="877093"/>
              </a:xfrm>
              <a:prstGeom prst="chevron">
                <a:avLst>
                  <a:gd name="adj" fmla="val 70610"/>
                </a:avLst>
              </a:prstGeom>
            </p:spPr>
            <p:style>
              <a:lnRef idx="1">
                <a:schemeClr val="accent2">
                  <a:hueOff val="603597"/>
                  <a:satOff val="-1747"/>
                  <a:lumOff val="118"/>
                  <a:alphaOff val="0"/>
                </a:schemeClr>
              </a:lnRef>
              <a:fillRef idx="3">
                <a:schemeClr val="accent2">
                  <a:hueOff val="603597"/>
                  <a:satOff val="-1747"/>
                  <a:lumOff val="118"/>
                  <a:alphaOff val="0"/>
                </a:schemeClr>
              </a:fillRef>
              <a:effectRef idx="3">
                <a:schemeClr val="accent2">
                  <a:hueOff val="603597"/>
                  <a:satOff val="-1747"/>
                  <a:lumOff val="118"/>
                  <a:alphaOff val="0"/>
                </a:schemeClr>
              </a:effectRef>
              <a:fontRef idx="minor">
                <a:schemeClr val="lt1"/>
              </a:fontRef>
            </p:style>
          </p:sp>
          <p:sp>
            <p:nvSpPr>
              <p:cNvPr id="10" name="Chevron 9"/>
              <p:cNvSpPr/>
              <p:nvPr/>
            </p:nvSpPr>
            <p:spPr>
              <a:xfrm>
                <a:off x="4683829" y="2990453"/>
                <a:ext cx="1108295" cy="877093"/>
              </a:xfrm>
              <a:prstGeom prst="chevron">
                <a:avLst>
                  <a:gd name="adj" fmla="val 70610"/>
                </a:avLst>
              </a:prstGeom>
            </p:spPr>
            <p:style>
              <a:lnRef idx="1">
                <a:schemeClr val="accent2">
                  <a:hueOff val="804796"/>
                  <a:satOff val="-2333"/>
                  <a:lumOff val="157"/>
                  <a:alphaOff val="0"/>
                </a:schemeClr>
              </a:lnRef>
              <a:fillRef idx="3">
                <a:schemeClr val="accent2">
                  <a:hueOff val="804796"/>
                  <a:satOff val="-2333"/>
                  <a:lumOff val="157"/>
                  <a:alphaOff val="0"/>
                </a:schemeClr>
              </a:fillRef>
              <a:effectRef idx="3">
                <a:schemeClr val="accent2">
                  <a:hueOff val="804796"/>
                  <a:satOff val="-2333"/>
                  <a:lumOff val="157"/>
                  <a:alphaOff val="0"/>
                </a:schemeClr>
              </a:effectRef>
              <a:fontRef idx="minor">
                <a:schemeClr val="lt1"/>
              </a:fontRef>
            </p:style>
          </p:sp>
          <p:sp>
            <p:nvSpPr>
              <p:cNvPr id="11" name="Chevron 10"/>
              <p:cNvSpPr/>
              <p:nvPr/>
            </p:nvSpPr>
            <p:spPr>
              <a:xfrm>
                <a:off x="5349543" y="2990453"/>
                <a:ext cx="1108295" cy="877093"/>
              </a:xfrm>
              <a:prstGeom prst="chevron">
                <a:avLst>
                  <a:gd name="adj" fmla="val 70610"/>
                </a:avLst>
              </a:prstGeom>
            </p:spPr>
            <p:style>
              <a:lnRef idx="1">
                <a:schemeClr val="accent2">
                  <a:hueOff val="1005994"/>
                  <a:satOff val="-2918"/>
                  <a:lumOff val="196"/>
                  <a:alphaOff val="0"/>
                </a:schemeClr>
              </a:lnRef>
              <a:fillRef idx="3">
                <a:schemeClr val="accent2">
                  <a:hueOff val="1005994"/>
                  <a:satOff val="-2918"/>
                  <a:lumOff val="196"/>
                  <a:alphaOff val="0"/>
                </a:schemeClr>
              </a:fillRef>
              <a:effectRef idx="3">
                <a:schemeClr val="accent2">
                  <a:hueOff val="1005994"/>
                  <a:satOff val="-2918"/>
                  <a:lumOff val="196"/>
                  <a:alphaOff val="0"/>
                </a:schemeClr>
              </a:effectRef>
              <a:fontRef idx="minor">
                <a:schemeClr val="lt1"/>
              </a:fontRef>
            </p:style>
          </p:sp>
          <p:sp>
            <p:nvSpPr>
              <p:cNvPr id="12" name="Chevron 11"/>
              <p:cNvSpPr/>
              <p:nvPr/>
            </p:nvSpPr>
            <p:spPr>
              <a:xfrm>
                <a:off x="6015784" y="2990453"/>
                <a:ext cx="1108295" cy="877093"/>
              </a:xfrm>
              <a:prstGeom prst="chevron">
                <a:avLst>
                  <a:gd name="adj" fmla="val 70610"/>
                </a:avLst>
              </a:prstGeom>
            </p:spPr>
            <p:style>
              <a:lnRef idx="1">
                <a:schemeClr val="accent2">
                  <a:hueOff val="1207193"/>
                  <a:satOff val="-3504"/>
                  <a:lumOff val="235"/>
                  <a:alphaOff val="0"/>
                </a:schemeClr>
              </a:lnRef>
              <a:fillRef idx="3">
                <a:schemeClr val="accent2">
                  <a:hueOff val="1207193"/>
                  <a:satOff val="-3504"/>
                  <a:lumOff val="235"/>
                  <a:alphaOff val="0"/>
                </a:schemeClr>
              </a:fillRef>
              <a:effectRef idx="3">
                <a:schemeClr val="accent2">
                  <a:hueOff val="1207193"/>
                  <a:satOff val="-3504"/>
                  <a:lumOff val="235"/>
                  <a:alphaOff val="0"/>
                </a:schemeClr>
              </a:effectRef>
              <a:fontRef idx="minor">
                <a:schemeClr val="lt1"/>
              </a:fontRef>
            </p:style>
          </p:sp>
          <p:grpSp>
            <p:nvGrpSpPr>
              <p:cNvPr id="13" name="Group 12"/>
              <p:cNvGrpSpPr/>
              <p:nvPr/>
            </p:nvGrpSpPr>
            <p:grpSpPr>
              <a:xfrm>
                <a:off x="2019920" y="3078162"/>
                <a:ext cx="4797878" cy="701675"/>
                <a:chOff x="495920" y="518614"/>
                <a:chExt cx="4797878" cy="701675"/>
              </a:xfrm>
            </p:grpSpPr>
            <p:sp>
              <p:nvSpPr>
                <p:cNvPr id="14" name="Rectangle 13"/>
                <p:cNvSpPr/>
                <p:nvPr/>
              </p:nvSpPr>
              <p:spPr>
                <a:xfrm>
                  <a:off x="495920" y="518614"/>
                  <a:ext cx="4797878" cy="701675"/>
                </a:xfrm>
                <a:prstGeom prst="rect">
                  <a:avLst/>
                </a:prstGeom>
              </p:spPr>
              <p:style>
                <a:lnRef idx="1">
                  <a:schemeClr val="accent2">
                    <a:hueOff val="0"/>
                    <a:satOff val="0"/>
                    <a:lumOff val="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sp>
              <p:nvSpPr>
                <p:cNvPr id="15" name="Rectangle 14"/>
                <p:cNvSpPr/>
                <p:nvPr/>
              </p:nvSpPr>
              <p:spPr>
                <a:xfrm>
                  <a:off x="495920" y="518614"/>
                  <a:ext cx="4797878" cy="70167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ctr" anchorCtr="0">
                  <a:noAutofit/>
                </a:bodyPr>
                <a:lstStyle/>
                <a:p>
                  <a:pPr lvl="0" algn="l" defTabSz="1600200">
                    <a:lnSpc>
                      <a:spcPct val="90000"/>
                    </a:lnSpc>
                    <a:spcBef>
                      <a:spcPct val="0"/>
                    </a:spcBef>
                    <a:spcAft>
                      <a:spcPct val="35000"/>
                    </a:spcAft>
                  </a:pPr>
                  <a:endParaRPr lang="vi-VN" sz="3600" kern="1200"/>
                </a:p>
              </p:txBody>
            </p:sp>
          </p:grpSp>
        </p:grpSp>
        <p:sp>
          <p:nvSpPr>
            <p:cNvPr id="5" name="TextBox 4"/>
            <p:cNvSpPr txBox="1"/>
            <p:nvPr/>
          </p:nvSpPr>
          <p:spPr>
            <a:xfrm>
              <a:off x="152400" y="3048000"/>
              <a:ext cx="8305800" cy="2124419"/>
            </a:xfrm>
            <a:prstGeom prst="rect">
              <a:avLst/>
            </a:prstGeom>
            <a:noFill/>
          </p:spPr>
          <p:txBody>
            <a:bodyPr wrap="square" rtlCol="0">
              <a:spAutoFit/>
            </a:bodyPr>
            <a:lstStyle/>
            <a:p>
              <a:pPr algn="just"/>
              <a:r>
                <a:rPr lang="vi-VN" sz="3000" b="1" spc="-150" dirty="0"/>
                <a:t>Độ dài của thời kỳ quá độ,</a:t>
              </a:r>
              <a:r>
                <a:rPr lang="vi-VN" sz="3000" spc="-150" dirty="0"/>
                <a:t> V.I.Lênin cho rằng: nếu cuộc cách mạng xã hội chủ nghĩa diễn ra ở một nước tư bản trung bình hoặc kém phát triển thì nhất định phải trải qua một </a:t>
              </a:r>
              <a:r>
                <a:rPr lang="vi-VN" sz="3000" spc="-150" dirty="0">
                  <a:solidFill>
                    <a:srgbClr val="FF0000"/>
                  </a:solidFill>
                </a:rPr>
                <a:t>“thời kỳ quá độ kéo dài” </a:t>
              </a:r>
              <a:r>
                <a:rPr lang="vi-VN" sz="3000" spc="-150" dirty="0"/>
                <a:t>và cần phải phân chia thời kỳ quá độ thành những  bước quá độ nhỏ hơn. </a:t>
              </a:r>
              <a:endParaRPr lang="en-US" sz="3200" dirty="0">
                <a:solidFill>
                  <a:srgbClr val="000000"/>
                </a:solidFill>
                <a:latin typeface="Times New Roman" panose="02020603050405020304" charset="0"/>
                <a:cs typeface="Times New Roman" panose="02020603050405020304" charset="0"/>
                <a:sym typeface="Wingdings 3" panose="05040102010807070707" pitchFamily="18" charset="2"/>
              </a:endParaRPr>
            </a:p>
          </p:txBody>
        </p:sp>
      </p:grpSp>
      <p:sp>
        <p:nvSpPr>
          <p:cNvPr id="17" name="Rectangle 42"/>
          <p:cNvSpPr txBox="1">
            <a:spLocks noChangeArrowheads="1"/>
          </p:cNvSpPr>
          <p:nvPr/>
        </p:nvSpPr>
        <p:spPr bwMode="auto">
          <a:xfrm>
            <a:off x="1219200" y="152400"/>
            <a:ext cx="6400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2.1. </a:t>
            </a:r>
            <a:r>
              <a:rPr lang="en-US" sz="2600" dirty="0" err="1">
                <a:solidFill>
                  <a:srgbClr val="FF0000"/>
                </a:solidFill>
                <a:latin typeface="Arial" panose="020B0604020202020204" pitchFamily="34" charset="0"/>
                <a:cs typeface="Arial" panose="020B0604020202020204" pitchFamily="34" charset="0"/>
              </a:rPr>
              <a:t>Tính</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tất</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yếu</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khách</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quan</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thời</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kỳ</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quá</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độ</a:t>
            </a:r>
            <a:r>
              <a:rPr lang="en-US" sz="2600" dirty="0">
                <a:solidFill>
                  <a:srgbClr val="FF0000"/>
                </a:solidFill>
                <a:latin typeface="Arial" panose="020B0604020202020204" pitchFamily="34" charset="0"/>
                <a:cs typeface="Arial" panose="020B0604020202020204" pitchFamily="34" charset="0"/>
              </a:rPr>
              <a:t> </a:t>
            </a:r>
            <a:r>
              <a:rPr lang="en-US" sz="2600" dirty="0" err="1">
                <a:solidFill>
                  <a:srgbClr val="FF0000"/>
                </a:solidFill>
                <a:latin typeface="Arial" panose="020B0604020202020204" pitchFamily="34" charset="0"/>
                <a:cs typeface="Arial" panose="020B0604020202020204" pitchFamily="34" charset="0"/>
              </a:rPr>
              <a:t>lên</a:t>
            </a:r>
            <a:r>
              <a:rPr lang="en-US" sz="2600" dirty="0">
                <a:solidFill>
                  <a:srgbClr val="FF0000"/>
                </a:solidFill>
                <a:latin typeface="Arial" panose="020B0604020202020204" pitchFamily="34" charset="0"/>
                <a:cs typeface="Arial" panose="020B0604020202020204" pitchFamily="34" charset="0"/>
              </a:rPr>
              <a:t> CNXH</a:t>
            </a:r>
            <a:endParaRPr lang="en-US" sz="26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 name="TextBox 1"/>
          <p:cNvSpPr txBox="1"/>
          <p:nvPr/>
        </p:nvSpPr>
        <p:spPr>
          <a:xfrm>
            <a:off x="603298" y="5715000"/>
            <a:ext cx="6310294" cy="954107"/>
          </a:xfrm>
          <a:prstGeom prst="rect">
            <a:avLst/>
          </a:prstGeom>
          <a:noFill/>
        </p:spPr>
        <p:txBody>
          <a:bodyPr wrap="square" rtlCol="0">
            <a:spAutoFit/>
          </a:bodyPr>
          <a:lstStyle/>
          <a:p>
            <a:r>
              <a:rPr lang="en-US" sz="2800" dirty="0" err="1">
                <a:latin typeface="Times New Roman (Headings)"/>
              </a:rPr>
              <a:t>Quá</a:t>
            </a:r>
            <a:r>
              <a:rPr lang="en-US" sz="2800" dirty="0">
                <a:latin typeface="Times New Roman (Headings)"/>
              </a:rPr>
              <a:t> </a:t>
            </a:r>
            <a:r>
              <a:rPr lang="en-US" sz="2800" dirty="0" err="1">
                <a:latin typeface="Times New Roman (Headings)"/>
              </a:rPr>
              <a:t>độ</a:t>
            </a:r>
            <a:r>
              <a:rPr lang="en-US" sz="2800" dirty="0">
                <a:latin typeface="Times New Roman (Headings)"/>
              </a:rPr>
              <a:t> </a:t>
            </a:r>
            <a:r>
              <a:rPr lang="en-US" sz="2800" dirty="0" err="1">
                <a:latin typeface="Times New Roman (Headings)"/>
              </a:rPr>
              <a:t>trực</a:t>
            </a:r>
            <a:r>
              <a:rPr lang="en-US" sz="2800" dirty="0">
                <a:latin typeface="Times New Roman (Headings)"/>
              </a:rPr>
              <a:t> </a:t>
            </a:r>
            <a:r>
              <a:rPr lang="en-US" sz="2800" dirty="0" err="1">
                <a:latin typeface="Times New Roman (Headings)"/>
              </a:rPr>
              <a:t>tiếp</a:t>
            </a:r>
            <a:endParaRPr lang="en-US" sz="2800" dirty="0">
              <a:latin typeface="Times New Roman (Headings)"/>
            </a:endParaRPr>
          </a:p>
          <a:p>
            <a:r>
              <a:rPr lang="en-US" sz="2800" dirty="0" err="1">
                <a:latin typeface="Times New Roman (Headings)"/>
              </a:rPr>
              <a:t>Quá</a:t>
            </a:r>
            <a:r>
              <a:rPr lang="en-US" sz="2800" dirty="0">
                <a:latin typeface="Times New Roman (Headings)"/>
              </a:rPr>
              <a:t> </a:t>
            </a:r>
            <a:r>
              <a:rPr lang="en-US" sz="2800" dirty="0" err="1">
                <a:latin typeface="Times New Roman (Headings)"/>
              </a:rPr>
              <a:t>độ</a:t>
            </a:r>
            <a:r>
              <a:rPr lang="en-US" sz="2800" dirty="0">
                <a:latin typeface="Times New Roman (Headings)"/>
              </a:rPr>
              <a:t> </a:t>
            </a:r>
            <a:r>
              <a:rPr lang="en-US" sz="2800" dirty="0" err="1">
                <a:latin typeface="Times New Roman (Headings)"/>
              </a:rPr>
              <a:t>gián</a:t>
            </a:r>
            <a:r>
              <a:rPr lang="en-US" sz="2800" dirty="0">
                <a:latin typeface="Times New Roman (Headings)"/>
              </a:rPr>
              <a:t> </a:t>
            </a:r>
            <a:r>
              <a:rPr lang="en-US" sz="2800" dirty="0" err="1">
                <a:latin typeface="Times New Roman (Headings)"/>
              </a:rPr>
              <a:t>tiếp</a:t>
            </a:r>
            <a:r>
              <a:rPr lang="en-US" sz="2800" dirty="0">
                <a:latin typeface="Times New Roman (Headings)"/>
              </a:rPr>
              <a:t> </a:t>
            </a:r>
          </a:p>
        </p:txBody>
      </p:sp>
      <p:sp>
        <p:nvSpPr>
          <p:cNvPr id="18"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447800"/>
            <a:ext cx="8534400" cy="523220"/>
          </a:xfrm>
          <a:prstGeom prst="rect">
            <a:avLst/>
          </a:prstGeom>
          <a:noFill/>
        </p:spPr>
        <p:txBody>
          <a:bodyPr wrap="square" rtlCol="0">
            <a:spAutoFit/>
          </a:bodyPr>
          <a:lstStyle/>
          <a:p>
            <a:pPr marL="457200" indent="-457200">
              <a:buFont typeface="Wingdings" panose="05000000000000000000" pitchFamily="2" charset="2"/>
              <a:buChar char="v"/>
            </a:pPr>
            <a:r>
              <a:rPr lang="en-US" sz="2800" i="1" dirty="0" err="1"/>
              <a:t>Thực</a:t>
            </a:r>
            <a:r>
              <a:rPr lang="en-US" sz="2800" i="1" dirty="0"/>
              <a:t> </a:t>
            </a:r>
            <a:r>
              <a:rPr lang="en-US" sz="2800" i="1" dirty="0" err="1"/>
              <a:t>chất</a:t>
            </a:r>
            <a:r>
              <a:rPr lang="en-US" sz="2800" i="1" dirty="0"/>
              <a:t> </a:t>
            </a:r>
            <a:r>
              <a:rPr lang="en-US" sz="2800" i="1" dirty="0" err="1"/>
              <a:t>của</a:t>
            </a:r>
            <a:r>
              <a:rPr lang="en-US" sz="2800" i="1" dirty="0"/>
              <a:t> </a:t>
            </a:r>
            <a:r>
              <a:rPr lang="en-US" sz="2800" i="1" dirty="0" err="1"/>
              <a:t>thời</a:t>
            </a:r>
            <a:r>
              <a:rPr lang="en-US" sz="2800" i="1" dirty="0"/>
              <a:t> </a:t>
            </a:r>
            <a:r>
              <a:rPr lang="en-US" sz="2800" i="1" dirty="0" err="1"/>
              <a:t>kỳ</a:t>
            </a:r>
            <a:r>
              <a:rPr lang="en-US" sz="2800" i="1" dirty="0"/>
              <a:t> </a:t>
            </a:r>
            <a:r>
              <a:rPr lang="en-US" sz="2800" i="1" dirty="0" err="1"/>
              <a:t>quá</a:t>
            </a:r>
            <a:r>
              <a:rPr lang="en-US" sz="2800" i="1" dirty="0"/>
              <a:t> </a:t>
            </a:r>
            <a:r>
              <a:rPr lang="en-US" sz="2800" i="1" dirty="0" err="1"/>
              <a:t>độ</a:t>
            </a:r>
            <a:endParaRPr lang="vi-VN" sz="2800" i="1" dirty="0"/>
          </a:p>
        </p:txBody>
      </p:sp>
      <p:sp>
        <p:nvSpPr>
          <p:cNvPr id="4" name="TextBox 3"/>
          <p:cNvSpPr txBox="1"/>
          <p:nvPr/>
        </p:nvSpPr>
        <p:spPr>
          <a:xfrm>
            <a:off x="452907" y="2362200"/>
            <a:ext cx="7552209" cy="461665"/>
          </a:xfrm>
          <a:prstGeom prst="rect">
            <a:avLst/>
          </a:prstGeom>
          <a:noFill/>
        </p:spPr>
        <p:txBody>
          <a:bodyPr wrap="square" rtlCol="0">
            <a:spAutoFit/>
          </a:bodyPr>
          <a:lstStyle/>
          <a:p>
            <a:pPr indent="342900" algn="just">
              <a:buClr>
                <a:srgbClr val="00AC7F"/>
              </a:buClr>
              <a:buFont typeface="Wingdings" panose="05000000000000000000" pitchFamily="2" charset="2"/>
              <a:buChar char="v"/>
            </a:pPr>
            <a:r>
              <a:rPr lang="en-US" sz="2400" dirty="0" err="1">
                <a:latin typeface="Arial" panose="020B0604020202020204" pitchFamily="34" charset="0"/>
                <a:cs typeface="Arial" panose="020B0604020202020204" pitchFamily="34" charset="0"/>
              </a:rPr>
              <a:t>Đặc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điểm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nôi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a:t>
            </a:r>
            <a:endParaRPr lang="x-none" sz="2400" b="1" dirty="0">
              <a:latin typeface="Arial" panose="020B0604020202020204" pitchFamily="34" charset="0"/>
              <a:cs typeface="Arial" panose="020B0604020202020204" pitchFamily="34" charset="0"/>
            </a:endParaRPr>
          </a:p>
        </p:txBody>
      </p:sp>
      <p:sp>
        <p:nvSpPr>
          <p:cNvPr id="15" name="Rectangle 42"/>
          <p:cNvSpPr txBox="1">
            <a:spLocks noChangeArrowheads="1"/>
          </p:cNvSpPr>
          <p:nvPr/>
        </p:nvSpPr>
        <p:spPr bwMode="auto">
          <a:xfrm>
            <a:off x="978525" y="165353"/>
            <a:ext cx="7039692" cy="48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2.2. </a:t>
            </a:r>
            <a:r>
              <a:rPr lang="en-US" sz="2600" dirty="0">
                <a:solidFill>
                  <a:srgbClr val="FF0000"/>
                </a:solidFill>
                <a:latin typeface="Arial" panose="020B0604020202020204" pitchFamily="34" charset="0"/>
                <a:cs typeface="Arial" panose="020B0604020202020204" pitchFamily="34" charset="0"/>
              </a:rPr>
              <a:t>Đ</a:t>
            </a:r>
            <a:r>
              <a:rPr lang="vi-VN" sz="2600" dirty="0">
                <a:solidFill>
                  <a:srgbClr val="FF0000"/>
                </a:solidFill>
                <a:latin typeface="Arial" panose="020B0604020202020204" pitchFamily="34" charset="0"/>
                <a:cs typeface="Arial" panose="020B0604020202020204" pitchFamily="34" charset="0"/>
              </a:rPr>
              <a:t>ặc điểm </a:t>
            </a:r>
            <a:r>
              <a:rPr lang="en-US" sz="2600" dirty="0" err="1">
                <a:solidFill>
                  <a:srgbClr val="FF0000"/>
                </a:solidFill>
                <a:latin typeface="Arial" panose="020B0604020202020204" pitchFamily="34" charset="0"/>
                <a:cs typeface="Arial" panose="020B0604020202020204" pitchFamily="34" charset="0"/>
              </a:rPr>
              <a:t>của</a:t>
            </a:r>
            <a:r>
              <a:rPr lang="en-US" sz="2600" dirty="0">
                <a:solidFill>
                  <a:srgbClr val="FF0000"/>
                </a:solidFill>
                <a:latin typeface="Arial" panose="020B0604020202020204" pitchFamily="34" charset="0"/>
                <a:cs typeface="Arial" panose="020B0604020202020204" pitchFamily="34" charset="0"/>
              </a:rPr>
              <a:t> </a:t>
            </a:r>
            <a:r>
              <a:rPr lang="vi-VN" sz="2600" dirty="0">
                <a:solidFill>
                  <a:srgbClr val="FF0000"/>
                </a:solidFill>
                <a:latin typeface="Arial" panose="020B0604020202020204" pitchFamily="34" charset="0"/>
                <a:cs typeface="Arial" panose="020B0604020202020204" pitchFamily="34" charset="0"/>
              </a:rPr>
              <a:t>thời kỳ quá độ lên CNXH</a:t>
            </a:r>
          </a:p>
        </p:txBody>
      </p:sp>
      <p:sp>
        <p:nvSpPr>
          <p:cNvPr id="16" name="TextBox 15"/>
          <p:cNvSpPr txBox="1"/>
          <p:nvPr/>
        </p:nvSpPr>
        <p:spPr>
          <a:xfrm>
            <a:off x="496059" y="3352800"/>
            <a:ext cx="7552209" cy="461665"/>
          </a:xfrm>
          <a:prstGeom prst="rect">
            <a:avLst/>
          </a:prstGeom>
          <a:noFill/>
        </p:spPr>
        <p:txBody>
          <a:bodyPr wrap="square" rtlCol="0">
            <a:spAutoFit/>
          </a:bodyPr>
          <a:lstStyle/>
          <a:p>
            <a:pPr indent="342900" algn="just">
              <a:buClr>
                <a:srgbClr val="00AC7F"/>
              </a:buClr>
              <a:buFont typeface="Wingdings" panose="05000000000000000000" pitchFamily="2" charset="2"/>
              <a:buChar char="v"/>
            </a:pP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điểm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bắt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đầu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thúc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a:t>
            </a:r>
            <a:endParaRPr lang="x-none" sz="2400" b="1" dirty="0">
              <a:latin typeface="Arial" panose="020B0604020202020204" pitchFamily="34" charset="0"/>
              <a:cs typeface="Arial" panose="020B0604020202020204" pitchFamily="34" charset="0"/>
            </a:endParaRPr>
          </a:p>
        </p:txBody>
      </p:sp>
      <p:sp>
        <p:nvSpPr>
          <p:cNvPr id="6"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1"/>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447800"/>
            <a:ext cx="8534400" cy="523220"/>
          </a:xfrm>
          <a:prstGeom prst="rect">
            <a:avLst/>
          </a:prstGeom>
          <a:noFill/>
        </p:spPr>
        <p:txBody>
          <a:bodyPr wrap="square" rtlCol="0">
            <a:spAutoFit/>
          </a:bodyPr>
          <a:lstStyle/>
          <a:p>
            <a:pPr marL="457200" indent="-457200">
              <a:buFont typeface="Wingdings" panose="05000000000000000000" pitchFamily="2" charset="2"/>
              <a:buChar char="v"/>
            </a:pPr>
            <a:r>
              <a:rPr lang="vi-VN" sz="2800" b="1" i="1" dirty="0"/>
              <a:t>Những đặc điểm cơ bản của TKQĐ lên CNXH</a:t>
            </a:r>
          </a:p>
        </p:txBody>
      </p:sp>
      <p:sp>
        <p:nvSpPr>
          <p:cNvPr id="4" name="TextBox 3"/>
          <p:cNvSpPr txBox="1"/>
          <p:nvPr/>
        </p:nvSpPr>
        <p:spPr>
          <a:xfrm>
            <a:off x="1439391" y="3405214"/>
            <a:ext cx="7552209" cy="2308324"/>
          </a:xfrm>
          <a:prstGeom prst="rect">
            <a:avLst/>
          </a:prstGeom>
          <a:noFill/>
        </p:spPr>
        <p:txBody>
          <a:bodyPr wrap="square" rtlCol="0">
            <a:spAutoFit/>
          </a:bodyPr>
          <a:lstStyle/>
          <a:p>
            <a:pPr indent="342900" algn="just">
              <a:buClr>
                <a:srgbClr val="00AC7F"/>
              </a:buClr>
              <a:buFont typeface="Wingdings" panose="05000000000000000000" pitchFamily="2" charset="2"/>
              <a:buChar char="v"/>
            </a:pPr>
            <a:r>
              <a:rPr lang="en-US" sz="2400" dirty="0" err="1">
                <a:latin typeface="Arial" panose="020B0604020202020204" pitchFamily="34" charset="0"/>
                <a:cs typeface="Arial" panose="020B0604020202020204" pitchFamily="34" charset="0"/>
              </a:rPr>
              <a:t>Nhiều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loại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sở</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hữu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về</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tư</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liệu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sản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xuất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những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tổ</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tế</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đan</a:t>
            </a:r>
            <a:r>
              <a:rPr lang="en-US" sz="2400" dirty="0">
                <a:latin typeface="Arial" panose="020B0604020202020204" pitchFamily="34" charset="0"/>
                <a:cs typeface="Arial" panose="020B0604020202020204" pitchFamily="34" charset="0"/>
              </a:rPr>
              <a:t> xen </a:t>
            </a:r>
            <a:r>
              <a:rPr lang="en-US" sz="2400" dirty="0" err="1">
                <a:latin typeface="Arial" panose="020B0604020202020204" pitchFamily="34" charset="0"/>
                <a:cs typeface="Arial" panose="020B0604020202020204" pitchFamily="34" charset="0"/>
              </a:rPr>
              <a:t>hỗn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tương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những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nhau</a:t>
            </a:r>
            <a:endParaRPr lang="en-US" sz="2400" dirty="0">
              <a:latin typeface="Arial" panose="020B0604020202020204" pitchFamily="34" charset="0"/>
              <a:cs typeface="Arial" panose="020B0604020202020204" pitchFamily="34" charset="0"/>
            </a:endParaRPr>
          </a:p>
          <a:p>
            <a:pPr indent="342900" algn="just">
              <a:buClr>
                <a:srgbClr val="00AC7F"/>
              </a:buClr>
              <a:buFont typeface="Wingdings" panose="05000000000000000000" pitchFamily="2" charset="2"/>
              <a:buChar char="v"/>
            </a:pPr>
            <a:r>
              <a:rPr lang="en-US" sz="2400" dirty="0" err="1">
                <a:latin typeface="Arial" panose="020B0604020202020204" pitchFamily="34" charset="0"/>
                <a:cs typeface="Arial" panose="020B0604020202020204" pitchFamily="34" charset="0"/>
              </a:rPr>
              <a:t>Hình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thức</a:t>
            </a:r>
            <a:r>
              <a:rPr lang="en-US" sz="2400"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phân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phối</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theo</a:t>
            </a:r>
            <a:r>
              <a:rPr lang="en-US" sz="2400" b="1" dirty="0">
                <a:latin typeface="Arial" panose="020B0604020202020204" pitchFamily="34" charset="0"/>
                <a:cs typeface="Arial" panose="020B0604020202020204" pitchFamily="34" charset="0"/>
              </a:rPr>
              <a:t> lao </a:t>
            </a:r>
            <a:r>
              <a:rPr lang="en-US" sz="2400" b="1" dirty="0" err="1">
                <a:latin typeface="Arial" panose="020B0604020202020204" pitchFamily="34" charset="0"/>
                <a:cs typeface="Arial" panose="020B0604020202020204" pitchFamily="34" charset="0"/>
              </a:rPr>
              <a:t>động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yếu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ngày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càng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giữ</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vai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trò</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hình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thức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phân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phối</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chủ</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đạo</a:t>
            </a:r>
            <a:r>
              <a:rPr lang="en-US" sz="2400" b="1" dirty="0">
                <a:latin typeface="Arial" panose="020B0604020202020204" pitchFamily="34" charset="0"/>
                <a:cs typeface="Arial" panose="020B0604020202020204" pitchFamily="34" charset="0"/>
              </a:rPr>
              <a:t>.</a:t>
            </a:r>
            <a:endParaRPr lang="x-none" sz="2400" b="1" dirty="0">
              <a:latin typeface="Arial" panose="020B0604020202020204" pitchFamily="34" charset="0"/>
              <a:cs typeface="Arial" panose="020B0604020202020204" pitchFamily="34" charset="0"/>
            </a:endParaRPr>
          </a:p>
        </p:txBody>
      </p:sp>
      <p:grpSp>
        <p:nvGrpSpPr>
          <p:cNvPr id="6" name="Group 5"/>
          <p:cNvGrpSpPr/>
          <p:nvPr/>
        </p:nvGrpSpPr>
        <p:grpSpPr>
          <a:xfrm>
            <a:off x="110219" y="2132587"/>
            <a:ext cx="8957583" cy="2308326"/>
            <a:chOff x="110219" y="2132587"/>
            <a:chExt cx="8957583" cy="2308326"/>
          </a:xfrm>
        </p:grpSpPr>
        <p:grpSp>
          <p:nvGrpSpPr>
            <p:cNvPr id="5" name="Group 4"/>
            <p:cNvGrpSpPr/>
            <p:nvPr/>
          </p:nvGrpSpPr>
          <p:grpSpPr>
            <a:xfrm>
              <a:off x="190504" y="2132587"/>
              <a:ext cx="8877298" cy="2308326"/>
              <a:chOff x="685804" y="1387123"/>
              <a:chExt cx="8877298" cy="1125840"/>
            </a:xfrm>
          </p:grpSpPr>
          <p:sp>
            <p:nvSpPr>
              <p:cNvPr id="11" name="Chevron 10"/>
              <p:cNvSpPr/>
              <p:nvPr/>
            </p:nvSpPr>
            <p:spPr>
              <a:xfrm rot="5400000">
                <a:off x="962712" y="1110219"/>
                <a:ext cx="669462" cy="1223277"/>
              </a:xfrm>
              <a:prstGeom prst="chevron">
                <a:avLst>
                  <a:gd name="adj" fmla="val 23302"/>
                </a:avLst>
              </a:prstGeom>
            </p:spPr>
            <p:style>
              <a:lnRef idx="1">
                <a:schemeClr val="accent3">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grpSp>
            <p:nvGrpSpPr>
              <p:cNvPr id="7" name="Group 6"/>
              <p:cNvGrpSpPr/>
              <p:nvPr/>
            </p:nvGrpSpPr>
            <p:grpSpPr>
              <a:xfrm>
                <a:off x="1919002" y="1387123"/>
                <a:ext cx="7644100" cy="1125840"/>
                <a:chOff x="1174420" y="1181"/>
                <a:chExt cx="5319269" cy="917704"/>
              </a:xfrm>
            </p:grpSpPr>
            <p:sp>
              <p:nvSpPr>
                <p:cNvPr id="9" name="Round Same Side Corner Rectangle 8"/>
                <p:cNvSpPr/>
                <p:nvPr/>
              </p:nvSpPr>
              <p:spPr>
                <a:xfrm rot="5400000">
                  <a:off x="3606646" y="-2431044"/>
                  <a:ext cx="454817" cy="5319268"/>
                </a:xfrm>
                <a:prstGeom prst="round2SameRect">
                  <a:avLst/>
                </a:pr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0" name="Round Same Side Corner Rectangle 6"/>
                <p:cNvSpPr/>
                <p:nvPr/>
              </p:nvSpPr>
              <p:spPr>
                <a:xfrm>
                  <a:off x="1174420" y="48278"/>
                  <a:ext cx="4874481" cy="87060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endParaRPr lang="vi-VN" sz="2800" kern="1200" dirty="0"/>
                </a:p>
                <a:p>
                  <a:pPr marL="285750" lvl="1" indent="-285750" algn="l" defTabSz="1289050">
                    <a:lnSpc>
                      <a:spcPct val="90000"/>
                    </a:lnSpc>
                    <a:spcBef>
                      <a:spcPct val="0"/>
                    </a:spcBef>
                    <a:spcAft>
                      <a:spcPct val="15000"/>
                    </a:spcAft>
                    <a:buChar char="•"/>
                  </a:pPr>
                  <a:endParaRPr lang="vi-VN" sz="2800" kern="1200" dirty="0"/>
                </a:p>
              </p:txBody>
            </p:sp>
          </p:grpSp>
          <p:sp>
            <p:nvSpPr>
              <p:cNvPr id="8" name="TextBox 7"/>
              <p:cNvSpPr txBox="1"/>
              <p:nvPr/>
            </p:nvSpPr>
            <p:spPr>
              <a:xfrm>
                <a:off x="1989365" y="1448391"/>
                <a:ext cx="7573736" cy="435324"/>
              </a:xfrm>
              <a:prstGeom prst="rect">
                <a:avLst/>
              </a:prstGeom>
              <a:noFill/>
            </p:spPr>
            <p:txBody>
              <a:bodyPr wrap="square" rtlCol="0">
                <a:spAutoFit/>
              </a:bodyPr>
              <a:lstStyle/>
              <a:p>
                <a:pPr algn="just"/>
                <a:r>
                  <a:rPr lang="vi-VN" sz="2600" dirty="0"/>
                  <a:t> Tồn tại một nền kinh tế nhiều thành phần trong một hệ thống kinh tế quốc dân thống nhất.</a:t>
                </a:r>
                <a:endParaRPr lang="vi-VN" sz="2600" spc="-150" dirty="0"/>
              </a:p>
            </p:txBody>
          </p:sp>
        </p:grpSp>
        <p:sp>
          <p:nvSpPr>
            <p:cNvPr id="13" name="TextBox 12"/>
            <p:cNvSpPr txBox="1"/>
            <p:nvPr/>
          </p:nvSpPr>
          <p:spPr>
            <a:xfrm>
              <a:off x="110219" y="2543570"/>
              <a:ext cx="1303562" cy="523220"/>
            </a:xfrm>
            <a:prstGeom prst="rect">
              <a:avLst/>
            </a:prstGeom>
            <a:noFill/>
          </p:spPr>
          <p:txBody>
            <a:bodyPr wrap="none" rtlCol="0">
              <a:spAutoFit/>
            </a:bodyPr>
            <a:lstStyle/>
            <a:p>
              <a:r>
                <a:rPr lang="x-none" sz="2800" dirty="0"/>
                <a:t>K</a:t>
              </a:r>
              <a:r>
                <a:rPr lang="en-US" sz="2800" dirty="0" err="1"/>
                <a:t>inh</a:t>
              </a:r>
              <a:r>
                <a:rPr lang="en-US" sz="2800" dirty="0"/>
                <a:t> </a:t>
              </a:r>
              <a:r>
                <a:rPr lang="en-US" sz="2800" dirty="0" err="1"/>
                <a:t>tế</a:t>
              </a:r>
              <a:endParaRPr lang="x-none" sz="2800" dirty="0"/>
            </a:p>
          </p:txBody>
        </p:sp>
      </p:grpSp>
      <p:sp>
        <p:nvSpPr>
          <p:cNvPr id="15" name="Rectangle 42"/>
          <p:cNvSpPr txBox="1">
            <a:spLocks noChangeArrowheads="1"/>
          </p:cNvSpPr>
          <p:nvPr/>
        </p:nvSpPr>
        <p:spPr bwMode="auto">
          <a:xfrm>
            <a:off x="978525" y="165353"/>
            <a:ext cx="7039692" cy="48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2.2. </a:t>
            </a:r>
            <a:r>
              <a:rPr lang="en-US" sz="2600" dirty="0">
                <a:solidFill>
                  <a:srgbClr val="FF0000"/>
                </a:solidFill>
                <a:latin typeface="Arial" panose="020B0604020202020204" pitchFamily="34" charset="0"/>
                <a:cs typeface="Arial" panose="020B0604020202020204" pitchFamily="34" charset="0"/>
              </a:rPr>
              <a:t>Đ</a:t>
            </a:r>
            <a:r>
              <a:rPr lang="vi-VN" sz="2600" dirty="0">
                <a:solidFill>
                  <a:srgbClr val="FF0000"/>
                </a:solidFill>
                <a:latin typeface="Arial" panose="020B0604020202020204" pitchFamily="34" charset="0"/>
                <a:cs typeface="Arial" panose="020B0604020202020204" pitchFamily="34" charset="0"/>
              </a:rPr>
              <a:t>ặc điểm </a:t>
            </a:r>
            <a:r>
              <a:rPr lang="en-US" sz="2600" dirty="0" err="1">
                <a:solidFill>
                  <a:srgbClr val="FF0000"/>
                </a:solidFill>
                <a:latin typeface="Arial" panose="020B0604020202020204" pitchFamily="34" charset="0"/>
                <a:cs typeface="Arial" panose="020B0604020202020204" pitchFamily="34" charset="0"/>
              </a:rPr>
              <a:t>của</a:t>
            </a:r>
            <a:r>
              <a:rPr lang="en-US" sz="2600" dirty="0">
                <a:solidFill>
                  <a:srgbClr val="FF0000"/>
                </a:solidFill>
                <a:latin typeface="Arial" panose="020B0604020202020204" pitchFamily="34" charset="0"/>
                <a:cs typeface="Arial" panose="020B0604020202020204" pitchFamily="34" charset="0"/>
              </a:rPr>
              <a:t> </a:t>
            </a:r>
            <a:r>
              <a:rPr lang="vi-VN" sz="2600" dirty="0">
                <a:solidFill>
                  <a:srgbClr val="FF0000"/>
                </a:solidFill>
                <a:latin typeface="Arial" panose="020B0604020202020204" pitchFamily="34" charset="0"/>
                <a:cs typeface="Arial" panose="020B0604020202020204" pitchFamily="34" charset="0"/>
              </a:rPr>
              <a:t>thời kỳ quá độ lên CNXH</a:t>
            </a:r>
          </a:p>
        </p:txBody>
      </p:sp>
      <p:sp>
        <p:nvSpPr>
          <p:cNvPr id="14"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447800"/>
            <a:ext cx="8534400" cy="523220"/>
          </a:xfrm>
          <a:prstGeom prst="rect">
            <a:avLst/>
          </a:prstGeom>
          <a:noFill/>
        </p:spPr>
        <p:txBody>
          <a:bodyPr wrap="square" rtlCol="0">
            <a:spAutoFit/>
          </a:bodyPr>
          <a:lstStyle/>
          <a:p>
            <a:pPr marL="457200" indent="-457200">
              <a:buFont typeface="Wingdings" panose="05000000000000000000" pitchFamily="2" charset="2"/>
              <a:buChar char="v"/>
            </a:pPr>
            <a:r>
              <a:rPr lang="vi-VN" sz="2800" b="1" i="1" dirty="0"/>
              <a:t>Những đặc điểm cơ bản của TKQĐ lên CNXH</a:t>
            </a:r>
          </a:p>
        </p:txBody>
      </p:sp>
      <p:sp>
        <p:nvSpPr>
          <p:cNvPr id="4" name="TextBox 3"/>
          <p:cNvSpPr txBox="1"/>
          <p:nvPr/>
        </p:nvSpPr>
        <p:spPr>
          <a:xfrm>
            <a:off x="1439391" y="3405214"/>
            <a:ext cx="7552209" cy="2308324"/>
          </a:xfrm>
          <a:prstGeom prst="rect">
            <a:avLst/>
          </a:prstGeom>
          <a:noFill/>
        </p:spPr>
        <p:txBody>
          <a:bodyPr wrap="square" rtlCol="0">
            <a:spAutoFit/>
          </a:bodyPr>
          <a:lstStyle/>
          <a:p>
            <a:pPr indent="342900" algn="just">
              <a:buClr>
                <a:srgbClr val="00AC7F"/>
              </a:buClr>
              <a:buFont typeface="Wingdings" panose="05000000000000000000" pitchFamily="2" charset="2"/>
              <a:buChar char="v"/>
            </a:pPr>
            <a:r>
              <a:rPr lang="vi-VN" sz="2400" dirty="0"/>
              <a:t>“Giai cấp công nhân, nông dân, tầng lớp trí thức, những người sản xuất nhỏ, tầng lớp tư sản và một số tầng lớp xã hội khác tuỳ theo từng điều kiện cụ thể của mỗi nước”. </a:t>
            </a:r>
            <a:endParaRPr lang="en-US" sz="2400" dirty="0"/>
          </a:p>
          <a:p>
            <a:pPr indent="342900" algn="just">
              <a:buClr>
                <a:srgbClr val="00AC7F"/>
              </a:buClr>
              <a:buFont typeface="Wingdings" panose="05000000000000000000" pitchFamily="2" charset="2"/>
              <a:buChar char="v"/>
            </a:pPr>
            <a:r>
              <a:rPr lang="vi-VN" sz="2400" dirty="0"/>
              <a:t>Các giai cấp, tầng lớp này</a:t>
            </a:r>
            <a:r>
              <a:rPr lang="vi-VN" sz="2400" b="1" dirty="0">
                <a:solidFill>
                  <a:srgbClr val="FF0000"/>
                </a:solidFill>
              </a:rPr>
              <a:t> vừa hợp tác, vừa đấu tranh với nhau.</a:t>
            </a:r>
            <a:endParaRPr lang="x-none" sz="2400" b="1" dirty="0">
              <a:solidFill>
                <a:srgbClr val="FF0000"/>
              </a:solidFill>
            </a:endParaRPr>
          </a:p>
        </p:txBody>
      </p:sp>
      <p:grpSp>
        <p:nvGrpSpPr>
          <p:cNvPr id="14" name="Group 13"/>
          <p:cNvGrpSpPr/>
          <p:nvPr/>
        </p:nvGrpSpPr>
        <p:grpSpPr>
          <a:xfrm>
            <a:off x="-381000" y="2132589"/>
            <a:ext cx="9448801" cy="2308324"/>
            <a:chOff x="-381000" y="2132589"/>
            <a:chExt cx="9448801" cy="2308324"/>
          </a:xfrm>
        </p:grpSpPr>
        <p:grpSp>
          <p:nvGrpSpPr>
            <p:cNvPr id="5" name="Group 4"/>
            <p:cNvGrpSpPr/>
            <p:nvPr/>
          </p:nvGrpSpPr>
          <p:grpSpPr>
            <a:xfrm>
              <a:off x="-381000" y="2132589"/>
              <a:ext cx="9448801" cy="2308324"/>
              <a:chOff x="114300" y="1387124"/>
              <a:chExt cx="9448801" cy="1125839"/>
            </a:xfrm>
          </p:grpSpPr>
          <p:grpSp>
            <p:nvGrpSpPr>
              <p:cNvPr id="6" name="Group 5"/>
              <p:cNvGrpSpPr/>
              <p:nvPr/>
            </p:nvGrpSpPr>
            <p:grpSpPr>
              <a:xfrm>
                <a:off x="114300" y="1387127"/>
                <a:ext cx="1794781" cy="964799"/>
                <a:chOff x="1" y="1183"/>
                <a:chExt cx="1165360" cy="964799"/>
              </a:xfrm>
            </p:grpSpPr>
            <p:sp>
              <p:nvSpPr>
                <p:cNvPr id="11" name="Chevron 10"/>
                <p:cNvSpPr/>
                <p:nvPr/>
              </p:nvSpPr>
              <p:spPr>
                <a:xfrm rot="5400000">
                  <a:off x="433490" y="-61226"/>
                  <a:ext cx="669462" cy="794280"/>
                </a:xfrm>
                <a:prstGeom prst="chevron">
                  <a:avLst>
                    <a:gd name="adj" fmla="val 23302"/>
                  </a:avLst>
                </a:prstGeom>
              </p:spPr>
              <p:style>
                <a:lnRef idx="0">
                  <a:schemeClr val="accent1"/>
                </a:lnRef>
                <a:fillRef idx="3">
                  <a:schemeClr val="accent1"/>
                </a:fillRef>
                <a:effectRef idx="3">
                  <a:schemeClr val="accent1"/>
                </a:effectRef>
                <a:fontRef idx="minor">
                  <a:schemeClr val="lt1"/>
                </a:fontRef>
              </p:style>
            </p:sp>
            <p:sp>
              <p:nvSpPr>
                <p:cNvPr id="12" name="Chevron 4"/>
                <p:cNvSpPr/>
                <p:nvPr/>
              </p:nvSpPr>
              <p:spPr>
                <a:xfrm>
                  <a:off x="1" y="520688"/>
                  <a:ext cx="1039018" cy="4452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endParaRPr lang="vi-VN" sz="2800" kern="1200"/>
                </a:p>
              </p:txBody>
            </p:sp>
          </p:grpSp>
          <p:grpSp>
            <p:nvGrpSpPr>
              <p:cNvPr id="7" name="Group 6"/>
              <p:cNvGrpSpPr/>
              <p:nvPr/>
            </p:nvGrpSpPr>
            <p:grpSpPr>
              <a:xfrm>
                <a:off x="1919002" y="1387124"/>
                <a:ext cx="7644099" cy="1125839"/>
                <a:chOff x="1174420" y="1182"/>
                <a:chExt cx="5319268" cy="917703"/>
              </a:xfrm>
            </p:grpSpPr>
            <p:sp>
              <p:nvSpPr>
                <p:cNvPr id="9" name="Round Same Side Corner Rectangle 8"/>
                <p:cNvSpPr/>
                <p:nvPr/>
              </p:nvSpPr>
              <p:spPr>
                <a:xfrm rot="5400000">
                  <a:off x="3622321" y="-2446719"/>
                  <a:ext cx="423466" cy="5319268"/>
                </a:xfrm>
                <a:prstGeom prst="round2SameRect">
                  <a:avLst/>
                </a:pr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0" name="Round Same Side Corner Rectangle 6"/>
                <p:cNvSpPr/>
                <p:nvPr/>
              </p:nvSpPr>
              <p:spPr>
                <a:xfrm>
                  <a:off x="1174420" y="48278"/>
                  <a:ext cx="4874481" cy="87060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endParaRPr lang="vi-VN" sz="2800" kern="1200" dirty="0"/>
                </a:p>
                <a:p>
                  <a:pPr marL="285750" lvl="1" indent="-285750" algn="l" defTabSz="1289050">
                    <a:lnSpc>
                      <a:spcPct val="90000"/>
                    </a:lnSpc>
                    <a:spcBef>
                      <a:spcPct val="0"/>
                    </a:spcBef>
                    <a:spcAft>
                      <a:spcPct val="15000"/>
                    </a:spcAft>
                    <a:buChar char="•"/>
                  </a:pPr>
                  <a:endParaRPr lang="vi-VN" sz="2800" kern="1200" dirty="0"/>
                </a:p>
              </p:txBody>
            </p:sp>
          </p:grpSp>
          <p:sp>
            <p:nvSpPr>
              <p:cNvPr id="8" name="TextBox 7"/>
              <p:cNvSpPr txBox="1"/>
              <p:nvPr/>
            </p:nvSpPr>
            <p:spPr>
              <a:xfrm>
                <a:off x="1989365" y="1448391"/>
                <a:ext cx="7573736" cy="435324"/>
              </a:xfrm>
              <a:prstGeom prst="rect">
                <a:avLst/>
              </a:prstGeom>
              <a:noFill/>
            </p:spPr>
            <p:txBody>
              <a:bodyPr wrap="square" rtlCol="0">
                <a:spAutoFit/>
              </a:bodyPr>
              <a:lstStyle/>
              <a:p>
                <a:pPr algn="just"/>
                <a:r>
                  <a:rPr lang="vi-VN" sz="2600" dirty="0"/>
                  <a:t>Kết cấu giai cấp của xã hội trong thời kỳ này đa dạng phức tạp. </a:t>
                </a:r>
                <a:endParaRPr lang="vi-VN" sz="2600" spc="-150" dirty="0"/>
              </a:p>
            </p:txBody>
          </p:sp>
        </p:grpSp>
        <p:sp>
          <p:nvSpPr>
            <p:cNvPr id="13" name="TextBox 12"/>
            <p:cNvSpPr txBox="1"/>
            <p:nvPr/>
          </p:nvSpPr>
          <p:spPr>
            <a:xfrm>
              <a:off x="229710" y="2437111"/>
              <a:ext cx="1144864" cy="954107"/>
            </a:xfrm>
            <a:prstGeom prst="rect">
              <a:avLst/>
            </a:prstGeom>
            <a:noFill/>
          </p:spPr>
          <p:txBody>
            <a:bodyPr wrap="none" rtlCol="0">
              <a:spAutoFit/>
            </a:bodyPr>
            <a:lstStyle/>
            <a:p>
              <a:pPr algn="ctr"/>
              <a:r>
                <a:rPr lang="x-none" sz="2800" dirty="0"/>
                <a:t>Chính</a:t>
              </a:r>
            </a:p>
            <a:p>
              <a:pPr algn="ctr"/>
              <a:r>
                <a:rPr lang="x-none" sz="2800" dirty="0"/>
                <a:t>trị</a:t>
              </a:r>
            </a:p>
          </p:txBody>
        </p:sp>
      </p:grpSp>
      <p:sp>
        <p:nvSpPr>
          <p:cNvPr id="16" name="Rectangle 42"/>
          <p:cNvSpPr txBox="1">
            <a:spLocks noChangeArrowheads="1"/>
          </p:cNvSpPr>
          <p:nvPr/>
        </p:nvSpPr>
        <p:spPr bwMode="auto">
          <a:xfrm>
            <a:off x="978525" y="165353"/>
            <a:ext cx="7039692" cy="48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2.2. </a:t>
            </a:r>
            <a:r>
              <a:rPr lang="en-US" sz="2600" dirty="0">
                <a:solidFill>
                  <a:srgbClr val="FF0000"/>
                </a:solidFill>
                <a:latin typeface="Arial" panose="020B0604020202020204" pitchFamily="34" charset="0"/>
                <a:cs typeface="Arial" panose="020B0604020202020204" pitchFamily="34" charset="0"/>
              </a:rPr>
              <a:t>Đ</a:t>
            </a:r>
            <a:r>
              <a:rPr lang="vi-VN" sz="2600" dirty="0">
                <a:solidFill>
                  <a:srgbClr val="FF0000"/>
                </a:solidFill>
                <a:latin typeface="Arial" panose="020B0604020202020204" pitchFamily="34" charset="0"/>
                <a:cs typeface="Arial" panose="020B0604020202020204" pitchFamily="34" charset="0"/>
              </a:rPr>
              <a:t>ặc điểm </a:t>
            </a:r>
            <a:r>
              <a:rPr lang="en-US" sz="2600" dirty="0" err="1">
                <a:solidFill>
                  <a:srgbClr val="FF0000"/>
                </a:solidFill>
                <a:latin typeface="Arial" panose="020B0604020202020204" pitchFamily="34" charset="0"/>
                <a:cs typeface="Arial" panose="020B0604020202020204" pitchFamily="34" charset="0"/>
              </a:rPr>
              <a:t>của</a:t>
            </a:r>
            <a:r>
              <a:rPr lang="en-US" sz="2600" dirty="0">
                <a:solidFill>
                  <a:srgbClr val="FF0000"/>
                </a:solidFill>
                <a:latin typeface="Arial" panose="020B0604020202020204" pitchFamily="34" charset="0"/>
                <a:cs typeface="Arial" panose="020B0604020202020204" pitchFamily="34" charset="0"/>
              </a:rPr>
              <a:t> </a:t>
            </a:r>
            <a:r>
              <a:rPr lang="vi-VN" sz="2600" dirty="0">
                <a:solidFill>
                  <a:srgbClr val="FF0000"/>
                </a:solidFill>
                <a:latin typeface="Arial" panose="020B0604020202020204" pitchFamily="34" charset="0"/>
                <a:cs typeface="Arial" panose="020B0604020202020204" pitchFamily="34" charset="0"/>
              </a:rPr>
              <a:t>thời kỳ quá độ lên CNXH</a:t>
            </a:r>
          </a:p>
        </p:txBody>
      </p:sp>
      <p:sp>
        <p:nvSpPr>
          <p:cNvPr id="15"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447800"/>
            <a:ext cx="8534400" cy="523220"/>
          </a:xfrm>
          <a:prstGeom prst="rect">
            <a:avLst/>
          </a:prstGeom>
          <a:noFill/>
        </p:spPr>
        <p:txBody>
          <a:bodyPr wrap="square" rtlCol="0">
            <a:spAutoFit/>
          </a:bodyPr>
          <a:lstStyle/>
          <a:p>
            <a:pPr marL="457200" indent="-457200">
              <a:buFont typeface="Wingdings" panose="05000000000000000000" pitchFamily="2" charset="2"/>
              <a:buChar char="v"/>
            </a:pPr>
            <a:r>
              <a:rPr lang="vi-VN" sz="2800" b="1" i="1" dirty="0"/>
              <a:t>Những đặc điểm cơ bản của TKQĐ lên CNXH</a:t>
            </a:r>
          </a:p>
        </p:txBody>
      </p:sp>
      <p:sp>
        <p:nvSpPr>
          <p:cNvPr id="4" name="TextBox 3"/>
          <p:cNvSpPr txBox="1"/>
          <p:nvPr/>
        </p:nvSpPr>
        <p:spPr>
          <a:xfrm>
            <a:off x="1439391" y="3405214"/>
            <a:ext cx="7552209" cy="3046988"/>
          </a:xfrm>
          <a:prstGeom prst="rect">
            <a:avLst/>
          </a:prstGeom>
          <a:noFill/>
        </p:spPr>
        <p:txBody>
          <a:bodyPr wrap="square" rtlCol="0">
            <a:spAutoFit/>
          </a:bodyPr>
          <a:lstStyle/>
          <a:p>
            <a:pPr indent="342900" algn="just">
              <a:buClr>
                <a:srgbClr val="00AC7F"/>
              </a:buClr>
              <a:buFont typeface="Wingdings" panose="05000000000000000000" pitchFamily="2" charset="2"/>
              <a:buChar char="v"/>
            </a:pPr>
            <a:r>
              <a:rPr lang="vi-VN" sz="2400" dirty="0"/>
              <a:t>Tồn tại các yếu tố văn hoá cũ và mới, chúng thường xuyên đấu tranh với nhau. </a:t>
            </a:r>
          </a:p>
          <a:p>
            <a:pPr indent="342900" algn="just">
              <a:buClr>
                <a:srgbClr val="00AC7F"/>
              </a:buClr>
              <a:buFont typeface="Wingdings" panose="05000000000000000000" pitchFamily="2" charset="2"/>
              <a:buChar char="v"/>
            </a:pPr>
            <a:r>
              <a:rPr lang="vi-VN" sz="2400" dirty="0"/>
              <a:t>Đó là thời kỳ, xét về mọi phương diện, đều có sự phát triển của tính tự phát tiểu tư sản, nhất là trong lĩnh vực văn hóa tư tưởng, là thời kỳ chứa đựng mâu thuẫn không thể dung hòa giữa tính kỷ luật nghiêm ngặt của giai cấp vô sản và tính vô chính phủ, vô kỷ luật của các tầng lớp tiểu tư sản. </a:t>
            </a:r>
            <a:endParaRPr lang="en-US" sz="2400" dirty="0"/>
          </a:p>
        </p:txBody>
      </p:sp>
      <p:grpSp>
        <p:nvGrpSpPr>
          <p:cNvPr id="14" name="Group 13"/>
          <p:cNvGrpSpPr/>
          <p:nvPr/>
        </p:nvGrpSpPr>
        <p:grpSpPr>
          <a:xfrm>
            <a:off x="152400" y="2133600"/>
            <a:ext cx="8686801" cy="2308324"/>
            <a:chOff x="-381000" y="2132589"/>
            <a:chExt cx="9448801" cy="2308324"/>
          </a:xfrm>
        </p:grpSpPr>
        <p:grpSp>
          <p:nvGrpSpPr>
            <p:cNvPr id="5" name="Group 4"/>
            <p:cNvGrpSpPr/>
            <p:nvPr/>
          </p:nvGrpSpPr>
          <p:grpSpPr>
            <a:xfrm>
              <a:off x="-381000" y="2132589"/>
              <a:ext cx="9448801" cy="2308324"/>
              <a:chOff x="114300" y="1387124"/>
              <a:chExt cx="9448801" cy="1125839"/>
            </a:xfrm>
          </p:grpSpPr>
          <p:grpSp>
            <p:nvGrpSpPr>
              <p:cNvPr id="6" name="Group 5"/>
              <p:cNvGrpSpPr/>
              <p:nvPr/>
            </p:nvGrpSpPr>
            <p:grpSpPr>
              <a:xfrm>
                <a:off x="114300" y="1387127"/>
                <a:ext cx="1794781" cy="964799"/>
                <a:chOff x="1" y="1183"/>
                <a:chExt cx="1165360" cy="964799"/>
              </a:xfrm>
            </p:grpSpPr>
            <p:sp>
              <p:nvSpPr>
                <p:cNvPr id="11" name="Chevron 10"/>
                <p:cNvSpPr/>
                <p:nvPr/>
              </p:nvSpPr>
              <p:spPr>
                <a:xfrm rot="5400000">
                  <a:off x="433490" y="-61226"/>
                  <a:ext cx="669462" cy="794280"/>
                </a:xfrm>
                <a:prstGeom prst="chevron">
                  <a:avLst>
                    <a:gd name="adj" fmla="val 23302"/>
                  </a:avLst>
                </a:prstGeom>
              </p:spPr>
              <p:style>
                <a:lnRef idx="0">
                  <a:schemeClr val="accent2"/>
                </a:lnRef>
                <a:fillRef idx="3">
                  <a:schemeClr val="accent2"/>
                </a:fillRef>
                <a:effectRef idx="3">
                  <a:schemeClr val="accent2"/>
                </a:effectRef>
                <a:fontRef idx="minor">
                  <a:schemeClr val="lt1"/>
                </a:fontRef>
              </p:style>
            </p:sp>
            <p:sp>
              <p:nvSpPr>
                <p:cNvPr id="12" name="Chevron 4"/>
                <p:cNvSpPr/>
                <p:nvPr/>
              </p:nvSpPr>
              <p:spPr>
                <a:xfrm>
                  <a:off x="1" y="520688"/>
                  <a:ext cx="1039018" cy="4452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endParaRPr lang="vi-VN" sz="2800" kern="1200"/>
                </a:p>
              </p:txBody>
            </p:sp>
          </p:grpSp>
          <p:grpSp>
            <p:nvGrpSpPr>
              <p:cNvPr id="7" name="Group 6"/>
              <p:cNvGrpSpPr/>
              <p:nvPr/>
            </p:nvGrpSpPr>
            <p:grpSpPr>
              <a:xfrm>
                <a:off x="1919002" y="1387124"/>
                <a:ext cx="7644099" cy="1125839"/>
                <a:chOff x="1174420" y="1182"/>
                <a:chExt cx="5319268" cy="917703"/>
              </a:xfrm>
            </p:grpSpPr>
            <p:sp>
              <p:nvSpPr>
                <p:cNvPr id="9" name="Round Same Side Corner Rectangle 8"/>
                <p:cNvSpPr/>
                <p:nvPr/>
              </p:nvSpPr>
              <p:spPr>
                <a:xfrm rot="5400000">
                  <a:off x="3622321" y="-2446719"/>
                  <a:ext cx="423466" cy="5319268"/>
                </a:xfrm>
                <a:prstGeom prst="round2SameRect">
                  <a:avLst/>
                </a:pr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0" name="Round Same Side Corner Rectangle 6"/>
                <p:cNvSpPr/>
                <p:nvPr/>
              </p:nvSpPr>
              <p:spPr>
                <a:xfrm>
                  <a:off x="1174420" y="48278"/>
                  <a:ext cx="4874481" cy="87060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endParaRPr lang="vi-VN" sz="2800" kern="1200" dirty="0"/>
                </a:p>
                <a:p>
                  <a:pPr marL="285750" lvl="1" indent="-285750" algn="l" defTabSz="1289050">
                    <a:lnSpc>
                      <a:spcPct val="90000"/>
                    </a:lnSpc>
                    <a:spcBef>
                      <a:spcPct val="0"/>
                    </a:spcBef>
                    <a:spcAft>
                      <a:spcPct val="15000"/>
                    </a:spcAft>
                    <a:buChar char="•"/>
                  </a:pPr>
                  <a:endParaRPr lang="vi-VN" sz="2800" kern="1200" dirty="0"/>
                </a:p>
              </p:txBody>
            </p:sp>
          </p:grpSp>
          <p:sp>
            <p:nvSpPr>
              <p:cNvPr id="8" name="TextBox 7"/>
              <p:cNvSpPr txBox="1"/>
              <p:nvPr/>
            </p:nvSpPr>
            <p:spPr>
              <a:xfrm>
                <a:off x="1989365" y="1448391"/>
                <a:ext cx="7573736" cy="435324"/>
              </a:xfrm>
              <a:prstGeom prst="rect">
                <a:avLst/>
              </a:prstGeom>
              <a:noFill/>
            </p:spPr>
            <p:txBody>
              <a:bodyPr wrap="square" rtlCol="0">
                <a:spAutoFit/>
              </a:bodyPr>
              <a:lstStyle/>
              <a:p>
                <a:pPr algn="just"/>
                <a:r>
                  <a:rPr lang="vi-VN" sz="2600" dirty="0"/>
                  <a:t>Tồn tại nhiều yếu tố tư tưởng và văn hoá khác nhau.</a:t>
                </a:r>
                <a:endParaRPr lang="vi-VN" sz="2600" spc="-150" dirty="0"/>
              </a:p>
            </p:txBody>
          </p:sp>
        </p:grpSp>
        <p:sp>
          <p:nvSpPr>
            <p:cNvPr id="13" name="TextBox 12"/>
            <p:cNvSpPr txBox="1"/>
            <p:nvPr/>
          </p:nvSpPr>
          <p:spPr>
            <a:xfrm>
              <a:off x="190725" y="2437111"/>
              <a:ext cx="1222835" cy="523220"/>
            </a:xfrm>
            <a:prstGeom prst="rect">
              <a:avLst/>
            </a:prstGeom>
            <a:noFill/>
          </p:spPr>
          <p:txBody>
            <a:bodyPr wrap="none" rtlCol="0">
              <a:spAutoFit/>
            </a:bodyPr>
            <a:lstStyle/>
            <a:p>
              <a:pPr algn="ctr"/>
              <a:r>
                <a:rPr lang="x-none" sz="2800" dirty="0"/>
                <a:t>TT-VH</a:t>
              </a:r>
            </a:p>
          </p:txBody>
        </p:sp>
      </p:grpSp>
      <p:sp>
        <p:nvSpPr>
          <p:cNvPr id="16" name="Rectangle 42"/>
          <p:cNvSpPr txBox="1">
            <a:spLocks noChangeArrowheads="1"/>
          </p:cNvSpPr>
          <p:nvPr/>
        </p:nvSpPr>
        <p:spPr bwMode="auto">
          <a:xfrm>
            <a:off x="978525" y="165353"/>
            <a:ext cx="7039692" cy="48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2.2. </a:t>
            </a:r>
            <a:r>
              <a:rPr lang="en-US" sz="2600" dirty="0">
                <a:solidFill>
                  <a:srgbClr val="FF0000"/>
                </a:solidFill>
                <a:latin typeface="Arial" panose="020B0604020202020204" pitchFamily="34" charset="0"/>
                <a:cs typeface="Arial" panose="020B0604020202020204" pitchFamily="34" charset="0"/>
              </a:rPr>
              <a:t>Đ</a:t>
            </a:r>
            <a:r>
              <a:rPr lang="vi-VN" sz="2600" dirty="0">
                <a:solidFill>
                  <a:srgbClr val="FF0000"/>
                </a:solidFill>
                <a:latin typeface="Arial" panose="020B0604020202020204" pitchFamily="34" charset="0"/>
                <a:cs typeface="Arial" panose="020B0604020202020204" pitchFamily="34" charset="0"/>
              </a:rPr>
              <a:t>ặc điểm </a:t>
            </a:r>
            <a:r>
              <a:rPr lang="en-US" sz="2600" dirty="0" err="1">
                <a:solidFill>
                  <a:srgbClr val="FF0000"/>
                </a:solidFill>
                <a:latin typeface="Arial" panose="020B0604020202020204" pitchFamily="34" charset="0"/>
                <a:cs typeface="Arial" panose="020B0604020202020204" pitchFamily="34" charset="0"/>
              </a:rPr>
              <a:t>của</a:t>
            </a:r>
            <a:r>
              <a:rPr lang="en-US" sz="2600" dirty="0">
                <a:solidFill>
                  <a:srgbClr val="FF0000"/>
                </a:solidFill>
                <a:latin typeface="Arial" panose="020B0604020202020204" pitchFamily="34" charset="0"/>
                <a:cs typeface="Arial" panose="020B0604020202020204" pitchFamily="34" charset="0"/>
              </a:rPr>
              <a:t> </a:t>
            </a:r>
            <a:r>
              <a:rPr lang="vi-VN" sz="2600" dirty="0">
                <a:solidFill>
                  <a:srgbClr val="FF0000"/>
                </a:solidFill>
                <a:latin typeface="Arial" panose="020B0604020202020204" pitchFamily="34" charset="0"/>
                <a:cs typeface="Arial" panose="020B0604020202020204" pitchFamily="34" charset="0"/>
              </a:rPr>
              <a:t>thời kỳ quá độ lên CNXH</a:t>
            </a:r>
          </a:p>
        </p:txBody>
      </p:sp>
      <p:sp>
        <p:nvSpPr>
          <p:cNvPr id="15"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447800"/>
            <a:ext cx="8534400" cy="523220"/>
          </a:xfrm>
          <a:prstGeom prst="rect">
            <a:avLst/>
          </a:prstGeom>
          <a:noFill/>
        </p:spPr>
        <p:txBody>
          <a:bodyPr wrap="square" rtlCol="0">
            <a:spAutoFit/>
          </a:bodyPr>
          <a:lstStyle/>
          <a:p>
            <a:pPr marL="457200" indent="-457200">
              <a:buFont typeface="Wingdings" panose="05000000000000000000" pitchFamily="2" charset="2"/>
              <a:buChar char="v"/>
            </a:pPr>
            <a:r>
              <a:rPr lang="vi-VN" sz="2800" b="1" i="1" dirty="0"/>
              <a:t>Những đặc điểm cơ bản của TKQĐ lên CNXH</a:t>
            </a:r>
          </a:p>
        </p:txBody>
      </p:sp>
      <p:sp>
        <p:nvSpPr>
          <p:cNvPr id="4" name="TextBox 3"/>
          <p:cNvSpPr txBox="1"/>
          <p:nvPr/>
        </p:nvSpPr>
        <p:spPr>
          <a:xfrm>
            <a:off x="1439391" y="3405214"/>
            <a:ext cx="7552209" cy="1200329"/>
          </a:xfrm>
          <a:prstGeom prst="rect">
            <a:avLst/>
          </a:prstGeom>
          <a:noFill/>
        </p:spPr>
        <p:txBody>
          <a:bodyPr wrap="square" rtlCol="0">
            <a:spAutoFit/>
          </a:bodyPr>
          <a:lstStyle/>
          <a:p>
            <a:pPr indent="342900" algn="just">
              <a:buClr>
                <a:srgbClr val="00AC7F"/>
              </a:buClr>
              <a:buFont typeface="Wingdings" panose="05000000000000000000" pitchFamily="2" charset="2"/>
              <a:buChar char="v"/>
            </a:pPr>
            <a:r>
              <a:rPr lang="en-US" sz="2400" dirty="0" err="1"/>
              <a:t>Còn</a:t>
            </a:r>
            <a:r>
              <a:rPr lang="en-US" sz="2400" dirty="0"/>
              <a:t> </a:t>
            </a:r>
            <a:r>
              <a:rPr lang="en-US" sz="2400" dirty="0" err="1"/>
              <a:t>sự</a:t>
            </a:r>
            <a:r>
              <a:rPr lang="en-US" sz="2400" dirty="0"/>
              <a:t> </a:t>
            </a:r>
            <a:r>
              <a:rPr lang="en-US" sz="2400" dirty="0" err="1"/>
              <a:t>khác</a:t>
            </a:r>
            <a:r>
              <a:rPr lang="en-US" sz="2400" dirty="0"/>
              <a:t> </a:t>
            </a:r>
            <a:r>
              <a:rPr lang="en-US" sz="2400" dirty="0" err="1"/>
              <a:t>biệt</a:t>
            </a:r>
            <a:r>
              <a:rPr lang="en-US" sz="2400" dirty="0"/>
              <a:t> </a:t>
            </a:r>
            <a:r>
              <a:rPr lang="en-US" sz="2400" dirty="0" err="1"/>
              <a:t>giữa</a:t>
            </a:r>
            <a:r>
              <a:rPr lang="en-US" sz="2400" dirty="0"/>
              <a:t> </a:t>
            </a:r>
            <a:r>
              <a:rPr lang="en-US" sz="2400" dirty="0" err="1"/>
              <a:t>nông</a:t>
            </a:r>
            <a:r>
              <a:rPr lang="en-US" sz="2400" dirty="0"/>
              <a:t> </a:t>
            </a:r>
            <a:r>
              <a:rPr lang="en-US" sz="2400" dirty="0" err="1"/>
              <a:t>thôn</a:t>
            </a:r>
            <a:r>
              <a:rPr lang="en-US" sz="2400" dirty="0"/>
              <a:t> </a:t>
            </a:r>
            <a:r>
              <a:rPr lang="en-US" sz="2400" dirty="0" err="1"/>
              <a:t>và</a:t>
            </a:r>
            <a:r>
              <a:rPr lang="en-US" sz="2400" dirty="0"/>
              <a:t> </a:t>
            </a:r>
            <a:r>
              <a:rPr lang="en-US" sz="2400" dirty="0" err="1"/>
              <a:t>thành</a:t>
            </a:r>
            <a:r>
              <a:rPr lang="en-US" sz="2400" dirty="0"/>
              <a:t> </a:t>
            </a:r>
            <a:r>
              <a:rPr lang="en-US" sz="2400" dirty="0" err="1"/>
              <a:t>thị</a:t>
            </a:r>
            <a:r>
              <a:rPr lang="en-US" sz="2400" dirty="0"/>
              <a:t>, </a:t>
            </a:r>
            <a:r>
              <a:rPr lang="en-US" sz="2400" dirty="0" err="1"/>
              <a:t>lao</a:t>
            </a:r>
            <a:r>
              <a:rPr lang="en-US" sz="2400" dirty="0"/>
              <a:t> </a:t>
            </a:r>
            <a:r>
              <a:rPr lang="en-US" sz="2400" dirty="0" err="1"/>
              <a:t>động</a:t>
            </a:r>
            <a:r>
              <a:rPr lang="en-US" sz="2400" dirty="0"/>
              <a:t> </a:t>
            </a:r>
            <a:r>
              <a:rPr lang="en-US" sz="2400" dirty="0" err="1"/>
              <a:t>trí</a:t>
            </a:r>
            <a:r>
              <a:rPr lang="en-US" sz="2400" dirty="0"/>
              <a:t> </a:t>
            </a:r>
            <a:r>
              <a:rPr lang="en-US" sz="2400" dirty="0" err="1"/>
              <a:t>óc</a:t>
            </a:r>
            <a:r>
              <a:rPr lang="en-US" sz="2400" dirty="0"/>
              <a:t> </a:t>
            </a:r>
            <a:r>
              <a:rPr lang="en-US" sz="2400" dirty="0" err="1"/>
              <a:t>và</a:t>
            </a:r>
            <a:r>
              <a:rPr lang="en-US" sz="2400" dirty="0"/>
              <a:t> </a:t>
            </a:r>
            <a:r>
              <a:rPr lang="en-US" sz="2400" dirty="0" err="1"/>
              <a:t>lao</a:t>
            </a:r>
            <a:r>
              <a:rPr lang="en-US" sz="2400" dirty="0"/>
              <a:t> </a:t>
            </a:r>
            <a:r>
              <a:rPr lang="en-US" sz="2400" dirty="0" err="1"/>
              <a:t>động</a:t>
            </a:r>
            <a:r>
              <a:rPr lang="en-US" sz="2400" dirty="0"/>
              <a:t> </a:t>
            </a:r>
            <a:r>
              <a:rPr lang="en-US" sz="2400" dirty="0" err="1"/>
              <a:t>chân</a:t>
            </a:r>
            <a:r>
              <a:rPr lang="en-US" sz="2400" dirty="0"/>
              <a:t> </a:t>
            </a:r>
            <a:r>
              <a:rPr lang="en-US" sz="2400" dirty="0" err="1"/>
              <a:t>tay</a:t>
            </a:r>
            <a:r>
              <a:rPr lang="vi-VN" sz="2400" dirty="0"/>
              <a:t>. </a:t>
            </a:r>
          </a:p>
          <a:p>
            <a:pPr algn="just">
              <a:buClr>
                <a:srgbClr val="00AC7F"/>
              </a:buClr>
            </a:pPr>
            <a:r>
              <a:rPr lang="vi-VN" sz="2400" dirty="0"/>
              <a:t> </a:t>
            </a:r>
            <a:endParaRPr lang="en-US" sz="2400" dirty="0"/>
          </a:p>
        </p:txBody>
      </p:sp>
      <p:grpSp>
        <p:nvGrpSpPr>
          <p:cNvPr id="14" name="Group 13"/>
          <p:cNvGrpSpPr/>
          <p:nvPr/>
        </p:nvGrpSpPr>
        <p:grpSpPr>
          <a:xfrm>
            <a:off x="0" y="2132589"/>
            <a:ext cx="9067801" cy="2308324"/>
            <a:chOff x="-381000" y="2132589"/>
            <a:chExt cx="9448801" cy="2308324"/>
          </a:xfrm>
        </p:grpSpPr>
        <p:grpSp>
          <p:nvGrpSpPr>
            <p:cNvPr id="5" name="Group 4"/>
            <p:cNvGrpSpPr/>
            <p:nvPr/>
          </p:nvGrpSpPr>
          <p:grpSpPr>
            <a:xfrm>
              <a:off x="-381000" y="2132589"/>
              <a:ext cx="9448801" cy="2308324"/>
              <a:chOff x="114300" y="1387124"/>
              <a:chExt cx="9448801" cy="1125839"/>
            </a:xfrm>
          </p:grpSpPr>
          <p:grpSp>
            <p:nvGrpSpPr>
              <p:cNvPr id="6" name="Group 5"/>
              <p:cNvGrpSpPr/>
              <p:nvPr/>
            </p:nvGrpSpPr>
            <p:grpSpPr>
              <a:xfrm>
                <a:off x="114300" y="1387127"/>
                <a:ext cx="1794781" cy="964799"/>
                <a:chOff x="1" y="1183"/>
                <a:chExt cx="1165360" cy="964799"/>
              </a:xfrm>
            </p:grpSpPr>
            <p:sp>
              <p:nvSpPr>
                <p:cNvPr id="11" name="Chevron 10"/>
                <p:cNvSpPr/>
                <p:nvPr/>
              </p:nvSpPr>
              <p:spPr>
                <a:xfrm rot="5400000">
                  <a:off x="433490" y="-61226"/>
                  <a:ext cx="669462" cy="794280"/>
                </a:xfrm>
                <a:prstGeom prst="chevron">
                  <a:avLst>
                    <a:gd name="adj" fmla="val 23302"/>
                  </a:avLst>
                </a:prstGeom>
              </p:spPr>
              <p:style>
                <a:lnRef idx="0">
                  <a:schemeClr val="accent2"/>
                </a:lnRef>
                <a:fillRef idx="3">
                  <a:schemeClr val="accent2"/>
                </a:fillRef>
                <a:effectRef idx="3">
                  <a:schemeClr val="accent2"/>
                </a:effectRef>
                <a:fontRef idx="minor">
                  <a:schemeClr val="lt1"/>
                </a:fontRef>
              </p:style>
            </p:sp>
            <p:sp>
              <p:nvSpPr>
                <p:cNvPr id="12" name="Chevron 4"/>
                <p:cNvSpPr/>
                <p:nvPr/>
              </p:nvSpPr>
              <p:spPr>
                <a:xfrm>
                  <a:off x="1" y="520688"/>
                  <a:ext cx="1039018" cy="4452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endParaRPr lang="vi-VN" sz="2800" kern="1200"/>
                </a:p>
              </p:txBody>
            </p:sp>
          </p:grpSp>
          <p:grpSp>
            <p:nvGrpSpPr>
              <p:cNvPr id="7" name="Group 6"/>
              <p:cNvGrpSpPr/>
              <p:nvPr/>
            </p:nvGrpSpPr>
            <p:grpSpPr>
              <a:xfrm>
                <a:off x="1919002" y="1387124"/>
                <a:ext cx="7644099" cy="1125839"/>
                <a:chOff x="1174420" y="1182"/>
                <a:chExt cx="5319268" cy="917703"/>
              </a:xfrm>
            </p:grpSpPr>
            <p:sp>
              <p:nvSpPr>
                <p:cNvPr id="9" name="Round Same Side Corner Rectangle 8"/>
                <p:cNvSpPr/>
                <p:nvPr/>
              </p:nvSpPr>
              <p:spPr>
                <a:xfrm rot="5400000">
                  <a:off x="3622321" y="-2446719"/>
                  <a:ext cx="423466" cy="5319268"/>
                </a:xfrm>
                <a:prstGeom prst="round2SameRect">
                  <a:avLst/>
                </a:pr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0" name="Round Same Side Corner Rectangle 6"/>
                <p:cNvSpPr/>
                <p:nvPr/>
              </p:nvSpPr>
              <p:spPr>
                <a:xfrm>
                  <a:off x="1174420" y="48278"/>
                  <a:ext cx="4874481" cy="87060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endParaRPr lang="vi-VN" sz="2800" kern="1200" dirty="0"/>
                </a:p>
                <a:p>
                  <a:pPr marL="285750" lvl="1" indent="-285750" algn="l" defTabSz="1289050">
                    <a:lnSpc>
                      <a:spcPct val="90000"/>
                    </a:lnSpc>
                    <a:spcBef>
                      <a:spcPct val="0"/>
                    </a:spcBef>
                    <a:spcAft>
                      <a:spcPct val="15000"/>
                    </a:spcAft>
                    <a:buChar char="•"/>
                  </a:pPr>
                  <a:endParaRPr lang="vi-VN" sz="2800" kern="1200" dirty="0"/>
                </a:p>
              </p:txBody>
            </p:sp>
          </p:grpSp>
          <p:sp>
            <p:nvSpPr>
              <p:cNvPr id="8" name="TextBox 7"/>
              <p:cNvSpPr txBox="1"/>
              <p:nvPr/>
            </p:nvSpPr>
            <p:spPr>
              <a:xfrm>
                <a:off x="1989365" y="1448391"/>
                <a:ext cx="7573736" cy="435324"/>
              </a:xfrm>
              <a:prstGeom prst="rect">
                <a:avLst/>
              </a:prstGeom>
              <a:noFill/>
            </p:spPr>
            <p:txBody>
              <a:bodyPr wrap="square" rtlCol="0">
                <a:spAutoFit/>
              </a:bodyPr>
              <a:lstStyle/>
              <a:p>
                <a:pPr algn="just"/>
                <a:r>
                  <a:rPr lang="en-US" sz="2600" dirty="0" err="1"/>
                  <a:t>Tồn</a:t>
                </a:r>
                <a:r>
                  <a:rPr lang="en-US" sz="2600" dirty="0"/>
                  <a:t> </a:t>
                </a:r>
                <a:r>
                  <a:rPr lang="en-US" sz="2600" dirty="0" err="1"/>
                  <a:t>tại</a:t>
                </a:r>
                <a:r>
                  <a:rPr lang="en-US" sz="2600" dirty="0"/>
                  <a:t> </a:t>
                </a:r>
                <a:r>
                  <a:rPr lang="en-US" sz="2600" dirty="0" err="1"/>
                  <a:t>nhiều</a:t>
                </a:r>
                <a:r>
                  <a:rPr lang="en-US" sz="2600" dirty="0"/>
                  <a:t> </a:t>
                </a:r>
                <a:r>
                  <a:rPr lang="en-US" sz="2600" dirty="0" err="1"/>
                  <a:t>giai</a:t>
                </a:r>
                <a:r>
                  <a:rPr lang="en-US" sz="2600" dirty="0"/>
                  <a:t> </a:t>
                </a:r>
                <a:r>
                  <a:rPr lang="en-US" sz="2600" dirty="0" err="1"/>
                  <a:t>cấp</a:t>
                </a:r>
                <a:r>
                  <a:rPr lang="en-US" sz="2600" dirty="0"/>
                  <a:t>, </a:t>
                </a:r>
                <a:r>
                  <a:rPr lang="en-US" sz="2600" dirty="0" err="1"/>
                  <a:t>tầng</a:t>
                </a:r>
                <a:r>
                  <a:rPr lang="en-US" sz="2600" dirty="0"/>
                  <a:t> </a:t>
                </a:r>
                <a:r>
                  <a:rPr lang="en-US" sz="2600" dirty="0" err="1"/>
                  <a:t>lớp</a:t>
                </a:r>
                <a:r>
                  <a:rPr lang="en-US" sz="2600" dirty="0"/>
                  <a:t> </a:t>
                </a:r>
                <a:r>
                  <a:rPr lang="en-US" sz="2600" dirty="0" err="1"/>
                  <a:t>vừa</a:t>
                </a:r>
                <a:r>
                  <a:rPr lang="en-US" sz="2600" dirty="0"/>
                  <a:t> </a:t>
                </a:r>
                <a:r>
                  <a:rPr lang="en-US" sz="2600" dirty="0" err="1"/>
                  <a:t>hợp</a:t>
                </a:r>
                <a:r>
                  <a:rPr lang="en-US" sz="2600" dirty="0"/>
                  <a:t> </a:t>
                </a:r>
                <a:r>
                  <a:rPr lang="en-US" sz="2600" dirty="0" err="1"/>
                  <a:t>tác</a:t>
                </a:r>
                <a:r>
                  <a:rPr lang="en-US" sz="2600" dirty="0"/>
                  <a:t> </a:t>
                </a:r>
                <a:r>
                  <a:rPr lang="en-US" sz="2600" dirty="0" err="1"/>
                  <a:t>vừa</a:t>
                </a:r>
                <a:r>
                  <a:rPr lang="en-US" sz="2600" dirty="0"/>
                  <a:t> </a:t>
                </a:r>
                <a:r>
                  <a:rPr lang="en-US" sz="2600" dirty="0" err="1"/>
                  <a:t>đấu</a:t>
                </a:r>
                <a:r>
                  <a:rPr lang="en-US" sz="2600" dirty="0"/>
                  <a:t> </a:t>
                </a:r>
                <a:r>
                  <a:rPr lang="en-US" sz="2600" dirty="0" err="1"/>
                  <a:t>tranh</a:t>
                </a:r>
                <a:r>
                  <a:rPr lang="en-US" sz="2600" dirty="0"/>
                  <a:t> </a:t>
                </a:r>
                <a:r>
                  <a:rPr lang="en-US" sz="2600" dirty="0" err="1"/>
                  <a:t>với</a:t>
                </a:r>
                <a:r>
                  <a:rPr lang="en-US" sz="2600" dirty="0"/>
                  <a:t> </a:t>
                </a:r>
                <a:r>
                  <a:rPr lang="en-US" sz="2600" dirty="0" err="1"/>
                  <a:t>nhau</a:t>
                </a:r>
                <a:r>
                  <a:rPr lang="en-US" sz="2600" dirty="0"/>
                  <a:t> </a:t>
                </a:r>
                <a:endParaRPr lang="vi-VN" sz="2600" spc="-150" dirty="0"/>
              </a:p>
            </p:txBody>
          </p:sp>
        </p:grpSp>
        <p:sp>
          <p:nvSpPr>
            <p:cNvPr id="13" name="TextBox 12"/>
            <p:cNvSpPr txBox="1"/>
            <p:nvPr/>
          </p:nvSpPr>
          <p:spPr>
            <a:xfrm>
              <a:off x="260168" y="2437111"/>
              <a:ext cx="1083951" cy="523220"/>
            </a:xfrm>
            <a:prstGeom prst="rect">
              <a:avLst/>
            </a:prstGeom>
            <a:noFill/>
          </p:spPr>
          <p:txBody>
            <a:bodyPr wrap="none" rtlCol="0">
              <a:spAutoFit/>
            </a:bodyPr>
            <a:lstStyle/>
            <a:p>
              <a:pPr algn="ctr"/>
              <a:r>
                <a:rPr lang="en-US" sz="2800" dirty="0" err="1"/>
                <a:t>Xã</a:t>
              </a:r>
              <a:r>
                <a:rPr lang="en-US" sz="2800" dirty="0"/>
                <a:t> </a:t>
              </a:r>
              <a:r>
                <a:rPr lang="en-US" sz="2800" dirty="0" err="1"/>
                <a:t>hội</a:t>
              </a:r>
              <a:endParaRPr lang="x-none" sz="2800" dirty="0"/>
            </a:p>
          </p:txBody>
        </p:sp>
      </p:grpSp>
      <p:sp>
        <p:nvSpPr>
          <p:cNvPr id="16" name="Rectangle 42"/>
          <p:cNvSpPr txBox="1">
            <a:spLocks noChangeArrowheads="1"/>
          </p:cNvSpPr>
          <p:nvPr/>
        </p:nvSpPr>
        <p:spPr bwMode="auto">
          <a:xfrm>
            <a:off x="978525" y="165353"/>
            <a:ext cx="7039692" cy="48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Arial" panose="020B0604020202020204" pitchFamily="34" charset="0"/>
                <a:cs typeface="Arial" panose="020B0604020202020204" pitchFamily="34" charset="0"/>
              </a:rPr>
              <a:t>2.2. </a:t>
            </a:r>
            <a:r>
              <a:rPr lang="en-US" sz="2600" dirty="0">
                <a:solidFill>
                  <a:srgbClr val="FF0000"/>
                </a:solidFill>
                <a:latin typeface="Arial" panose="020B0604020202020204" pitchFamily="34" charset="0"/>
                <a:cs typeface="Arial" panose="020B0604020202020204" pitchFamily="34" charset="0"/>
              </a:rPr>
              <a:t>Đ</a:t>
            </a:r>
            <a:r>
              <a:rPr lang="vi-VN" sz="2600" dirty="0">
                <a:solidFill>
                  <a:srgbClr val="FF0000"/>
                </a:solidFill>
                <a:latin typeface="Arial" panose="020B0604020202020204" pitchFamily="34" charset="0"/>
                <a:cs typeface="Arial" panose="020B0604020202020204" pitchFamily="34" charset="0"/>
              </a:rPr>
              <a:t>ặc điểm </a:t>
            </a:r>
            <a:r>
              <a:rPr lang="en-US" sz="2600" dirty="0" err="1">
                <a:solidFill>
                  <a:srgbClr val="FF0000"/>
                </a:solidFill>
                <a:latin typeface="Arial" panose="020B0604020202020204" pitchFamily="34" charset="0"/>
                <a:cs typeface="Arial" panose="020B0604020202020204" pitchFamily="34" charset="0"/>
              </a:rPr>
              <a:t>của</a:t>
            </a:r>
            <a:r>
              <a:rPr lang="en-US" sz="2600" dirty="0">
                <a:solidFill>
                  <a:srgbClr val="FF0000"/>
                </a:solidFill>
                <a:latin typeface="Arial" panose="020B0604020202020204" pitchFamily="34" charset="0"/>
                <a:cs typeface="Arial" panose="020B0604020202020204" pitchFamily="34" charset="0"/>
              </a:rPr>
              <a:t> </a:t>
            </a:r>
            <a:r>
              <a:rPr lang="vi-VN" sz="2600" dirty="0">
                <a:solidFill>
                  <a:srgbClr val="FF0000"/>
                </a:solidFill>
                <a:latin typeface="Arial" panose="020B0604020202020204" pitchFamily="34" charset="0"/>
                <a:cs typeface="Arial" panose="020B0604020202020204" pitchFamily="34" charset="0"/>
              </a:rPr>
              <a:t>thời kỳ quá độ lên CNXH</a:t>
            </a:r>
          </a:p>
        </p:txBody>
      </p:sp>
      <p:sp>
        <p:nvSpPr>
          <p:cNvPr id="15"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2"/>
          <p:cNvSpPr txBox="1">
            <a:spLocks noChangeArrowheads="1"/>
          </p:cNvSpPr>
          <p:nvPr/>
        </p:nvSpPr>
        <p:spPr bwMode="auto">
          <a:xfrm>
            <a:off x="2098437" y="381000"/>
            <a:ext cx="5107293"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latin typeface="+mn-lt"/>
              </a:rPr>
              <a:t>3. </a:t>
            </a:r>
            <a:r>
              <a:rPr lang="en-US" sz="2600" dirty="0">
                <a:solidFill>
                  <a:srgbClr val="FF0000"/>
                </a:solidFill>
                <a:latin typeface="+mn-lt"/>
              </a:rPr>
              <a:t>Q</a:t>
            </a:r>
            <a:r>
              <a:rPr lang="vi-VN" sz="2600" dirty="0">
                <a:solidFill>
                  <a:srgbClr val="FF0000"/>
                </a:solidFill>
                <a:latin typeface="+mn-lt"/>
              </a:rPr>
              <a:t>uá độ lên CNXH ở Việt Nam </a:t>
            </a:r>
            <a:endParaRPr lang="en-US" sz="2600" dirty="0">
              <a:solidFill>
                <a:srgbClr val="FF0000"/>
              </a:solidFill>
              <a:effectLst>
                <a:outerShdw blurRad="38100" dist="38100" dir="2700000" algn="tl">
                  <a:srgbClr val="000000">
                    <a:alpha val="43137"/>
                  </a:srgbClr>
                </a:outerShdw>
              </a:effectLst>
              <a:latin typeface="+mn-lt"/>
            </a:endParaRPr>
          </a:p>
        </p:txBody>
      </p:sp>
      <p:sp>
        <p:nvSpPr>
          <p:cNvPr id="6" name="Freeform 5"/>
          <p:cNvSpPr/>
          <p:nvPr/>
        </p:nvSpPr>
        <p:spPr>
          <a:xfrm>
            <a:off x="1256356" y="2438400"/>
            <a:ext cx="7049444" cy="1128774"/>
          </a:xfrm>
          <a:custGeom>
            <a:avLst/>
            <a:gdLst>
              <a:gd name="connsiteX0" fmla="*/ 0 w 4053840"/>
              <a:gd name="connsiteY0" fmla="*/ 0 h 1128772"/>
              <a:gd name="connsiteX1" fmla="*/ 3489454 w 4053840"/>
              <a:gd name="connsiteY1" fmla="*/ 0 h 1128772"/>
              <a:gd name="connsiteX2" fmla="*/ 4053840 w 4053840"/>
              <a:gd name="connsiteY2" fmla="*/ 564386 h 1128772"/>
              <a:gd name="connsiteX3" fmla="*/ 3489454 w 4053840"/>
              <a:gd name="connsiteY3" fmla="*/ 1128772 h 1128772"/>
              <a:gd name="connsiteX4" fmla="*/ 0 w 4053840"/>
              <a:gd name="connsiteY4" fmla="*/ 1128772 h 1128772"/>
              <a:gd name="connsiteX5" fmla="*/ 0 w 4053840"/>
              <a:gd name="connsiteY5" fmla="*/ 0 h 112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3840" h="1128772">
                <a:moveTo>
                  <a:pt x="4053840" y="1128771"/>
                </a:moveTo>
                <a:lnTo>
                  <a:pt x="564386" y="1128771"/>
                </a:lnTo>
                <a:lnTo>
                  <a:pt x="0" y="564386"/>
                </a:lnTo>
                <a:lnTo>
                  <a:pt x="564386" y="1"/>
                </a:lnTo>
                <a:lnTo>
                  <a:pt x="4053840" y="1"/>
                </a:lnTo>
                <a:lnTo>
                  <a:pt x="4053840" y="112877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79950" tIns="80011" rIns="149352" bIns="80011" numCol="1" spcCol="1270" anchor="ctr" anchorCtr="0">
            <a:noAutofit/>
          </a:bodyPr>
          <a:lstStyle/>
          <a:p>
            <a:pPr marL="0" lvl="0" indent="0" algn="ctr" defTabSz="933450">
              <a:lnSpc>
                <a:spcPct val="90000"/>
              </a:lnSpc>
              <a:spcBef>
                <a:spcPct val="0"/>
              </a:spcBef>
              <a:spcAft>
                <a:spcPct val="35000"/>
              </a:spcAft>
              <a:buNone/>
            </a:pPr>
            <a:r>
              <a:rPr lang="en-US" sz="2600" dirty="0" err="1"/>
              <a:t>Đặc</a:t>
            </a:r>
            <a:r>
              <a:rPr lang="en-US" sz="2600" dirty="0"/>
              <a:t> </a:t>
            </a:r>
            <a:r>
              <a:rPr lang="en-US" sz="2600" dirty="0" err="1"/>
              <a:t>điểm</a:t>
            </a:r>
            <a:r>
              <a:rPr lang="en-US" sz="2600" dirty="0"/>
              <a:t> </a:t>
            </a:r>
            <a:r>
              <a:rPr lang="en-US" sz="2600" dirty="0" err="1"/>
              <a:t>q</a:t>
            </a:r>
            <a:r>
              <a:rPr lang="en-US" sz="2600" kern="1200" dirty="0" err="1"/>
              <a:t>uá</a:t>
            </a:r>
            <a:r>
              <a:rPr lang="en-US" sz="2600" kern="1200" dirty="0"/>
              <a:t> </a:t>
            </a:r>
            <a:r>
              <a:rPr lang="en-US" sz="2600" kern="1200" dirty="0" err="1"/>
              <a:t>độ</a:t>
            </a:r>
            <a:r>
              <a:rPr lang="en-US" sz="2600" kern="1200" dirty="0"/>
              <a:t> </a:t>
            </a:r>
            <a:r>
              <a:rPr lang="en-US" sz="2600" kern="1200" dirty="0" err="1"/>
              <a:t>lên</a:t>
            </a:r>
            <a:r>
              <a:rPr lang="en-US" sz="2600" kern="1200" dirty="0"/>
              <a:t> CNXH ở </a:t>
            </a:r>
            <a:r>
              <a:rPr lang="en-US" sz="2600" kern="1200" dirty="0" err="1"/>
              <a:t>Việt</a:t>
            </a:r>
            <a:r>
              <a:rPr lang="en-US" sz="2600" kern="1200" dirty="0"/>
              <a:t> Nam</a:t>
            </a:r>
          </a:p>
        </p:txBody>
      </p:sp>
      <p:sp>
        <p:nvSpPr>
          <p:cNvPr id="7" name="Oval 6"/>
          <p:cNvSpPr/>
          <p:nvPr/>
        </p:nvSpPr>
        <p:spPr>
          <a:xfrm>
            <a:off x="762000" y="2438401"/>
            <a:ext cx="1369707" cy="1128772"/>
          </a:xfrm>
          <a:prstGeom prst="ellipse">
            <a:avLst/>
          </a:prstGeom>
        </p:spPr>
        <p:style>
          <a:lnRef idx="2">
            <a:schemeClr val="lt1">
              <a:hueOff val="0"/>
              <a:satOff val="0"/>
              <a:lumOff val="0"/>
              <a:alphaOff val="0"/>
            </a:schemeClr>
          </a:lnRef>
          <a:fillRef idx="1">
            <a:schemeClr val="accent2">
              <a:tint val="50000"/>
              <a:hueOff val="0"/>
              <a:satOff val="0"/>
              <a:lumOff val="0"/>
              <a:alphaOff val="0"/>
            </a:schemeClr>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8" name="Freeform 7"/>
          <p:cNvSpPr/>
          <p:nvPr/>
        </p:nvSpPr>
        <p:spPr>
          <a:xfrm>
            <a:off x="1256356" y="4052828"/>
            <a:ext cx="7049444" cy="1128772"/>
          </a:xfrm>
          <a:custGeom>
            <a:avLst/>
            <a:gdLst>
              <a:gd name="connsiteX0" fmla="*/ 0 w 4053840"/>
              <a:gd name="connsiteY0" fmla="*/ 0 h 1128772"/>
              <a:gd name="connsiteX1" fmla="*/ 3489454 w 4053840"/>
              <a:gd name="connsiteY1" fmla="*/ 0 h 1128772"/>
              <a:gd name="connsiteX2" fmla="*/ 4053840 w 4053840"/>
              <a:gd name="connsiteY2" fmla="*/ 564386 h 1128772"/>
              <a:gd name="connsiteX3" fmla="*/ 3489454 w 4053840"/>
              <a:gd name="connsiteY3" fmla="*/ 1128772 h 1128772"/>
              <a:gd name="connsiteX4" fmla="*/ 0 w 4053840"/>
              <a:gd name="connsiteY4" fmla="*/ 1128772 h 1128772"/>
              <a:gd name="connsiteX5" fmla="*/ 0 w 4053840"/>
              <a:gd name="connsiteY5" fmla="*/ 0 h 112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3840" h="1128772">
                <a:moveTo>
                  <a:pt x="4053840" y="1128771"/>
                </a:moveTo>
                <a:lnTo>
                  <a:pt x="564386" y="1128771"/>
                </a:lnTo>
                <a:lnTo>
                  <a:pt x="0" y="564386"/>
                </a:lnTo>
                <a:lnTo>
                  <a:pt x="564386" y="1"/>
                </a:lnTo>
                <a:lnTo>
                  <a:pt x="4053840" y="1"/>
                </a:lnTo>
                <a:lnTo>
                  <a:pt x="4053840" y="1128771"/>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79950" tIns="80010" rIns="149352" bIns="80010" numCol="1" spcCol="1270" anchor="ctr" anchorCtr="0">
            <a:noAutofit/>
          </a:bodyPr>
          <a:lstStyle/>
          <a:p>
            <a:pPr marL="0" lvl="0" indent="0" algn="ctr" defTabSz="933450">
              <a:lnSpc>
                <a:spcPct val="90000"/>
              </a:lnSpc>
              <a:spcBef>
                <a:spcPct val="0"/>
              </a:spcBef>
              <a:spcAft>
                <a:spcPct val="35000"/>
              </a:spcAft>
              <a:buNone/>
            </a:pPr>
            <a:r>
              <a:rPr lang="pt-BR" sz="2600" kern="1200" dirty="0"/>
              <a:t>Những đặc trưng của CNXH và phương hướng xây dựng CNXH ở Việt Nam hiện nay</a:t>
            </a:r>
            <a:endParaRPr lang="en-US" sz="2600" kern="1200" dirty="0"/>
          </a:p>
        </p:txBody>
      </p:sp>
      <p:sp>
        <p:nvSpPr>
          <p:cNvPr id="9" name="Oval 8"/>
          <p:cNvSpPr/>
          <p:nvPr/>
        </p:nvSpPr>
        <p:spPr>
          <a:xfrm>
            <a:off x="761998" y="4052828"/>
            <a:ext cx="1369709" cy="1128772"/>
          </a:xfrm>
          <a:prstGeom prst="ellipse">
            <a:avLst/>
          </a:prstGeom>
        </p:spPr>
        <p:style>
          <a:lnRef idx="2">
            <a:schemeClr val="lt1">
              <a:hueOff val="0"/>
              <a:satOff val="0"/>
              <a:lumOff val="0"/>
              <a:alphaOff val="0"/>
            </a:schemeClr>
          </a:lnRef>
          <a:fillRef idx="1">
            <a:schemeClr val="accent3">
              <a:tint val="50000"/>
              <a:hueOff val="0"/>
              <a:satOff val="0"/>
              <a:lumOff val="0"/>
              <a:alphaOff val="0"/>
            </a:schemeClr>
          </a:fillRef>
          <a:effectRef idx="0">
            <a:schemeClr val="accent3">
              <a:tint val="50000"/>
              <a:hueOff val="0"/>
              <a:satOff val="0"/>
              <a:lumOff val="0"/>
              <a:alphaOff val="0"/>
            </a:schemeClr>
          </a:effectRef>
          <a:fontRef idx="minor">
            <a:schemeClr val="lt1">
              <a:hueOff val="0"/>
              <a:satOff val="0"/>
              <a:lumOff val="0"/>
              <a:alphaOff val="0"/>
            </a:schemeClr>
          </a:fontRef>
        </p:style>
      </p:sp>
      <p:sp>
        <p:nvSpPr>
          <p:cNvPr id="12" name="TextBox 11"/>
          <p:cNvSpPr txBox="1"/>
          <p:nvPr/>
        </p:nvSpPr>
        <p:spPr>
          <a:xfrm>
            <a:off x="1122083" y="2756565"/>
            <a:ext cx="649537" cy="492443"/>
          </a:xfrm>
          <a:prstGeom prst="rect">
            <a:avLst/>
          </a:prstGeom>
          <a:noFill/>
        </p:spPr>
        <p:txBody>
          <a:bodyPr wrap="none" rtlCol="0">
            <a:spAutoFit/>
          </a:bodyPr>
          <a:lstStyle/>
          <a:p>
            <a:r>
              <a:rPr lang="x-none" sz="2600" b="1" dirty="0"/>
              <a:t>3.1</a:t>
            </a:r>
          </a:p>
        </p:txBody>
      </p:sp>
      <p:sp>
        <p:nvSpPr>
          <p:cNvPr id="13" name="TextBox 12"/>
          <p:cNvSpPr txBox="1"/>
          <p:nvPr/>
        </p:nvSpPr>
        <p:spPr>
          <a:xfrm>
            <a:off x="1086817" y="4355604"/>
            <a:ext cx="684803" cy="523220"/>
          </a:xfrm>
          <a:prstGeom prst="rect">
            <a:avLst/>
          </a:prstGeom>
          <a:noFill/>
        </p:spPr>
        <p:txBody>
          <a:bodyPr wrap="none" rtlCol="0">
            <a:spAutoFit/>
          </a:bodyPr>
          <a:lstStyle/>
          <a:p>
            <a:r>
              <a:rPr lang="x-none" sz="2800" b="1" dirty="0"/>
              <a:t>3.2</a:t>
            </a:r>
          </a:p>
        </p:txBody>
      </p:sp>
      <p:sp>
        <p:nvSpPr>
          <p:cNvPr id="10"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2"/>
          <p:cNvSpPr txBox="1">
            <a:spLocks noChangeArrowheads="1"/>
          </p:cNvSpPr>
          <p:nvPr/>
        </p:nvSpPr>
        <p:spPr bwMode="auto">
          <a:xfrm>
            <a:off x="1181100" y="152400"/>
            <a:ext cx="70866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800" dirty="0">
                <a:solidFill>
                  <a:srgbClr val="FF0000"/>
                </a:solidFill>
              </a:rPr>
              <a:t>3.1. </a:t>
            </a:r>
            <a:r>
              <a:rPr lang="en-US" sz="2800" dirty="0" err="1">
                <a:solidFill>
                  <a:srgbClr val="FF0000"/>
                </a:solidFill>
              </a:rPr>
              <a:t>Đặc</a:t>
            </a:r>
            <a:r>
              <a:rPr lang="en-US" sz="2800" dirty="0">
                <a:solidFill>
                  <a:srgbClr val="FF0000"/>
                </a:solidFill>
              </a:rPr>
              <a:t> </a:t>
            </a:r>
            <a:r>
              <a:rPr lang="en-US" sz="2800" dirty="0" err="1">
                <a:solidFill>
                  <a:srgbClr val="FF0000"/>
                </a:solidFill>
              </a:rPr>
              <a:t>điểm</a:t>
            </a:r>
            <a:r>
              <a:rPr lang="en-US" sz="2800" dirty="0">
                <a:solidFill>
                  <a:srgbClr val="FF0000"/>
                </a:solidFill>
              </a:rPr>
              <a:t> q</a:t>
            </a:r>
            <a:r>
              <a:rPr lang="vi-VN" sz="2800" dirty="0">
                <a:solidFill>
                  <a:srgbClr val="FF0000"/>
                </a:solidFill>
              </a:rPr>
              <a:t>uá độ lên CNXH ở Việt Nam</a:t>
            </a:r>
          </a:p>
        </p:txBody>
      </p:sp>
      <p:sp>
        <p:nvSpPr>
          <p:cNvPr id="5" name="TextBox 4"/>
          <p:cNvSpPr txBox="1"/>
          <p:nvPr/>
        </p:nvSpPr>
        <p:spPr>
          <a:xfrm>
            <a:off x="457200" y="1295400"/>
            <a:ext cx="8534400" cy="523220"/>
          </a:xfrm>
          <a:prstGeom prst="rect">
            <a:avLst/>
          </a:prstGeom>
          <a:noFill/>
        </p:spPr>
        <p:txBody>
          <a:bodyPr wrap="square" rtlCol="0">
            <a:spAutoFit/>
          </a:bodyPr>
          <a:lstStyle/>
          <a:p>
            <a:pPr marL="457200" indent="-457200">
              <a:buFont typeface="Wingdings" panose="05000000000000000000" pitchFamily="2" charset="2"/>
              <a:buChar char="v"/>
            </a:pPr>
            <a:r>
              <a:rPr lang="vi-VN" sz="2800" i="1" dirty="0">
                <a:solidFill>
                  <a:srgbClr val="FF0000"/>
                </a:solidFill>
              </a:rPr>
              <a:t>Sự lựa chọn con đường đi lên CNXH ở Việt Nam </a:t>
            </a:r>
          </a:p>
        </p:txBody>
      </p:sp>
      <p:grpSp>
        <p:nvGrpSpPr>
          <p:cNvPr id="4" name="Group 3"/>
          <p:cNvGrpSpPr/>
          <p:nvPr/>
        </p:nvGrpSpPr>
        <p:grpSpPr>
          <a:xfrm>
            <a:off x="609600" y="1894820"/>
            <a:ext cx="8382000" cy="4282559"/>
            <a:chOff x="609600" y="1894820"/>
            <a:chExt cx="8382000" cy="4282559"/>
          </a:xfrm>
        </p:grpSpPr>
        <p:sp>
          <p:nvSpPr>
            <p:cNvPr id="6" name="Rectangle 5"/>
            <p:cNvSpPr/>
            <p:nvPr/>
          </p:nvSpPr>
          <p:spPr>
            <a:xfrm>
              <a:off x="3657600" y="1894820"/>
              <a:ext cx="5334000" cy="4093428"/>
            </a:xfrm>
            <a:prstGeom prst="rect">
              <a:avLst/>
            </a:prstGeom>
          </p:spPr>
          <p:txBody>
            <a:bodyPr wrap="square">
              <a:spAutoFit/>
            </a:bodyPr>
            <a:lstStyle/>
            <a:p>
              <a:pPr algn="just"/>
              <a:r>
                <a:rPr lang="vi-VN" sz="2600" dirty="0"/>
                <a:t>“Muốn cứu nước và giải phóng dân tộc, </a:t>
              </a:r>
              <a:r>
                <a:rPr lang="vi-VN" sz="2600" i="1" dirty="0">
                  <a:solidFill>
                    <a:srgbClr val="FF0000"/>
                  </a:solidFill>
                </a:rPr>
                <a:t>không có con đường nào khác </a:t>
              </a:r>
              <a:r>
                <a:rPr lang="vi-VN" sz="2600" dirty="0"/>
                <a:t>con đường cách mạng vô sản”, “Chỉ có chủ nghĩa xã hội, chủ nghĩa cộng sản mới giải phóng được các dân tộc bị áp bức và những người lao động trên thế giới khỏi ách nô lệ” </a:t>
              </a:r>
            </a:p>
            <a:p>
              <a:pPr algn="just"/>
              <a:r>
                <a:rPr lang="vi-VN" sz="2600" i="1" dirty="0"/>
                <a:t>Hồ Chí Minh: Toàn tập, Nxb. CTQG, Hà Nội, 2000, t 9, tr.314)</a:t>
              </a:r>
            </a:p>
          </p:txBody>
        </p:sp>
        <p:sp>
          <p:nvSpPr>
            <p:cNvPr id="7" name="TextBox 6"/>
            <p:cNvSpPr txBox="1"/>
            <p:nvPr/>
          </p:nvSpPr>
          <p:spPr>
            <a:xfrm>
              <a:off x="865538" y="5531048"/>
              <a:ext cx="2249334" cy="646331"/>
            </a:xfrm>
            <a:prstGeom prst="rect">
              <a:avLst/>
            </a:prstGeom>
            <a:noFill/>
          </p:spPr>
          <p:txBody>
            <a:bodyPr wrap="none" rtlCol="0">
              <a:spAutoFit/>
            </a:bodyPr>
            <a:lstStyle/>
            <a:p>
              <a:pPr algn="ctr"/>
              <a:r>
                <a:rPr lang="x-none" dirty="0"/>
                <a:t>Chủ tịc Hồ Chí Minh</a:t>
              </a:r>
            </a:p>
            <a:p>
              <a:pPr algn="ctr"/>
              <a:r>
                <a:rPr lang="x-none" dirty="0"/>
                <a:t>(1890-1969)</a:t>
              </a:r>
            </a:p>
          </p:txBody>
        </p:sp>
        <p:pic>
          <p:nvPicPr>
            <p:cNvPr id="3" name="Picture 2"/>
            <p:cNvPicPr>
              <a:picLocks noChangeAspect="1"/>
            </p:cNvPicPr>
            <p:nvPr/>
          </p:nvPicPr>
          <p:blipFill>
            <a:blip r:embed="rId2"/>
            <a:stretch>
              <a:fillRect/>
            </a:stretch>
          </p:blipFill>
          <p:spPr>
            <a:xfrm>
              <a:off x="609600" y="2000428"/>
              <a:ext cx="2761211" cy="3530619"/>
            </a:xfrm>
            <a:prstGeom prst="rect">
              <a:avLst/>
            </a:prstGeom>
          </p:spPr>
        </p:pic>
      </p:grpSp>
      <p:sp>
        <p:nvSpPr>
          <p:cNvPr id="8" name="object 4"/>
          <p:cNvSpPr>
            <a:spLocks noChangeArrowheads="1"/>
          </p:cNvSpPr>
          <p:nvPr/>
        </p:nvSpPr>
        <p:spPr bwMode="auto">
          <a:xfrm>
            <a:off x="0" y="5857"/>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1295400"/>
            <a:ext cx="8534400" cy="523220"/>
          </a:xfrm>
          <a:prstGeom prst="rect">
            <a:avLst/>
          </a:prstGeom>
          <a:noFill/>
        </p:spPr>
        <p:txBody>
          <a:bodyPr wrap="square" rtlCol="0">
            <a:spAutoFit/>
          </a:bodyPr>
          <a:lstStyle/>
          <a:p>
            <a:pPr marL="457200" indent="-457200">
              <a:buFont typeface="Wingdings" panose="05000000000000000000" pitchFamily="2" charset="2"/>
              <a:buChar char="v"/>
            </a:pPr>
            <a:r>
              <a:rPr lang="en-US" sz="2800" i="1" dirty="0" err="1">
                <a:solidFill>
                  <a:srgbClr val="FF0000"/>
                </a:solidFill>
              </a:rPr>
              <a:t>Bối</a:t>
            </a:r>
            <a:r>
              <a:rPr lang="en-US" sz="2800" i="1" dirty="0">
                <a:solidFill>
                  <a:srgbClr val="FF0000"/>
                </a:solidFill>
              </a:rPr>
              <a:t> </a:t>
            </a:r>
            <a:r>
              <a:rPr lang="en-US" sz="2800" i="1" dirty="0" err="1">
                <a:solidFill>
                  <a:srgbClr val="FF0000"/>
                </a:solidFill>
              </a:rPr>
              <a:t>cảnh</a:t>
            </a:r>
            <a:r>
              <a:rPr lang="en-US" sz="2800" i="1" dirty="0">
                <a:solidFill>
                  <a:srgbClr val="FF0000"/>
                </a:solidFill>
              </a:rPr>
              <a:t> </a:t>
            </a:r>
            <a:r>
              <a:rPr lang="en-US" sz="2800" i="1" dirty="0" err="1">
                <a:solidFill>
                  <a:srgbClr val="FF0000"/>
                </a:solidFill>
              </a:rPr>
              <a:t>Việt</a:t>
            </a:r>
            <a:r>
              <a:rPr lang="en-US" sz="2800" i="1" dirty="0">
                <a:solidFill>
                  <a:srgbClr val="FF0000"/>
                </a:solidFill>
              </a:rPr>
              <a:t> Nam </a:t>
            </a:r>
            <a:r>
              <a:rPr lang="en-US" sz="2800" i="1" dirty="0" err="1">
                <a:solidFill>
                  <a:srgbClr val="FF0000"/>
                </a:solidFill>
              </a:rPr>
              <a:t>quá</a:t>
            </a:r>
            <a:r>
              <a:rPr lang="en-US" sz="2800" i="1" dirty="0">
                <a:solidFill>
                  <a:srgbClr val="FF0000"/>
                </a:solidFill>
              </a:rPr>
              <a:t> </a:t>
            </a:r>
            <a:r>
              <a:rPr lang="en-US" sz="2800" i="1" dirty="0" err="1">
                <a:solidFill>
                  <a:srgbClr val="FF0000"/>
                </a:solidFill>
              </a:rPr>
              <a:t>độ</a:t>
            </a:r>
            <a:r>
              <a:rPr lang="en-US" sz="2800" i="1" dirty="0">
                <a:solidFill>
                  <a:srgbClr val="FF0000"/>
                </a:solidFill>
              </a:rPr>
              <a:t> </a:t>
            </a:r>
            <a:r>
              <a:rPr lang="en-US" sz="2800" i="1" dirty="0" err="1">
                <a:solidFill>
                  <a:srgbClr val="FF0000"/>
                </a:solidFill>
              </a:rPr>
              <a:t>lên</a:t>
            </a:r>
            <a:r>
              <a:rPr lang="en-US" sz="2800" i="1" dirty="0">
                <a:solidFill>
                  <a:srgbClr val="FF0000"/>
                </a:solidFill>
              </a:rPr>
              <a:t> CNXH</a:t>
            </a:r>
            <a:endParaRPr lang="vi-VN" sz="2800" i="1" dirty="0">
              <a:solidFill>
                <a:srgbClr val="FF0000"/>
              </a:solidFill>
            </a:endParaRPr>
          </a:p>
        </p:txBody>
      </p:sp>
      <p:sp>
        <p:nvSpPr>
          <p:cNvPr id="9" name="Rectangle 42"/>
          <p:cNvSpPr txBox="1">
            <a:spLocks noChangeArrowheads="1"/>
          </p:cNvSpPr>
          <p:nvPr/>
        </p:nvSpPr>
        <p:spPr bwMode="auto">
          <a:xfrm>
            <a:off x="1181100" y="152400"/>
            <a:ext cx="70866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800" dirty="0">
                <a:solidFill>
                  <a:srgbClr val="FF0000"/>
                </a:solidFill>
              </a:rPr>
              <a:t>3.1. </a:t>
            </a:r>
            <a:r>
              <a:rPr lang="en-US" sz="2800" dirty="0" err="1">
                <a:solidFill>
                  <a:srgbClr val="FF0000"/>
                </a:solidFill>
              </a:rPr>
              <a:t>Đặc</a:t>
            </a:r>
            <a:r>
              <a:rPr lang="en-US" sz="2800" dirty="0">
                <a:solidFill>
                  <a:srgbClr val="FF0000"/>
                </a:solidFill>
              </a:rPr>
              <a:t> </a:t>
            </a:r>
            <a:r>
              <a:rPr lang="en-US" sz="2800" dirty="0" err="1">
                <a:solidFill>
                  <a:srgbClr val="FF0000"/>
                </a:solidFill>
              </a:rPr>
              <a:t>điểm</a:t>
            </a:r>
            <a:r>
              <a:rPr lang="en-US" sz="2800" dirty="0">
                <a:solidFill>
                  <a:srgbClr val="FF0000"/>
                </a:solidFill>
              </a:rPr>
              <a:t> q</a:t>
            </a:r>
            <a:r>
              <a:rPr lang="vi-VN" sz="2800" dirty="0">
                <a:solidFill>
                  <a:srgbClr val="FF0000"/>
                </a:solidFill>
              </a:rPr>
              <a:t>uá độ lên CNXH ở Việt Nam</a:t>
            </a:r>
          </a:p>
        </p:txBody>
      </p:sp>
      <p:sp>
        <p:nvSpPr>
          <p:cNvPr id="10" name="TextBox 9"/>
          <p:cNvSpPr txBox="1"/>
          <p:nvPr/>
        </p:nvSpPr>
        <p:spPr>
          <a:xfrm>
            <a:off x="477592" y="2134860"/>
            <a:ext cx="8534400" cy="523220"/>
          </a:xfrm>
          <a:prstGeom prst="rect">
            <a:avLst/>
          </a:prstGeom>
          <a:noFill/>
        </p:spPr>
        <p:txBody>
          <a:bodyPr wrap="square" rtlCol="0">
            <a:spAutoFit/>
          </a:bodyPr>
          <a:lstStyle/>
          <a:p>
            <a:pPr marL="457200" indent="-457200">
              <a:buFont typeface="Wingdings" panose="05000000000000000000" pitchFamily="2" charset="2"/>
              <a:buChar char="v"/>
            </a:pPr>
            <a:r>
              <a:rPr lang="en-US" sz="2800" i="1" dirty="0" err="1">
                <a:solidFill>
                  <a:srgbClr val="FF0000"/>
                </a:solidFill>
              </a:rPr>
              <a:t>Bỏ</a:t>
            </a:r>
            <a:r>
              <a:rPr lang="en-US" sz="2800" i="1" dirty="0">
                <a:solidFill>
                  <a:srgbClr val="FF0000"/>
                </a:solidFill>
              </a:rPr>
              <a:t> qua </a:t>
            </a:r>
            <a:r>
              <a:rPr lang="en-US" sz="2800" i="1" dirty="0" err="1">
                <a:solidFill>
                  <a:srgbClr val="FF0000"/>
                </a:solidFill>
              </a:rPr>
              <a:t>chế</a:t>
            </a:r>
            <a:r>
              <a:rPr lang="en-US" sz="2800" i="1" dirty="0">
                <a:solidFill>
                  <a:srgbClr val="FF0000"/>
                </a:solidFill>
              </a:rPr>
              <a:t> </a:t>
            </a:r>
            <a:r>
              <a:rPr lang="en-US" sz="2800" i="1" dirty="0" err="1">
                <a:solidFill>
                  <a:srgbClr val="FF0000"/>
                </a:solidFill>
              </a:rPr>
              <a:t>độ</a:t>
            </a:r>
            <a:r>
              <a:rPr lang="en-US" sz="2800" i="1" dirty="0">
                <a:solidFill>
                  <a:srgbClr val="FF0000"/>
                </a:solidFill>
              </a:rPr>
              <a:t> </a:t>
            </a:r>
            <a:r>
              <a:rPr lang="en-US" sz="2800" i="1" dirty="0" err="1">
                <a:solidFill>
                  <a:srgbClr val="FF0000"/>
                </a:solidFill>
              </a:rPr>
              <a:t>tư</a:t>
            </a:r>
            <a:r>
              <a:rPr lang="en-US" sz="2800" i="1" dirty="0">
                <a:solidFill>
                  <a:srgbClr val="FF0000"/>
                </a:solidFill>
              </a:rPr>
              <a:t> </a:t>
            </a:r>
            <a:r>
              <a:rPr lang="en-US" sz="2800" i="1" dirty="0" err="1">
                <a:solidFill>
                  <a:srgbClr val="FF0000"/>
                </a:solidFill>
              </a:rPr>
              <a:t>bản</a:t>
            </a:r>
            <a:r>
              <a:rPr lang="en-US" sz="2800" i="1" dirty="0">
                <a:solidFill>
                  <a:srgbClr val="FF0000"/>
                </a:solidFill>
              </a:rPr>
              <a:t> </a:t>
            </a:r>
            <a:r>
              <a:rPr lang="en-US" sz="2800" i="1" dirty="0" err="1">
                <a:solidFill>
                  <a:srgbClr val="FF0000"/>
                </a:solidFill>
              </a:rPr>
              <a:t>chủ</a:t>
            </a:r>
            <a:r>
              <a:rPr lang="en-US" sz="2800" i="1" dirty="0">
                <a:solidFill>
                  <a:srgbClr val="FF0000"/>
                </a:solidFill>
              </a:rPr>
              <a:t> </a:t>
            </a:r>
            <a:r>
              <a:rPr lang="en-US" sz="2800" i="1" dirty="0" err="1">
                <a:solidFill>
                  <a:srgbClr val="FF0000"/>
                </a:solidFill>
              </a:rPr>
              <a:t>nghĩa</a:t>
            </a:r>
            <a:endParaRPr lang="vi-VN" sz="2800" i="1" dirty="0">
              <a:solidFill>
                <a:srgbClr val="FF0000"/>
              </a:solidFill>
            </a:endParaRPr>
          </a:p>
        </p:txBody>
      </p:sp>
      <p:sp>
        <p:nvSpPr>
          <p:cNvPr id="5"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1255693"/>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sp>
        <p:nvSpPr>
          <p:cNvPr id="6" name="Rectangle 5"/>
          <p:cNvSpPr/>
          <p:nvPr/>
        </p:nvSpPr>
        <p:spPr>
          <a:xfrm>
            <a:off x="457200" y="2413338"/>
            <a:ext cx="8229600" cy="2492990"/>
          </a:xfrm>
          <a:prstGeom prst="rect">
            <a:avLst/>
          </a:prstGeom>
        </p:spPr>
        <p:txBody>
          <a:bodyPr wrap="square">
            <a:spAutoFit/>
          </a:bodyPr>
          <a:lstStyle/>
          <a:p>
            <a:pPr algn="just"/>
            <a:r>
              <a:rPr lang="vi-VN" sz="2600" dirty="0"/>
              <a:t>Trong quá trình đổi mới, nhận thức của Đảng ta về đặc trưng của xã hội xã hội chủ nghĩa được phát triển và cụ thể dần thông qua các kỳ đại hội. Đặc biệt, Đại hội đại biểu toàn quốc lần thứ VII (1991), Đảng Cộng sản Việt Nam đã thông qua</a:t>
            </a:r>
            <a:r>
              <a:rPr lang="vi-VN" sz="2600" u="sng" dirty="0"/>
              <a:t> “Cương lĩnh xây dựng đất nước trong thời kỳ quá độ lên chủ nghĩa xã hội”.</a:t>
            </a:r>
            <a:r>
              <a:rPr lang="vi-VN" sz="2600" dirty="0"/>
              <a:t> </a:t>
            </a:r>
            <a:endParaRPr lang="x-none" sz="2600" dirty="0"/>
          </a:p>
        </p:txBody>
      </p:sp>
      <p:sp>
        <p:nvSpPr>
          <p:cNvPr id="7"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5"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14600" y="1784350"/>
            <a:ext cx="4080384" cy="4537496"/>
            <a:chOff x="2601403" y="2043820"/>
            <a:chExt cx="4080384" cy="4537496"/>
          </a:xfrm>
        </p:grpSpPr>
        <p:sp>
          <p:nvSpPr>
            <p:cNvPr id="3" name="Oval 2"/>
            <p:cNvSpPr/>
            <p:nvPr/>
          </p:nvSpPr>
          <p:spPr>
            <a:xfrm>
              <a:off x="2601403" y="6047916"/>
              <a:ext cx="4080384" cy="533400"/>
            </a:xfrm>
            <a:prstGeom prst="ellipse">
              <a:avLst/>
            </a:prstGeom>
            <a:gradFill flip="none" rotWithShape="1">
              <a:gsLst>
                <a:gs pos="0">
                  <a:sysClr val="windowText" lastClr="000000">
                    <a:lumMod val="50000"/>
                    <a:lumOff val="50000"/>
                    <a:alpha val="70000"/>
                  </a:sysClr>
                </a:gs>
                <a:gs pos="100000">
                  <a:sysClr val="window" lastClr="FFFFFF">
                    <a:alpha val="0"/>
                    <a:lumMod val="100000"/>
                  </a:sysClr>
                </a:gs>
              </a:gsLst>
              <a:path path="shape">
                <a:fillToRect l="50000" t="50000" r="50000" b="50000"/>
              </a:path>
              <a:tileRect/>
            </a:gradFill>
            <a:ln w="25400" cap="flat" cmpd="sng" algn="ctr">
              <a:noFill/>
              <a:prstDash val="solid"/>
            </a:ln>
            <a:effectLst/>
          </p:spPr>
          <p:txBody>
            <a:bodyPr rtlCol="0" anchor="ctr"/>
            <a:lstStyle/>
            <a:p>
              <a:pPr algn="ctr" fontAlgn="auto">
                <a:spcBef>
                  <a:spcPts val="0"/>
                </a:spcBef>
                <a:spcAft>
                  <a:spcPts val="0"/>
                </a:spcAft>
                <a:defRPr/>
              </a:pPr>
              <a:endParaRPr lang="en-US" kern="0">
                <a:solidFill>
                  <a:sysClr val="window" lastClr="FFFFFF"/>
                </a:solidFill>
                <a:latin typeface="Calibri" panose="020F0502020204030204"/>
              </a:endParaRPr>
            </a:p>
          </p:txBody>
        </p:sp>
        <p:grpSp>
          <p:nvGrpSpPr>
            <p:cNvPr id="4" name="Group 3"/>
            <p:cNvGrpSpPr/>
            <p:nvPr/>
          </p:nvGrpSpPr>
          <p:grpSpPr>
            <a:xfrm>
              <a:off x="2750852" y="2043820"/>
              <a:ext cx="3840480" cy="3840480"/>
              <a:chOff x="7696347" y="665682"/>
              <a:chExt cx="4569952" cy="5029199"/>
            </a:xfrm>
            <a:scene3d>
              <a:camera prst="orthographicFront">
                <a:rot lat="300000" lon="20700000" rev="21546000"/>
              </a:camera>
              <a:lightRig rig="threePt" dir="t"/>
            </a:scene3d>
          </p:grpSpPr>
          <p:sp>
            <p:nvSpPr>
              <p:cNvPr id="5" name="Oval 54"/>
              <p:cNvSpPr/>
              <p:nvPr/>
            </p:nvSpPr>
            <p:spPr>
              <a:xfrm rot="1800000">
                <a:off x="10676299" y="3259866"/>
                <a:ext cx="1588248" cy="1567380"/>
              </a:xfrm>
              <a:custGeom>
                <a:avLst/>
                <a:gdLst/>
                <a:ahLst/>
                <a:cxnLst/>
                <a:rect l="l" t="t" r="r" b="b"/>
                <a:pathLst>
                  <a:path w="1973278" h="1947351">
                    <a:moveTo>
                      <a:pt x="1818078" y="0"/>
                    </a:moveTo>
                    <a:cubicBezTo>
                      <a:pt x="1919421" y="304752"/>
                      <a:pt x="1973278" y="630747"/>
                      <a:pt x="1973278" y="969320"/>
                    </a:cubicBezTo>
                    <a:cubicBezTo>
                      <a:pt x="1973278" y="1311154"/>
                      <a:pt x="1918379" y="1640165"/>
                      <a:pt x="1814890" y="1947351"/>
                    </a:cubicBezTo>
                    <a:lnTo>
                      <a:pt x="409881" y="1196385"/>
                    </a:lnTo>
                    <a:lnTo>
                      <a:pt x="409881" y="1393951"/>
                    </a:lnTo>
                    <a:lnTo>
                      <a:pt x="0" y="969320"/>
                    </a:lnTo>
                    <a:lnTo>
                      <a:pt x="409881" y="544689"/>
                    </a:lnTo>
                    <a:lnTo>
                      <a:pt x="409881" y="742255"/>
                    </a:lnTo>
                    <a:close/>
                  </a:path>
                </a:pathLst>
              </a:custGeom>
              <a:gradFill>
                <a:gsLst>
                  <a:gs pos="100000">
                    <a:srgbClr val="CD6209"/>
                  </a:gs>
                  <a:gs pos="0">
                    <a:srgbClr val="F79646"/>
                  </a:gs>
                </a:gsLst>
                <a:lin ang="0" scaled="1"/>
              </a:gradFill>
              <a:ln w="25400" cap="flat" cmpd="sng" algn="ctr">
                <a:noFill/>
                <a:prstDash val="solid"/>
              </a:ln>
              <a:effectLst/>
              <a:sp3d extrusionH="279400">
                <a:bevelT w="50800" h="50800"/>
                <a:bevelB w="50800" h="50800"/>
              </a:sp3d>
            </p:spPr>
            <p:txBody>
              <a:bodyPr rot="0" spcFirstLastPara="0" vertOverflow="overflow" horzOverflow="overflow" vert="vert270" wrap="square" lIns="640080" tIns="365760" rIns="91440" bIns="365760" numCol="1" spcCol="0" rtlCol="0" fromWordArt="0" anchor="ctr" anchorCtr="0" forceAA="0" compatLnSpc="1">
                <a:noAutofit/>
              </a:bodyPr>
              <a:lstStyle/>
              <a:p>
                <a:pPr marL="0" marR="0" lvl="0" indent="0" algn="ctr" defTabSz="914400" eaLnBrk="1" fontAlgn="auto" latinLnBrk="0" hangingPunct="1">
                  <a:lnSpc>
                    <a:spcPct val="90000"/>
                  </a:lnSpc>
                  <a:spcBef>
                    <a:spcPts val="0"/>
                  </a:spcBef>
                  <a:spcAft>
                    <a:spcPts val="0"/>
                  </a:spcAft>
                  <a:buClrTx/>
                  <a:buSzTx/>
                  <a:buFontTx/>
                  <a:buNone/>
                  <a:defRPr/>
                </a:pPr>
                <a:r>
                  <a:rPr kumimoji="0" lang="en-US" sz="2000" b="1" i="0" u="none" strike="noStrike" kern="0" cap="none" spc="0" normalizeH="0" baseline="0" noProof="0">
                    <a:ln>
                      <a:noFill/>
                    </a:ln>
                    <a:solidFill>
                      <a:prstClr val="white"/>
                    </a:solidFill>
                    <a:effectLst>
                      <a:outerShdw blurRad="76200" dist="50800" dir="2700000" algn="tl" rotWithShape="0">
                        <a:prstClr val="black">
                          <a:alpha val="55000"/>
                        </a:prstClr>
                      </a:outerShdw>
                    </a:effectLst>
                    <a:uLnTx/>
                    <a:uFillTx/>
                    <a:latin typeface="Calibri" panose="020F0502020204030204"/>
                  </a:rPr>
                  <a:t>3</a:t>
                </a:r>
                <a:endParaRPr kumimoji="0" lang="en-US" sz="2000" b="1" i="0" u="none" strike="noStrike" kern="0" cap="none" spc="0" normalizeH="0" baseline="0" noProof="0" dirty="0">
                  <a:ln>
                    <a:noFill/>
                  </a:ln>
                  <a:solidFill>
                    <a:prstClr val="white"/>
                  </a:solidFill>
                  <a:effectLst>
                    <a:outerShdw blurRad="76200" dist="50800" dir="2700000" algn="tl" rotWithShape="0">
                      <a:prstClr val="black">
                        <a:alpha val="55000"/>
                      </a:prstClr>
                    </a:outerShdw>
                  </a:effectLst>
                  <a:uLnTx/>
                  <a:uFillTx/>
                  <a:latin typeface="Calibri" panose="020F0502020204030204"/>
                </a:endParaRPr>
              </a:p>
            </p:txBody>
          </p:sp>
          <p:sp>
            <p:nvSpPr>
              <p:cNvPr id="6" name="Oval 42"/>
              <p:cNvSpPr/>
              <p:nvPr/>
            </p:nvSpPr>
            <p:spPr>
              <a:xfrm rot="1800000">
                <a:off x="7696347" y="1539390"/>
                <a:ext cx="1588248" cy="1567380"/>
              </a:xfrm>
              <a:custGeom>
                <a:avLst/>
                <a:gdLst/>
                <a:ahLst/>
                <a:cxnLst/>
                <a:rect l="l" t="t" r="r" b="b"/>
                <a:pathLst>
                  <a:path w="1973278" h="1947351">
                    <a:moveTo>
                      <a:pt x="155200" y="0"/>
                    </a:moveTo>
                    <a:lnTo>
                      <a:pt x="1563397" y="742255"/>
                    </a:lnTo>
                    <a:lnTo>
                      <a:pt x="1563397" y="544689"/>
                    </a:lnTo>
                    <a:lnTo>
                      <a:pt x="1973278" y="969320"/>
                    </a:lnTo>
                    <a:lnTo>
                      <a:pt x="1563397" y="1393951"/>
                    </a:lnTo>
                    <a:lnTo>
                      <a:pt x="1563397" y="1196385"/>
                    </a:lnTo>
                    <a:lnTo>
                      <a:pt x="158388" y="1947351"/>
                    </a:lnTo>
                    <a:cubicBezTo>
                      <a:pt x="54899" y="1640165"/>
                      <a:pt x="0" y="1311154"/>
                      <a:pt x="0" y="969320"/>
                    </a:cubicBezTo>
                    <a:cubicBezTo>
                      <a:pt x="0" y="630747"/>
                      <a:pt x="53857" y="304752"/>
                      <a:pt x="155200" y="0"/>
                    </a:cubicBezTo>
                    <a:close/>
                  </a:path>
                </a:pathLst>
              </a:custGeom>
              <a:gradFill>
                <a:gsLst>
                  <a:gs pos="100000">
                    <a:srgbClr val="8064A2">
                      <a:lumMod val="50000"/>
                    </a:srgbClr>
                  </a:gs>
                  <a:gs pos="0">
                    <a:srgbClr val="8064A2"/>
                  </a:gs>
                </a:gsLst>
                <a:lin ang="0" scaled="1"/>
              </a:gradFill>
              <a:ln w="25400" cap="flat" cmpd="sng" algn="ctr">
                <a:noFill/>
                <a:prstDash val="solid"/>
              </a:ln>
              <a:effectLst/>
              <a:sp3d extrusionH="279400">
                <a:bevelT w="50800" h="50800"/>
                <a:bevelB w="50800" h="50800"/>
              </a:sp3d>
            </p:spPr>
            <p:txBody>
              <a:bodyPr rot="0" spcFirstLastPara="0" vertOverflow="overflow" horzOverflow="overflow" vert="vert270" wrap="square" lIns="91440" tIns="365760" rIns="731520" bIns="365760" numCol="1" spcCol="0" rtlCol="0" fromWordArt="0" anchor="ctr" anchorCtr="0" forceAA="0" compatLnSpc="1">
                <a:noAutofit/>
              </a:bodyPr>
              <a:lstStyle/>
              <a:p>
                <a:pPr marL="0" marR="0" lvl="0" indent="0" algn="ctr" defTabSz="914400" eaLnBrk="1" fontAlgn="auto" latinLnBrk="0" hangingPunct="1">
                  <a:lnSpc>
                    <a:spcPct val="90000"/>
                  </a:lnSpc>
                  <a:spcBef>
                    <a:spcPts val="0"/>
                  </a:spcBef>
                  <a:spcAft>
                    <a:spcPts val="0"/>
                  </a:spcAft>
                  <a:buClrTx/>
                  <a:buSzTx/>
                  <a:buFontTx/>
                  <a:buNone/>
                  <a:defRPr/>
                </a:pPr>
                <a:r>
                  <a:rPr kumimoji="0" lang="en-US" sz="2000" b="1" i="0" u="none" strike="noStrike" kern="0" cap="none" spc="0" normalizeH="0" baseline="0" noProof="0">
                    <a:ln>
                      <a:noFill/>
                    </a:ln>
                    <a:solidFill>
                      <a:prstClr val="white"/>
                    </a:solidFill>
                    <a:effectLst>
                      <a:outerShdw blurRad="76200" dist="50800" dir="2700000" algn="tl" rotWithShape="0">
                        <a:prstClr val="black">
                          <a:alpha val="55000"/>
                        </a:prstClr>
                      </a:outerShdw>
                    </a:effectLst>
                    <a:uLnTx/>
                    <a:uFillTx/>
                    <a:latin typeface="Calibri" panose="020F0502020204030204"/>
                  </a:rPr>
                  <a:t>6</a:t>
                </a:r>
                <a:endParaRPr kumimoji="0" lang="en-US" sz="2000" b="1" i="0" u="none" strike="noStrike" kern="0" cap="none" spc="0" normalizeH="0" baseline="0" noProof="0" dirty="0">
                  <a:ln>
                    <a:noFill/>
                  </a:ln>
                  <a:solidFill>
                    <a:prstClr val="white"/>
                  </a:solidFill>
                  <a:effectLst>
                    <a:outerShdw blurRad="76200" dist="50800" dir="2700000" algn="tl" rotWithShape="0">
                      <a:prstClr val="black">
                        <a:alpha val="55000"/>
                      </a:prstClr>
                    </a:outerShdw>
                  </a:effectLst>
                  <a:uLnTx/>
                  <a:uFillTx/>
                  <a:latin typeface="Calibri" panose="020F0502020204030204"/>
                </a:endParaRPr>
              </a:p>
            </p:txBody>
          </p:sp>
          <p:sp>
            <p:nvSpPr>
              <p:cNvPr id="7" name="Oval 54"/>
              <p:cNvSpPr/>
              <p:nvPr/>
            </p:nvSpPr>
            <p:spPr>
              <a:xfrm rot="9000000">
                <a:off x="7698100" y="3256829"/>
                <a:ext cx="1588248" cy="1567380"/>
              </a:xfrm>
              <a:custGeom>
                <a:avLst/>
                <a:gdLst/>
                <a:ahLst/>
                <a:cxnLst/>
                <a:rect l="l" t="t" r="r" b="b"/>
                <a:pathLst>
                  <a:path w="1973278" h="1947351">
                    <a:moveTo>
                      <a:pt x="1818078" y="0"/>
                    </a:moveTo>
                    <a:cubicBezTo>
                      <a:pt x="1919421" y="304752"/>
                      <a:pt x="1973278" y="630747"/>
                      <a:pt x="1973278" y="969320"/>
                    </a:cubicBezTo>
                    <a:cubicBezTo>
                      <a:pt x="1973278" y="1311154"/>
                      <a:pt x="1918379" y="1640165"/>
                      <a:pt x="1814890" y="1947351"/>
                    </a:cubicBezTo>
                    <a:lnTo>
                      <a:pt x="409881" y="1196385"/>
                    </a:lnTo>
                    <a:lnTo>
                      <a:pt x="409881" y="1393951"/>
                    </a:lnTo>
                    <a:lnTo>
                      <a:pt x="0" y="969320"/>
                    </a:lnTo>
                    <a:lnTo>
                      <a:pt x="409881" y="544689"/>
                    </a:lnTo>
                    <a:lnTo>
                      <a:pt x="409881" y="742255"/>
                    </a:lnTo>
                    <a:close/>
                  </a:path>
                </a:pathLst>
              </a:custGeom>
              <a:gradFill>
                <a:gsLst>
                  <a:gs pos="100000">
                    <a:srgbClr val="6C8737"/>
                  </a:gs>
                  <a:gs pos="0">
                    <a:srgbClr val="9BBB59"/>
                  </a:gs>
                </a:gsLst>
                <a:lin ang="0" scaled="1"/>
              </a:gradFill>
              <a:ln w="25400" cap="flat" cmpd="sng" algn="ctr">
                <a:noFill/>
                <a:prstDash val="solid"/>
              </a:ln>
              <a:effectLst/>
              <a:sp3d extrusionH="279400">
                <a:bevelT w="50800" h="50800"/>
                <a:bevelB w="50800" h="50800"/>
              </a:sp3d>
            </p:spPr>
            <p:txBody>
              <a:bodyPr rot="0" spcFirstLastPara="0" vertOverflow="overflow" horzOverflow="overflow" vert="vert270" wrap="square" lIns="640080" tIns="365760" rIns="91440" bIns="365760" numCol="1" spcCol="0" rtlCol="0" fromWordArt="0" anchor="ctr" anchorCtr="0" forceAA="0" compatLnSpc="1">
                <a:noAutofit/>
              </a:bodyPr>
              <a:lstStyle/>
              <a:p>
                <a:pPr marL="0" marR="0" lvl="0" indent="0" algn="ctr" defTabSz="914400" eaLnBrk="1" fontAlgn="auto" latinLnBrk="0" hangingPunct="1">
                  <a:lnSpc>
                    <a:spcPct val="90000"/>
                  </a:lnSpc>
                  <a:spcBef>
                    <a:spcPts val="0"/>
                  </a:spcBef>
                  <a:spcAft>
                    <a:spcPts val="0"/>
                  </a:spcAft>
                  <a:buClrTx/>
                  <a:buSzTx/>
                  <a:buFontTx/>
                  <a:buNone/>
                  <a:defRPr/>
                </a:pPr>
                <a:r>
                  <a:rPr kumimoji="0" lang="en-US" sz="2000" b="1" i="0" u="none" strike="noStrike" kern="0" cap="none" spc="0" normalizeH="0" baseline="0" noProof="0">
                    <a:ln>
                      <a:noFill/>
                    </a:ln>
                    <a:solidFill>
                      <a:prstClr val="white"/>
                    </a:solidFill>
                    <a:effectLst>
                      <a:outerShdw blurRad="76200" dist="50800" dir="2700000" algn="tl" rotWithShape="0">
                        <a:prstClr val="black">
                          <a:alpha val="55000"/>
                        </a:prstClr>
                      </a:outerShdw>
                    </a:effectLst>
                    <a:uLnTx/>
                    <a:uFillTx/>
                    <a:latin typeface="Calibri" panose="020F0502020204030204"/>
                  </a:rPr>
                  <a:t>5</a:t>
                </a:r>
                <a:endParaRPr kumimoji="0" lang="en-US" sz="2000" b="1" i="0" u="none" strike="noStrike" kern="0" cap="none" spc="0" normalizeH="0" baseline="0" noProof="0" dirty="0">
                  <a:ln>
                    <a:noFill/>
                  </a:ln>
                  <a:solidFill>
                    <a:prstClr val="white"/>
                  </a:solidFill>
                  <a:effectLst>
                    <a:outerShdw blurRad="76200" dist="50800" dir="2700000" algn="tl" rotWithShape="0">
                      <a:prstClr val="black">
                        <a:alpha val="55000"/>
                      </a:prstClr>
                    </a:outerShdw>
                  </a:effectLst>
                  <a:uLnTx/>
                  <a:uFillTx/>
                  <a:latin typeface="Calibri" panose="020F0502020204030204"/>
                </a:endParaRPr>
              </a:p>
            </p:txBody>
          </p:sp>
          <p:sp>
            <p:nvSpPr>
              <p:cNvPr id="8" name="Oval 42"/>
              <p:cNvSpPr/>
              <p:nvPr/>
            </p:nvSpPr>
            <p:spPr>
              <a:xfrm rot="9000000">
                <a:off x="10678051" y="1536353"/>
                <a:ext cx="1588248" cy="1567380"/>
              </a:xfrm>
              <a:custGeom>
                <a:avLst/>
                <a:gdLst/>
                <a:ahLst/>
                <a:cxnLst/>
                <a:rect l="l" t="t" r="r" b="b"/>
                <a:pathLst>
                  <a:path w="1973278" h="1947351">
                    <a:moveTo>
                      <a:pt x="155200" y="0"/>
                    </a:moveTo>
                    <a:lnTo>
                      <a:pt x="1563397" y="742255"/>
                    </a:lnTo>
                    <a:lnTo>
                      <a:pt x="1563397" y="544689"/>
                    </a:lnTo>
                    <a:lnTo>
                      <a:pt x="1973278" y="969320"/>
                    </a:lnTo>
                    <a:lnTo>
                      <a:pt x="1563397" y="1393951"/>
                    </a:lnTo>
                    <a:lnTo>
                      <a:pt x="1563397" y="1196385"/>
                    </a:lnTo>
                    <a:lnTo>
                      <a:pt x="158388" y="1947351"/>
                    </a:lnTo>
                    <a:cubicBezTo>
                      <a:pt x="54899" y="1640165"/>
                      <a:pt x="0" y="1311154"/>
                      <a:pt x="0" y="969320"/>
                    </a:cubicBezTo>
                    <a:cubicBezTo>
                      <a:pt x="0" y="630747"/>
                      <a:pt x="53857" y="304752"/>
                      <a:pt x="155200" y="0"/>
                    </a:cubicBezTo>
                    <a:close/>
                  </a:path>
                </a:pathLst>
              </a:custGeom>
              <a:gradFill>
                <a:gsLst>
                  <a:gs pos="100000">
                    <a:srgbClr val="82302E"/>
                  </a:gs>
                  <a:gs pos="0">
                    <a:srgbClr val="C0504D"/>
                  </a:gs>
                </a:gsLst>
                <a:lin ang="0" scaled="1"/>
              </a:gradFill>
              <a:ln w="25400" cap="flat" cmpd="sng" algn="ctr">
                <a:noFill/>
                <a:prstDash val="solid"/>
              </a:ln>
              <a:effectLst/>
              <a:sp3d extrusionH="279400">
                <a:bevelT w="50800" h="50800"/>
                <a:bevelB w="50800" h="50800"/>
              </a:sp3d>
            </p:spPr>
            <p:txBody>
              <a:bodyPr rot="0" spcFirstLastPara="0" vertOverflow="overflow" horzOverflow="overflow" vert="vert270" wrap="square" lIns="91440" tIns="365760" rIns="731520" bIns="365760" numCol="1" spcCol="0" rtlCol="0" fromWordArt="0" anchor="ctr" anchorCtr="0" forceAA="0" compatLnSpc="1">
                <a:noAutofit/>
              </a:bodyPr>
              <a:lstStyle/>
              <a:p>
                <a:pPr marL="0" marR="0" lvl="0" indent="0" algn="ctr" defTabSz="914400" eaLnBrk="1" fontAlgn="auto" latinLnBrk="0" hangingPunct="1">
                  <a:lnSpc>
                    <a:spcPct val="90000"/>
                  </a:lnSpc>
                  <a:spcBef>
                    <a:spcPts val="0"/>
                  </a:spcBef>
                  <a:spcAft>
                    <a:spcPts val="0"/>
                  </a:spcAft>
                  <a:buClrTx/>
                  <a:buSzTx/>
                  <a:buFontTx/>
                  <a:buNone/>
                  <a:defRPr/>
                </a:pPr>
                <a:r>
                  <a:rPr kumimoji="0" lang="en-US" sz="2000" b="1" i="0" u="none" strike="noStrike" kern="0" cap="none" spc="0" normalizeH="0" baseline="0" noProof="0">
                    <a:ln>
                      <a:noFill/>
                    </a:ln>
                    <a:solidFill>
                      <a:prstClr val="white"/>
                    </a:solidFill>
                    <a:effectLst>
                      <a:outerShdw blurRad="76200" dist="50800" dir="2700000" algn="tl" rotWithShape="0">
                        <a:prstClr val="black">
                          <a:alpha val="55000"/>
                        </a:prstClr>
                      </a:outerShdw>
                    </a:effectLst>
                    <a:uLnTx/>
                    <a:uFillTx/>
                    <a:latin typeface="Calibri" panose="020F0502020204030204"/>
                  </a:rPr>
                  <a:t>2</a:t>
                </a:r>
                <a:endParaRPr kumimoji="0" lang="en-US" sz="2000" b="1" i="0" u="none" strike="noStrike" kern="0" cap="none" spc="0" normalizeH="0" baseline="0" noProof="0" dirty="0">
                  <a:ln>
                    <a:noFill/>
                  </a:ln>
                  <a:solidFill>
                    <a:prstClr val="white"/>
                  </a:solidFill>
                  <a:effectLst>
                    <a:outerShdw blurRad="76200" dist="50800" dir="2700000" algn="tl" rotWithShape="0">
                      <a:prstClr val="black">
                        <a:alpha val="55000"/>
                      </a:prstClr>
                    </a:outerShdw>
                  </a:effectLst>
                  <a:uLnTx/>
                  <a:uFillTx/>
                  <a:latin typeface="Calibri" panose="020F0502020204030204"/>
                </a:endParaRPr>
              </a:p>
            </p:txBody>
          </p:sp>
          <p:sp>
            <p:nvSpPr>
              <p:cNvPr id="9" name="Oval 54"/>
              <p:cNvSpPr/>
              <p:nvPr/>
            </p:nvSpPr>
            <p:spPr>
              <a:xfrm rot="5400000">
                <a:off x="9188076" y="4117067"/>
                <a:ext cx="1588248" cy="1567380"/>
              </a:xfrm>
              <a:custGeom>
                <a:avLst/>
                <a:gdLst/>
                <a:ahLst/>
                <a:cxnLst/>
                <a:rect l="l" t="t" r="r" b="b"/>
                <a:pathLst>
                  <a:path w="1973278" h="1947351">
                    <a:moveTo>
                      <a:pt x="1818078" y="0"/>
                    </a:moveTo>
                    <a:cubicBezTo>
                      <a:pt x="1919421" y="304752"/>
                      <a:pt x="1973278" y="630747"/>
                      <a:pt x="1973278" y="969320"/>
                    </a:cubicBezTo>
                    <a:cubicBezTo>
                      <a:pt x="1973278" y="1311154"/>
                      <a:pt x="1918379" y="1640165"/>
                      <a:pt x="1814890" y="1947351"/>
                    </a:cubicBezTo>
                    <a:lnTo>
                      <a:pt x="409881" y="1196385"/>
                    </a:lnTo>
                    <a:lnTo>
                      <a:pt x="409881" y="1393951"/>
                    </a:lnTo>
                    <a:lnTo>
                      <a:pt x="0" y="969320"/>
                    </a:lnTo>
                    <a:lnTo>
                      <a:pt x="409881" y="544689"/>
                    </a:lnTo>
                    <a:lnTo>
                      <a:pt x="409881" y="742255"/>
                    </a:lnTo>
                    <a:close/>
                  </a:path>
                </a:pathLst>
              </a:custGeom>
              <a:gradFill>
                <a:gsLst>
                  <a:gs pos="100000">
                    <a:srgbClr val="2D7C91"/>
                  </a:gs>
                  <a:gs pos="0">
                    <a:srgbClr val="4BACC6"/>
                  </a:gs>
                </a:gsLst>
                <a:lin ang="0" scaled="1"/>
              </a:gradFill>
              <a:ln w="25400" cap="flat" cmpd="sng" algn="ctr">
                <a:noFill/>
                <a:prstDash val="solid"/>
              </a:ln>
              <a:effectLst/>
              <a:sp3d extrusionH="279400">
                <a:bevelT w="50800" h="50800"/>
                <a:bevelB w="50800" h="50800"/>
              </a:sp3d>
            </p:spPr>
            <p:txBody>
              <a:bodyPr rot="0" spcFirstLastPara="0" vertOverflow="overflow" horzOverflow="overflow" vert="vert270" wrap="square" lIns="640080" tIns="365760" rIns="91440" bIns="365760" numCol="1" spcCol="0" rtlCol="0" fromWordArt="0" anchor="ctr" anchorCtr="0" forceAA="0" compatLnSpc="1">
                <a:noAutofit/>
              </a:bodyPr>
              <a:lstStyle/>
              <a:p>
                <a:pPr marL="0" marR="0" lvl="0" indent="0" algn="ctr" defTabSz="914400" eaLnBrk="1" fontAlgn="auto" latinLnBrk="0" hangingPunct="1">
                  <a:lnSpc>
                    <a:spcPct val="90000"/>
                  </a:lnSpc>
                  <a:spcBef>
                    <a:spcPts val="0"/>
                  </a:spcBef>
                  <a:spcAft>
                    <a:spcPts val="0"/>
                  </a:spcAft>
                  <a:buClrTx/>
                  <a:buSzTx/>
                  <a:buFontTx/>
                  <a:buNone/>
                  <a:defRPr/>
                </a:pPr>
                <a:r>
                  <a:rPr kumimoji="0" lang="en-US" sz="2000" b="1" i="0" u="none" strike="noStrike" kern="0" cap="none" spc="0" normalizeH="0" baseline="0" noProof="0">
                    <a:ln>
                      <a:noFill/>
                    </a:ln>
                    <a:solidFill>
                      <a:prstClr val="white"/>
                    </a:solidFill>
                    <a:effectLst>
                      <a:outerShdw blurRad="76200" dist="50800" dir="2700000" algn="tl" rotWithShape="0">
                        <a:prstClr val="black">
                          <a:alpha val="55000"/>
                        </a:prstClr>
                      </a:outerShdw>
                    </a:effectLst>
                    <a:uLnTx/>
                    <a:uFillTx/>
                    <a:latin typeface="Calibri" panose="020F0502020204030204"/>
                  </a:rPr>
                  <a:t>4</a:t>
                </a:r>
                <a:endParaRPr kumimoji="0" lang="en-US" sz="2000" b="1" i="0" u="none" strike="noStrike" kern="0" cap="none" spc="0" normalizeH="0" baseline="0" noProof="0" dirty="0">
                  <a:ln>
                    <a:noFill/>
                  </a:ln>
                  <a:solidFill>
                    <a:prstClr val="white"/>
                  </a:solidFill>
                  <a:effectLst>
                    <a:outerShdw blurRad="76200" dist="50800" dir="2700000" algn="tl" rotWithShape="0">
                      <a:prstClr val="black">
                        <a:alpha val="55000"/>
                      </a:prstClr>
                    </a:outerShdw>
                  </a:effectLst>
                  <a:uLnTx/>
                  <a:uFillTx/>
                  <a:latin typeface="Calibri" panose="020F0502020204030204"/>
                </a:endParaRPr>
              </a:p>
            </p:txBody>
          </p:sp>
          <p:sp>
            <p:nvSpPr>
              <p:cNvPr id="10" name="Oval 42"/>
              <p:cNvSpPr/>
              <p:nvPr/>
            </p:nvSpPr>
            <p:spPr>
              <a:xfrm rot="5400000">
                <a:off x="9188076" y="676116"/>
                <a:ext cx="1588248" cy="1567380"/>
              </a:xfrm>
              <a:custGeom>
                <a:avLst/>
                <a:gdLst/>
                <a:ahLst/>
                <a:cxnLst/>
                <a:rect l="l" t="t" r="r" b="b"/>
                <a:pathLst>
                  <a:path w="1973278" h="1947351">
                    <a:moveTo>
                      <a:pt x="155200" y="0"/>
                    </a:moveTo>
                    <a:lnTo>
                      <a:pt x="1563397" y="742255"/>
                    </a:lnTo>
                    <a:lnTo>
                      <a:pt x="1563397" y="544689"/>
                    </a:lnTo>
                    <a:lnTo>
                      <a:pt x="1973278" y="969320"/>
                    </a:lnTo>
                    <a:lnTo>
                      <a:pt x="1563397" y="1393951"/>
                    </a:lnTo>
                    <a:lnTo>
                      <a:pt x="1563397" y="1196385"/>
                    </a:lnTo>
                    <a:lnTo>
                      <a:pt x="158388" y="1947351"/>
                    </a:lnTo>
                    <a:cubicBezTo>
                      <a:pt x="54899" y="1640165"/>
                      <a:pt x="0" y="1311154"/>
                      <a:pt x="0" y="969320"/>
                    </a:cubicBezTo>
                    <a:cubicBezTo>
                      <a:pt x="0" y="630747"/>
                      <a:pt x="53857" y="304752"/>
                      <a:pt x="155200" y="0"/>
                    </a:cubicBezTo>
                    <a:close/>
                  </a:path>
                </a:pathLst>
              </a:custGeom>
              <a:gradFill flip="none" rotWithShape="1">
                <a:gsLst>
                  <a:gs pos="100000">
                    <a:srgbClr val="0070C0"/>
                  </a:gs>
                  <a:gs pos="0">
                    <a:srgbClr val="00B0F0"/>
                  </a:gs>
                </a:gsLst>
                <a:lin ang="0" scaled="1"/>
                <a:tileRect/>
              </a:gradFill>
              <a:ln w="25400" cap="flat" cmpd="sng" algn="ctr">
                <a:noFill/>
                <a:prstDash val="solid"/>
              </a:ln>
              <a:effectLst/>
              <a:sp3d extrusionH="279400">
                <a:bevelT w="50800" h="50800"/>
                <a:bevelB w="50800" h="50800"/>
              </a:sp3d>
            </p:spPr>
            <p:txBody>
              <a:bodyPr rot="0" spcFirstLastPara="0" vertOverflow="overflow" horzOverflow="overflow" vert="vert270" wrap="square" lIns="91440" tIns="365760" rIns="731520" bIns="365760" numCol="1" spcCol="0" rtlCol="0" fromWordArt="0" anchor="ctr" anchorCtr="0" forceAA="0" compatLnSpc="1">
                <a:noAutofit/>
              </a:bodyPr>
              <a:lstStyle/>
              <a:p>
                <a:pPr marL="0" marR="0" lvl="0" indent="0" algn="ctr" defTabSz="914400" eaLnBrk="1" fontAlgn="auto" latinLnBrk="0" hangingPunct="1">
                  <a:lnSpc>
                    <a:spcPct val="90000"/>
                  </a:lnSpc>
                  <a:spcBef>
                    <a:spcPts val="0"/>
                  </a:spcBef>
                  <a:spcAft>
                    <a:spcPts val="0"/>
                  </a:spcAft>
                  <a:buClrTx/>
                  <a:buSzTx/>
                  <a:buFontTx/>
                  <a:buNone/>
                  <a:defRPr/>
                </a:pPr>
                <a:r>
                  <a:rPr kumimoji="0" lang="en-US" sz="2000" b="1" i="0" u="none" strike="noStrike" kern="0" cap="none" spc="0" normalizeH="0" baseline="0" noProof="0">
                    <a:ln>
                      <a:noFill/>
                    </a:ln>
                    <a:solidFill>
                      <a:prstClr val="white"/>
                    </a:solidFill>
                    <a:effectLst>
                      <a:outerShdw blurRad="76200" dist="50800" dir="2700000" algn="tl" rotWithShape="0">
                        <a:prstClr val="black">
                          <a:alpha val="55000"/>
                        </a:prstClr>
                      </a:outerShdw>
                    </a:effectLst>
                    <a:uLnTx/>
                    <a:uFillTx/>
                    <a:latin typeface="Calibri" panose="020F0502020204030204"/>
                  </a:rPr>
                  <a:t>1</a:t>
                </a:r>
                <a:endParaRPr kumimoji="0" lang="en-US" sz="2000" b="1" i="0" u="none" strike="noStrike" kern="0" cap="none" spc="0" normalizeH="0" baseline="0" noProof="0" dirty="0">
                  <a:ln>
                    <a:noFill/>
                  </a:ln>
                  <a:solidFill>
                    <a:prstClr val="white"/>
                  </a:solidFill>
                  <a:effectLst>
                    <a:outerShdw blurRad="76200" dist="50800" dir="2700000" algn="tl" rotWithShape="0">
                      <a:prstClr val="black">
                        <a:alpha val="55000"/>
                      </a:prstClr>
                    </a:outerShdw>
                  </a:effectLst>
                  <a:uLnTx/>
                  <a:uFillTx/>
                  <a:latin typeface="Calibri" panose="020F0502020204030204"/>
                </a:endParaRPr>
              </a:p>
            </p:txBody>
          </p:sp>
          <p:grpSp>
            <p:nvGrpSpPr>
              <p:cNvPr id="11" name="Group 10"/>
              <p:cNvGrpSpPr/>
              <p:nvPr/>
            </p:nvGrpSpPr>
            <p:grpSpPr>
              <a:xfrm>
                <a:off x="9055849" y="2229640"/>
                <a:ext cx="1852703" cy="1901283"/>
                <a:chOff x="9055849" y="2229640"/>
                <a:chExt cx="1852703" cy="1901283"/>
              </a:xfrm>
            </p:grpSpPr>
            <p:sp>
              <p:nvSpPr>
                <p:cNvPr id="12" name="Oval 3"/>
                <p:cNvSpPr/>
                <p:nvPr/>
              </p:nvSpPr>
              <p:spPr>
                <a:xfrm rot="1800000">
                  <a:off x="9055849" y="2229640"/>
                  <a:ext cx="1852703" cy="1901283"/>
                </a:xfrm>
                <a:custGeom>
                  <a:avLst/>
                  <a:gdLst/>
                  <a:ahLst/>
                  <a:cxnLst/>
                  <a:rect l="l" t="t" r="r" b="b"/>
                  <a:pathLst>
                    <a:path w="2301843" h="2362200">
                      <a:moveTo>
                        <a:pt x="1150921" y="0"/>
                      </a:moveTo>
                      <a:cubicBezTo>
                        <a:pt x="1271960" y="0"/>
                        <a:pt x="1388746" y="18207"/>
                        <a:pt x="1498638" y="52199"/>
                      </a:cubicBezTo>
                      <a:lnTo>
                        <a:pt x="1402096" y="219414"/>
                      </a:lnTo>
                      <a:lnTo>
                        <a:pt x="1250688" y="131999"/>
                      </a:lnTo>
                      <a:lnTo>
                        <a:pt x="1471084" y="626562"/>
                      </a:lnTo>
                      <a:lnTo>
                        <a:pt x="2009586" y="570149"/>
                      </a:lnTo>
                      <a:lnTo>
                        <a:pt x="1858178" y="482733"/>
                      </a:lnTo>
                      <a:lnTo>
                        <a:pt x="1953996" y="316772"/>
                      </a:lnTo>
                      <a:cubicBezTo>
                        <a:pt x="2125157" y="474593"/>
                        <a:pt x="2248925" y="682716"/>
                        <a:pt x="2301843" y="917781"/>
                      </a:cubicBezTo>
                      <a:lnTo>
                        <a:pt x="2109353" y="917781"/>
                      </a:lnTo>
                      <a:lnTo>
                        <a:pt x="2109353" y="742950"/>
                      </a:lnTo>
                      <a:lnTo>
                        <a:pt x="1791247" y="1181100"/>
                      </a:lnTo>
                      <a:lnTo>
                        <a:pt x="2109353" y="1619250"/>
                      </a:lnTo>
                      <a:lnTo>
                        <a:pt x="2109353" y="1444419"/>
                      </a:lnTo>
                      <a:lnTo>
                        <a:pt x="2301524" y="1444419"/>
                      </a:lnTo>
                      <a:cubicBezTo>
                        <a:pt x="2248478" y="1679210"/>
                        <a:pt x="2125334" y="1887357"/>
                        <a:pt x="1952564" y="2042947"/>
                      </a:cubicBezTo>
                      <a:lnTo>
                        <a:pt x="1858178" y="1879467"/>
                      </a:lnTo>
                      <a:lnTo>
                        <a:pt x="2009586" y="1792051"/>
                      </a:lnTo>
                      <a:lnTo>
                        <a:pt x="1471084" y="1735639"/>
                      </a:lnTo>
                      <a:lnTo>
                        <a:pt x="1250688" y="2230202"/>
                      </a:lnTo>
                      <a:lnTo>
                        <a:pt x="1402096" y="2142786"/>
                      </a:lnTo>
                      <a:lnTo>
                        <a:pt x="1498184" y="2309215"/>
                      </a:lnTo>
                      <a:cubicBezTo>
                        <a:pt x="1388614" y="2344014"/>
                        <a:pt x="1271891" y="2362200"/>
                        <a:pt x="1150921" y="2362200"/>
                      </a:cubicBezTo>
                      <a:cubicBezTo>
                        <a:pt x="1029883" y="2362200"/>
                        <a:pt x="913097" y="2343993"/>
                        <a:pt x="803204" y="2310002"/>
                      </a:cubicBezTo>
                      <a:lnTo>
                        <a:pt x="899746" y="2142786"/>
                      </a:lnTo>
                      <a:lnTo>
                        <a:pt x="1051154" y="2230202"/>
                      </a:lnTo>
                      <a:lnTo>
                        <a:pt x="830758" y="1735639"/>
                      </a:lnTo>
                      <a:lnTo>
                        <a:pt x="292256" y="1792051"/>
                      </a:lnTo>
                      <a:lnTo>
                        <a:pt x="443664" y="1879467"/>
                      </a:lnTo>
                      <a:lnTo>
                        <a:pt x="347846" y="2045429"/>
                      </a:lnTo>
                      <a:cubicBezTo>
                        <a:pt x="176686" y="1887607"/>
                        <a:pt x="52918" y="1679484"/>
                        <a:pt x="0" y="1444419"/>
                      </a:cubicBezTo>
                      <a:lnTo>
                        <a:pt x="192489" y="1444419"/>
                      </a:lnTo>
                      <a:lnTo>
                        <a:pt x="192489" y="1619250"/>
                      </a:lnTo>
                      <a:lnTo>
                        <a:pt x="510595" y="1181100"/>
                      </a:lnTo>
                      <a:lnTo>
                        <a:pt x="192489" y="742950"/>
                      </a:lnTo>
                      <a:lnTo>
                        <a:pt x="192489" y="917781"/>
                      </a:lnTo>
                      <a:lnTo>
                        <a:pt x="319" y="917781"/>
                      </a:lnTo>
                      <a:cubicBezTo>
                        <a:pt x="53365" y="682991"/>
                        <a:pt x="176508" y="474843"/>
                        <a:pt x="349279" y="319253"/>
                      </a:cubicBezTo>
                      <a:lnTo>
                        <a:pt x="443664" y="482733"/>
                      </a:lnTo>
                      <a:lnTo>
                        <a:pt x="292256" y="570149"/>
                      </a:lnTo>
                      <a:lnTo>
                        <a:pt x="830758" y="626562"/>
                      </a:lnTo>
                      <a:lnTo>
                        <a:pt x="1051154" y="131999"/>
                      </a:lnTo>
                      <a:lnTo>
                        <a:pt x="899746" y="219414"/>
                      </a:lnTo>
                      <a:lnTo>
                        <a:pt x="803659" y="52986"/>
                      </a:lnTo>
                      <a:cubicBezTo>
                        <a:pt x="913228" y="18186"/>
                        <a:pt x="1029951" y="0"/>
                        <a:pt x="1150921" y="0"/>
                      </a:cubicBezTo>
                      <a:close/>
                    </a:path>
                  </a:pathLst>
                </a:custGeom>
                <a:gradFill flip="none" rotWithShape="1">
                  <a:gsLst>
                    <a:gs pos="100000">
                      <a:sysClr val="window" lastClr="FFFFFF">
                        <a:lumMod val="50000"/>
                      </a:sysClr>
                    </a:gs>
                    <a:gs pos="0">
                      <a:sysClr val="window" lastClr="FFFFFF">
                        <a:lumMod val="85000"/>
                      </a:sysClr>
                    </a:gs>
                  </a:gsLst>
                  <a:path path="circle">
                    <a:fillToRect l="50000" t="50000" r="50000" b="50000"/>
                  </a:path>
                  <a:tileRect/>
                </a:gradFill>
                <a:ln w="25400" cap="flat" cmpd="sng" algn="ctr">
                  <a:noFill/>
                  <a:prstDash val="solid"/>
                </a:ln>
                <a:effectLst/>
                <a:sp3d extrusionH="279400">
                  <a:bevelT w="50800" h="50800"/>
                  <a:bevelB w="50800" h="508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13" name="TextBox 12"/>
                <p:cNvSpPr txBox="1"/>
                <p:nvPr/>
              </p:nvSpPr>
              <p:spPr>
                <a:xfrm>
                  <a:off x="9438376" y="2826338"/>
                  <a:ext cx="1087647" cy="523954"/>
                </a:xfrm>
                <a:prstGeom prst="rect">
                  <a:avLst/>
                </a:prstGeom>
                <a:noFill/>
                <a:sp3d extrusionH="279400">
                  <a:bevelT w="50800" h="50800"/>
                  <a:bevelB w="50800" h="50800"/>
                </a:sp3d>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000" b="1" i="0" u="none" strike="noStrike" kern="0" cap="none" spc="0" normalizeH="0" baseline="0" noProof="0">
                      <a:ln>
                        <a:noFill/>
                      </a:ln>
                      <a:solidFill>
                        <a:prstClr val="black">
                          <a:lumMod val="75000"/>
                          <a:lumOff val="25000"/>
                        </a:prstClr>
                      </a:solidFill>
                      <a:effectLst>
                        <a:outerShdw blurRad="50800" dist="38100" dir="5400000" algn="t" rotWithShape="0">
                          <a:prstClr val="black">
                            <a:alpha val="40000"/>
                          </a:prstClr>
                        </a:outerShdw>
                      </a:effectLst>
                      <a:uLnTx/>
                      <a:uFillTx/>
                      <a:cs typeface="Arial" panose="020B0604020202020204" pitchFamily="34" charset="0"/>
                    </a:rPr>
                    <a:t>CNXH</a:t>
                  </a:r>
                  <a:endParaRPr kumimoji="0" lang="en-US" sz="2000" b="1" i="0" u="none" strike="noStrike" kern="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cs typeface="Arial" panose="020B0604020202020204" pitchFamily="34" charset="0"/>
                  </a:endParaRPr>
                </a:p>
              </p:txBody>
            </p:sp>
          </p:grpSp>
        </p:grpSp>
      </p:grpSp>
      <p:sp>
        <p:nvSpPr>
          <p:cNvPr id="14" name="Rectangle 13"/>
          <p:cNvSpPr/>
          <p:nvPr/>
        </p:nvSpPr>
        <p:spPr>
          <a:xfrm>
            <a:off x="3416155" y="980073"/>
            <a:ext cx="2673605" cy="848727"/>
          </a:xfrm>
          <a:prstGeom prst="rect">
            <a:avLst/>
          </a:prstGeom>
          <a:noFill/>
          <a:ln w="12700" cap="flat" cmpd="sng" algn="ctr">
            <a:noFill/>
            <a:prstDash val="solid"/>
          </a:ln>
          <a:effectLst/>
        </p:spPr>
        <p:txBody>
          <a:bodyPr lIns="91440" tIns="91440" rIns="91440" bIns="91440" rtlCol="0" anchor="t"/>
          <a:lstStyle/>
          <a:p>
            <a:pPr algn="ctr" fontAlgn="auto">
              <a:lnSpc>
                <a:spcPct val="90000"/>
              </a:lnSpc>
              <a:spcBef>
                <a:spcPts val="0"/>
              </a:spcBef>
              <a:spcAft>
                <a:spcPts val="0"/>
              </a:spcAft>
              <a:defRPr/>
            </a:pPr>
            <a:r>
              <a:rPr lang="vi-VN" sz="2600" kern="0" spc="-150" dirty="0">
                <a:solidFill>
                  <a:srgbClr val="024E82"/>
                </a:solidFill>
                <a:cs typeface="Arial" panose="020B0604020202020204" pitchFamily="34" charset="0"/>
              </a:rPr>
              <a:t>Do nhân dân lao động làm chủ</a:t>
            </a:r>
            <a:endParaRPr lang="en-US" sz="2600" kern="0" spc="-150" dirty="0">
              <a:solidFill>
                <a:srgbClr val="024E82"/>
              </a:solidFill>
              <a:cs typeface="Arial" panose="020B0604020202020204" pitchFamily="34" charset="0"/>
            </a:endParaRPr>
          </a:p>
        </p:txBody>
      </p:sp>
      <p:sp>
        <p:nvSpPr>
          <p:cNvPr id="15" name="Rectangle 14"/>
          <p:cNvSpPr/>
          <p:nvPr/>
        </p:nvSpPr>
        <p:spPr>
          <a:xfrm>
            <a:off x="6343360" y="1206337"/>
            <a:ext cx="2751190" cy="1287781"/>
          </a:xfrm>
          <a:prstGeom prst="rect">
            <a:avLst/>
          </a:prstGeom>
          <a:noFill/>
          <a:ln w="12700" cap="flat" cmpd="sng" algn="ctr">
            <a:noFill/>
            <a:prstDash val="solid"/>
          </a:ln>
          <a:effectLst/>
        </p:spPr>
        <p:txBody>
          <a:bodyPr lIns="91440" tIns="91440" rIns="91440" bIns="91440" rtlCol="0" anchor="t"/>
          <a:lstStyle/>
          <a:p>
            <a:pPr algn="ctr" fontAlgn="auto">
              <a:lnSpc>
                <a:spcPct val="90000"/>
              </a:lnSpc>
              <a:spcBef>
                <a:spcPts val="0"/>
              </a:spcBef>
              <a:spcAft>
                <a:spcPts val="0"/>
              </a:spcAft>
              <a:defRPr/>
            </a:pPr>
            <a:r>
              <a:rPr lang="vi-VN" sz="2800" kern="0" spc="-150">
                <a:solidFill>
                  <a:srgbClr val="5C2826"/>
                </a:solidFill>
                <a:cs typeface="Arial" panose="020B0604020202020204" pitchFamily="34" charset="0"/>
              </a:rPr>
              <a:t>Có một nền kinh tế phát triển cao dựa vào </a:t>
            </a:r>
            <a:r>
              <a:rPr lang="en-US" sz="2800" kern="0" spc="-150">
                <a:solidFill>
                  <a:srgbClr val="5C2826"/>
                </a:solidFill>
                <a:cs typeface="Arial" panose="020B0604020202020204" pitchFamily="34" charset="0"/>
              </a:rPr>
              <a:t>LLSX</a:t>
            </a:r>
            <a:r>
              <a:rPr lang="vi-VN" sz="2800" kern="0" spc="-150">
                <a:solidFill>
                  <a:srgbClr val="5C2826"/>
                </a:solidFill>
                <a:cs typeface="Arial" panose="020B0604020202020204" pitchFamily="34" charset="0"/>
              </a:rPr>
              <a:t> hiện đại và chế độ công hữu về các </a:t>
            </a:r>
            <a:r>
              <a:rPr lang="en-US" sz="2800" kern="0" spc="-150">
                <a:solidFill>
                  <a:srgbClr val="5C2826"/>
                </a:solidFill>
                <a:cs typeface="Arial" panose="020B0604020202020204" pitchFamily="34" charset="0"/>
              </a:rPr>
              <a:t>TLSX </a:t>
            </a:r>
            <a:r>
              <a:rPr lang="vi-VN" sz="2800" kern="0" spc="-150">
                <a:solidFill>
                  <a:srgbClr val="5C2826"/>
                </a:solidFill>
                <a:cs typeface="Arial" panose="020B0604020202020204" pitchFamily="34" charset="0"/>
              </a:rPr>
              <a:t>chủ yếu</a:t>
            </a:r>
            <a:endParaRPr lang="en-US" sz="2800" kern="0" spc="-150" dirty="0">
              <a:solidFill>
                <a:srgbClr val="5C2826"/>
              </a:solidFill>
              <a:cs typeface="Arial" panose="020B0604020202020204" pitchFamily="34" charset="0"/>
            </a:endParaRPr>
          </a:p>
        </p:txBody>
      </p:sp>
      <p:sp>
        <p:nvSpPr>
          <p:cNvPr id="16" name="Rectangle 15"/>
          <p:cNvSpPr/>
          <p:nvPr/>
        </p:nvSpPr>
        <p:spPr>
          <a:xfrm>
            <a:off x="6343360" y="4102058"/>
            <a:ext cx="2685005" cy="1398893"/>
          </a:xfrm>
          <a:prstGeom prst="rect">
            <a:avLst/>
          </a:prstGeom>
          <a:noFill/>
          <a:ln w="12700" cap="flat" cmpd="sng" algn="ctr">
            <a:noFill/>
            <a:prstDash val="solid"/>
          </a:ln>
          <a:effectLst/>
        </p:spPr>
        <p:txBody>
          <a:bodyPr lIns="91440" tIns="91440" rIns="91440" bIns="91440" rtlCol="0" anchor="t"/>
          <a:lstStyle/>
          <a:p>
            <a:pPr algn="ctr" fontAlgn="auto">
              <a:lnSpc>
                <a:spcPct val="90000"/>
              </a:lnSpc>
              <a:spcBef>
                <a:spcPts val="0"/>
              </a:spcBef>
              <a:spcAft>
                <a:spcPts val="0"/>
              </a:spcAft>
              <a:defRPr/>
            </a:pPr>
            <a:r>
              <a:rPr lang="en-US" sz="2800" kern="0" spc="-150">
                <a:solidFill>
                  <a:srgbClr val="B35710"/>
                </a:solidFill>
                <a:cs typeface="Arial" panose="020B0604020202020204" pitchFamily="34" charset="0"/>
              </a:rPr>
              <a:t>Có nền văn hoá tiên tiến, đậm đà bản sắc dân tộc</a:t>
            </a:r>
            <a:endParaRPr lang="en-US" sz="2800" kern="0" spc="-150" dirty="0">
              <a:solidFill>
                <a:srgbClr val="B35710"/>
              </a:solidFill>
              <a:cs typeface="Arial" panose="020B0604020202020204" pitchFamily="34" charset="0"/>
            </a:endParaRPr>
          </a:p>
        </p:txBody>
      </p:sp>
      <p:sp>
        <p:nvSpPr>
          <p:cNvPr id="17" name="Rectangle 16"/>
          <p:cNvSpPr/>
          <p:nvPr/>
        </p:nvSpPr>
        <p:spPr>
          <a:xfrm>
            <a:off x="205313" y="5563413"/>
            <a:ext cx="8710087" cy="941208"/>
          </a:xfrm>
          <a:prstGeom prst="rect">
            <a:avLst/>
          </a:prstGeom>
          <a:noFill/>
          <a:ln w="12700" cap="flat" cmpd="sng" algn="ctr">
            <a:noFill/>
            <a:prstDash val="solid"/>
          </a:ln>
          <a:effectLst/>
        </p:spPr>
        <p:txBody>
          <a:bodyPr lIns="91440" tIns="91440" rIns="91440" bIns="91440" rtlCol="0" anchor="t"/>
          <a:lstStyle/>
          <a:p>
            <a:pPr algn="ctr" fontAlgn="auto">
              <a:lnSpc>
                <a:spcPct val="90000"/>
              </a:lnSpc>
              <a:spcBef>
                <a:spcPts val="0"/>
              </a:spcBef>
              <a:spcAft>
                <a:spcPts val="0"/>
              </a:spcAft>
              <a:defRPr/>
            </a:pPr>
            <a:r>
              <a:rPr lang="vi-VN" sz="2800" kern="0" spc="-150" dirty="0">
                <a:solidFill>
                  <a:srgbClr val="2E6978"/>
                </a:solidFill>
                <a:cs typeface="Arial" panose="020B0604020202020204" pitchFamily="34" charset="0"/>
              </a:rPr>
              <a:t>Con người được giải phóng khỏi áp bức, bóc lột và bất công, làm theo năng lực hưởng theo lao động, có cuộc sống ấm no, hạnh phúc, có điều kiện phát triển toàn diện cá nhân</a:t>
            </a:r>
            <a:endParaRPr lang="en-US" sz="2800" kern="0" spc="-150" dirty="0">
              <a:solidFill>
                <a:srgbClr val="2E6978"/>
              </a:solidFill>
              <a:cs typeface="Arial" panose="020B0604020202020204" pitchFamily="34" charset="0"/>
            </a:endParaRPr>
          </a:p>
        </p:txBody>
      </p:sp>
      <p:sp>
        <p:nvSpPr>
          <p:cNvPr id="18" name="Rectangle 17"/>
          <p:cNvSpPr/>
          <p:nvPr/>
        </p:nvSpPr>
        <p:spPr>
          <a:xfrm>
            <a:off x="-121452" y="3295806"/>
            <a:ext cx="2797482" cy="2015880"/>
          </a:xfrm>
          <a:prstGeom prst="rect">
            <a:avLst/>
          </a:prstGeom>
          <a:noFill/>
          <a:ln w="12700" cap="flat" cmpd="sng" algn="ctr">
            <a:noFill/>
            <a:prstDash val="solid"/>
          </a:ln>
          <a:effectLst/>
        </p:spPr>
        <p:txBody>
          <a:bodyPr lIns="91440" tIns="91440" rIns="91440" bIns="91440" rtlCol="0" anchor="t"/>
          <a:lstStyle/>
          <a:p>
            <a:pPr algn="ctr" fontAlgn="auto">
              <a:lnSpc>
                <a:spcPct val="90000"/>
              </a:lnSpc>
              <a:spcBef>
                <a:spcPts val="0"/>
              </a:spcBef>
              <a:spcAft>
                <a:spcPts val="0"/>
              </a:spcAft>
              <a:defRPr/>
            </a:pPr>
            <a:r>
              <a:rPr lang="vi-VN" sz="2800" kern="0" spc="-150">
                <a:solidFill>
                  <a:srgbClr val="5D6B42"/>
                </a:solidFill>
                <a:cs typeface="Arial" panose="020B0604020202020204" pitchFamily="34" charset="0"/>
              </a:rPr>
              <a:t>Các dân tộc trong nước đoàn kết, bình đẳng và giúp đỡ lẫn nhau cùng tiến bộ</a:t>
            </a:r>
            <a:endParaRPr lang="en-US" sz="2800" kern="0" spc="-150" dirty="0">
              <a:solidFill>
                <a:srgbClr val="5D6B42"/>
              </a:solidFill>
              <a:cs typeface="Arial" panose="020B0604020202020204" pitchFamily="34" charset="0"/>
            </a:endParaRPr>
          </a:p>
        </p:txBody>
      </p:sp>
      <p:sp>
        <p:nvSpPr>
          <p:cNvPr id="19" name="Rectangle 18"/>
          <p:cNvSpPr/>
          <p:nvPr/>
        </p:nvSpPr>
        <p:spPr>
          <a:xfrm>
            <a:off x="-46571" y="1524668"/>
            <a:ext cx="2873263" cy="2197232"/>
          </a:xfrm>
          <a:prstGeom prst="rect">
            <a:avLst/>
          </a:prstGeom>
          <a:noFill/>
          <a:ln w="12700" cap="flat" cmpd="sng" algn="ctr">
            <a:noFill/>
            <a:prstDash val="solid"/>
          </a:ln>
          <a:effectLst/>
        </p:spPr>
        <p:txBody>
          <a:bodyPr lIns="91440" tIns="91440" rIns="91440" bIns="91440" rtlCol="0" anchor="t"/>
          <a:lstStyle/>
          <a:p>
            <a:pPr algn="ctr" fontAlgn="auto">
              <a:lnSpc>
                <a:spcPct val="90000"/>
              </a:lnSpc>
              <a:spcBef>
                <a:spcPts val="0"/>
              </a:spcBef>
              <a:spcAft>
                <a:spcPts val="0"/>
              </a:spcAft>
              <a:defRPr/>
            </a:pPr>
            <a:r>
              <a:rPr lang="vi-VN" sz="2600" kern="0" spc="-210">
                <a:solidFill>
                  <a:srgbClr val="49395D"/>
                </a:solidFill>
                <a:cs typeface="Arial" panose="020B0604020202020204" pitchFamily="34" charset="0"/>
              </a:rPr>
              <a:t>Có mối quan hệ hữu nghị và hợp tác với nhân dân tất cả các nước trên thế giới</a:t>
            </a:r>
            <a:endParaRPr lang="en-US" sz="2600" kern="0" spc="-210" dirty="0">
              <a:solidFill>
                <a:srgbClr val="49395D"/>
              </a:solidFill>
              <a:cs typeface="Arial" panose="020B0604020202020204" pitchFamily="34" charset="0"/>
            </a:endParaRPr>
          </a:p>
        </p:txBody>
      </p:sp>
      <p:sp>
        <p:nvSpPr>
          <p:cNvPr id="20" name="Rectangle 42"/>
          <p:cNvSpPr txBox="1">
            <a:spLocks noChangeArrowheads="1"/>
          </p:cNvSpPr>
          <p:nvPr/>
        </p:nvSpPr>
        <p:spPr bwMode="auto">
          <a:xfrm>
            <a:off x="1676400" y="101633"/>
            <a:ext cx="6540819"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en-US" sz="2200" dirty="0">
                <a:solidFill>
                  <a:srgbClr val="FF0000"/>
                </a:solidFill>
                <a:effectLst>
                  <a:outerShdw blurRad="38100" dist="38100" dir="2700000" algn="tl">
                    <a:srgbClr val="000000">
                      <a:alpha val="43137"/>
                    </a:srgbClr>
                  </a:outerShdw>
                </a:effectLst>
              </a:rPr>
              <a:t>S</a:t>
            </a:r>
            <a:r>
              <a:rPr lang="vi-VN" sz="2200" dirty="0">
                <a:solidFill>
                  <a:srgbClr val="FF0000"/>
                </a:solidFill>
                <a:effectLst>
                  <a:outerShdw blurRad="38100" dist="38100" dir="2700000" algn="tl">
                    <a:srgbClr val="000000">
                      <a:alpha val="43137"/>
                    </a:srgbClr>
                  </a:outerShdw>
                </a:effectLst>
              </a:rPr>
              <a:t>áu đặc trưng cơ bản CNXH (ĐHVII – 1991)</a:t>
            </a:r>
          </a:p>
        </p:txBody>
      </p:sp>
      <p:sp>
        <p:nvSpPr>
          <p:cNvPr id="21"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457200" y="1250950"/>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grpSp>
        <p:nvGrpSpPr>
          <p:cNvPr id="28" name="Group 27"/>
          <p:cNvGrpSpPr/>
          <p:nvPr/>
        </p:nvGrpSpPr>
        <p:grpSpPr bwMode="auto">
          <a:xfrm>
            <a:off x="33338" y="2194666"/>
            <a:ext cx="731837" cy="730250"/>
            <a:chOff x="1981200" y="1963266"/>
            <a:chExt cx="1712976" cy="1476884"/>
          </a:xfrm>
        </p:grpSpPr>
        <p:grpSp>
          <p:nvGrpSpPr>
            <p:cNvPr id="29" name="Group 30"/>
            <p:cNvGrpSpPr/>
            <p:nvPr/>
          </p:nvGrpSpPr>
          <p:grpSpPr bwMode="auto">
            <a:xfrm>
              <a:off x="1981200" y="1963266"/>
              <a:ext cx="1712976" cy="1476884"/>
              <a:chOff x="1464259" y="887951"/>
              <a:chExt cx="1712976" cy="1476884"/>
            </a:xfrm>
          </p:grpSpPr>
          <p:sp>
            <p:nvSpPr>
              <p:cNvPr id="31" name="Hexagon 30"/>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32" name="Hexagon 14"/>
              <p:cNvSpPr/>
              <p:nvPr/>
            </p:nvSpPr>
            <p:spPr>
              <a:xfrm>
                <a:off x="1731796" y="1115906"/>
                <a:ext cx="1177903" cy="1020976"/>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30" name="Hexagon 29"/>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grpSp>
        <p:nvGrpSpPr>
          <p:cNvPr id="3" name="Group 2"/>
          <p:cNvGrpSpPr/>
          <p:nvPr/>
        </p:nvGrpSpPr>
        <p:grpSpPr>
          <a:xfrm>
            <a:off x="169863" y="3657600"/>
            <a:ext cx="8223250" cy="2246307"/>
            <a:chOff x="169863" y="4078293"/>
            <a:chExt cx="8223250" cy="2246307"/>
          </a:xfrm>
        </p:grpSpPr>
        <p:grpSp>
          <p:nvGrpSpPr>
            <p:cNvPr id="20" name="Group 19"/>
            <p:cNvGrpSpPr/>
            <p:nvPr/>
          </p:nvGrpSpPr>
          <p:grpSpPr bwMode="auto">
            <a:xfrm>
              <a:off x="1014413" y="4078293"/>
              <a:ext cx="7378700" cy="2246307"/>
              <a:chOff x="1013889" y="3131039"/>
              <a:chExt cx="7379651" cy="2246286"/>
            </a:xfrm>
          </p:grpSpPr>
          <p:sp>
            <p:nvSpPr>
              <p:cNvPr id="21" name="Round Same Side Corner Rectangle 20"/>
              <p:cNvSpPr/>
              <p:nvPr/>
            </p:nvSpPr>
            <p:spPr>
              <a:xfrm rot="5400000">
                <a:off x="3580572" y="564356"/>
                <a:ext cx="2246286" cy="7379651"/>
              </a:xfrm>
              <a:prstGeom prst="round2SameRect">
                <a:avLst>
                  <a:gd name="adj1" fmla="val 8000"/>
                  <a:gd name="adj2" fmla="val 12515"/>
                </a:avLst>
              </a:prstGeom>
              <a:scene3d>
                <a:camera prst="orthographicFront"/>
                <a:lightRig rig="flat" dir="t"/>
              </a:scene3d>
              <a:sp3d z="-190500" extrusionH="12700" prstMaterial="plastic">
                <a:bevelT w="50800" h="50800"/>
              </a:sp3d>
            </p:spPr>
            <p:style>
              <a:lnRef idx="1">
                <a:schemeClr val="accent3">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2" name="Rectangle 21"/>
              <p:cNvSpPr/>
              <p:nvPr/>
            </p:nvSpPr>
            <p:spPr>
              <a:xfrm>
                <a:off x="1339368" y="3705684"/>
                <a:ext cx="7016067" cy="954098"/>
              </a:xfrm>
              <a:prstGeom prst="rect">
                <a:avLst/>
              </a:prstGeom>
            </p:spPr>
            <p:txBody>
              <a:bodyPr>
                <a:spAutoFit/>
              </a:bodyPr>
              <a:lstStyle/>
              <a:p>
                <a:pPr algn="just" eaLnBrk="0" hangingPunct="0">
                  <a:defRPr/>
                </a:pPr>
                <a:r>
                  <a:rPr lang="vi-VN" sz="2800" dirty="0">
                    <a:latin typeface="+mn-lt"/>
                    <a:cs typeface="Arial" panose="020B0604020202020204" pitchFamily="34" charset="0"/>
                  </a:rPr>
                  <a:t>Dân giàu, nước mạnh, dân chủ, công bằng, văn minh.</a:t>
                </a:r>
              </a:p>
            </p:txBody>
          </p:sp>
        </p:grpSp>
        <p:grpSp>
          <p:nvGrpSpPr>
            <p:cNvPr id="2" name="Group 1"/>
            <p:cNvGrpSpPr/>
            <p:nvPr/>
          </p:nvGrpSpPr>
          <p:grpSpPr>
            <a:xfrm>
              <a:off x="169863" y="4549775"/>
              <a:ext cx="1131887" cy="1131888"/>
              <a:chOff x="169863" y="4549775"/>
              <a:chExt cx="1131887" cy="1131888"/>
            </a:xfrm>
          </p:grpSpPr>
          <p:grpSp>
            <p:nvGrpSpPr>
              <p:cNvPr id="39" name="Group 38"/>
              <p:cNvGrpSpPr>
                <a:grpSpLocks noChangeAspect="1"/>
              </p:cNvGrpSpPr>
              <p:nvPr/>
            </p:nvGrpSpPr>
            <p:grpSpPr bwMode="auto">
              <a:xfrm>
                <a:off x="169863" y="4549775"/>
                <a:ext cx="1131887" cy="1131888"/>
                <a:chOff x="1981200" y="1963266"/>
                <a:chExt cx="1712976" cy="1476884"/>
              </a:xfrm>
            </p:grpSpPr>
            <p:grpSp>
              <p:nvGrpSpPr>
                <p:cNvPr id="40" name="Group 40"/>
                <p:cNvGrpSpPr/>
                <p:nvPr/>
              </p:nvGrpSpPr>
              <p:grpSpPr bwMode="auto">
                <a:xfrm>
                  <a:off x="1981200" y="1963266"/>
                  <a:ext cx="1712976" cy="1476884"/>
                  <a:chOff x="1464259" y="887951"/>
                  <a:chExt cx="1712976" cy="1476884"/>
                </a:xfrm>
              </p:grpSpPr>
              <p:sp>
                <p:nvSpPr>
                  <p:cNvPr id="42" name="Hexagon 41"/>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43" name="Hexagon 14"/>
                  <p:cNvSpPr/>
                  <p:nvPr/>
                </p:nvSpPr>
                <p:spPr>
                  <a:xfrm>
                    <a:off x="1730935" y="1117873"/>
                    <a:ext cx="1179624" cy="1017040"/>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41" name="Hexagon 40"/>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sp>
            <p:nvSpPr>
              <p:cNvPr id="5" name="TextBox 4"/>
              <p:cNvSpPr txBox="1"/>
              <p:nvPr/>
            </p:nvSpPr>
            <p:spPr>
              <a:xfrm>
                <a:off x="533400" y="4800600"/>
                <a:ext cx="385042" cy="523220"/>
              </a:xfrm>
              <a:prstGeom prst="rect">
                <a:avLst/>
              </a:prstGeom>
              <a:noFill/>
            </p:spPr>
            <p:txBody>
              <a:bodyPr wrap="none" rtlCol="0">
                <a:spAutoFit/>
              </a:bodyPr>
              <a:lstStyle/>
              <a:p>
                <a:r>
                  <a:rPr lang="x-none" sz="2800" dirty="0"/>
                  <a:t>1</a:t>
                </a:r>
              </a:p>
            </p:txBody>
          </p:sp>
        </p:grpSp>
      </p:grpSp>
      <p:sp>
        <p:nvSpPr>
          <p:cNvPr id="45" name="Rectangle 44"/>
          <p:cNvSpPr/>
          <p:nvPr/>
        </p:nvSpPr>
        <p:spPr>
          <a:xfrm>
            <a:off x="1014413" y="2286000"/>
            <a:ext cx="7378701" cy="646331"/>
          </a:xfrm>
          <a:prstGeom prst="rect">
            <a:avLst/>
          </a:prstGeom>
        </p:spPr>
        <p:txBody>
          <a:bodyPr wrap="square">
            <a:spAutoFit/>
          </a:bodyPr>
          <a:lstStyle/>
          <a:p>
            <a:pPr algn="ctr"/>
            <a:r>
              <a:rPr lang="pt-BR" b="1" dirty="0" err="1">
                <a:latin typeface="+mn-lt"/>
                <a:ea typeface="Calibri" panose="020F0502020204030204" pitchFamily="34" charset="0"/>
              </a:rPr>
              <a:t>Cương</a:t>
            </a:r>
            <a:r>
              <a:rPr lang="pt-BR" b="1" dirty="0">
                <a:latin typeface="+mn-lt"/>
                <a:ea typeface="Calibri" panose="020F0502020204030204" pitchFamily="34" charset="0"/>
              </a:rPr>
              <a:t> </a:t>
            </a:r>
            <a:r>
              <a:rPr lang="pt-BR" b="1" dirty="0" err="1">
                <a:latin typeface="+mn-lt"/>
                <a:ea typeface="Calibri" panose="020F0502020204030204" pitchFamily="34" charset="0"/>
              </a:rPr>
              <a:t>lĩnh</a:t>
            </a:r>
            <a:r>
              <a:rPr lang="pt-BR" b="1" dirty="0">
                <a:latin typeface="+mn-lt"/>
                <a:ea typeface="Calibri" panose="020F0502020204030204" pitchFamily="34" charset="0"/>
              </a:rPr>
              <a:t> </a:t>
            </a:r>
            <a:r>
              <a:rPr lang="pt-BR" b="1" dirty="0" err="1">
                <a:latin typeface="+mn-lt"/>
                <a:ea typeface="Calibri" panose="020F0502020204030204" pitchFamily="34" charset="0"/>
              </a:rPr>
              <a:t>xây</a:t>
            </a:r>
            <a:r>
              <a:rPr lang="pt-BR" b="1" dirty="0">
                <a:latin typeface="+mn-lt"/>
                <a:ea typeface="Calibri" panose="020F0502020204030204" pitchFamily="34" charset="0"/>
              </a:rPr>
              <a:t> </a:t>
            </a:r>
            <a:r>
              <a:rPr lang="pt-BR" b="1" dirty="0" err="1">
                <a:latin typeface="+mn-lt"/>
                <a:ea typeface="Calibri" panose="020F0502020204030204" pitchFamily="34" charset="0"/>
              </a:rPr>
              <a:t>dựng</a:t>
            </a:r>
            <a:r>
              <a:rPr lang="pt-BR" b="1" dirty="0">
                <a:latin typeface="+mn-lt"/>
                <a:ea typeface="Calibri" panose="020F0502020204030204" pitchFamily="34" charset="0"/>
              </a:rPr>
              <a:t> </a:t>
            </a:r>
            <a:r>
              <a:rPr lang="pt-BR" b="1" dirty="0" err="1">
                <a:latin typeface="+mn-lt"/>
                <a:ea typeface="Calibri" panose="020F0502020204030204" pitchFamily="34" charset="0"/>
              </a:rPr>
              <a:t>đất</a:t>
            </a:r>
            <a:r>
              <a:rPr lang="pt-BR" b="1" dirty="0">
                <a:latin typeface="+mn-lt"/>
                <a:ea typeface="Calibri" panose="020F0502020204030204" pitchFamily="34" charset="0"/>
              </a:rPr>
              <a:t> </a:t>
            </a:r>
            <a:r>
              <a:rPr lang="pt-BR" b="1" dirty="0" err="1">
                <a:latin typeface="+mn-lt"/>
                <a:ea typeface="Calibri" panose="020F0502020204030204" pitchFamily="34" charset="0"/>
              </a:rPr>
              <a:t>nước</a:t>
            </a:r>
            <a:r>
              <a:rPr lang="pt-BR" b="1" dirty="0">
                <a:latin typeface="+mn-lt"/>
                <a:ea typeface="Calibri" panose="020F0502020204030204" pitchFamily="34" charset="0"/>
              </a:rPr>
              <a:t> </a:t>
            </a:r>
            <a:r>
              <a:rPr lang="pt-BR" b="1" dirty="0" err="1">
                <a:latin typeface="+mn-lt"/>
                <a:ea typeface="Calibri" panose="020F0502020204030204" pitchFamily="34" charset="0"/>
              </a:rPr>
              <a:t>trong</a:t>
            </a:r>
            <a:r>
              <a:rPr lang="pt-BR" b="1" dirty="0">
                <a:latin typeface="+mn-lt"/>
                <a:ea typeface="Calibri" panose="020F0502020204030204" pitchFamily="34" charset="0"/>
              </a:rPr>
              <a:t> </a:t>
            </a:r>
            <a:r>
              <a:rPr lang="pt-BR" b="1" dirty="0" err="1">
                <a:latin typeface="+mn-lt"/>
                <a:ea typeface="Calibri" panose="020F0502020204030204" pitchFamily="34" charset="0"/>
              </a:rPr>
              <a:t>thời</a:t>
            </a:r>
            <a:r>
              <a:rPr lang="pt-BR" b="1" dirty="0">
                <a:latin typeface="+mn-lt"/>
                <a:ea typeface="Calibri" panose="020F0502020204030204" pitchFamily="34" charset="0"/>
              </a:rPr>
              <a:t> </a:t>
            </a:r>
            <a:r>
              <a:rPr lang="pt-BR" b="1" dirty="0" err="1">
                <a:latin typeface="+mn-lt"/>
                <a:ea typeface="Calibri" panose="020F0502020204030204" pitchFamily="34" charset="0"/>
              </a:rPr>
              <a:t>kỳ</a:t>
            </a:r>
            <a:r>
              <a:rPr lang="pt-BR" b="1" dirty="0">
                <a:latin typeface="+mn-lt"/>
                <a:ea typeface="Calibri" panose="020F0502020204030204" pitchFamily="34" charset="0"/>
              </a:rPr>
              <a:t> </a:t>
            </a:r>
            <a:r>
              <a:rPr lang="pt-BR" b="1" dirty="0" err="1">
                <a:latin typeface="+mn-lt"/>
                <a:ea typeface="Calibri" panose="020F0502020204030204" pitchFamily="34" charset="0"/>
              </a:rPr>
              <a:t>quá</a:t>
            </a:r>
            <a:r>
              <a:rPr lang="pt-BR" b="1" dirty="0">
                <a:latin typeface="+mn-lt"/>
                <a:ea typeface="Calibri" panose="020F0502020204030204" pitchFamily="34" charset="0"/>
              </a:rPr>
              <a:t> </a:t>
            </a:r>
            <a:r>
              <a:rPr lang="pt-BR" b="1" dirty="0" err="1">
                <a:latin typeface="+mn-lt"/>
                <a:ea typeface="Calibri" panose="020F0502020204030204" pitchFamily="34" charset="0"/>
              </a:rPr>
              <a:t>độ</a:t>
            </a:r>
            <a:r>
              <a:rPr lang="pt-BR" b="1" dirty="0">
                <a:latin typeface="+mn-lt"/>
                <a:ea typeface="Calibri" panose="020F0502020204030204" pitchFamily="34" charset="0"/>
              </a:rPr>
              <a:t> </a:t>
            </a:r>
            <a:r>
              <a:rPr lang="pt-BR" b="1" dirty="0" err="1">
                <a:latin typeface="+mn-lt"/>
                <a:ea typeface="Calibri" panose="020F0502020204030204" pitchFamily="34" charset="0"/>
              </a:rPr>
              <a:t>lên</a:t>
            </a:r>
            <a:r>
              <a:rPr lang="pt-BR" b="1" dirty="0">
                <a:latin typeface="+mn-lt"/>
                <a:ea typeface="Calibri" panose="020F0502020204030204" pitchFamily="34" charset="0"/>
              </a:rPr>
              <a:t> </a:t>
            </a:r>
            <a:r>
              <a:rPr lang="pt-BR" b="1" dirty="0" err="1">
                <a:latin typeface="+mn-lt"/>
                <a:ea typeface="Calibri" panose="020F0502020204030204" pitchFamily="34" charset="0"/>
              </a:rPr>
              <a:t>chủ</a:t>
            </a:r>
            <a:r>
              <a:rPr lang="pt-BR" b="1" dirty="0">
                <a:latin typeface="+mn-lt"/>
                <a:ea typeface="Calibri" panose="020F0502020204030204" pitchFamily="34" charset="0"/>
              </a:rPr>
              <a:t> </a:t>
            </a:r>
            <a:r>
              <a:rPr lang="pt-BR" b="1" dirty="0" err="1">
                <a:latin typeface="+mn-lt"/>
                <a:ea typeface="Calibri" panose="020F0502020204030204" pitchFamily="34" charset="0"/>
              </a:rPr>
              <a:t>nghĩa</a:t>
            </a:r>
            <a:r>
              <a:rPr lang="pt-BR" b="1" dirty="0">
                <a:latin typeface="+mn-lt"/>
                <a:ea typeface="Calibri" panose="020F0502020204030204" pitchFamily="34" charset="0"/>
              </a:rPr>
              <a:t> </a:t>
            </a:r>
            <a:r>
              <a:rPr lang="pt-BR" b="1" dirty="0" err="1">
                <a:latin typeface="+mn-lt"/>
                <a:ea typeface="Calibri" panose="020F0502020204030204" pitchFamily="34" charset="0"/>
              </a:rPr>
              <a:t>xã</a:t>
            </a:r>
            <a:r>
              <a:rPr lang="pt-BR" b="1" dirty="0">
                <a:latin typeface="+mn-lt"/>
                <a:ea typeface="Calibri" panose="020F0502020204030204" pitchFamily="34" charset="0"/>
              </a:rPr>
              <a:t> </a:t>
            </a:r>
            <a:r>
              <a:rPr lang="pt-BR" b="1" dirty="0" err="1">
                <a:latin typeface="+mn-lt"/>
                <a:ea typeface="Calibri" panose="020F0502020204030204" pitchFamily="34" charset="0"/>
              </a:rPr>
              <a:t>hội</a:t>
            </a:r>
            <a:r>
              <a:rPr lang="pt-BR" b="1" dirty="0">
                <a:latin typeface="+mn-lt"/>
                <a:ea typeface="Calibri" panose="020F0502020204030204" pitchFamily="34" charset="0"/>
              </a:rPr>
              <a:t> (</a:t>
            </a:r>
            <a:r>
              <a:rPr lang="pt-BR" b="1" dirty="0" err="1">
                <a:latin typeface="+mn-lt"/>
                <a:ea typeface="Calibri" panose="020F0502020204030204" pitchFamily="34" charset="0"/>
              </a:rPr>
              <a:t>bổ</a:t>
            </a:r>
            <a:r>
              <a:rPr lang="pt-BR" b="1" dirty="0">
                <a:latin typeface="+mn-lt"/>
                <a:ea typeface="Calibri" panose="020F0502020204030204" pitchFamily="34" charset="0"/>
              </a:rPr>
              <a:t> </a:t>
            </a:r>
            <a:r>
              <a:rPr lang="pt-BR" b="1" dirty="0" err="1">
                <a:latin typeface="+mn-lt"/>
                <a:ea typeface="Calibri" panose="020F0502020204030204" pitchFamily="34" charset="0"/>
              </a:rPr>
              <a:t>sung</a:t>
            </a:r>
            <a:r>
              <a:rPr lang="pt-BR" b="1" dirty="0">
                <a:latin typeface="+mn-lt"/>
                <a:ea typeface="Calibri" panose="020F0502020204030204" pitchFamily="34" charset="0"/>
              </a:rPr>
              <a:t>, </a:t>
            </a:r>
            <a:r>
              <a:rPr lang="pt-BR" b="1" dirty="0" err="1">
                <a:latin typeface="+mn-lt"/>
                <a:ea typeface="Calibri" panose="020F0502020204030204" pitchFamily="34" charset="0"/>
              </a:rPr>
              <a:t>phát</a:t>
            </a:r>
            <a:r>
              <a:rPr lang="pt-BR" b="1" dirty="0">
                <a:latin typeface="+mn-lt"/>
                <a:ea typeface="Calibri" panose="020F0502020204030204" pitchFamily="34" charset="0"/>
              </a:rPr>
              <a:t> </a:t>
            </a:r>
            <a:r>
              <a:rPr lang="pt-BR" b="1" dirty="0" err="1">
                <a:latin typeface="+mn-lt"/>
                <a:ea typeface="Calibri" panose="020F0502020204030204" pitchFamily="34" charset="0"/>
              </a:rPr>
              <a:t>triển</a:t>
            </a:r>
            <a:r>
              <a:rPr lang="pt-BR" b="1" dirty="0">
                <a:latin typeface="+mn-lt"/>
                <a:ea typeface="Calibri" panose="020F0502020204030204" pitchFamily="34" charset="0"/>
              </a:rPr>
              <a:t> </a:t>
            </a:r>
            <a:r>
              <a:rPr lang="pt-BR" b="1" dirty="0" err="1">
                <a:latin typeface="+mn-lt"/>
                <a:ea typeface="Calibri" panose="020F0502020204030204" pitchFamily="34" charset="0"/>
              </a:rPr>
              <a:t>năm</a:t>
            </a:r>
            <a:r>
              <a:rPr lang="pt-BR" b="1" dirty="0">
                <a:latin typeface="+mn-lt"/>
                <a:ea typeface="Calibri" panose="020F0502020204030204" pitchFamily="34" charset="0"/>
              </a:rPr>
              <a:t> 2011</a:t>
            </a:r>
            <a:r>
              <a:rPr lang="x-none" b="1" dirty="0">
                <a:latin typeface="+mn-lt"/>
                <a:ea typeface="Calibri" panose="020F0502020204030204" pitchFamily="34" charset="0"/>
              </a:rPr>
              <a:t>)</a:t>
            </a:r>
            <a:endParaRPr lang="x-none" b="1" dirty="0">
              <a:latin typeface="+mn-lt"/>
            </a:endParaRPr>
          </a:p>
        </p:txBody>
      </p:sp>
      <p:sp>
        <p:nvSpPr>
          <p:cNvPr id="24"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23" name="object 4"/>
          <p:cNvSpPr>
            <a:spLocks noChangeArrowheads="1"/>
          </p:cNvSpPr>
          <p:nvPr/>
        </p:nvSpPr>
        <p:spPr bwMode="auto">
          <a:xfrm>
            <a:off x="0" y="5857"/>
            <a:ext cx="875211" cy="98139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61111E-6 1.85185E-6 L -0.09202 0.42338 " pathEditMode="relative" rAng="0" ptsTypes="AA">
                                      <p:cBhvr>
                                        <p:cTn id="11" dur="2000" fill="hold"/>
                                        <p:tgtEl>
                                          <p:spTgt spid="28"/>
                                        </p:tgtEl>
                                        <p:attrNameLst>
                                          <p:attrName>ppt_x</p:attrName>
                                          <p:attrName>ppt_y</p:attrName>
                                        </p:attrNameLst>
                                      </p:cBhvr>
                                      <p:rCtr x="-4601" y="21157"/>
                                    </p:animMotion>
                                  </p:childTnLst>
                                </p:cTn>
                              </p:par>
                              <p:par>
                                <p:cTn id="12" presetID="6" presetClass="emph" presetSubtype="0" fill="hold" nodeType="withEffect">
                                  <p:stCondLst>
                                    <p:cond delay="0"/>
                                  </p:stCondLst>
                                  <p:childTnLst>
                                    <p:animScale>
                                      <p:cBhvr>
                                        <p:cTn id="13" dur="2000" fill="hold"/>
                                        <p:tgtEl>
                                          <p:spTgt spid="28"/>
                                        </p:tgtEl>
                                      </p:cBhvr>
                                      <p:by x="25000" y="25000"/>
                                    </p:animScale>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10"/>
                                        <p:tgtEl>
                                          <p:spTgt spid="28"/>
                                        </p:tgtEl>
                                      </p:cBhvr>
                                    </p:animEffect>
                                    <p:set>
                                      <p:cBhvr>
                                        <p:cTn id="17" dur="1" fill="hold">
                                          <p:stCondLst>
                                            <p:cond delay="9"/>
                                          </p:stCondLst>
                                        </p:cTn>
                                        <p:tgtEl>
                                          <p:spTgt spid="2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grpSp>
        <p:nvGrpSpPr>
          <p:cNvPr id="7" name="Group 6"/>
          <p:cNvGrpSpPr/>
          <p:nvPr/>
        </p:nvGrpSpPr>
        <p:grpSpPr bwMode="auto">
          <a:xfrm>
            <a:off x="33338" y="2194666"/>
            <a:ext cx="731837" cy="730250"/>
            <a:chOff x="1981200" y="1963266"/>
            <a:chExt cx="1712976" cy="1476884"/>
          </a:xfrm>
        </p:grpSpPr>
        <p:grpSp>
          <p:nvGrpSpPr>
            <p:cNvPr id="8" name="Group 30"/>
            <p:cNvGrpSpPr/>
            <p:nvPr/>
          </p:nvGrpSpPr>
          <p:grpSpPr bwMode="auto">
            <a:xfrm>
              <a:off x="1981200" y="1963266"/>
              <a:ext cx="1712976" cy="1476884"/>
              <a:chOff x="1464259" y="887951"/>
              <a:chExt cx="1712976" cy="1476884"/>
            </a:xfrm>
          </p:grpSpPr>
          <p:sp>
            <p:nvSpPr>
              <p:cNvPr id="10" name="Hexagon 9"/>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1" name="Hexagon 14"/>
              <p:cNvSpPr/>
              <p:nvPr/>
            </p:nvSpPr>
            <p:spPr>
              <a:xfrm>
                <a:off x="1731796" y="1115906"/>
                <a:ext cx="1177903" cy="1020976"/>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9" name="Hexagon 8"/>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grpSp>
        <p:nvGrpSpPr>
          <p:cNvPr id="19" name="Group 18"/>
          <p:cNvGrpSpPr/>
          <p:nvPr/>
        </p:nvGrpSpPr>
        <p:grpSpPr>
          <a:xfrm>
            <a:off x="169863" y="3733800"/>
            <a:ext cx="8223250" cy="2246307"/>
            <a:chOff x="169863" y="4078293"/>
            <a:chExt cx="8223250" cy="2246307"/>
          </a:xfrm>
        </p:grpSpPr>
        <p:grpSp>
          <p:nvGrpSpPr>
            <p:cNvPr id="4" name="Group 3"/>
            <p:cNvGrpSpPr/>
            <p:nvPr/>
          </p:nvGrpSpPr>
          <p:grpSpPr bwMode="auto">
            <a:xfrm>
              <a:off x="1014413" y="4078293"/>
              <a:ext cx="7378700" cy="2246307"/>
              <a:chOff x="1013889" y="3131039"/>
              <a:chExt cx="7379651" cy="2246286"/>
            </a:xfrm>
          </p:grpSpPr>
          <p:sp>
            <p:nvSpPr>
              <p:cNvPr id="5" name="Round Same Side Corner Rectangle 4"/>
              <p:cNvSpPr/>
              <p:nvPr/>
            </p:nvSpPr>
            <p:spPr>
              <a:xfrm rot="5400000">
                <a:off x="3580572" y="564356"/>
                <a:ext cx="2246286" cy="7379651"/>
              </a:xfrm>
              <a:prstGeom prst="round2SameRect">
                <a:avLst>
                  <a:gd name="adj1" fmla="val 8000"/>
                  <a:gd name="adj2" fmla="val 12515"/>
                </a:avLst>
              </a:prstGeom>
              <a:scene3d>
                <a:camera prst="orthographicFront"/>
                <a:lightRig rig="flat" dir="t"/>
              </a:scene3d>
              <a:sp3d z="-190500" extrusionH="12700" prstMaterial="plastic">
                <a:bevelT w="50800" h="50800"/>
              </a:sp3d>
            </p:spPr>
            <p:style>
              <a:lnRef idx="1">
                <a:schemeClr val="accent3">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Rectangle 5"/>
              <p:cNvSpPr/>
              <p:nvPr/>
            </p:nvSpPr>
            <p:spPr>
              <a:xfrm>
                <a:off x="1339368" y="3853339"/>
                <a:ext cx="7016067" cy="523215"/>
              </a:xfrm>
              <a:prstGeom prst="rect">
                <a:avLst/>
              </a:prstGeom>
            </p:spPr>
            <p:txBody>
              <a:bodyPr>
                <a:spAutoFit/>
              </a:bodyPr>
              <a:lstStyle/>
              <a:p>
                <a:pPr algn="just" eaLnBrk="0" hangingPunct="0">
                  <a:defRPr/>
                </a:pPr>
                <a:r>
                  <a:rPr lang="vi-VN" sz="2800" dirty="0">
                    <a:latin typeface="+mn-lt"/>
                    <a:cs typeface="Arial" panose="020B0604020202020204" pitchFamily="34" charset="0"/>
                  </a:rPr>
                  <a:t>Do nhân dân làm chủ.</a:t>
                </a:r>
              </a:p>
            </p:txBody>
          </p:sp>
        </p:grpSp>
        <p:grpSp>
          <p:nvGrpSpPr>
            <p:cNvPr id="12" name="Group 11"/>
            <p:cNvGrpSpPr>
              <a:grpSpLocks noChangeAspect="1"/>
            </p:cNvGrpSpPr>
            <p:nvPr/>
          </p:nvGrpSpPr>
          <p:grpSpPr bwMode="auto">
            <a:xfrm>
              <a:off x="169863" y="4549775"/>
              <a:ext cx="1131887" cy="1131888"/>
              <a:chOff x="1981200" y="1963266"/>
              <a:chExt cx="1712976" cy="1476884"/>
            </a:xfrm>
          </p:grpSpPr>
          <p:grpSp>
            <p:nvGrpSpPr>
              <p:cNvPr id="13" name="Group 40"/>
              <p:cNvGrpSpPr/>
              <p:nvPr/>
            </p:nvGrpSpPr>
            <p:grpSpPr bwMode="auto">
              <a:xfrm>
                <a:off x="1981200" y="1963266"/>
                <a:ext cx="1712976" cy="1476884"/>
                <a:chOff x="1464259" y="887951"/>
                <a:chExt cx="1712976" cy="1476884"/>
              </a:xfrm>
            </p:grpSpPr>
            <p:sp>
              <p:nvSpPr>
                <p:cNvPr id="15" name="Hexagon 14"/>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6" name="Hexagon 14"/>
                <p:cNvSpPr/>
                <p:nvPr/>
              </p:nvSpPr>
              <p:spPr>
                <a:xfrm>
                  <a:off x="1730935" y="1117873"/>
                  <a:ext cx="1179624" cy="1017040"/>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14" name="Hexagon 13"/>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sp>
          <p:nvSpPr>
            <p:cNvPr id="17" name="TextBox 16"/>
            <p:cNvSpPr txBox="1"/>
            <p:nvPr/>
          </p:nvSpPr>
          <p:spPr>
            <a:xfrm>
              <a:off x="533400" y="4800600"/>
              <a:ext cx="385042" cy="523220"/>
            </a:xfrm>
            <a:prstGeom prst="rect">
              <a:avLst/>
            </a:prstGeom>
            <a:noFill/>
          </p:spPr>
          <p:txBody>
            <a:bodyPr wrap="none" rtlCol="0">
              <a:spAutoFit/>
            </a:bodyPr>
            <a:lstStyle/>
            <a:p>
              <a:r>
                <a:rPr lang="x-none" sz="2800" dirty="0"/>
                <a:t>2</a:t>
              </a:r>
            </a:p>
          </p:txBody>
        </p:sp>
      </p:grpSp>
      <p:sp>
        <p:nvSpPr>
          <p:cNvPr id="18" name="Rectangle 17"/>
          <p:cNvSpPr/>
          <p:nvPr/>
        </p:nvSpPr>
        <p:spPr>
          <a:xfrm>
            <a:off x="1014413" y="2286000"/>
            <a:ext cx="7378701" cy="646331"/>
          </a:xfrm>
          <a:prstGeom prst="rect">
            <a:avLst/>
          </a:prstGeom>
        </p:spPr>
        <p:txBody>
          <a:bodyPr wrap="square">
            <a:spAutoFit/>
          </a:bodyPr>
          <a:lstStyle/>
          <a:p>
            <a:pPr algn="ctr"/>
            <a:r>
              <a:rPr lang="pt-BR" b="1" dirty="0" err="1">
                <a:latin typeface="+mn-lt"/>
                <a:ea typeface="Calibri" panose="020F0502020204030204" pitchFamily="34" charset="0"/>
              </a:rPr>
              <a:t>Cương</a:t>
            </a:r>
            <a:r>
              <a:rPr lang="pt-BR" b="1" dirty="0">
                <a:latin typeface="+mn-lt"/>
                <a:ea typeface="Calibri" panose="020F0502020204030204" pitchFamily="34" charset="0"/>
              </a:rPr>
              <a:t> </a:t>
            </a:r>
            <a:r>
              <a:rPr lang="pt-BR" b="1" dirty="0" err="1">
                <a:latin typeface="+mn-lt"/>
                <a:ea typeface="Calibri" panose="020F0502020204030204" pitchFamily="34" charset="0"/>
              </a:rPr>
              <a:t>lĩnh</a:t>
            </a:r>
            <a:r>
              <a:rPr lang="pt-BR" b="1" dirty="0">
                <a:latin typeface="+mn-lt"/>
                <a:ea typeface="Calibri" panose="020F0502020204030204" pitchFamily="34" charset="0"/>
              </a:rPr>
              <a:t> </a:t>
            </a:r>
            <a:r>
              <a:rPr lang="pt-BR" b="1" dirty="0" err="1">
                <a:latin typeface="+mn-lt"/>
                <a:ea typeface="Calibri" panose="020F0502020204030204" pitchFamily="34" charset="0"/>
              </a:rPr>
              <a:t>xây</a:t>
            </a:r>
            <a:r>
              <a:rPr lang="pt-BR" b="1" dirty="0">
                <a:latin typeface="+mn-lt"/>
                <a:ea typeface="Calibri" panose="020F0502020204030204" pitchFamily="34" charset="0"/>
              </a:rPr>
              <a:t> </a:t>
            </a:r>
            <a:r>
              <a:rPr lang="pt-BR" b="1" dirty="0" err="1">
                <a:latin typeface="+mn-lt"/>
                <a:ea typeface="Calibri" panose="020F0502020204030204" pitchFamily="34" charset="0"/>
              </a:rPr>
              <a:t>dựng</a:t>
            </a:r>
            <a:r>
              <a:rPr lang="pt-BR" b="1" dirty="0">
                <a:latin typeface="+mn-lt"/>
                <a:ea typeface="Calibri" panose="020F0502020204030204" pitchFamily="34" charset="0"/>
              </a:rPr>
              <a:t> </a:t>
            </a:r>
            <a:r>
              <a:rPr lang="pt-BR" b="1" dirty="0" err="1">
                <a:latin typeface="+mn-lt"/>
                <a:ea typeface="Calibri" panose="020F0502020204030204" pitchFamily="34" charset="0"/>
              </a:rPr>
              <a:t>đất</a:t>
            </a:r>
            <a:r>
              <a:rPr lang="pt-BR" b="1" dirty="0">
                <a:latin typeface="+mn-lt"/>
                <a:ea typeface="Calibri" panose="020F0502020204030204" pitchFamily="34" charset="0"/>
              </a:rPr>
              <a:t> </a:t>
            </a:r>
            <a:r>
              <a:rPr lang="pt-BR" b="1" dirty="0" err="1">
                <a:latin typeface="+mn-lt"/>
                <a:ea typeface="Calibri" panose="020F0502020204030204" pitchFamily="34" charset="0"/>
              </a:rPr>
              <a:t>nước</a:t>
            </a:r>
            <a:r>
              <a:rPr lang="pt-BR" b="1" dirty="0">
                <a:latin typeface="+mn-lt"/>
                <a:ea typeface="Calibri" panose="020F0502020204030204" pitchFamily="34" charset="0"/>
              </a:rPr>
              <a:t> </a:t>
            </a:r>
            <a:r>
              <a:rPr lang="pt-BR" b="1" dirty="0" err="1">
                <a:latin typeface="+mn-lt"/>
                <a:ea typeface="Calibri" panose="020F0502020204030204" pitchFamily="34" charset="0"/>
              </a:rPr>
              <a:t>trong</a:t>
            </a:r>
            <a:r>
              <a:rPr lang="pt-BR" b="1" dirty="0">
                <a:latin typeface="+mn-lt"/>
                <a:ea typeface="Calibri" panose="020F0502020204030204" pitchFamily="34" charset="0"/>
              </a:rPr>
              <a:t> </a:t>
            </a:r>
            <a:r>
              <a:rPr lang="pt-BR" b="1" dirty="0" err="1">
                <a:latin typeface="+mn-lt"/>
                <a:ea typeface="Calibri" panose="020F0502020204030204" pitchFamily="34" charset="0"/>
              </a:rPr>
              <a:t>thời</a:t>
            </a:r>
            <a:r>
              <a:rPr lang="pt-BR" b="1" dirty="0">
                <a:latin typeface="+mn-lt"/>
                <a:ea typeface="Calibri" panose="020F0502020204030204" pitchFamily="34" charset="0"/>
              </a:rPr>
              <a:t> </a:t>
            </a:r>
            <a:r>
              <a:rPr lang="pt-BR" b="1" dirty="0" err="1">
                <a:latin typeface="+mn-lt"/>
                <a:ea typeface="Calibri" panose="020F0502020204030204" pitchFamily="34" charset="0"/>
              </a:rPr>
              <a:t>kỳ</a:t>
            </a:r>
            <a:r>
              <a:rPr lang="pt-BR" b="1" dirty="0">
                <a:latin typeface="+mn-lt"/>
                <a:ea typeface="Calibri" panose="020F0502020204030204" pitchFamily="34" charset="0"/>
              </a:rPr>
              <a:t> </a:t>
            </a:r>
            <a:r>
              <a:rPr lang="pt-BR" b="1" dirty="0" err="1">
                <a:latin typeface="+mn-lt"/>
                <a:ea typeface="Calibri" panose="020F0502020204030204" pitchFamily="34" charset="0"/>
              </a:rPr>
              <a:t>quá</a:t>
            </a:r>
            <a:r>
              <a:rPr lang="pt-BR" b="1" dirty="0">
                <a:latin typeface="+mn-lt"/>
                <a:ea typeface="Calibri" panose="020F0502020204030204" pitchFamily="34" charset="0"/>
              </a:rPr>
              <a:t> </a:t>
            </a:r>
            <a:r>
              <a:rPr lang="pt-BR" b="1" dirty="0" err="1">
                <a:latin typeface="+mn-lt"/>
                <a:ea typeface="Calibri" panose="020F0502020204030204" pitchFamily="34" charset="0"/>
              </a:rPr>
              <a:t>độ</a:t>
            </a:r>
            <a:r>
              <a:rPr lang="pt-BR" b="1" dirty="0">
                <a:latin typeface="+mn-lt"/>
                <a:ea typeface="Calibri" panose="020F0502020204030204" pitchFamily="34" charset="0"/>
              </a:rPr>
              <a:t> </a:t>
            </a:r>
            <a:r>
              <a:rPr lang="pt-BR" b="1" dirty="0" err="1">
                <a:latin typeface="+mn-lt"/>
                <a:ea typeface="Calibri" panose="020F0502020204030204" pitchFamily="34" charset="0"/>
              </a:rPr>
              <a:t>lên</a:t>
            </a:r>
            <a:r>
              <a:rPr lang="pt-BR" b="1" dirty="0">
                <a:latin typeface="+mn-lt"/>
                <a:ea typeface="Calibri" panose="020F0502020204030204" pitchFamily="34" charset="0"/>
              </a:rPr>
              <a:t> </a:t>
            </a:r>
            <a:r>
              <a:rPr lang="pt-BR" b="1" dirty="0" err="1">
                <a:latin typeface="+mn-lt"/>
                <a:ea typeface="Calibri" panose="020F0502020204030204" pitchFamily="34" charset="0"/>
              </a:rPr>
              <a:t>chủ</a:t>
            </a:r>
            <a:r>
              <a:rPr lang="pt-BR" b="1" dirty="0">
                <a:latin typeface="+mn-lt"/>
                <a:ea typeface="Calibri" panose="020F0502020204030204" pitchFamily="34" charset="0"/>
              </a:rPr>
              <a:t> </a:t>
            </a:r>
            <a:r>
              <a:rPr lang="pt-BR" b="1" dirty="0" err="1">
                <a:latin typeface="+mn-lt"/>
                <a:ea typeface="Calibri" panose="020F0502020204030204" pitchFamily="34" charset="0"/>
              </a:rPr>
              <a:t>nghĩa</a:t>
            </a:r>
            <a:r>
              <a:rPr lang="pt-BR" b="1" dirty="0">
                <a:latin typeface="+mn-lt"/>
                <a:ea typeface="Calibri" panose="020F0502020204030204" pitchFamily="34" charset="0"/>
              </a:rPr>
              <a:t> </a:t>
            </a:r>
            <a:r>
              <a:rPr lang="pt-BR" b="1" dirty="0" err="1">
                <a:latin typeface="+mn-lt"/>
                <a:ea typeface="Calibri" panose="020F0502020204030204" pitchFamily="34" charset="0"/>
              </a:rPr>
              <a:t>xã</a:t>
            </a:r>
            <a:r>
              <a:rPr lang="pt-BR" b="1" dirty="0">
                <a:latin typeface="+mn-lt"/>
                <a:ea typeface="Calibri" panose="020F0502020204030204" pitchFamily="34" charset="0"/>
              </a:rPr>
              <a:t> </a:t>
            </a:r>
            <a:r>
              <a:rPr lang="pt-BR" b="1" dirty="0" err="1">
                <a:latin typeface="+mn-lt"/>
                <a:ea typeface="Calibri" panose="020F0502020204030204" pitchFamily="34" charset="0"/>
              </a:rPr>
              <a:t>hội</a:t>
            </a:r>
            <a:r>
              <a:rPr lang="pt-BR" b="1" dirty="0">
                <a:latin typeface="+mn-lt"/>
                <a:ea typeface="Calibri" panose="020F0502020204030204" pitchFamily="34" charset="0"/>
              </a:rPr>
              <a:t> (</a:t>
            </a:r>
            <a:r>
              <a:rPr lang="pt-BR" b="1" dirty="0" err="1">
                <a:latin typeface="+mn-lt"/>
                <a:ea typeface="Calibri" panose="020F0502020204030204" pitchFamily="34" charset="0"/>
              </a:rPr>
              <a:t>bổ</a:t>
            </a:r>
            <a:r>
              <a:rPr lang="pt-BR" b="1" dirty="0">
                <a:latin typeface="+mn-lt"/>
                <a:ea typeface="Calibri" panose="020F0502020204030204" pitchFamily="34" charset="0"/>
              </a:rPr>
              <a:t> </a:t>
            </a:r>
            <a:r>
              <a:rPr lang="pt-BR" b="1" dirty="0" err="1">
                <a:latin typeface="+mn-lt"/>
                <a:ea typeface="Calibri" panose="020F0502020204030204" pitchFamily="34" charset="0"/>
              </a:rPr>
              <a:t>sung</a:t>
            </a:r>
            <a:r>
              <a:rPr lang="pt-BR" b="1" dirty="0">
                <a:latin typeface="+mn-lt"/>
                <a:ea typeface="Calibri" panose="020F0502020204030204" pitchFamily="34" charset="0"/>
              </a:rPr>
              <a:t>, </a:t>
            </a:r>
            <a:r>
              <a:rPr lang="pt-BR" b="1" dirty="0" err="1">
                <a:latin typeface="+mn-lt"/>
                <a:ea typeface="Calibri" panose="020F0502020204030204" pitchFamily="34" charset="0"/>
              </a:rPr>
              <a:t>phát</a:t>
            </a:r>
            <a:r>
              <a:rPr lang="pt-BR" b="1" dirty="0">
                <a:latin typeface="+mn-lt"/>
                <a:ea typeface="Calibri" panose="020F0502020204030204" pitchFamily="34" charset="0"/>
              </a:rPr>
              <a:t> </a:t>
            </a:r>
            <a:r>
              <a:rPr lang="pt-BR" b="1" dirty="0" err="1">
                <a:latin typeface="+mn-lt"/>
                <a:ea typeface="Calibri" panose="020F0502020204030204" pitchFamily="34" charset="0"/>
              </a:rPr>
              <a:t>triển</a:t>
            </a:r>
            <a:r>
              <a:rPr lang="pt-BR" b="1" dirty="0">
                <a:latin typeface="+mn-lt"/>
                <a:ea typeface="Calibri" panose="020F0502020204030204" pitchFamily="34" charset="0"/>
              </a:rPr>
              <a:t> </a:t>
            </a:r>
            <a:r>
              <a:rPr lang="pt-BR" b="1" dirty="0" err="1">
                <a:latin typeface="+mn-lt"/>
                <a:ea typeface="Calibri" panose="020F0502020204030204" pitchFamily="34" charset="0"/>
              </a:rPr>
              <a:t>năm</a:t>
            </a:r>
            <a:r>
              <a:rPr lang="pt-BR" b="1" dirty="0">
                <a:latin typeface="+mn-lt"/>
                <a:ea typeface="Calibri" panose="020F0502020204030204" pitchFamily="34" charset="0"/>
              </a:rPr>
              <a:t> 2011</a:t>
            </a:r>
            <a:r>
              <a:rPr lang="x-none" b="1" dirty="0">
                <a:latin typeface="+mn-lt"/>
                <a:ea typeface="Calibri" panose="020F0502020204030204" pitchFamily="34" charset="0"/>
              </a:rPr>
              <a:t>)</a:t>
            </a:r>
            <a:endParaRPr lang="x-none" b="1" dirty="0">
              <a:latin typeface="+mn-lt"/>
            </a:endParaRPr>
          </a:p>
        </p:txBody>
      </p:sp>
      <p:sp>
        <p:nvSpPr>
          <p:cNvPr id="21"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20"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61111E-6 1.85185E-6 L -0.09202 0.42338 " pathEditMode="relative" rAng="0" ptsTypes="AA">
                                      <p:cBhvr>
                                        <p:cTn id="11" dur="2000" fill="hold"/>
                                        <p:tgtEl>
                                          <p:spTgt spid="7"/>
                                        </p:tgtEl>
                                        <p:attrNameLst>
                                          <p:attrName>ppt_x</p:attrName>
                                          <p:attrName>ppt_y</p:attrName>
                                        </p:attrNameLst>
                                      </p:cBhvr>
                                      <p:rCtr x="-4601" y="21157"/>
                                    </p:animMotion>
                                  </p:childTnLst>
                                </p:cTn>
                              </p:par>
                              <p:par>
                                <p:cTn id="12" presetID="6" presetClass="emph" presetSubtype="0" fill="hold" nodeType="withEffect">
                                  <p:stCondLst>
                                    <p:cond delay="0"/>
                                  </p:stCondLst>
                                  <p:childTnLst>
                                    <p:animScale>
                                      <p:cBhvr>
                                        <p:cTn id="13" dur="2000" fill="hold"/>
                                        <p:tgtEl>
                                          <p:spTgt spid="7"/>
                                        </p:tgtEl>
                                      </p:cBhvr>
                                      <p:by x="25000" y="25000"/>
                                    </p:animScale>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10"/>
                                        <p:tgtEl>
                                          <p:spTgt spid="7"/>
                                        </p:tgtEl>
                                      </p:cBhvr>
                                    </p:animEffect>
                                    <p:set>
                                      <p:cBhvr>
                                        <p:cTn id="17" dur="1" fill="hold">
                                          <p:stCondLst>
                                            <p:cond delay="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grpSp>
        <p:nvGrpSpPr>
          <p:cNvPr id="7" name="Group 6"/>
          <p:cNvGrpSpPr/>
          <p:nvPr/>
        </p:nvGrpSpPr>
        <p:grpSpPr bwMode="auto">
          <a:xfrm>
            <a:off x="33338" y="2194666"/>
            <a:ext cx="731837" cy="730250"/>
            <a:chOff x="1981200" y="1963266"/>
            <a:chExt cx="1712976" cy="1476884"/>
          </a:xfrm>
        </p:grpSpPr>
        <p:grpSp>
          <p:nvGrpSpPr>
            <p:cNvPr id="8" name="Group 30"/>
            <p:cNvGrpSpPr/>
            <p:nvPr/>
          </p:nvGrpSpPr>
          <p:grpSpPr bwMode="auto">
            <a:xfrm>
              <a:off x="1981200" y="1963266"/>
              <a:ext cx="1712976" cy="1476884"/>
              <a:chOff x="1464259" y="887951"/>
              <a:chExt cx="1712976" cy="1476884"/>
            </a:xfrm>
          </p:grpSpPr>
          <p:sp>
            <p:nvSpPr>
              <p:cNvPr id="10" name="Hexagon 9"/>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1" name="Hexagon 14"/>
              <p:cNvSpPr/>
              <p:nvPr/>
            </p:nvSpPr>
            <p:spPr>
              <a:xfrm>
                <a:off x="1731796" y="1115906"/>
                <a:ext cx="1177903" cy="1020976"/>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9" name="Hexagon 8"/>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grpSp>
        <p:nvGrpSpPr>
          <p:cNvPr id="20" name="Group 19"/>
          <p:cNvGrpSpPr/>
          <p:nvPr/>
        </p:nvGrpSpPr>
        <p:grpSpPr>
          <a:xfrm>
            <a:off x="169863" y="3733800"/>
            <a:ext cx="8223250" cy="2246307"/>
            <a:chOff x="169863" y="4078293"/>
            <a:chExt cx="8223250" cy="2246307"/>
          </a:xfrm>
        </p:grpSpPr>
        <p:grpSp>
          <p:nvGrpSpPr>
            <p:cNvPr id="4" name="Group 3"/>
            <p:cNvGrpSpPr/>
            <p:nvPr/>
          </p:nvGrpSpPr>
          <p:grpSpPr bwMode="auto">
            <a:xfrm>
              <a:off x="1014413" y="4078293"/>
              <a:ext cx="7378700" cy="2246307"/>
              <a:chOff x="1013889" y="3131039"/>
              <a:chExt cx="7379651" cy="2246286"/>
            </a:xfrm>
          </p:grpSpPr>
          <p:sp>
            <p:nvSpPr>
              <p:cNvPr id="5" name="Round Same Side Corner Rectangle 4"/>
              <p:cNvSpPr/>
              <p:nvPr/>
            </p:nvSpPr>
            <p:spPr>
              <a:xfrm rot="5400000">
                <a:off x="3580572" y="564356"/>
                <a:ext cx="2246286" cy="7379651"/>
              </a:xfrm>
              <a:prstGeom prst="round2SameRect">
                <a:avLst>
                  <a:gd name="adj1" fmla="val 8000"/>
                  <a:gd name="adj2" fmla="val 12515"/>
                </a:avLst>
              </a:prstGeom>
              <a:scene3d>
                <a:camera prst="orthographicFront"/>
                <a:lightRig rig="flat" dir="t"/>
              </a:scene3d>
              <a:sp3d z="-190500" extrusionH="12700" prstMaterial="plastic">
                <a:bevelT w="50800" h="50800"/>
              </a:sp3d>
            </p:spPr>
            <p:style>
              <a:lnRef idx="1">
                <a:schemeClr val="accent3">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Rectangle 5"/>
              <p:cNvSpPr/>
              <p:nvPr/>
            </p:nvSpPr>
            <p:spPr>
              <a:xfrm>
                <a:off x="1339368" y="3548542"/>
                <a:ext cx="7016067" cy="1384982"/>
              </a:xfrm>
              <a:prstGeom prst="rect">
                <a:avLst/>
              </a:prstGeom>
            </p:spPr>
            <p:txBody>
              <a:bodyPr>
                <a:spAutoFit/>
              </a:bodyPr>
              <a:lstStyle/>
              <a:p>
                <a:pPr algn="just" eaLnBrk="0" hangingPunct="0">
                  <a:defRPr/>
                </a:pPr>
                <a:r>
                  <a:rPr lang="vi-VN" sz="2800" dirty="0">
                    <a:latin typeface="+mn-lt"/>
                    <a:cs typeface="Arial" panose="020B0604020202020204" pitchFamily="34" charset="0"/>
                  </a:rPr>
                  <a:t>Có nền kinh tế phát triển cao dựa trên lực lượng sản xuất hiện đại và quan hệ sản xuất tiến bộ phù hợp.</a:t>
                </a:r>
              </a:p>
            </p:txBody>
          </p:sp>
        </p:grpSp>
        <p:grpSp>
          <p:nvGrpSpPr>
            <p:cNvPr id="19" name="Group 18"/>
            <p:cNvGrpSpPr/>
            <p:nvPr/>
          </p:nvGrpSpPr>
          <p:grpSpPr>
            <a:xfrm>
              <a:off x="169863" y="4549775"/>
              <a:ext cx="1131887" cy="1131888"/>
              <a:chOff x="169863" y="4549775"/>
              <a:chExt cx="1131887" cy="1131888"/>
            </a:xfrm>
          </p:grpSpPr>
          <p:grpSp>
            <p:nvGrpSpPr>
              <p:cNvPr id="12" name="Group 11"/>
              <p:cNvGrpSpPr>
                <a:grpSpLocks noChangeAspect="1"/>
              </p:cNvGrpSpPr>
              <p:nvPr/>
            </p:nvGrpSpPr>
            <p:grpSpPr bwMode="auto">
              <a:xfrm>
                <a:off x="169863" y="4549775"/>
                <a:ext cx="1131887" cy="1131888"/>
                <a:chOff x="1981200" y="1963266"/>
                <a:chExt cx="1712976" cy="1476884"/>
              </a:xfrm>
            </p:grpSpPr>
            <p:grpSp>
              <p:nvGrpSpPr>
                <p:cNvPr id="13" name="Group 40"/>
                <p:cNvGrpSpPr/>
                <p:nvPr/>
              </p:nvGrpSpPr>
              <p:grpSpPr bwMode="auto">
                <a:xfrm>
                  <a:off x="1981200" y="1963266"/>
                  <a:ext cx="1712976" cy="1476884"/>
                  <a:chOff x="1464259" y="887951"/>
                  <a:chExt cx="1712976" cy="1476884"/>
                </a:xfrm>
              </p:grpSpPr>
              <p:sp>
                <p:nvSpPr>
                  <p:cNvPr id="15" name="Hexagon 14"/>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6" name="Hexagon 14"/>
                  <p:cNvSpPr/>
                  <p:nvPr/>
                </p:nvSpPr>
                <p:spPr>
                  <a:xfrm>
                    <a:off x="1730935" y="1117873"/>
                    <a:ext cx="1179624" cy="1017040"/>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14" name="Hexagon 13"/>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sp>
            <p:nvSpPr>
              <p:cNvPr id="17" name="TextBox 16"/>
              <p:cNvSpPr txBox="1"/>
              <p:nvPr/>
            </p:nvSpPr>
            <p:spPr>
              <a:xfrm>
                <a:off x="533400" y="4800600"/>
                <a:ext cx="385042" cy="523220"/>
              </a:xfrm>
              <a:prstGeom prst="rect">
                <a:avLst/>
              </a:prstGeom>
              <a:noFill/>
            </p:spPr>
            <p:txBody>
              <a:bodyPr wrap="none" rtlCol="0">
                <a:spAutoFit/>
              </a:bodyPr>
              <a:lstStyle/>
              <a:p>
                <a:r>
                  <a:rPr lang="x-none" sz="2800" dirty="0"/>
                  <a:t>3</a:t>
                </a:r>
              </a:p>
            </p:txBody>
          </p:sp>
        </p:grpSp>
      </p:grpSp>
      <p:sp>
        <p:nvSpPr>
          <p:cNvPr id="18" name="Rectangle 17"/>
          <p:cNvSpPr/>
          <p:nvPr/>
        </p:nvSpPr>
        <p:spPr>
          <a:xfrm>
            <a:off x="1014413" y="2286000"/>
            <a:ext cx="7378701" cy="646331"/>
          </a:xfrm>
          <a:prstGeom prst="rect">
            <a:avLst/>
          </a:prstGeom>
        </p:spPr>
        <p:txBody>
          <a:bodyPr wrap="square">
            <a:spAutoFit/>
          </a:bodyPr>
          <a:lstStyle/>
          <a:p>
            <a:pPr algn="ctr"/>
            <a:r>
              <a:rPr lang="pt-BR" b="1" dirty="0" err="1">
                <a:latin typeface="+mn-lt"/>
                <a:ea typeface="Calibri" panose="020F0502020204030204" pitchFamily="34" charset="0"/>
              </a:rPr>
              <a:t>Cương</a:t>
            </a:r>
            <a:r>
              <a:rPr lang="pt-BR" b="1" dirty="0">
                <a:latin typeface="+mn-lt"/>
                <a:ea typeface="Calibri" panose="020F0502020204030204" pitchFamily="34" charset="0"/>
              </a:rPr>
              <a:t> </a:t>
            </a:r>
            <a:r>
              <a:rPr lang="pt-BR" b="1" dirty="0" err="1">
                <a:latin typeface="+mn-lt"/>
                <a:ea typeface="Calibri" panose="020F0502020204030204" pitchFamily="34" charset="0"/>
              </a:rPr>
              <a:t>lĩnh</a:t>
            </a:r>
            <a:r>
              <a:rPr lang="pt-BR" b="1" dirty="0">
                <a:latin typeface="+mn-lt"/>
                <a:ea typeface="Calibri" panose="020F0502020204030204" pitchFamily="34" charset="0"/>
              </a:rPr>
              <a:t> </a:t>
            </a:r>
            <a:r>
              <a:rPr lang="pt-BR" b="1" dirty="0" err="1">
                <a:latin typeface="+mn-lt"/>
                <a:ea typeface="Calibri" panose="020F0502020204030204" pitchFamily="34" charset="0"/>
              </a:rPr>
              <a:t>xây</a:t>
            </a:r>
            <a:r>
              <a:rPr lang="pt-BR" b="1" dirty="0">
                <a:latin typeface="+mn-lt"/>
                <a:ea typeface="Calibri" panose="020F0502020204030204" pitchFamily="34" charset="0"/>
              </a:rPr>
              <a:t> </a:t>
            </a:r>
            <a:r>
              <a:rPr lang="pt-BR" b="1" dirty="0" err="1">
                <a:latin typeface="+mn-lt"/>
                <a:ea typeface="Calibri" panose="020F0502020204030204" pitchFamily="34" charset="0"/>
              </a:rPr>
              <a:t>dựng</a:t>
            </a:r>
            <a:r>
              <a:rPr lang="pt-BR" b="1" dirty="0">
                <a:latin typeface="+mn-lt"/>
                <a:ea typeface="Calibri" panose="020F0502020204030204" pitchFamily="34" charset="0"/>
              </a:rPr>
              <a:t> </a:t>
            </a:r>
            <a:r>
              <a:rPr lang="pt-BR" b="1" dirty="0" err="1">
                <a:latin typeface="+mn-lt"/>
                <a:ea typeface="Calibri" panose="020F0502020204030204" pitchFamily="34" charset="0"/>
              </a:rPr>
              <a:t>đất</a:t>
            </a:r>
            <a:r>
              <a:rPr lang="pt-BR" b="1" dirty="0">
                <a:latin typeface="+mn-lt"/>
                <a:ea typeface="Calibri" panose="020F0502020204030204" pitchFamily="34" charset="0"/>
              </a:rPr>
              <a:t> </a:t>
            </a:r>
            <a:r>
              <a:rPr lang="pt-BR" b="1" dirty="0" err="1">
                <a:latin typeface="+mn-lt"/>
                <a:ea typeface="Calibri" panose="020F0502020204030204" pitchFamily="34" charset="0"/>
              </a:rPr>
              <a:t>nước</a:t>
            </a:r>
            <a:r>
              <a:rPr lang="pt-BR" b="1" dirty="0">
                <a:latin typeface="+mn-lt"/>
                <a:ea typeface="Calibri" panose="020F0502020204030204" pitchFamily="34" charset="0"/>
              </a:rPr>
              <a:t> </a:t>
            </a:r>
            <a:r>
              <a:rPr lang="pt-BR" b="1" dirty="0" err="1">
                <a:latin typeface="+mn-lt"/>
                <a:ea typeface="Calibri" panose="020F0502020204030204" pitchFamily="34" charset="0"/>
              </a:rPr>
              <a:t>trong</a:t>
            </a:r>
            <a:r>
              <a:rPr lang="pt-BR" b="1" dirty="0">
                <a:latin typeface="+mn-lt"/>
                <a:ea typeface="Calibri" panose="020F0502020204030204" pitchFamily="34" charset="0"/>
              </a:rPr>
              <a:t> </a:t>
            </a:r>
            <a:r>
              <a:rPr lang="pt-BR" b="1" dirty="0" err="1">
                <a:latin typeface="+mn-lt"/>
                <a:ea typeface="Calibri" panose="020F0502020204030204" pitchFamily="34" charset="0"/>
              </a:rPr>
              <a:t>thời</a:t>
            </a:r>
            <a:r>
              <a:rPr lang="pt-BR" b="1" dirty="0">
                <a:latin typeface="+mn-lt"/>
                <a:ea typeface="Calibri" panose="020F0502020204030204" pitchFamily="34" charset="0"/>
              </a:rPr>
              <a:t> </a:t>
            </a:r>
            <a:r>
              <a:rPr lang="pt-BR" b="1" dirty="0" err="1">
                <a:latin typeface="+mn-lt"/>
                <a:ea typeface="Calibri" panose="020F0502020204030204" pitchFamily="34" charset="0"/>
              </a:rPr>
              <a:t>kỳ</a:t>
            </a:r>
            <a:r>
              <a:rPr lang="pt-BR" b="1" dirty="0">
                <a:latin typeface="+mn-lt"/>
                <a:ea typeface="Calibri" panose="020F0502020204030204" pitchFamily="34" charset="0"/>
              </a:rPr>
              <a:t> </a:t>
            </a:r>
            <a:r>
              <a:rPr lang="pt-BR" b="1" dirty="0" err="1">
                <a:latin typeface="+mn-lt"/>
                <a:ea typeface="Calibri" panose="020F0502020204030204" pitchFamily="34" charset="0"/>
              </a:rPr>
              <a:t>quá</a:t>
            </a:r>
            <a:r>
              <a:rPr lang="pt-BR" b="1" dirty="0">
                <a:latin typeface="+mn-lt"/>
                <a:ea typeface="Calibri" panose="020F0502020204030204" pitchFamily="34" charset="0"/>
              </a:rPr>
              <a:t> </a:t>
            </a:r>
            <a:r>
              <a:rPr lang="pt-BR" b="1" dirty="0" err="1">
                <a:latin typeface="+mn-lt"/>
                <a:ea typeface="Calibri" panose="020F0502020204030204" pitchFamily="34" charset="0"/>
              </a:rPr>
              <a:t>độ</a:t>
            </a:r>
            <a:r>
              <a:rPr lang="pt-BR" b="1" dirty="0">
                <a:latin typeface="+mn-lt"/>
                <a:ea typeface="Calibri" panose="020F0502020204030204" pitchFamily="34" charset="0"/>
              </a:rPr>
              <a:t> </a:t>
            </a:r>
            <a:r>
              <a:rPr lang="pt-BR" b="1" dirty="0" err="1">
                <a:latin typeface="+mn-lt"/>
                <a:ea typeface="Calibri" panose="020F0502020204030204" pitchFamily="34" charset="0"/>
              </a:rPr>
              <a:t>lên</a:t>
            </a:r>
            <a:r>
              <a:rPr lang="pt-BR" b="1" dirty="0">
                <a:latin typeface="+mn-lt"/>
                <a:ea typeface="Calibri" panose="020F0502020204030204" pitchFamily="34" charset="0"/>
              </a:rPr>
              <a:t> </a:t>
            </a:r>
            <a:r>
              <a:rPr lang="pt-BR" b="1" dirty="0" err="1">
                <a:latin typeface="+mn-lt"/>
                <a:ea typeface="Calibri" panose="020F0502020204030204" pitchFamily="34" charset="0"/>
              </a:rPr>
              <a:t>chủ</a:t>
            </a:r>
            <a:r>
              <a:rPr lang="pt-BR" b="1" dirty="0">
                <a:latin typeface="+mn-lt"/>
                <a:ea typeface="Calibri" panose="020F0502020204030204" pitchFamily="34" charset="0"/>
              </a:rPr>
              <a:t> </a:t>
            </a:r>
            <a:r>
              <a:rPr lang="pt-BR" b="1" dirty="0" err="1">
                <a:latin typeface="+mn-lt"/>
                <a:ea typeface="Calibri" panose="020F0502020204030204" pitchFamily="34" charset="0"/>
              </a:rPr>
              <a:t>nghĩa</a:t>
            </a:r>
            <a:r>
              <a:rPr lang="pt-BR" b="1" dirty="0">
                <a:latin typeface="+mn-lt"/>
                <a:ea typeface="Calibri" panose="020F0502020204030204" pitchFamily="34" charset="0"/>
              </a:rPr>
              <a:t> </a:t>
            </a:r>
            <a:r>
              <a:rPr lang="pt-BR" b="1" dirty="0" err="1">
                <a:latin typeface="+mn-lt"/>
                <a:ea typeface="Calibri" panose="020F0502020204030204" pitchFamily="34" charset="0"/>
              </a:rPr>
              <a:t>xã</a:t>
            </a:r>
            <a:r>
              <a:rPr lang="pt-BR" b="1" dirty="0">
                <a:latin typeface="+mn-lt"/>
                <a:ea typeface="Calibri" panose="020F0502020204030204" pitchFamily="34" charset="0"/>
              </a:rPr>
              <a:t> </a:t>
            </a:r>
            <a:r>
              <a:rPr lang="pt-BR" b="1" dirty="0" err="1">
                <a:latin typeface="+mn-lt"/>
                <a:ea typeface="Calibri" panose="020F0502020204030204" pitchFamily="34" charset="0"/>
              </a:rPr>
              <a:t>hội</a:t>
            </a:r>
            <a:r>
              <a:rPr lang="pt-BR" b="1" dirty="0">
                <a:latin typeface="+mn-lt"/>
                <a:ea typeface="Calibri" panose="020F0502020204030204" pitchFamily="34" charset="0"/>
              </a:rPr>
              <a:t> (</a:t>
            </a:r>
            <a:r>
              <a:rPr lang="pt-BR" b="1" dirty="0" err="1">
                <a:latin typeface="+mn-lt"/>
                <a:ea typeface="Calibri" panose="020F0502020204030204" pitchFamily="34" charset="0"/>
              </a:rPr>
              <a:t>bổ</a:t>
            </a:r>
            <a:r>
              <a:rPr lang="pt-BR" b="1" dirty="0">
                <a:latin typeface="+mn-lt"/>
                <a:ea typeface="Calibri" panose="020F0502020204030204" pitchFamily="34" charset="0"/>
              </a:rPr>
              <a:t> </a:t>
            </a:r>
            <a:r>
              <a:rPr lang="pt-BR" b="1" dirty="0" err="1">
                <a:latin typeface="+mn-lt"/>
                <a:ea typeface="Calibri" panose="020F0502020204030204" pitchFamily="34" charset="0"/>
              </a:rPr>
              <a:t>sung</a:t>
            </a:r>
            <a:r>
              <a:rPr lang="pt-BR" b="1" dirty="0">
                <a:latin typeface="+mn-lt"/>
                <a:ea typeface="Calibri" panose="020F0502020204030204" pitchFamily="34" charset="0"/>
              </a:rPr>
              <a:t>, </a:t>
            </a:r>
            <a:r>
              <a:rPr lang="pt-BR" b="1" dirty="0" err="1">
                <a:latin typeface="+mn-lt"/>
                <a:ea typeface="Calibri" panose="020F0502020204030204" pitchFamily="34" charset="0"/>
              </a:rPr>
              <a:t>phát</a:t>
            </a:r>
            <a:r>
              <a:rPr lang="pt-BR" b="1" dirty="0">
                <a:latin typeface="+mn-lt"/>
                <a:ea typeface="Calibri" panose="020F0502020204030204" pitchFamily="34" charset="0"/>
              </a:rPr>
              <a:t> </a:t>
            </a:r>
            <a:r>
              <a:rPr lang="pt-BR" b="1" dirty="0" err="1">
                <a:latin typeface="+mn-lt"/>
                <a:ea typeface="Calibri" panose="020F0502020204030204" pitchFamily="34" charset="0"/>
              </a:rPr>
              <a:t>triển</a:t>
            </a:r>
            <a:r>
              <a:rPr lang="pt-BR" b="1" dirty="0">
                <a:latin typeface="+mn-lt"/>
                <a:ea typeface="Calibri" panose="020F0502020204030204" pitchFamily="34" charset="0"/>
              </a:rPr>
              <a:t> </a:t>
            </a:r>
            <a:r>
              <a:rPr lang="pt-BR" b="1" dirty="0" err="1">
                <a:latin typeface="+mn-lt"/>
                <a:ea typeface="Calibri" panose="020F0502020204030204" pitchFamily="34" charset="0"/>
              </a:rPr>
              <a:t>năm</a:t>
            </a:r>
            <a:r>
              <a:rPr lang="pt-BR" b="1" dirty="0">
                <a:latin typeface="+mn-lt"/>
                <a:ea typeface="Calibri" panose="020F0502020204030204" pitchFamily="34" charset="0"/>
              </a:rPr>
              <a:t> 2011</a:t>
            </a:r>
            <a:r>
              <a:rPr lang="x-none" b="1" dirty="0">
                <a:latin typeface="+mn-lt"/>
                <a:ea typeface="Calibri" panose="020F0502020204030204" pitchFamily="34" charset="0"/>
              </a:rPr>
              <a:t>)</a:t>
            </a:r>
            <a:endParaRPr lang="x-none" b="1" dirty="0">
              <a:latin typeface="+mn-lt"/>
            </a:endParaRPr>
          </a:p>
        </p:txBody>
      </p:sp>
      <p:sp>
        <p:nvSpPr>
          <p:cNvPr id="22"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21"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61111E-6 1.85185E-6 L -0.09202 0.42338 " pathEditMode="relative" rAng="0" ptsTypes="AA">
                                      <p:cBhvr>
                                        <p:cTn id="11" dur="2000" fill="hold"/>
                                        <p:tgtEl>
                                          <p:spTgt spid="7"/>
                                        </p:tgtEl>
                                        <p:attrNameLst>
                                          <p:attrName>ppt_x</p:attrName>
                                          <p:attrName>ppt_y</p:attrName>
                                        </p:attrNameLst>
                                      </p:cBhvr>
                                      <p:rCtr x="-4601" y="21157"/>
                                    </p:animMotion>
                                  </p:childTnLst>
                                </p:cTn>
                              </p:par>
                              <p:par>
                                <p:cTn id="12" presetID="6" presetClass="emph" presetSubtype="0" fill="hold" nodeType="withEffect">
                                  <p:stCondLst>
                                    <p:cond delay="0"/>
                                  </p:stCondLst>
                                  <p:childTnLst>
                                    <p:animScale>
                                      <p:cBhvr>
                                        <p:cTn id="13" dur="2000" fill="hold"/>
                                        <p:tgtEl>
                                          <p:spTgt spid="7"/>
                                        </p:tgtEl>
                                      </p:cBhvr>
                                      <p:by x="25000" y="25000"/>
                                    </p:animScale>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10"/>
                                        <p:tgtEl>
                                          <p:spTgt spid="7"/>
                                        </p:tgtEl>
                                      </p:cBhvr>
                                    </p:animEffect>
                                    <p:set>
                                      <p:cBhvr>
                                        <p:cTn id="17" dur="1" fill="hold">
                                          <p:stCondLst>
                                            <p:cond delay="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1250950"/>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grpSp>
        <p:nvGrpSpPr>
          <p:cNvPr id="8" name="Group 7"/>
          <p:cNvGrpSpPr/>
          <p:nvPr/>
        </p:nvGrpSpPr>
        <p:grpSpPr bwMode="auto">
          <a:xfrm>
            <a:off x="33338" y="2194666"/>
            <a:ext cx="731837" cy="730250"/>
            <a:chOff x="1981200" y="1963266"/>
            <a:chExt cx="1712976" cy="1476884"/>
          </a:xfrm>
        </p:grpSpPr>
        <p:grpSp>
          <p:nvGrpSpPr>
            <p:cNvPr id="9" name="Group 30"/>
            <p:cNvGrpSpPr/>
            <p:nvPr/>
          </p:nvGrpSpPr>
          <p:grpSpPr bwMode="auto">
            <a:xfrm>
              <a:off x="1981200" y="1963266"/>
              <a:ext cx="1712976" cy="1476884"/>
              <a:chOff x="1464259" y="887951"/>
              <a:chExt cx="1712976" cy="1476884"/>
            </a:xfrm>
          </p:grpSpPr>
          <p:sp>
            <p:nvSpPr>
              <p:cNvPr id="11" name="Hexagon 10"/>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2" name="Hexagon 14"/>
              <p:cNvSpPr/>
              <p:nvPr/>
            </p:nvSpPr>
            <p:spPr>
              <a:xfrm>
                <a:off x="1731796" y="1115906"/>
                <a:ext cx="1177903" cy="1020976"/>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10" name="Hexagon 9"/>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grpSp>
        <p:nvGrpSpPr>
          <p:cNvPr id="2" name="Group 1"/>
          <p:cNvGrpSpPr/>
          <p:nvPr/>
        </p:nvGrpSpPr>
        <p:grpSpPr>
          <a:xfrm>
            <a:off x="169863" y="3697293"/>
            <a:ext cx="8223250" cy="2246307"/>
            <a:chOff x="169863" y="4078293"/>
            <a:chExt cx="8223250" cy="2246307"/>
          </a:xfrm>
        </p:grpSpPr>
        <p:grpSp>
          <p:nvGrpSpPr>
            <p:cNvPr id="5" name="Group 4"/>
            <p:cNvGrpSpPr/>
            <p:nvPr/>
          </p:nvGrpSpPr>
          <p:grpSpPr bwMode="auto">
            <a:xfrm>
              <a:off x="1014413" y="4078293"/>
              <a:ext cx="7378700" cy="2246307"/>
              <a:chOff x="1013889" y="3131039"/>
              <a:chExt cx="7379651" cy="2246286"/>
            </a:xfrm>
          </p:grpSpPr>
          <p:sp>
            <p:nvSpPr>
              <p:cNvPr id="6" name="Round Same Side Corner Rectangle 5"/>
              <p:cNvSpPr/>
              <p:nvPr/>
            </p:nvSpPr>
            <p:spPr>
              <a:xfrm rot="5400000">
                <a:off x="3580572" y="564356"/>
                <a:ext cx="2246286" cy="7379651"/>
              </a:xfrm>
              <a:prstGeom prst="round2SameRect">
                <a:avLst>
                  <a:gd name="adj1" fmla="val 8000"/>
                  <a:gd name="adj2" fmla="val 12515"/>
                </a:avLst>
              </a:prstGeom>
              <a:scene3d>
                <a:camera prst="orthographicFront"/>
                <a:lightRig rig="flat" dir="t"/>
              </a:scene3d>
              <a:sp3d z="-190500" extrusionH="12700" prstMaterial="plastic">
                <a:bevelT w="50800" h="50800"/>
              </a:sp3d>
            </p:spPr>
            <p:style>
              <a:lnRef idx="1">
                <a:schemeClr val="accent3">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7" name="Rectangle 6"/>
              <p:cNvSpPr/>
              <p:nvPr/>
            </p:nvSpPr>
            <p:spPr>
              <a:xfrm>
                <a:off x="1339368" y="3737433"/>
                <a:ext cx="7016067" cy="954098"/>
              </a:xfrm>
              <a:prstGeom prst="rect">
                <a:avLst/>
              </a:prstGeom>
            </p:spPr>
            <p:txBody>
              <a:bodyPr>
                <a:spAutoFit/>
              </a:bodyPr>
              <a:lstStyle/>
              <a:p>
                <a:pPr algn="just" eaLnBrk="0" hangingPunct="0">
                  <a:defRPr/>
                </a:pPr>
                <a:r>
                  <a:rPr lang="vi-VN" sz="2800" dirty="0">
                    <a:latin typeface="+mn-lt"/>
                    <a:cs typeface="Arial" panose="020B0604020202020204" pitchFamily="34" charset="0"/>
                  </a:rPr>
                  <a:t>Có nền văn hóa tiên tiến, đậm đà bản sắc dân tộc </a:t>
                </a:r>
              </a:p>
            </p:txBody>
          </p:sp>
        </p:grpSp>
        <p:grpSp>
          <p:nvGrpSpPr>
            <p:cNvPr id="13" name="Group 12"/>
            <p:cNvGrpSpPr>
              <a:grpSpLocks noChangeAspect="1"/>
            </p:cNvGrpSpPr>
            <p:nvPr/>
          </p:nvGrpSpPr>
          <p:grpSpPr bwMode="auto">
            <a:xfrm>
              <a:off x="169863" y="4549775"/>
              <a:ext cx="1131887" cy="1131888"/>
              <a:chOff x="1981200" y="1963266"/>
              <a:chExt cx="1712976" cy="1476884"/>
            </a:xfrm>
          </p:grpSpPr>
          <p:grpSp>
            <p:nvGrpSpPr>
              <p:cNvPr id="14" name="Group 40"/>
              <p:cNvGrpSpPr/>
              <p:nvPr/>
            </p:nvGrpSpPr>
            <p:grpSpPr bwMode="auto">
              <a:xfrm>
                <a:off x="1981200" y="1963266"/>
                <a:ext cx="1712976" cy="1476884"/>
                <a:chOff x="1464259" y="887951"/>
                <a:chExt cx="1712976" cy="1476884"/>
              </a:xfrm>
            </p:grpSpPr>
            <p:sp>
              <p:nvSpPr>
                <p:cNvPr id="16" name="Hexagon 15"/>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7" name="Hexagon 14"/>
                <p:cNvSpPr/>
                <p:nvPr/>
              </p:nvSpPr>
              <p:spPr>
                <a:xfrm>
                  <a:off x="1730935" y="1117873"/>
                  <a:ext cx="1179624" cy="1017040"/>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15" name="Hexagon 14"/>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sp>
          <p:nvSpPr>
            <p:cNvPr id="18" name="TextBox 17"/>
            <p:cNvSpPr txBox="1"/>
            <p:nvPr/>
          </p:nvSpPr>
          <p:spPr>
            <a:xfrm>
              <a:off x="533400" y="4800600"/>
              <a:ext cx="385042" cy="523220"/>
            </a:xfrm>
            <a:prstGeom prst="rect">
              <a:avLst/>
            </a:prstGeom>
            <a:noFill/>
          </p:spPr>
          <p:txBody>
            <a:bodyPr wrap="none" rtlCol="0">
              <a:spAutoFit/>
            </a:bodyPr>
            <a:lstStyle/>
            <a:p>
              <a:r>
                <a:rPr lang="x-none" sz="2800" dirty="0"/>
                <a:t>4</a:t>
              </a:r>
            </a:p>
          </p:txBody>
        </p:sp>
      </p:grpSp>
      <p:sp>
        <p:nvSpPr>
          <p:cNvPr id="19" name="Rectangle 18"/>
          <p:cNvSpPr/>
          <p:nvPr/>
        </p:nvSpPr>
        <p:spPr>
          <a:xfrm>
            <a:off x="1014413" y="2286000"/>
            <a:ext cx="7378701" cy="646331"/>
          </a:xfrm>
          <a:prstGeom prst="rect">
            <a:avLst/>
          </a:prstGeom>
        </p:spPr>
        <p:txBody>
          <a:bodyPr wrap="square">
            <a:spAutoFit/>
          </a:bodyPr>
          <a:lstStyle/>
          <a:p>
            <a:pPr algn="ctr"/>
            <a:r>
              <a:rPr lang="pt-BR" b="1" dirty="0" err="1">
                <a:latin typeface="+mn-lt"/>
                <a:ea typeface="Calibri" panose="020F0502020204030204" pitchFamily="34" charset="0"/>
              </a:rPr>
              <a:t>Cương</a:t>
            </a:r>
            <a:r>
              <a:rPr lang="pt-BR" b="1" dirty="0">
                <a:latin typeface="+mn-lt"/>
                <a:ea typeface="Calibri" panose="020F0502020204030204" pitchFamily="34" charset="0"/>
              </a:rPr>
              <a:t> </a:t>
            </a:r>
            <a:r>
              <a:rPr lang="pt-BR" b="1" dirty="0" err="1">
                <a:latin typeface="+mn-lt"/>
                <a:ea typeface="Calibri" panose="020F0502020204030204" pitchFamily="34" charset="0"/>
              </a:rPr>
              <a:t>lĩnh</a:t>
            </a:r>
            <a:r>
              <a:rPr lang="pt-BR" b="1" dirty="0">
                <a:latin typeface="+mn-lt"/>
                <a:ea typeface="Calibri" panose="020F0502020204030204" pitchFamily="34" charset="0"/>
              </a:rPr>
              <a:t> </a:t>
            </a:r>
            <a:r>
              <a:rPr lang="pt-BR" b="1" dirty="0" err="1">
                <a:latin typeface="+mn-lt"/>
                <a:ea typeface="Calibri" panose="020F0502020204030204" pitchFamily="34" charset="0"/>
              </a:rPr>
              <a:t>xây</a:t>
            </a:r>
            <a:r>
              <a:rPr lang="pt-BR" b="1" dirty="0">
                <a:latin typeface="+mn-lt"/>
                <a:ea typeface="Calibri" panose="020F0502020204030204" pitchFamily="34" charset="0"/>
              </a:rPr>
              <a:t> </a:t>
            </a:r>
            <a:r>
              <a:rPr lang="pt-BR" b="1" dirty="0" err="1">
                <a:latin typeface="+mn-lt"/>
                <a:ea typeface="Calibri" panose="020F0502020204030204" pitchFamily="34" charset="0"/>
              </a:rPr>
              <a:t>dựng</a:t>
            </a:r>
            <a:r>
              <a:rPr lang="pt-BR" b="1" dirty="0">
                <a:latin typeface="+mn-lt"/>
                <a:ea typeface="Calibri" panose="020F0502020204030204" pitchFamily="34" charset="0"/>
              </a:rPr>
              <a:t> </a:t>
            </a:r>
            <a:r>
              <a:rPr lang="pt-BR" b="1" dirty="0" err="1">
                <a:latin typeface="+mn-lt"/>
                <a:ea typeface="Calibri" panose="020F0502020204030204" pitchFamily="34" charset="0"/>
              </a:rPr>
              <a:t>đất</a:t>
            </a:r>
            <a:r>
              <a:rPr lang="pt-BR" b="1" dirty="0">
                <a:latin typeface="+mn-lt"/>
                <a:ea typeface="Calibri" panose="020F0502020204030204" pitchFamily="34" charset="0"/>
              </a:rPr>
              <a:t> </a:t>
            </a:r>
            <a:r>
              <a:rPr lang="pt-BR" b="1" dirty="0" err="1">
                <a:latin typeface="+mn-lt"/>
                <a:ea typeface="Calibri" panose="020F0502020204030204" pitchFamily="34" charset="0"/>
              </a:rPr>
              <a:t>nước</a:t>
            </a:r>
            <a:r>
              <a:rPr lang="pt-BR" b="1" dirty="0">
                <a:latin typeface="+mn-lt"/>
                <a:ea typeface="Calibri" panose="020F0502020204030204" pitchFamily="34" charset="0"/>
              </a:rPr>
              <a:t> </a:t>
            </a:r>
            <a:r>
              <a:rPr lang="pt-BR" b="1" dirty="0" err="1">
                <a:latin typeface="+mn-lt"/>
                <a:ea typeface="Calibri" panose="020F0502020204030204" pitchFamily="34" charset="0"/>
              </a:rPr>
              <a:t>trong</a:t>
            </a:r>
            <a:r>
              <a:rPr lang="pt-BR" b="1" dirty="0">
                <a:latin typeface="+mn-lt"/>
                <a:ea typeface="Calibri" panose="020F0502020204030204" pitchFamily="34" charset="0"/>
              </a:rPr>
              <a:t> </a:t>
            </a:r>
            <a:r>
              <a:rPr lang="pt-BR" b="1" dirty="0" err="1">
                <a:latin typeface="+mn-lt"/>
                <a:ea typeface="Calibri" panose="020F0502020204030204" pitchFamily="34" charset="0"/>
              </a:rPr>
              <a:t>thời</a:t>
            </a:r>
            <a:r>
              <a:rPr lang="pt-BR" b="1" dirty="0">
                <a:latin typeface="+mn-lt"/>
                <a:ea typeface="Calibri" panose="020F0502020204030204" pitchFamily="34" charset="0"/>
              </a:rPr>
              <a:t> </a:t>
            </a:r>
            <a:r>
              <a:rPr lang="pt-BR" b="1" dirty="0" err="1">
                <a:latin typeface="+mn-lt"/>
                <a:ea typeface="Calibri" panose="020F0502020204030204" pitchFamily="34" charset="0"/>
              </a:rPr>
              <a:t>kỳ</a:t>
            </a:r>
            <a:r>
              <a:rPr lang="pt-BR" b="1" dirty="0">
                <a:latin typeface="+mn-lt"/>
                <a:ea typeface="Calibri" panose="020F0502020204030204" pitchFamily="34" charset="0"/>
              </a:rPr>
              <a:t> </a:t>
            </a:r>
            <a:r>
              <a:rPr lang="pt-BR" b="1" dirty="0" err="1">
                <a:latin typeface="+mn-lt"/>
                <a:ea typeface="Calibri" panose="020F0502020204030204" pitchFamily="34" charset="0"/>
              </a:rPr>
              <a:t>quá</a:t>
            </a:r>
            <a:r>
              <a:rPr lang="pt-BR" b="1" dirty="0">
                <a:latin typeface="+mn-lt"/>
                <a:ea typeface="Calibri" panose="020F0502020204030204" pitchFamily="34" charset="0"/>
              </a:rPr>
              <a:t> </a:t>
            </a:r>
            <a:r>
              <a:rPr lang="pt-BR" b="1" dirty="0" err="1">
                <a:latin typeface="+mn-lt"/>
                <a:ea typeface="Calibri" panose="020F0502020204030204" pitchFamily="34" charset="0"/>
              </a:rPr>
              <a:t>độ</a:t>
            </a:r>
            <a:r>
              <a:rPr lang="pt-BR" b="1" dirty="0">
                <a:latin typeface="+mn-lt"/>
                <a:ea typeface="Calibri" panose="020F0502020204030204" pitchFamily="34" charset="0"/>
              </a:rPr>
              <a:t> </a:t>
            </a:r>
            <a:r>
              <a:rPr lang="pt-BR" b="1" dirty="0" err="1">
                <a:latin typeface="+mn-lt"/>
                <a:ea typeface="Calibri" panose="020F0502020204030204" pitchFamily="34" charset="0"/>
              </a:rPr>
              <a:t>lên</a:t>
            </a:r>
            <a:r>
              <a:rPr lang="pt-BR" b="1" dirty="0">
                <a:latin typeface="+mn-lt"/>
                <a:ea typeface="Calibri" panose="020F0502020204030204" pitchFamily="34" charset="0"/>
              </a:rPr>
              <a:t> </a:t>
            </a:r>
            <a:r>
              <a:rPr lang="pt-BR" b="1" dirty="0" err="1">
                <a:latin typeface="+mn-lt"/>
                <a:ea typeface="Calibri" panose="020F0502020204030204" pitchFamily="34" charset="0"/>
              </a:rPr>
              <a:t>chủ</a:t>
            </a:r>
            <a:r>
              <a:rPr lang="pt-BR" b="1" dirty="0">
                <a:latin typeface="+mn-lt"/>
                <a:ea typeface="Calibri" panose="020F0502020204030204" pitchFamily="34" charset="0"/>
              </a:rPr>
              <a:t> </a:t>
            </a:r>
            <a:r>
              <a:rPr lang="pt-BR" b="1" dirty="0" err="1">
                <a:latin typeface="+mn-lt"/>
                <a:ea typeface="Calibri" panose="020F0502020204030204" pitchFamily="34" charset="0"/>
              </a:rPr>
              <a:t>nghĩa</a:t>
            </a:r>
            <a:r>
              <a:rPr lang="pt-BR" b="1" dirty="0">
                <a:latin typeface="+mn-lt"/>
                <a:ea typeface="Calibri" panose="020F0502020204030204" pitchFamily="34" charset="0"/>
              </a:rPr>
              <a:t> </a:t>
            </a:r>
            <a:r>
              <a:rPr lang="pt-BR" b="1" dirty="0" err="1">
                <a:latin typeface="+mn-lt"/>
                <a:ea typeface="Calibri" panose="020F0502020204030204" pitchFamily="34" charset="0"/>
              </a:rPr>
              <a:t>xã</a:t>
            </a:r>
            <a:r>
              <a:rPr lang="pt-BR" b="1" dirty="0">
                <a:latin typeface="+mn-lt"/>
                <a:ea typeface="Calibri" panose="020F0502020204030204" pitchFamily="34" charset="0"/>
              </a:rPr>
              <a:t> </a:t>
            </a:r>
            <a:r>
              <a:rPr lang="pt-BR" b="1" dirty="0" err="1">
                <a:latin typeface="+mn-lt"/>
                <a:ea typeface="Calibri" panose="020F0502020204030204" pitchFamily="34" charset="0"/>
              </a:rPr>
              <a:t>hội</a:t>
            </a:r>
            <a:r>
              <a:rPr lang="pt-BR" b="1" dirty="0">
                <a:latin typeface="+mn-lt"/>
                <a:ea typeface="Calibri" panose="020F0502020204030204" pitchFamily="34" charset="0"/>
              </a:rPr>
              <a:t> (</a:t>
            </a:r>
            <a:r>
              <a:rPr lang="pt-BR" b="1" dirty="0" err="1">
                <a:latin typeface="+mn-lt"/>
                <a:ea typeface="Calibri" panose="020F0502020204030204" pitchFamily="34" charset="0"/>
              </a:rPr>
              <a:t>bổ</a:t>
            </a:r>
            <a:r>
              <a:rPr lang="pt-BR" b="1" dirty="0">
                <a:latin typeface="+mn-lt"/>
                <a:ea typeface="Calibri" panose="020F0502020204030204" pitchFamily="34" charset="0"/>
              </a:rPr>
              <a:t> </a:t>
            </a:r>
            <a:r>
              <a:rPr lang="pt-BR" b="1" dirty="0" err="1">
                <a:latin typeface="+mn-lt"/>
                <a:ea typeface="Calibri" panose="020F0502020204030204" pitchFamily="34" charset="0"/>
              </a:rPr>
              <a:t>sung</a:t>
            </a:r>
            <a:r>
              <a:rPr lang="pt-BR" b="1" dirty="0">
                <a:latin typeface="+mn-lt"/>
                <a:ea typeface="Calibri" panose="020F0502020204030204" pitchFamily="34" charset="0"/>
              </a:rPr>
              <a:t>, </a:t>
            </a:r>
            <a:r>
              <a:rPr lang="pt-BR" b="1" dirty="0" err="1">
                <a:latin typeface="+mn-lt"/>
                <a:ea typeface="Calibri" panose="020F0502020204030204" pitchFamily="34" charset="0"/>
              </a:rPr>
              <a:t>phát</a:t>
            </a:r>
            <a:r>
              <a:rPr lang="pt-BR" b="1" dirty="0">
                <a:latin typeface="+mn-lt"/>
                <a:ea typeface="Calibri" panose="020F0502020204030204" pitchFamily="34" charset="0"/>
              </a:rPr>
              <a:t> </a:t>
            </a:r>
            <a:r>
              <a:rPr lang="pt-BR" b="1" dirty="0" err="1">
                <a:latin typeface="+mn-lt"/>
                <a:ea typeface="Calibri" panose="020F0502020204030204" pitchFamily="34" charset="0"/>
              </a:rPr>
              <a:t>triển</a:t>
            </a:r>
            <a:r>
              <a:rPr lang="pt-BR" b="1" dirty="0">
                <a:latin typeface="+mn-lt"/>
                <a:ea typeface="Calibri" panose="020F0502020204030204" pitchFamily="34" charset="0"/>
              </a:rPr>
              <a:t> </a:t>
            </a:r>
            <a:r>
              <a:rPr lang="pt-BR" b="1" dirty="0" err="1">
                <a:latin typeface="+mn-lt"/>
                <a:ea typeface="Calibri" panose="020F0502020204030204" pitchFamily="34" charset="0"/>
              </a:rPr>
              <a:t>năm</a:t>
            </a:r>
            <a:r>
              <a:rPr lang="pt-BR" b="1" dirty="0">
                <a:latin typeface="+mn-lt"/>
                <a:ea typeface="Calibri" panose="020F0502020204030204" pitchFamily="34" charset="0"/>
              </a:rPr>
              <a:t> 2011</a:t>
            </a:r>
            <a:r>
              <a:rPr lang="x-none" b="1" dirty="0">
                <a:latin typeface="+mn-lt"/>
                <a:ea typeface="Calibri" panose="020F0502020204030204" pitchFamily="34" charset="0"/>
              </a:rPr>
              <a:t>)</a:t>
            </a:r>
            <a:endParaRPr lang="x-none" b="1" dirty="0">
              <a:latin typeface="+mn-lt"/>
            </a:endParaRPr>
          </a:p>
        </p:txBody>
      </p:sp>
      <p:sp>
        <p:nvSpPr>
          <p:cNvPr id="20"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21"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61111E-6 1.85185E-6 L -0.09202 0.42338 " pathEditMode="relative" rAng="0" ptsTypes="AA">
                                      <p:cBhvr>
                                        <p:cTn id="11" dur="2000" fill="hold"/>
                                        <p:tgtEl>
                                          <p:spTgt spid="8"/>
                                        </p:tgtEl>
                                        <p:attrNameLst>
                                          <p:attrName>ppt_x</p:attrName>
                                          <p:attrName>ppt_y</p:attrName>
                                        </p:attrNameLst>
                                      </p:cBhvr>
                                      <p:rCtr x="-4601" y="21157"/>
                                    </p:animMotion>
                                  </p:childTnLst>
                                </p:cTn>
                              </p:par>
                              <p:par>
                                <p:cTn id="12" presetID="6" presetClass="emph" presetSubtype="0" fill="hold" nodeType="withEffect">
                                  <p:stCondLst>
                                    <p:cond delay="0"/>
                                  </p:stCondLst>
                                  <p:childTnLst>
                                    <p:animScale>
                                      <p:cBhvr>
                                        <p:cTn id="13" dur="2000" fill="hold"/>
                                        <p:tgtEl>
                                          <p:spTgt spid="8"/>
                                        </p:tgtEl>
                                      </p:cBhvr>
                                      <p:by x="25000" y="25000"/>
                                    </p:animScale>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10"/>
                                        <p:tgtEl>
                                          <p:spTgt spid="8"/>
                                        </p:tgtEl>
                                      </p:cBhvr>
                                    </p:animEffect>
                                    <p:set>
                                      <p:cBhvr>
                                        <p:cTn id="17" dur="1" fill="hold">
                                          <p:stCondLst>
                                            <p:cond delay="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grpSp>
        <p:nvGrpSpPr>
          <p:cNvPr id="7" name="Group 6"/>
          <p:cNvGrpSpPr/>
          <p:nvPr/>
        </p:nvGrpSpPr>
        <p:grpSpPr bwMode="auto">
          <a:xfrm>
            <a:off x="33338" y="2194666"/>
            <a:ext cx="731837" cy="730250"/>
            <a:chOff x="1981200" y="1963266"/>
            <a:chExt cx="1712976" cy="1476884"/>
          </a:xfrm>
        </p:grpSpPr>
        <p:grpSp>
          <p:nvGrpSpPr>
            <p:cNvPr id="8" name="Group 30"/>
            <p:cNvGrpSpPr/>
            <p:nvPr/>
          </p:nvGrpSpPr>
          <p:grpSpPr bwMode="auto">
            <a:xfrm>
              <a:off x="1981200" y="1963266"/>
              <a:ext cx="1712976" cy="1476884"/>
              <a:chOff x="1464259" y="887951"/>
              <a:chExt cx="1712976" cy="1476884"/>
            </a:xfrm>
          </p:grpSpPr>
          <p:sp>
            <p:nvSpPr>
              <p:cNvPr id="10" name="Hexagon 9"/>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1" name="Hexagon 14"/>
              <p:cNvSpPr/>
              <p:nvPr/>
            </p:nvSpPr>
            <p:spPr>
              <a:xfrm>
                <a:off x="1731796" y="1115906"/>
                <a:ext cx="1177903" cy="1020976"/>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9" name="Hexagon 8"/>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grpSp>
        <p:nvGrpSpPr>
          <p:cNvPr id="19" name="Group 18"/>
          <p:cNvGrpSpPr/>
          <p:nvPr/>
        </p:nvGrpSpPr>
        <p:grpSpPr>
          <a:xfrm>
            <a:off x="169863" y="3733800"/>
            <a:ext cx="8223250" cy="2246307"/>
            <a:chOff x="169863" y="4078293"/>
            <a:chExt cx="8223250" cy="2246307"/>
          </a:xfrm>
        </p:grpSpPr>
        <p:grpSp>
          <p:nvGrpSpPr>
            <p:cNvPr id="4" name="Group 3"/>
            <p:cNvGrpSpPr/>
            <p:nvPr/>
          </p:nvGrpSpPr>
          <p:grpSpPr bwMode="auto">
            <a:xfrm>
              <a:off x="1014413" y="4078293"/>
              <a:ext cx="7378700" cy="2246307"/>
              <a:chOff x="1013889" y="3131039"/>
              <a:chExt cx="7379651" cy="2246286"/>
            </a:xfrm>
          </p:grpSpPr>
          <p:sp>
            <p:nvSpPr>
              <p:cNvPr id="5" name="Round Same Side Corner Rectangle 4"/>
              <p:cNvSpPr/>
              <p:nvPr/>
            </p:nvSpPr>
            <p:spPr>
              <a:xfrm rot="5400000">
                <a:off x="3580572" y="564356"/>
                <a:ext cx="2246286" cy="7379651"/>
              </a:xfrm>
              <a:prstGeom prst="round2SameRect">
                <a:avLst>
                  <a:gd name="adj1" fmla="val 8000"/>
                  <a:gd name="adj2" fmla="val 12515"/>
                </a:avLst>
              </a:prstGeom>
              <a:scene3d>
                <a:camera prst="orthographicFront"/>
                <a:lightRig rig="flat" dir="t"/>
              </a:scene3d>
              <a:sp3d z="-190500" extrusionH="12700" prstMaterial="plastic">
                <a:bevelT w="50800" h="50800"/>
              </a:sp3d>
            </p:spPr>
            <p:style>
              <a:lnRef idx="1">
                <a:schemeClr val="accent3">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Rectangle 5"/>
              <p:cNvSpPr/>
              <p:nvPr/>
            </p:nvSpPr>
            <p:spPr>
              <a:xfrm>
                <a:off x="1339368" y="3535147"/>
                <a:ext cx="7016067" cy="1384982"/>
              </a:xfrm>
              <a:prstGeom prst="rect">
                <a:avLst/>
              </a:prstGeom>
            </p:spPr>
            <p:txBody>
              <a:bodyPr>
                <a:spAutoFit/>
              </a:bodyPr>
              <a:lstStyle/>
              <a:p>
                <a:pPr algn="just" eaLnBrk="0" hangingPunct="0">
                  <a:defRPr/>
                </a:pPr>
                <a:r>
                  <a:rPr lang="vi-VN" sz="2800" dirty="0">
                    <a:latin typeface="+mn-lt"/>
                    <a:cs typeface="Arial" panose="020B0604020202020204" pitchFamily="34" charset="0"/>
                  </a:rPr>
                  <a:t>Con người có cuộc sống ấm no, tự do, hạnh phúc, có điều kiện phát triển toàn diện. </a:t>
                </a:r>
              </a:p>
            </p:txBody>
          </p:sp>
        </p:grpSp>
        <p:grpSp>
          <p:nvGrpSpPr>
            <p:cNvPr id="12" name="Group 11"/>
            <p:cNvGrpSpPr>
              <a:grpSpLocks noChangeAspect="1"/>
            </p:cNvGrpSpPr>
            <p:nvPr/>
          </p:nvGrpSpPr>
          <p:grpSpPr bwMode="auto">
            <a:xfrm>
              <a:off x="169863" y="4549775"/>
              <a:ext cx="1131887" cy="1131888"/>
              <a:chOff x="1981200" y="1963266"/>
              <a:chExt cx="1712976" cy="1476884"/>
            </a:xfrm>
          </p:grpSpPr>
          <p:grpSp>
            <p:nvGrpSpPr>
              <p:cNvPr id="13" name="Group 40"/>
              <p:cNvGrpSpPr/>
              <p:nvPr/>
            </p:nvGrpSpPr>
            <p:grpSpPr bwMode="auto">
              <a:xfrm>
                <a:off x="1981200" y="1963266"/>
                <a:ext cx="1712976" cy="1476884"/>
                <a:chOff x="1464259" y="887951"/>
                <a:chExt cx="1712976" cy="1476884"/>
              </a:xfrm>
            </p:grpSpPr>
            <p:sp>
              <p:nvSpPr>
                <p:cNvPr id="15" name="Hexagon 14"/>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6" name="Hexagon 14"/>
                <p:cNvSpPr/>
                <p:nvPr/>
              </p:nvSpPr>
              <p:spPr>
                <a:xfrm>
                  <a:off x="1730935" y="1117873"/>
                  <a:ext cx="1179624" cy="1017040"/>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14" name="Hexagon 13"/>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sp>
          <p:nvSpPr>
            <p:cNvPr id="17" name="TextBox 16"/>
            <p:cNvSpPr txBox="1"/>
            <p:nvPr/>
          </p:nvSpPr>
          <p:spPr>
            <a:xfrm>
              <a:off x="533400" y="4800600"/>
              <a:ext cx="385042" cy="523220"/>
            </a:xfrm>
            <a:prstGeom prst="rect">
              <a:avLst/>
            </a:prstGeom>
            <a:noFill/>
          </p:spPr>
          <p:txBody>
            <a:bodyPr wrap="none" rtlCol="0">
              <a:spAutoFit/>
            </a:bodyPr>
            <a:lstStyle/>
            <a:p>
              <a:r>
                <a:rPr lang="x-none" sz="2800" dirty="0"/>
                <a:t>5</a:t>
              </a:r>
            </a:p>
          </p:txBody>
        </p:sp>
      </p:grpSp>
      <p:sp>
        <p:nvSpPr>
          <p:cNvPr id="18" name="Rectangle 17"/>
          <p:cNvSpPr/>
          <p:nvPr/>
        </p:nvSpPr>
        <p:spPr>
          <a:xfrm>
            <a:off x="1014413" y="2286000"/>
            <a:ext cx="7378701" cy="646331"/>
          </a:xfrm>
          <a:prstGeom prst="rect">
            <a:avLst/>
          </a:prstGeom>
        </p:spPr>
        <p:txBody>
          <a:bodyPr wrap="square">
            <a:spAutoFit/>
          </a:bodyPr>
          <a:lstStyle/>
          <a:p>
            <a:pPr algn="ctr"/>
            <a:r>
              <a:rPr lang="pt-BR" b="1" dirty="0" err="1">
                <a:latin typeface="+mn-lt"/>
                <a:ea typeface="Calibri" panose="020F0502020204030204" pitchFamily="34" charset="0"/>
              </a:rPr>
              <a:t>Cương</a:t>
            </a:r>
            <a:r>
              <a:rPr lang="pt-BR" b="1" dirty="0">
                <a:latin typeface="+mn-lt"/>
                <a:ea typeface="Calibri" panose="020F0502020204030204" pitchFamily="34" charset="0"/>
              </a:rPr>
              <a:t> </a:t>
            </a:r>
            <a:r>
              <a:rPr lang="pt-BR" b="1" dirty="0" err="1">
                <a:latin typeface="+mn-lt"/>
                <a:ea typeface="Calibri" panose="020F0502020204030204" pitchFamily="34" charset="0"/>
              </a:rPr>
              <a:t>lĩnh</a:t>
            </a:r>
            <a:r>
              <a:rPr lang="pt-BR" b="1" dirty="0">
                <a:latin typeface="+mn-lt"/>
                <a:ea typeface="Calibri" panose="020F0502020204030204" pitchFamily="34" charset="0"/>
              </a:rPr>
              <a:t> </a:t>
            </a:r>
            <a:r>
              <a:rPr lang="pt-BR" b="1" dirty="0" err="1">
                <a:latin typeface="+mn-lt"/>
                <a:ea typeface="Calibri" panose="020F0502020204030204" pitchFamily="34" charset="0"/>
              </a:rPr>
              <a:t>xây</a:t>
            </a:r>
            <a:r>
              <a:rPr lang="pt-BR" b="1" dirty="0">
                <a:latin typeface="+mn-lt"/>
                <a:ea typeface="Calibri" panose="020F0502020204030204" pitchFamily="34" charset="0"/>
              </a:rPr>
              <a:t> </a:t>
            </a:r>
            <a:r>
              <a:rPr lang="pt-BR" b="1" dirty="0" err="1">
                <a:latin typeface="+mn-lt"/>
                <a:ea typeface="Calibri" panose="020F0502020204030204" pitchFamily="34" charset="0"/>
              </a:rPr>
              <a:t>dựng</a:t>
            </a:r>
            <a:r>
              <a:rPr lang="pt-BR" b="1" dirty="0">
                <a:latin typeface="+mn-lt"/>
                <a:ea typeface="Calibri" panose="020F0502020204030204" pitchFamily="34" charset="0"/>
              </a:rPr>
              <a:t> </a:t>
            </a:r>
            <a:r>
              <a:rPr lang="pt-BR" b="1" dirty="0" err="1">
                <a:latin typeface="+mn-lt"/>
                <a:ea typeface="Calibri" panose="020F0502020204030204" pitchFamily="34" charset="0"/>
              </a:rPr>
              <a:t>đất</a:t>
            </a:r>
            <a:r>
              <a:rPr lang="pt-BR" b="1" dirty="0">
                <a:latin typeface="+mn-lt"/>
                <a:ea typeface="Calibri" panose="020F0502020204030204" pitchFamily="34" charset="0"/>
              </a:rPr>
              <a:t> </a:t>
            </a:r>
            <a:r>
              <a:rPr lang="pt-BR" b="1" dirty="0" err="1">
                <a:latin typeface="+mn-lt"/>
                <a:ea typeface="Calibri" panose="020F0502020204030204" pitchFamily="34" charset="0"/>
              </a:rPr>
              <a:t>nước</a:t>
            </a:r>
            <a:r>
              <a:rPr lang="pt-BR" b="1" dirty="0">
                <a:latin typeface="+mn-lt"/>
                <a:ea typeface="Calibri" panose="020F0502020204030204" pitchFamily="34" charset="0"/>
              </a:rPr>
              <a:t> </a:t>
            </a:r>
            <a:r>
              <a:rPr lang="pt-BR" b="1" dirty="0" err="1">
                <a:latin typeface="+mn-lt"/>
                <a:ea typeface="Calibri" panose="020F0502020204030204" pitchFamily="34" charset="0"/>
              </a:rPr>
              <a:t>trong</a:t>
            </a:r>
            <a:r>
              <a:rPr lang="pt-BR" b="1" dirty="0">
                <a:latin typeface="+mn-lt"/>
                <a:ea typeface="Calibri" panose="020F0502020204030204" pitchFamily="34" charset="0"/>
              </a:rPr>
              <a:t> </a:t>
            </a:r>
            <a:r>
              <a:rPr lang="pt-BR" b="1" dirty="0" err="1">
                <a:latin typeface="+mn-lt"/>
                <a:ea typeface="Calibri" panose="020F0502020204030204" pitchFamily="34" charset="0"/>
              </a:rPr>
              <a:t>thời</a:t>
            </a:r>
            <a:r>
              <a:rPr lang="pt-BR" b="1" dirty="0">
                <a:latin typeface="+mn-lt"/>
                <a:ea typeface="Calibri" panose="020F0502020204030204" pitchFamily="34" charset="0"/>
              </a:rPr>
              <a:t> </a:t>
            </a:r>
            <a:r>
              <a:rPr lang="pt-BR" b="1" dirty="0" err="1">
                <a:latin typeface="+mn-lt"/>
                <a:ea typeface="Calibri" panose="020F0502020204030204" pitchFamily="34" charset="0"/>
              </a:rPr>
              <a:t>kỳ</a:t>
            </a:r>
            <a:r>
              <a:rPr lang="pt-BR" b="1" dirty="0">
                <a:latin typeface="+mn-lt"/>
                <a:ea typeface="Calibri" panose="020F0502020204030204" pitchFamily="34" charset="0"/>
              </a:rPr>
              <a:t> </a:t>
            </a:r>
            <a:r>
              <a:rPr lang="pt-BR" b="1" dirty="0" err="1">
                <a:latin typeface="+mn-lt"/>
                <a:ea typeface="Calibri" panose="020F0502020204030204" pitchFamily="34" charset="0"/>
              </a:rPr>
              <a:t>quá</a:t>
            </a:r>
            <a:r>
              <a:rPr lang="pt-BR" b="1" dirty="0">
                <a:latin typeface="+mn-lt"/>
                <a:ea typeface="Calibri" panose="020F0502020204030204" pitchFamily="34" charset="0"/>
              </a:rPr>
              <a:t> </a:t>
            </a:r>
            <a:r>
              <a:rPr lang="pt-BR" b="1" dirty="0" err="1">
                <a:latin typeface="+mn-lt"/>
                <a:ea typeface="Calibri" panose="020F0502020204030204" pitchFamily="34" charset="0"/>
              </a:rPr>
              <a:t>độ</a:t>
            </a:r>
            <a:r>
              <a:rPr lang="pt-BR" b="1" dirty="0">
                <a:latin typeface="+mn-lt"/>
                <a:ea typeface="Calibri" panose="020F0502020204030204" pitchFamily="34" charset="0"/>
              </a:rPr>
              <a:t> </a:t>
            </a:r>
            <a:r>
              <a:rPr lang="pt-BR" b="1" dirty="0" err="1">
                <a:latin typeface="+mn-lt"/>
                <a:ea typeface="Calibri" panose="020F0502020204030204" pitchFamily="34" charset="0"/>
              </a:rPr>
              <a:t>lên</a:t>
            </a:r>
            <a:r>
              <a:rPr lang="pt-BR" b="1" dirty="0">
                <a:latin typeface="+mn-lt"/>
                <a:ea typeface="Calibri" panose="020F0502020204030204" pitchFamily="34" charset="0"/>
              </a:rPr>
              <a:t> </a:t>
            </a:r>
            <a:r>
              <a:rPr lang="pt-BR" b="1" dirty="0" err="1">
                <a:latin typeface="+mn-lt"/>
                <a:ea typeface="Calibri" panose="020F0502020204030204" pitchFamily="34" charset="0"/>
              </a:rPr>
              <a:t>chủ</a:t>
            </a:r>
            <a:r>
              <a:rPr lang="pt-BR" b="1" dirty="0">
                <a:latin typeface="+mn-lt"/>
                <a:ea typeface="Calibri" panose="020F0502020204030204" pitchFamily="34" charset="0"/>
              </a:rPr>
              <a:t> </a:t>
            </a:r>
            <a:r>
              <a:rPr lang="pt-BR" b="1" dirty="0" err="1">
                <a:latin typeface="+mn-lt"/>
                <a:ea typeface="Calibri" panose="020F0502020204030204" pitchFamily="34" charset="0"/>
              </a:rPr>
              <a:t>nghĩa</a:t>
            </a:r>
            <a:r>
              <a:rPr lang="pt-BR" b="1" dirty="0">
                <a:latin typeface="+mn-lt"/>
                <a:ea typeface="Calibri" panose="020F0502020204030204" pitchFamily="34" charset="0"/>
              </a:rPr>
              <a:t> </a:t>
            </a:r>
            <a:r>
              <a:rPr lang="pt-BR" b="1" dirty="0" err="1">
                <a:latin typeface="+mn-lt"/>
                <a:ea typeface="Calibri" panose="020F0502020204030204" pitchFamily="34" charset="0"/>
              </a:rPr>
              <a:t>xã</a:t>
            </a:r>
            <a:r>
              <a:rPr lang="pt-BR" b="1" dirty="0">
                <a:latin typeface="+mn-lt"/>
                <a:ea typeface="Calibri" panose="020F0502020204030204" pitchFamily="34" charset="0"/>
              </a:rPr>
              <a:t> </a:t>
            </a:r>
            <a:r>
              <a:rPr lang="pt-BR" b="1" dirty="0" err="1">
                <a:latin typeface="+mn-lt"/>
                <a:ea typeface="Calibri" panose="020F0502020204030204" pitchFamily="34" charset="0"/>
              </a:rPr>
              <a:t>hội</a:t>
            </a:r>
            <a:r>
              <a:rPr lang="pt-BR" b="1" dirty="0">
                <a:latin typeface="+mn-lt"/>
                <a:ea typeface="Calibri" panose="020F0502020204030204" pitchFamily="34" charset="0"/>
              </a:rPr>
              <a:t> (</a:t>
            </a:r>
            <a:r>
              <a:rPr lang="pt-BR" b="1" dirty="0" err="1">
                <a:latin typeface="+mn-lt"/>
                <a:ea typeface="Calibri" panose="020F0502020204030204" pitchFamily="34" charset="0"/>
              </a:rPr>
              <a:t>bổ</a:t>
            </a:r>
            <a:r>
              <a:rPr lang="pt-BR" b="1" dirty="0">
                <a:latin typeface="+mn-lt"/>
                <a:ea typeface="Calibri" panose="020F0502020204030204" pitchFamily="34" charset="0"/>
              </a:rPr>
              <a:t> </a:t>
            </a:r>
            <a:r>
              <a:rPr lang="pt-BR" b="1" dirty="0" err="1">
                <a:latin typeface="+mn-lt"/>
                <a:ea typeface="Calibri" panose="020F0502020204030204" pitchFamily="34" charset="0"/>
              </a:rPr>
              <a:t>sung</a:t>
            </a:r>
            <a:r>
              <a:rPr lang="pt-BR" b="1" dirty="0">
                <a:latin typeface="+mn-lt"/>
                <a:ea typeface="Calibri" panose="020F0502020204030204" pitchFamily="34" charset="0"/>
              </a:rPr>
              <a:t>, </a:t>
            </a:r>
            <a:r>
              <a:rPr lang="pt-BR" b="1" dirty="0" err="1">
                <a:latin typeface="+mn-lt"/>
                <a:ea typeface="Calibri" panose="020F0502020204030204" pitchFamily="34" charset="0"/>
              </a:rPr>
              <a:t>phát</a:t>
            </a:r>
            <a:r>
              <a:rPr lang="pt-BR" b="1" dirty="0">
                <a:latin typeface="+mn-lt"/>
                <a:ea typeface="Calibri" panose="020F0502020204030204" pitchFamily="34" charset="0"/>
              </a:rPr>
              <a:t> </a:t>
            </a:r>
            <a:r>
              <a:rPr lang="pt-BR" b="1" dirty="0" err="1">
                <a:latin typeface="+mn-lt"/>
                <a:ea typeface="Calibri" panose="020F0502020204030204" pitchFamily="34" charset="0"/>
              </a:rPr>
              <a:t>triển</a:t>
            </a:r>
            <a:r>
              <a:rPr lang="pt-BR" b="1" dirty="0">
                <a:latin typeface="+mn-lt"/>
                <a:ea typeface="Calibri" panose="020F0502020204030204" pitchFamily="34" charset="0"/>
              </a:rPr>
              <a:t> </a:t>
            </a:r>
            <a:r>
              <a:rPr lang="pt-BR" b="1" dirty="0" err="1">
                <a:latin typeface="+mn-lt"/>
                <a:ea typeface="Calibri" panose="020F0502020204030204" pitchFamily="34" charset="0"/>
              </a:rPr>
              <a:t>năm</a:t>
            </a:r>
            <a:r>
              <a:rPr lang="pt-BR" b="1" dirty="0">
                <a:latin typeface="+mn-lt"/>
                <a:ea typeface="Calibri" panose="020F0502020204030204" pitchFamily="34" charset="0"/>
              </a:rPr>
              <a:t> 2011</a:t>
            </a:r>
            <a:r>
              <a:rPr lang="x-none" b="1" dirty="0">
                <a:latin typeface="+mn-lt"/>
                <a:ea typeface="Calibri" panose="020F0502020204030204" pitchFamily="34" charset="0"/>
              </a:rPr>
              <a:t>)</a:t>
            </a:r>
            <a:endParaRPr lang="x-none" b="1" dirty="0">
              <a:latin typeface="+mn-lt"/>
            </a:endParaRPr>
          </a:p>
        </p:txBody>
      </p:sp>
      <p:sp>
        <p:nvSpPr>
          <p:cNvPr id="21"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20"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61111E-6 1.85185E-6 L -0.09202 0.42338 " pathEditMode="relative" rAng="0" ptsTypes="AA">
                                      <p:cBhvr>
                                        <p:cTn id="11" dur="2000" fill="hold"/>
                                        <p:tgtEl>
                                          <p:spTgt spid="7"/>
                                        </p:tgtEl>
                                        <p:attrNameLst>
                                          <p:attrName>ppt_x</p:attrName>
                                          <p:attrName>ppt_y</p:attrName>
                                        </p:attrNameLst>
                                      </p:cBhvr>
                                      <p:rCtr x="-4601" y="21157"/>
                                    </p:animMotion>
                                  </p:childTnLst>
                                </p:cTn>
                              </p:par>
                              <p:par>
                                <p:cTn id="12" presetID="6" presetClass="emph" presetSubtype="0" fill="hold" nodeType="withEffect">
                                  <p:stCondLst>
                                    <p:cond delay="0"/>
                                  </p:stCondLst>
                                  <p:childTnLst>
                                    <p:animScale>
                                      <p:cBhvr>
                                        <p:cTn id="13" dur="2000" fill="hold"/>
                                        <p:tgtEl>
                                          <p:spTgt spid="7"/>
                                        </p:tgtEl>
                                      </p:cBhvr>
                                      <p:by x="25000" y="25000"/>
                                    </p:animScale>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10"/>
                                        <p:tgtEl>
                                          <p:spTgt spid="7"/>
                                        </p:tgtEl>
                                      </p:cBhvr>
                                    </p:animEffect>
                                    <p:set>
                                      <p:cBhvr>
                                        <p:cTn id="17" dur="1" fill="hold">
                                          <p:stCondLst>
                                            <p:cond delay="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grpSp>
        <p:nvGrpSpPr>
          <p:cNvPr id="7" name="Group 6"/>
          <p:cNvGrpSpPr/>
          <p:nvPr/>
        </p:nvGrpSpPr>
        <p:grpSpPr bwMode="auto">
          <a:xfrm>
            <a:off x="33338" y="2194666"/>
            <a:ext cx="731837" cy="730250"/>
            <a:chOff x="1981200" y="1963266"/>
            <a:chExt cx="1712976" cy="1476884"/>
          </a:xfrm>
        </p:grpSpPr>
        <p:grpSp>
          <p:nvGrpSpPr>
            <p:cNvPr id="8" name="Group 30"/>
            <p:cNvGrpSpPr/>
            <p:nvPr/>
          </p:nvGrpSpPr>
          <p:grpSpPr bwMode="auto">
            <a:xfrm>
              <a:off x="1981200" y="1963266"/>
              <a:ext cx="1712976" cy="1476884"/>
              <a:chOff x="1464259" y="887951"/>
              <a:chExt cx="1712976" cy="1476884"/>
            </a:xfrm>
          </p:grpSpPr>
          <p:sp>
            <p:nvSpPr>
              <p:cNvPr id="10" name="Hexagon 9"/>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1" name="Hexagon 14"/>
              <p:cNvSpPr/>
              <p:nvPr/>
            </p:nvSpPr>
            <p:spPr>
              <a:xfrm>
                <a:off x="1731796" y="1115906"/>
                <a:ext cx="1177903" cy="1020976"/>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9" name="Hexagon 8"/>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grpSp>
        <p:nvGrpSpPr>
          <p:cNvPr id="19" name="Group 18"/>
          <p:cNvGrpSpPr/>
          <p:nvPr/>
        </p:nvGrpSpPr>
        <p:grpSpPr>
          <a:xfrm>
            <a:off x="169863" y="3733800"/>
            <a:ext cx="8223250" cy="2246307"/>
            <a:chOff x="169863" y="4078293"/>
            <a:chExt cx="8223250" cy="2246307"/>
          </a:xfrm>
        </p:grpSpPr>
        <p:grpSp>
          <p:nvGrpSpPr>
            <p:cNvPr id="4" name="Group 3"/>
            <p:cNvGrpSpPr/>
            <p:nvPr/>
          </p:nvGrpSpPr>
          <p:grpSpPr bwMode="auto">
            <a:xfrm>
              <a:off x="1014413" y="4078293"/>
              <a:ext cx="7378700" cy="2246307"/>
              <a:chOff x="1013889" y="3131039"/>
              <a:chExt cx="7379651" cy="2246286"/>
            </a:xfrm>
          </p:grpSpPr>
          <p:sp>
            <p:nvSpPr>
              <p:cNvPr id="5" name="Round Same Side Corner Rectangle 4"/>
              <p:cNvSpPr/>
              <p:nvPr/>
            </p:nvSpPr>
            <p:spPr>
              <a:xfrm rot="5400000">
                <a:off x="3580572" y="564356"/>
                <a:ext cx="2246286" cy="7379651"/>
              </a:xfrm>
              <a:prstGeom prst="round2SameRect">
                <a:avLst>
                  <a:gd name="adj1" fmla="val 8000"/>
                  <a:gd name="adj2" fmla="val 12515"/>
                </a:avLst>
              </a:prstGeom>
              <a:scene3d>
                <a:camera prst="orthographicFront"/>
                <a:lightRig rig="flat" dir="t"/>
              </a:scene3d>
              <a:sp3d z="-190500" extrusionH="12700" prstMaterial="plastic">
                <a:bevelT w="50800" h="50800"/>
              </a:sp3d>
            </p:spPr>
            <p:style>
              <a:lnRef idx="1">
                <a:schemeClr val="accent3">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Rectangle 5"/>
              <p:cNvSpPr/>
              <p:nvPr/>
            </p:nvSpPr>
            <p:spPr>
              <a:xfrm>
                <a:off x="1339368" y="3535147"/>
                <a:ext cx="7016067" cy="1384982"/>
              </a:xfrm>
              <a:prstGeom prst="rect">
                <a:avLst/>
              </a:prstGeom>
            </p:spPr>
            <p:txBody>
              <a:bodyPr>
                <a:spAutoFit/>
              </a:bodyPr>
              <a:lstStyle/>
              <a:p>
                <a:pPr algn="just" eaLnBrk="0" hangingPunct="0">
                  <a:defRPr/>
                </a:pPr>
                <a:r>
                  <a:rPr lang="vi-VN" sz="2800" dirty="0">
                    <a:latin typeface="+mn-lt"/>
                    <a:cs typeface="Arial" panose="020B0604020202020204" pitchFamily="34" charset="0"/>
                  </a:rPr>
                  <a:t>Các dân tộc trong cộng đồng Việt Nam bình đẳng, đoàn kết, tôn trọng và giúp nhau cùng phát triển. </a:t>
                </a:r>
              </a:p>
            </p:txBody>
          </p:sp>
        </p:grpSp>
        <p:grpSp>
          <p:nvGrpSpPr>
            <p:cNvPr id="12" name="Group 11"/>
            <p:cNvGrpSpPr>
              <a:grpSpLocks noChangeAspect="1"/>
            </p:cNvGrpSpPr>
            <p:nvPr/>
          </p:nvGrpSpPr>
          <p:grpSpPr bwMode="auto">
            <a:xfrm>
              <a:off x="169863" y="4549775"/>
              <a:ext cx="1131887" cy="1131888"/>
              <a:chOff x="1981200" y="1963266"/>
              <a:chExt cx="1712976" cy="1476884"/>
            </a:xfrm>
          </p:grpSpPr>
          <p:grpSp>
            <p:nvGrpSpPr>
              <p:cNvPr id="13" name="Group 40"/>
              <p:cNvGrpSpPr/>
              <p:nvPr/>
            </p:nvGrpSpPr>
            <p:grpSpPr bwMode="auto">
              <a:xfrm>
                <a:off x="1981200" y="1963266"/>
                <a:ext cx="1712976" cy="1476884"/>
                <a:chOff x="1464259" y="887951"/>
                <a:chExt cx="1712976" cy="1476884"/>
              </a:xfrm>
            </p:grpSpPr>
            <p:sp>
              <p:nvSpPr>
                <p:cNvPr id="15" name="Hexagon 14"/>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6" name="Hexagon 14"/>
                <p:cNvSpPr/>
                <p:nvPr/>
              </p:nvSpPr>
              <p:spPr>
                <a:xfrm>
                  <a:off x="1730935" y="1117873"/>
                  <a:ext cx="1179624" cy="1017040"/>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14" name="Hexagon 13"/>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sp>
          <p:nvSpPr>
            <p:cNvPr id="17" name="TextBox 16"/>
            <p:cNvSpPr txBox="1"/>
            <p:nvPr/>
          </p:nvSpPr>
          <p:spPr>
            <a:xfrm>
              <a:off x="533400" y="4800600"/>
              <a:ext cx="385042" cy="523220"/>
            </a:xfrm>
            <a:prstGeom prst="rect">
              <a:avLst/>
            </a:prstGeom>
            <a:noFill/>
          </p:spPr>
          <p:txBody>
            <a:bodyPr wrap="none" rtlCol="0">
              <a:spAutoFit/>
            </a:bodyPr>
            <a:lstStyle/>
            <a:p>
              <a:r>
                <a:rPr lang="x-none" sz="2800" dirty="0"/>
                <a:t>6</a:t>
              </a:r>
            </a:p>
          </p:txBody>
        </p:sp>
      </p:grpSp>
      <p:sp>
        <p:nvSpPr>
          <p:cNvPr id="18" name="Rectangle 17"/>
          <p:cNvSpPr/>
          <p:nvPr/>
        </p:nvSpPr>
        <p:spPr>
          <a:xfrm>
            <a:off x="1014413" y="2286000"/>
            <a:ext cx="7378701" cy="646331"/>
          </a:xfrm>
          <a:prstGeom prst="rect">
            <a:avLst/>
          </a:prstGeom>
        </p:spPr>
        <p:txBody>
          <a:bodyPr wrap="square">
            <a:spAutoFit/>
          </a:bodyPr>
          <a:lstStyle/>
          <a:p>
            <a:pPr algn="ctr"/>
            <a:r>
              <a:rPr lang="pt-BR" b="1" dirty="0" err="1">
                <a:latin typeface="+mn-lt"/>
                <a:ea typeface="Calibri" panose="020F0502020204030204" pitchFamily="34" charset="0"/>
              </a:rPr>
              <a:t>Cương</a:t>
            </a:r>
            <a:r>
              <a:rPr lang="pt-BR" b="1" dirty="0">
                <a:latin typeface="+mn-lt"/>
                <a:ea typeface="Calibri" panose="020F0502020204030204" pitchFamily="34" charset="0"/>
              </a:rPr>
              <a:t> </a:t>
            </a:r>
            <a:r>
              <a:rPr lang="pt-BR" b="1" dirty="0" err="1">
                <a:latin typeface="+mn-lt"/>
                <a:ea typeface="Calibri" panose="020F0502020204030204" pitchFamily="34" charset="0"/>
              </a:rPr>
              <a:t>lĩnh</a:t>
            </a:r>
            <a:r>
              <a:rPr lang="pt-BR" b="1" dirty="0">
                <a:latin typeface="+mn-lt"/>
                <a:ea typeface="Calibri" panose="020F0502020204030204" pitchFamily="34" charset="0"/>
              </a:rPr>
              <a:t> </a:t>
            </a:r>
            <a:r>
              <a:rPr lang="pt-BR" b="1" dirty="0" err="1">
                <a:latin typeface="+mn-lt"/>
                <a:ea typeface="Calibri" panose="020F0502020204030204" pitchFamily="34" charset="0"/>
              </a:rPr>
              <a:t>xây</a:t>
            </a:r>
            <a:r>
              <a:rPr lang="pt-BR" b="1" dirty="0">
                <a:latin typeface="+mn-lt"/>
                <a:ea typeface="Calibri" panose="020F0502020204030204" pitchFamily="34" charset="0"/>
              </a:rPr>
              <a:t> </a:t>
            </a:r>
            <a:r>
              <a:rPr lang="pt-BR" b="1" dirty="0" err="1">
                <a:latin typeface="+mn-lt"/>
                <a:ea typeface="Calibri" panose="020F0502020204030204" pitchFamily="34" charset="0"/>
              </a:rPr>
              <a:t>dựng</a:t>
            </a:r>
            <a:r>
              <a:rPr lang="pt-BR" b="1" dirty="0">
                <a:latin typeface="+mn-lt"/>
                <a:ea typeface="Calibri" panose="020F0502020204030204" pitchFamily="34" charset="0"/>
              </a:rPr>
              <a:t> </a:t>
            </a:r>
            <a:r>
              <a:rPr lang="pt-BR" b="1" dirty="0" err="1">
                <a:latin typeface="+mn-lt"/>
                <a:ea typeface="Calibri" panose="020F0502020204030204" pitchFamily="34" charset="0"/>
              </a:rPr>
              <a:t>đất</a:t>
            </a:r>
            <a:r>
              <a:rPr lang="pt-BR" b="1" dirty="0">
                <a:latin typeface="+mn-lt"/>
                <a:ea typeface="Calibri" panose="020F0502020204030204" pitchFamily="34" charset="0"/>
              </a:rPr>
              <a:t> </a:t>
            </a:r>
            <a:r>
              <a:rPr lang="pt-BR" b="1" dirty="0" err="1">
                <a:latin typeface="+mn-lt"/>
                <a:ea typeface="Calibri" panose="020F0502020204030204" pitchFamily="34" charset="0"/>
              </a:rPr>
              <a:t>nước</a:t>
            </a:r>
            <a:r>
              <a:rPr lang="pt-BR" b="1" dirty="0">
                <a:latin typeface="+mn-lt"/>
                <a:ea typeface="Calibri" panose="020F0502020204030204" pitchFamily="34" charset="0"/>
              </a:rPr>
              <a:t> </a:t>
            </a:r>
            <a:r>
              <a:rPr lang="pt-BR" b="1" dirty="0" err="1">
                <a:latin typeface="+mn-lt"/>
                <a:ea typeface="Calibri" panose="020F0502020204030204" pitchFamily="34" charset="0"/>
              </a:rPr>
              <a:t>trong</a:t>
            </a:r>
            <a:r>
              <a:rPr lang="pt-BR" b="1" dirty="0">
                <a:latin typeface="+mn-lt"/>
                <a:ea typeface="Calibri" panose="020F0502020204030204" pitchFamily="34" charset="0"/>
              </a:rPr>
              <a:t> </a:t>
            </a:r>
            <a:r>
              <a:rPr lang="pt-BR" b="1" dirty="0" err="1">
                <a:latin typeface="+mn-lt"/>
                <a:ea typeface="Calibri" panose="020F0502020204030204" pitchFamily="34" charset="0"/>
              </a:rPr>
              <a:t>thời</a:t>
            </a:r>
            <a:r>
              <a:rPr lang="pt-BR" b="1" dirty="0">
                <a:latin typeface="+mn-lt"/>
                <a:ea typeface="Calibri" panose="020F0502020204030204" pitchFamily="34" charset="0"/>
              </a:rPr>
              <a:t> </a:t>
            </a:r>
            <a:r>
              <a:rPr lang="pt-BR" b="1" dirty="0" err="1">
                <a:latin typeface="+mn-lt"/>
                <a:ea typeface="Calibri" panose="020F0502020204030204" pitchFamily="34" charset="0"/>
              </a:rPr>
              <a:t>kỳ</a:t>
            </a:r>
            <a:r>
              <a:rPr lang="pt-BR" b="1" dirty="0">
                <a:latin typeface="+mn-lt"/>
                <a:ea typeface="Calibri" panose="020F0502020204030204" pitchFamily="34" charset="0"/>
              </a:rPr>
              <a:t> </a:t>
            </a:r>
            <a:r>
              <a:rPr lang="pt-BR" b="1" dirty="0" err="1">
                <a:latin typeface="+mn-lt"/>
                <a:ea typeface="Calibri" panose="020F0502020204030204" pitchFamily="34" charset="0"/>
              </a:rPr>
              <a:t>quá</a:t>
            </a:r>
            <a:r>
              <a:rPr lang="pt-BR" b="1" dirty="0">
                <a:latin typeface="+mn-lt"/>
                <a:ea typeface="Calibri" panose="020F0502020204030204" pitchFamily="34" charset="0"/>
              </a:rPr>
              <a:t> </a:t>
            </a:r>
            <a:r>
              <a:rPr lang="pt-BR" b="1" dirty="0" err="1">
                <a:latin typeface="+mn-lt"/>
                <a:ea typeface="Calibri" panose="020F0502020204030204" pitchFamily="34" charset="0"/>
              </a:rPr>
              <a:t>độ</a:t>
            </a:r>
            <a:r>
              <a:rPr lang="pt-BR" b="1" dirty="0">
                <a:latin typeface="+mn-lt"/>
                <a:ea typeface="Calibri" panose="020F0502020204030204" pitchFamily="34" charset="0"/>
              </a:rPr>
              <a:t> </a:t>
            </a:r>
            <a:r>
              <a:rPr lang="pt-BR" b="1" dirty="0" err="1">
                <a:latin typeface="+mn-lt"/>
                <a:ea typeface="Calibri" panose="020F0502020204030204" pitchFamily="34" charset="0"/>
              </a:rPr>
              <a:t>lên</a:t>
            </a:r>
            <a:r>
              <a:rPr lang="pt-BR" b="1" dirty="0">
                <a:latin typeface="+mn-lt"/>
                <a:ea typeface="Calibri" panose="020F0502020204030204" pitchFamily="34" charset="0"/>
              </a:rPr>
              <a:t> </a:t>
            </a:r>
            <a:r>
              <a:rPr lang="pt-BR" b="1" dirty="0" err="1">
                <a:latin typeface="+mn-lt"/>
                <a:ea typeface="Calibri" panose="020F0502020204030204" pitchFamily="34" charset="0"/>
              </a:rPr>
              <a:t>chủ</a:t>
            </a:r>
            <a:r>
              <a:rPr lang="pt-BR" b="1" dirty="0">
                <a:latin typeface="+mn-lt"/>
                <a:ea typeface="Calibri" panose="020F0502020204030204" pitchFamily="34" charset="0"/>
              </a:rPr>
              <a:t> </a:t>
            </a:r>
            <a:r>
              <a:rPr lang="pt-BR" b="1" dirty="0" err="1">
                <a:latin typeface="+mn-lt"/>
                <a:ea typeface="Calibri" panose="020F0502020204030204" pitchFamily="34" charset="0"/>
              </a:rPr>
              <a:t>nghĩa</a:t>
            </a:r>
            <a:r>
              <a:rPr lang="pt-BR" b="1" dirty="0">
                <a:latin typeface="+mn-lt"/>
                <a:ea typeface="Calibri" panose="020F0502020204030204" pitchFamily="34" charset="0"/>
              </a:rPr>
              <a:t> </a:t>
            </a:r>
            <a:r>
              <a:rPr lang="pt-BR" b="1" dirty="0" err="1">
                <a:latin typeface="+mn-lt"/>
                <a:ea typeface="Calibri" panose="020F0502020204030204" pitchFamily="34" charset="0"/>
              </a:rPr>
              <a:t>xã</a:t>
            </a:r>
            <a:r>
              <a:rPr lang="pt-BR" b="1" dirty="0">
                <a:latin typeface="+mn-lt"/>
                <a:ea typeface="Calibri" panose="020F0502020204030204" pitchFamily="34" charset="0"/>
              </a:rPr>
              <a:t> </a:t>
            </a:r>
            <a:r>
              <a:rPr lang="pt-BR" b="1" dirty="0" err="1">
                <a:latin typeface="+mn-lt"/>
                <a:ea typeface="Calibri" panose="020F0502020204030204" pitchFamily="34" charset="0"/>
              </a:rPr>
              <a:t>hội</a:t>
            </a:r>
            <a:r>
              <a:rPr lang="pt-BR" b="1" dirty="0">
                <a:latin typeface="+mn-lt"/>
                <a:ea typeface="Calibri" panose="020F0502020204030204" pitchFamily="34" charset="0"/>
              </a:rPr>
              <a:t> (</a:t>
            </a:r>
            <a:r>
              <a:rPr lang="pt-BR" b="1" dirty="0" err="1">
                <a:latin typeface="+mn-lt"/>
                <a:ea typeface="Calibri" panose="020F0502020204030204" pitchFamily="34" charset="0"/>
              </a:rPr>
              <a:t>bổ</a:t>
            </a:r>
            <a:r>
              <a:rPr lang="pt-BR" b="1" dirty="0">
                <a:latin typeface="+mn-lt"/>
                <a:ea typeface="Calibri" panose="020F0502020204030204" pitchFamily="34" charset="0"/>
              </a:rPr>
              <a:t> </a:t>
            </a:r>
            <a:r>
              <a:rPr lang="pt-BR" b="1" dirty="0" err="1">
                <a:latin typeface="+mn-lt"/>
                <a:ea typeface="Calibri" panose="020F0502020204030204" pitchFamily="34" charset="0"/>
              </a:rPr>
              <a:t>sung</a:t>
            </a:r>
            <a:r>
              <a:rPr lang="pt-BR" b="1" dirty="0">
                <a:latin typeface="+mn-lt"/>
                <a:ea typeface="Calibri" panose="020F0502020204030204" pitchFamily="34" charset="0"/>
              </a:rPr>
              <a:t>, </a:t>
            </a:r>
            <a:r>
              <a:rPr lang="pt-BR" b="1" dirty="0" err="1">
                <a:latin typeface="+mn-lt"/>
                <a:ea typeface="Calibri" panose="020F0502020204030204" pitchFamily="34" charset="0"/>
              </a:rPr>
              <a:t>phát</a:t>
            </a:r>
            <a:r>
              <a:rPr lang="pt-BR" b="1" dirty="0">
                <a:latin typeface="+mn-lt"/>
                <a:ea typeface="Calibri" panose="020F0502020204030204" pitchFamily="34" charset="0"/>
              </a:rPr>
              <a:t> </a:t>
            </a:r>
            <a:r>
              <a:rPr lang="pt-BR" b="1" dirty="0" err="1">
                <a:latin typeface="+mn-lt"/>
                <a:ea typeface="Calibri" panose="020F0502020204030204" pitchFamily="34" charset="0"/>
              </a:rPr>
              <a:t>triển</a:t>
            </a:r>
            <a:r>
              <a:rPr lang="pt-BR" b="1" dirty="0">
                <a:latin typeface="+mn-lt"/>
                <a:ea typeface="Calibri" panose="020F0502020204030204" pitchFamily="34" charset="0"/>
              </a:rPr>
              <a:t> </a:t>
            </a:r>
            <a:r>
              <a:rPr lang="pt-BR" b="1" dirty="0" err="1">
                <a:latin typeface="+mn-lt"/>
                <a:ea typeface="Calibri" panose="020F0502020204030204" pitchFamily="34" charset="0"/>
              </a:rPr>
              <a:t>năm</a:t>
            </a:r>
            <a:r>
              <a:rPr lang="pt-BR" b="1" dirty="0">
                <a:latin typeface="+mn-lt"/>
                <a:ea typeface="Calibri" panose="020F0502020204030204" pitchFamily="34" charset="0"/>
              </a:rPr>
              <a:t> 2011</a:t>
            </a:r>
            <a:r>
              <a:rPr lang="x-none" b="1" dirty="0">
                <a:latin typeface="+mn-lt"/>
                <a:ea typeface="Calibri" panose="020F0502020204030204" pitchFamily="34" charset="0"/>
              </a:rPr>
              <a:t>)</a:t>
            </a:r>
            <a:endParaRPr lang="x-none" b="1" dirty="0">
              <a:latin typeface="+mn-lt"/>
            </a:endParaRPr>
          </a:p>
        </p:txBody>
      </p:sp>
      <p:sp>
        <p:nvSpPr>
          <p:cNvPr id="21"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20"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61111E-6 1.85185E-6 L -0.09202 0.42338 " pathEditMode="relative" rAng="0" ptsTypes="AA">
                                      <p:cBhvr>
                                        <p:cTn id="11" dur="2000" fill="hold"/>
                                        <p:tgtEl>
                                          <p:spTgt spid="7"/>
                                        </p:tgtEl>
                                        <p:attrNameLst>
                                          <p:attrName>ppt_x</p:attrName>
                                          <p:attrName>ppt_y</p:attrName>
                                        </p:attrNameLst>
                                      </p:cBhvr>
                                      <p:rCtr x="-4601" y="21157"/>
                                    </p:animMotion>
                                  </p:childTnLst>
                                </p:cTn>
                              </p:par>
                              <p:par>
                                <p:cTn id="12" presetID="6" presetClass="emph" presetSubtype="0" fill="hold" nodeType="withEffect">
                                  <p:stCondLst>
                                    <p:cond delay="0"/>
                                  </p:stCondLst>
                                  <p:childTnLst>
                                    <p:animScale>
                                      <p:cBhvr>
                                        <p:cTn id="13" dur="2000" fill="hold"/>
                                        <p:tgtEl>
                                          <p:spTgt spid="7"/>
                                        </p:tgtEl>
                                      </p:cBhvr>
                                      <p:by x="25000" y="25000"/>
                                    </p:animScale>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10"/>
                                        <p:tgtEl>
                                          <p:spTgt spid="7"/>
                                        </p:tgtEl>
                                      </p:cBhvr>
                                    </p:animEffect>
                                    <p:set>
                                      <p:cBhvr>
                                        <p:cTn id="17" dur="1" fill="hold">
                                          <p:stCondLst>
                                            <p:cond delay="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grpSp>
        <p:nvGrpSpPr>
          <p:cNvPr id="7" name="Group 6"/>
          <p:cNvGrpSpPr/>
          <p:nvPr/>
        </p:nvGrpSpPr>
        <p:grpSpPr bwMode="auto">
          <a:xfrm>
            <a:off x="33338" y="2194666"/>
            <a:ext cx="731837" cy="730250"/>
            <a:chOff x="1981200" y="1963266"/>
            <a:chExt cx="1712976" cy="1476884"/>
          </a:xfrm>
        </p:grpSpPr>
        <p:grpSp>
          <p:nvGrpSpPr>
            <p:cNvPr id="8" name="Group 30"/>
            <p:cNvGrpSpPr/>
            <p:nvPr/>
          </p:nvGrpSpPr>
          <p:grpSpPr bwMode="auto">
            <a:xfrm>
              <a:off x="1981200" y="1963266"/>
              <a:ext cx="1712976" cy="1476884"/>
              <a:chOff x="1464259" y="887951"/>
              <a:chExt cx="1712976" cy="1476884"/>
            </a:xfrm>
          </p:grpSpPr>
          <p:sp>
            <p:nvSpPr>
              <p:cNvPr id="10" name="Hexagon 9"/>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1" name="Hexagon 14"/>
              <p:cNvSpPr/>
              <p:nvPr/>
            </p:nvSpPr>
            <p:spPr>
              <a:xfrm>
                <a:off x="1731796" y="1115906"/>
                <a:ext cx="1177903" cy="1020976"/>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9" name="Hexagon 8"/>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grpSp>
        <p:nvGrpSpPr>
          <p:cNvPr id="19" name="Group 18"/>
          <p:cNvGrpSpPr/>
          <p:nvPr/>
        </p:nvGrpSpPr>
        <p:grpSpPr>
          <a:xfrm>
            <a:off x="169863" y="3733800"/>
            <a:ext cx="8223250" cy="2246307"/>
            <a:chOff x="169863" y="4078293"/>
            <a:chExt cx="8223250" cy="2246307"/>
          </a:xfrm>
        </p:grpSpPr>
        <p:grpSp>
          <p:nvGrpSpPr>
            <p:cNvPr id="4" name="Group 3"/>
            <p:cNvGrpSpPr/>
            <p:nvPr/>
          </p:nvGrpSpPr>
          <p:grpSpPr bwMode="auto">
            <a:xfrm>
              <a:off x="1014413" y="4078293"/>
              <a:ext cx="7378700" cy="2246307"/>
              <a:chOff x="1013889" y="3131039"/>
              <a:chExt cx="7379651" cy="2246286"/>
            </a:xfrm>
          </p:grpSpPr>
          <p:sp>
            <p:nvSpPr>
              <p:cNvPr id="5" name="Round Same Side Corner Rectangle 4"/>
              <p:cNvSpPr/>
              <p:nvPr/>
            </p:nvSpPr>
            <p:spPr>
              <a:xfrm rot="5400000">
                <a:off x="3580572" y="564356"/>
                <a:ext cx="2246286" cy="7379651"/>
              </a:xfrm>
              <a:prstGeom prst="round2SameRect">
                <a:avLst>
                  <a:gd name="adj1" fmla="val 8000"/>
                  <a:gd name="adj2" fmla="val 12515"/>
                </a:avLst>
              </a:prstGeom>
              <a:scene3d>
                <a:camera prst="orthographicFront"/>
                <a:lightRig rig="flat" dir="t"/>
              </a:scene3d>
              <a:sp3d z="-190500" extrusionH="12700" prstMaterial="plastic">
                <a:bevelT w="50800" h="50800"/>
              </a:sp3d>
            </p:spPr>
            <p:style>
              <a:lnRef idx="1">
                <a:schemeClr val="accent3">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Rectangle 5"/>
              <p:cNvSpPr/>
              <p:nvPr/>
            </p:nvSpPr>
            <p:spPr>
              <a:xfrm>
                <a:off x="1339368" y="3535147"/>
                <a:ext cx="7016067" cy="1384982"/>
              </a:xfrm>
              <a:prstGeom prst="rect">
                <a:avLst/>
              </a:prstGeom>
            </p:spPr>
            <p:txBody>
              <a:bodyPr>
                <a:spAutoFit/>
              </a:bodyPr>
              <a:lstStyle/>
              <a:p>
                <a:pPr algn="just" eaLnBrk="0" hangingPunct="0">
                  <a:defRPr/>
                </a:pPr>
                <a:r>
                  <a:rPr lang="vi-VN" sz="2800" dirty="0">
                    <a:latin typeface="+mn-lt"/>
                    <a:cs typeface="Arial" panose="020B0604020202020204" pitchFamily="34" charset="0"/>
                  </a:rPr>
                  <a:t>Có Nhà nước pháp quyền xã hội chủ nghĩa của nhân dân, do nhân dân, vì nhân dân do Đảng Cộng sản lãnh đạo.</a:t>
                </a:r>
              </a:p>
            </p:txBody>
          </p:sp>
        </p:grpSp>
        <p:grpSp>
          <p:nvGrpSpPr>
            <p:cNvPr id="12" name="Group 11"/>
            <p:cNvGrpSpPr>
              <a:grpSpLocks noChangeAspect="1"/>
            </p:cNvGrpSpPr>
            <p:nvPr/>
          </p:nvGrpSpPr>
          <p:grpSpPr bwMode="auto">
            <a:xfrm>
              <a:off x="169863" y="4549775"/>
              <a:ext cx="1131887" cy="1131888"/>
              <a:chOff x="1981200" y="1963266"/>
              <a:chExt cx="1712976" cy="1476884"/>
            </a:xfrm>
          </p:grpSpPr>
          <p:grpSp>
            <p:nvGrpSpPr>
              <p:cNvPr id="13" name="Group 40"/>
              <p:cNvGrpSpPr/>
              <p:nvPr/>
            </p:nvGrpSpPr>
            <p:grpSpPr bwMode="auto">
              <a:xfrm>
                <a:off x="1981200" y="1963266"/>
                <a:ext cx="1712976" cy="1476884"/>
                <a:chOff x="1464259" y="887951"/>
                <a:chExt cx="1712976" cy="1476884"/>
              </a:xfrm>
            </p:grpSpPr>
            <p:sp>
              <p:nvSpPr>
                <p:cNvPr id="15" name="Hexagon 14"/>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6" name="Hexagon 14"/>
                <p:cNvSpPr/>
                <p:nvPr/>
              </p:nvSpPr>
              <p:spPr>
                <a:xfrm>
                  <a:off x="1730935" y="1117873"/>
                  <a:ext cx="1179624" cy="1017040"/>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14" name="Hexagon 13"/>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sp>
          <p:nvSpPr>
            <p:cNvPr id="17" name="TextBox 16"/>
            <p:cNvSpPr txBox="1"/>
            <p:nvPr/>
          </p:nvSpPr>
          <p:spPr>
            <a:xfrm>
              <a:off x="533400" y="4800600"/>
              <a:ext cx="385042" cy="523220"/>
            </a:xfrm>
            <a:prstGeom prst="rect">
              <a:avLst/>
            </a:prstGeom>
            <a:noFill/>
          </p:spPr>
          <p:txBody>
            <a:bodyPr wrap="none" rtlCol="0">
              <a:spAutoFit/>
            </a:bodyPr>
            <a:lstStyle/>
            <a:p>
              <a:r>
                <a:rPr lang="x-none" sz="2800" dirty="0"/>
                <a:t>7</a:t>
              </a:r>
            </a:p>
          </p:txBody>
        </p:sp>
      </p:grpSp>
      <p:sp>
        <p:nvSpPr>
          <p:cNvPr id="18" name="Rectangle 17"/>
          <p:cNvSpPr/>
          <p:nvPr/>
        </p:nvSpPr>
        <p:spPr>
          <a:xfrm>
            <a:off x="1014413" y="2286000"/>
            <a:ext cx="7378701" cy="646331"/>
          </a:xfrm>
          <a:prstGeom prst="rect">
            <a:avLst/>
          </a:prstGeom>
        </p:spPr>
        <p:txBody>
          <a:bodyPr wrap="square">
            <a:spAutoFit/>
          </a:bodyPr>
          <a:lstStyle/>
          <a:p>
            <a:pPr algn="ctr"/>
            <a:r>
              <a:rPr lang="pt-BR" b="1" dirty="0" err="1">
                <a:latin typeface="+mn-lt"/>
                <a:ea typeface="Calibri" panose="020F0502020204030204" pitchFamily="34" charset="0"/>
              </a:rPr>
              <a:t>Cương</a:t>
            </a:r>
            <a:r>
              <a:rPr lang="pt-BR" b="1" dirty="0">
                <a:latin typeface="+mn-lt"/>
                <a:ea typeface="Calibri" panose="020F0502020204030204" pitchFamily="34" charset="0"/>
              </a:rPr>
              <a:t> </a:t>
            </a:r>
            <a:r>
              <a:rPr lang="pt-BR" b="1" dirty="0" err="1">
                <a:latin typeface="+mn-lt"/>
                <a:ea typeface="Calibri" panose="020F0502020204030204" pitchFamily="34" charset="0"/>
              </a:rPr>
              <a:t>lĩnh</a:t>
            </a:r>
            <a:r>
              <a:rPr lang="pt-BR" b="1" dirty="0">
                <a:latin typeface="+mn-lt"/>
                <a:ea typeface="Calibri" panose="020F0502020204030204" pitchFamily="34" charset="0"/>
              </a:rPr>
              <a:t> </a:t>
            </a:r>
            <a:r>
              <a:rPr lang="pt-BR" b="1" dirty="0" err="1">
                <a:latin typeface="+mn-lt"/>
                <a:ea typeface="Calibri" panose="020F0502020204030204" pitchFamily="34" charset="0"/>
              </a:rPr>
              <a:t>xây</a:t>
            </a:r>
            <a:r>
              <a:rPr lang="pt-BR" b="1" dirty="0">
                <a:latin typeface="+mn-lt"/>
                <a:ea typeface="Calibri" panose="020F0502020204030204" pitchFamily="34" charset="0"/>
              </a:rPr>
              <a:t> </a:t>
            </a:r>
            <a:r>
              <a:rPr lang="pt-BR" b="1" dirty="0" err="1">
                <a:latin typeface="+mn-lt"/>
                <a:ea typeface="Calibri" panose="020F0502020204030204" pitchFamily="34" charset="0"/>
              </a:rPr>
              <a:t>dựng</a:t>
            </a:r>
            <a:r>
              <a:rPr lang="pt-BR" b="1" dirty="0">
                <a:latin typeface="+mn-lt"/>
                <a:ea typeface="Calibri" panose="020F0502020204030204" pitchFamily="34" charset="0"/>
              </a:rPr>
              <a:t> </a:t>
            </a:r>
            <a:r>
              <a:rPr lang="pt-BR" b="1" dirty="0" err="1">
                <a:latin typeface="+mn-lt"/>
                <a:ea typeface="Calibri" panose="020F0502020204030204" pitchFamily="34" charset="0"/>
              </a:rPr>
              <a:t>đất</a:t>
            </a:r>
            <a:r>
              <a:rPr lang="pt-BR" b="1" dirty="0">
                <a:latin typeface="+mn-lt"/>
                <a:ea typeface="Calibri" panose="020F0502020204030204" pitchFamily="34" charset="0"/>
              </a:rPr>
              <a:t> </a:t>
            </a:r>
            <a:r>
              <a:rPr lang="pt-BR" b="1" dirty="0" err="1">
                <a:latin typeface="+mn-lt"/>
                <a:ea typeface="Calibri" panose="020F0502020204030204" pitchFamily="34" charset="0"/>
              </a:rPr>
              <a:t>nước</a:t>
            </a:r>
            <a:r>
              <a:rPr lang="pt-BR" b="1" dirty="0">
                <a:latin typeface="+mn-lt"/>
                <a:ea typeface="Calibri" panose="020F0502020204030204" pitchFamily="34" charset="0"/>
              </a:rPr>
              <a:t> </a:t>
            </a:r>
            <a:r>
              <a:rPr lang="pt-BR" b="1" dirty="0" err="1">
                <a:latin typeface="+mn-lt"/>
                <a:ea typeface="Calibri" panose="020F0502020204030204" pitchFamily="34" charset="0"/>
              </a:rPr>
              <a:t>trong</a:t>
            </a:r>
            <a:r>
              <a:rPr lang="pt-BR" b="1" dirty="0">
                <a:latin typeface="+mn-lt"/>
                <a:ea typeface="Calibri" panose="020F0502020204030204" pitchFamily="34" charset="0"/>
              </a:rPr>
              <a:t> </a:t>
            </a:r>
            <a:r>
              <a:rPr lang="pt-BR" b="1" dirty="0" err="1">
                <a:latin typeface="+mn-lt"/>
                <a:ea typeface="Calibri" panose="020F0502020204030204" pitchFamily="34" charset="0"/>
              </a:rPr>
              <a:t>thời</a:t>
            </a:r>
            <a:r>
              <a:rPr lang="pt-BR" b="1" dirty="0">
                <a:latin typeface="+mn-lt"/>
                <a:ea typeface="Calibri" panose="020F0502020204030204" pitchFamily="34" charset="0"/>
              </a:rPr>
              <a:t> </a:t>
            </a:r>
            <a:r>
              <a:rPr lang="pt-BR" b="1" dirty="0" err="1">
                <a:latin typeface="+mn-lt"/>
                <a:ea typeface="Calibri" panose="020F0502020204030204" pitchFamily="34" charset="0"/>
              </a:rPr>
              <a:t>kỳ</a:t>
            </a:r>
            <a:r>
              <a:rPr lang="pt-BR" b="1" dirty="0">
                <a:latin typeface="+mn-lt"/>
                <a:ea typeface="Calibri" panose="020F0502020204030204" pitchFamily="34" charset="0"/>
              </a:rPr>
              <a:t> </a:t>
            </a:r>
            <a:r>
              <a:rPr lang="pt-BR" b="1" dirty="0" err="1">
                <a:latin typeface="+mn-lt"/>
                <a:ea typeface="Calibri" panose="020F0502020204030204" pitchFamily="34" charset="0"/>
              </a:rPr>
              <a:t>quá</a:t>
            </a:r>
            <a:r>
              <a:rPr lang="pt-BR" b="1" dirty="0">
                <a:latin typeface="+mn-lt"/>
                <a:ea typeface="Calibri" panose="020F0502020204030204" pitchFamily="34" charset="0"/>
              </a:rPr>
              <a:t> </a:t>
            </a:r>
            <a:r>
              <a:rPr lang="pt-BR" b="1" dirty="0" err="1">
                <a:latin typeface="+mn-lt"/>
                <a:ea typeface="Calibri" panose="020F0502020204030204" pitchFamily="34" charset="0"/>
              </a:rPr>
              <a:t>độ</a:t>
            </a:r>
            <a:r>
              <a:rPr lang="pt-BR" b="1" dirty="0">
                <a:latin typeface="+mn-lt"/>
                <a:ea typeface="Calibri" panose="020F0502020204030204" pitchFamily="34" charset="0"/>
              </a:rPr>
              <a:t> </a:t>
            </a:r>
            <a:r>
              <a:rPr lang="pt-BR" b="1" dirty="0" err="1">
                <a:latin typeface="+mn-lt"/>
                <a:ea typeface="Calibri" panose="020F0502020204030204" pitchFamily="34" charset="0"/>
              </a:rPr>
              <a:t>lên</a:t>
            </a:r>
            <a:r>
              <a:rPr lang="pt-BR" b="1" dirty="0">
                <a:latin typeface="+mn-lt"/>
                <a:ea typeface="Calibri" panose="020F0502020204030204" pitchFamily="34" charset="0"/>
              </a:rPr>
              <a:t> </a:t>
            </a:r>
            <a:r>
              <a:rPr lang="pt-BR" b="1" dirty="0" err="1">
                <a:latin typeface="+mn-lt"/>
                <a:ea typeface="Calibri" panose="020F0502020204030204" pitchFamily="34" charset="0"/>
              </a:rPr>
              <a:t>chủ</a:t>
            </a:r>
            <a:r>
              <a:rPr lang="pt-BR" b="1" dirty="0">
                <a:latin typeface="+mn-lt"/>
                <a:ea typeface="Calibri" panose="020F0502020204030204" pitchFamily="34" charset="0"/>
              </a:rPr>
              <a:t> </a:t>
            </a:r>
            <a:r>
              <a:rPr lang="pt-BR" b="1" dirty="0" err="1">
                <a:latin typeface="+mn-lt"/>
                <a:ea typeface="Calibri" panose="020F0502020204030204" pitchFamily="34" charset="0"/>
              </a:rPr>
              <a:t>nghĩa</a:t>
            </a:r>
            <a:r>
              <a:rPr lang="pt-BR" b="1" dirty="0">
                <a:latin typeface="+mn-lt"/>
                <a:ea typeface="Calibri" panose="020F0502020204030204" pitchFamily="34" charset="0"/>
              </a:rPr>
              <a:t> </a:t>
            </a:r>
            <a:r>
              <a:rPr lang="pt-BR" b="1" dirty="0" err="1">
                <a:latin typeface="+mn-lt"/>
                <a:ea typeface="Calibri" panose="020F0502020204030204" pitchFamily="34" charset="0"/>
              </a:rPr>
              <a:t>xã</a:t>
            </a:r>
            <a:r>
              <a:rPr lang="pt-BR" b="1" dirty="0">
                <a:latin typeface="+mn-lt"/>
                <a:ea typeface="Calibri" panose="020F0502020204030204" pitchFamily="34" charset="0"/>
              </a:rPr>
              <a:t> </a:t>
            </a:r>
            <a:r>
              <a:rPr lang="pt-BR" b="1" dirty="0" err="1">
                <a:latin typeface="+mn-lt"/>
                <a:ea typeface="Calibri" panose="020F0502020204030204" pitchFamily="34" charset="0"/>
              </a:rPr>
              <a:t>hội</a:t>
            </a:r>
            <a:r>
              <a:rPr lang="pt-BR" b="1" dirty="0">
                <a:latin typeface="+mn-lt"/>
                <a:ea typeface="Calibri" panose="020F0502020204030204" pitchFamily="34" charset="0"/>
              </a:rPr>
              <a:t> (</a:t>
            </a:r>
            <a:r>
              <a:rPr lang="pt-BR" b="1" dirty="0" err="1">
                <a:latin typeface="+mn-lt"/>
                <a:ea typeface="Calibri" panose="020F0502020204030204" pitchFamily="34" charset="0"/>
              </a:rPr>
              <a:t>bổ</a:t>
            </a:r>
            <a:r>
              <a:rPr lang="pt-BR" b="1" dirty="0">
                <a:latin typeface="+mn-lt"/>
                <a:ea typeface="Calibri" panose="020F0502020204030204" pitchFamily="34" charset="0"/>
              </a:rPr>
              <a:t> </a:t>
            </a:r>
            <a:r>
              <a:rPr lang="pt-BR" b="1" dirty="0" err="1">
                <a:latin typeface="+mn-lt"/>
                <a:ea typeface="Calibri" panose="020F0502020204030204" pitchFamily="34" charset="0"/>
              </a:rPr>
              <a:t>sung</a:t>
            </a:r>
            <a:r>
              <a:rPr lang="pt-BR" b="1" dirty="0">
                <a:latin typeface="+mn-lt"/>
                <a:ea typeface="Calibri" panose="020F0502020204030204" pitchFamily="34" charset="0"/>
              </a:rPr>
              <a:t>, </a:t>
            </a:r>
            <a:r>
              <a:rPr lang="pt-BR" b="1" dirty="0" err="1">
                <a:latin typeface="+mn-lt"/>
                <a:ea typeface="Calibri" panose="020F0502020204030204" pitchFamily="34" charset="0"/>
              </a:rPr>
              <a:t>phát</a:t>
            </a:r>
            <a:r>
              <a:rPr lang="pt-BR" b="1" dirty="0">
                <a:latin typeface="+mn-lt"/>
                <a:ea typeface="Calibri" panose="020F0502020204030204" pitchFamily="34" charset="0"/>
              </a:rPr>
              <a:t> </a:t>
            </a:r>
            <a:r>
              <a:rPr lang="pt-BR" b="1" dirty="0" err="1">
                <a:latin typeface="+mn-lt"/>
                <a:ea typeface="Calibri" panose="020F0502020204030204" pitchFamily="34" charset="0"/>
              </a:rPr>
              <a:t>triển</a:t>
            </a:r>
            <a:r>
              <a:rPr lang="pt-BR" b="1" dirty="0">
                <a:latin typeface="+mn-lt"/>
                <a:ea typeface="Calibri" panose="020F0502020204030204" pitchFamily="34" charset="0"/>
              </a:rPr>
              <a:t> </a:t>
            </a:r>
            <a:r>
              <a:rPr lang="pt-BR" b="1" dirty="0" err="1">
                <a:latin typeface="+mn-lt"/>
                <a:ea typeface="Calibri" panose="020F0502020204030204" pitchFamily="34" charset="0"/>
              </a:rPr>
              <a:t>năm</a:t>
            </a:r>
            <a:r>
              <a:rPr lang="pt-BR" b="1" dirty="0">
                <a:latin typeface="+mn-lt"/>
                <a:ea typeface="Calibri" panose="020F0502020204030204" pitchFamily="34" charset="0"/>
              </a:rPr>
              <a:t> 2011</a:t>
            </a:r>
            <a:r>
              <a:rPr lang="x-none" b="1" dirty="0">
                <a:latin typeface="+mn-lt"/>
                <a:ea typeface="Calibri" panose="020F0502020204030204" pitchFamily="34" charset="0"/>
              </a:rPr>
              <a:t>)</a:t>
            </a:r>
            <a:endParaRPr lang="x-none" b="1" dirty="0">
              <a:latin typeface="+mn-lt"/>
            </a:endParaRPr>
          </a:p>
        </p:txBody>
      </p:sp>
      <p:sp>
        <p:nvSpPr>
          <p:cNvPr id="21"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20"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61111E-6 1.85185E-6 L -0.09202 0.42338 " pathEditMode="relative" rAng="0" ptsTypes="AA">
                                      <p:cBhvr>
                                        <p:cTn id="11" dur="2000" fill="hold"/>
                                        <p:tgtEl>
                                          <p:spTgt spid="7"/>
                                        </p:tgtEl>
                                        <p:attrNameLst>
                                          <p:attrName>ppt_x</p:attrName>
                                          <p:attrName>ppt_y</p:attrName>
                                        </p:attrNameLst>
                                      </p:cBhvr>
                                      <p:rCtr x="-4601" y="21157"/>
                                    </p:animMotion>
                                  </p:childTnLst>
                                </p:cTn>
                              </p:par>
                              <p:par>
                                <p:cTn id="12" presetID="6" presetClass="emph" presetSubtype="0" fill="hold" nodeType="withEffect">
                                  <p:stCondLst>
                                    <p:cond delay="0"/>
                                  </p:stCondLst>
                                  <p:childTnLst>
                                    <p:animScale>
                                      <p:cBhvr>
                                        <p:cTn id="13" dur="2000" fill="hold"/>
                                        <p:tgtEl>
                                          <p:spTgt spid="7"/>
                                        </p:tgtEl>
                                      </p:cBhvr>
                                      <p:by x="25000" y="25000"/>
                                    </p:animScale>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10"/>
                                        <p:tgtEl>
                                          <p:spTgt spid="7"/>
                                        </p:tgtEl>
                                      </p:cBhvr>
                                    </p:animEffect>
                                    <p:set>
                                      <p:cBhvr>
                                        <p:cTn id="17" dur="1" fill="hold">
                                          <p:stCondLst>
                                            <p:cond delay="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954107"/>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Những đặc trưng cơ bản của xã hội xã hội chủ nghĩa mà nhân dân ta xây dựng </a:t>
            </a:r>
          </a:p>
        </p:txBody>
      </p:sp>
      <p:grpSp>
        <p:nvGrpSpPr>
          <p:cNvPr id="7" name="Group 6"/>
          <p:cNvGrpSpPr/>
          <p:nvPr/>
        </p:nvGrpSpPr>
        <p:grpSpPr bwMode="auto">
          <a:xfrm>
            <a:off x="33338" y="2194666"/>
            <a:ext cx="731837" cy="730250"/>
            <a:chOff x="1981200" y="1963266"/>
            <a:chExt cx="1712976" cy="1476884"/>
          </a:xfrm>
        </p:grpSpPr>
        <p:grpSp>
          <p:nvGrpSpPr>
            <p:cNvPr id="8" name="Group 30"/>
            <p:cNvGrpSpPr/>
            <p:nvPr/>
          </p:nvGrpSpPr>
          <p:grpSpPr bwMode="auto">
            <a:xfrm>
              <a:off x="1981200" y="1963266"/>
              <a:ext cx="1712976" cy="1476884"/>
              <a:chOff x="1464259" y="887951"/>
              <a:chExt cx="1712976" cy="1476884"/>
            </a:xfrm>
          </p:grpSpPr>
          <p:sp>
            <p:nvSpPr>
              <p:cNvPr id="10" name="Hexagon 9"/>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1" name="Hexagon 14"/>
              <p:cNvSpPr/>
              <p:nvPr/>
            </p:nvSpPr>
            <p:spPr>
              <a:xfrm>
                <a:off x="1731796" y="1115906"/>
                <a:ext cx="1177903" cy="1020976"/>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9" name="Hexagon 8"/>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grpSp>
        <p:nvGrpSpPr>
          <p:cNvPr id="19" name="Group 18"/>
          <p:cNvGrpSpPr/>
          <p:nvPr/>
        </p:nvGrpSpPr>
        <p:grpSpPr>
          <a:xfrm>
            <a:off x="169863" y="3733800"/>
            <a:ext cx="8223250" cy="2246307"/>
            <a:chOff x="169863" y="4078293"/>
            <a:chExt cx="8223250" cy="2246307"/>
          </a:xfrm>
        </p:grpSpPr>
        <p:grpSp>
          <p:nvGrpSpPr>
            <p:cNvPr id="4" name="Group 3"/>
            <p:cNvGrpSpPr/>
            <p:nvPr/>
          </p:nvGrpSpPr>
          <p:grpSpPr bwMode="auto">
            <a:xfrm>
              <a:off x="1014413" y="4078293"/>
              <a:ext cx="7378700" cy="2246307"/>
              <a:chOff x="1013889" y="3131039"/>
              <a:chExt cx="7379651" cy="2246286"/>
            </a:xfrm>
          </p:grpSpPr>
          <p:sp>
            <p:nvSpPr>
              <p:cNvPr id="5" name="Round Same Side Corner Rectangle 4"/>
              <p:cNvSpPr/>
              <p:nvPr/>
            </p:nvSpPr>
            <p:spPr>
              <a:xfrm rot="5400000">
                <a:off x="3580572" y="564356"/>
                <a:ext cx="2246286" cy="7379651"/>
              </a:xfrm>
              <a:prstGeom prst="round2SameRect">
                <a:avLst>
                  <a:gd name="adj1" fmla="val 8000"/>
                  <a:gd name="adj2" fmla="val 12515"/>
                </a:avLst>
              </a:prstGeom>
              <a:scene3d>
                <a:camera prst="orthographicFront"/>
                <a:lightRig rig="flat" dir="t"/>
              </a:scene3d>
              <a:sp3d z="-190500" extrusionH="12700" prstMaterial="plastic">
                <a:bevelT w="50800" h="50800"/>
              </a:sp3d>
            </p:spPr>
            <p:style>
              <a:lnRef idx="1">
                <a:schemeClr val="accent3">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Rectangle 5"/>
              <p:cNvSpPr/>
              <p:nvPr/>
            </p:nvSpPr>
            <p:spPr>
              <a:xfrm>
                <a:off x="1339368" y="3700941"/>
                <a:ext cx="7016067" cy="954098"/>
              </a:xfrm>
              <a:prstGeom prst="rect">
                <a:avLst/>
              </a:prstGeom>
            </p:spPr>
            <p:txBody>
              <a:bodyPr>
                <a:spAutoFit/>
              </a:bodyPr>
              <a:lstStyle/>
              <a:p>
                <a:pPr algn="just" eaLnBrk="0" hangingPunct="0">
                  <a:defRPr/>
                </a:pPr>
                <a:r>
                  <a:rPr lang="vi-VN" sz="2800" dirty="0">
                    <a:latin typeface="+mn-lt"/>
                    <a:cs typeface="Arial" panose="020B0604020202020204" pitchFamily="34" charset="0"/>
                  </a:rPr>
                  <a:t>Có quan hệ hữu nghị và hợp tác với các nước trên thế giới.</a:t>
                </a:r>
              </a:p>
            </p:txBody>
          </p:sp>
        </p:grpSp>
        <p:grpSp>
          <p:nvGrpSpPr>
            <p:cNvPr id="12" name="Group 11"/>
            <p:cNvGrpSpPr>
              <a:grpSpLocks noChangeAspect="1"/>
            </p:cNvGrpSpPr>
            <p:nvPr/>
          </p:nvGrpSpPr>
          <p:grpSpPr bwMode="auto">
            <a:xfrm>
              <a:off x="169863" y="4549775"/>
              <a:ext cx="1131887" cy="1131888"/>
              <a:chOff x="1981200" y="1963266"/>
              <a:chExt cx="1712976" cy="1476884"/>
            </a:xfrm>
          </p:grpSpPr>
          <p:grpSp>
            <p:nvGrpSpPr>
              <p:cNvPr id="13" name="Group 40"/>
              <p:cNvGrpSpPr/>
              <p:nvPr/>
            </p:nvGrpSpPr>
            <p:grpSpPr bwMode="auto">
              <a:xfrm>
                <a:off x="1981200" y="1963266"/>
                <a:ext cx="1712976" cy="1476884"/>
                <a:chOff x="1464259" y="887951"/>
                <a:chExt cx="1712976" cy="1476884"/>
              </a:xfrm>
            </p:grpSpPr>
            <p:sp>
              <p:nvSpPr>
                <p:cNvPr id="15" name="Hexagon 14"/>
                <p:cNvSpPr/>
                <p:nvPr/>
              </p:nvSpPr>
              <p:spPr>
                <a:xfrm>
                  <a:off x="1464259" y="887951"/>
                  <a:ext cx="1712976" cy="1476884"/>
                </a:xfrm>
                <a:prstGeom prst="hexagon">
                  <a:avLst>
                    <a:gd name="adj" fmla="val 25000"/>
                    <a:gd name="vf" fmla="val 115470"/>
                  </a:avLst>
                </a:prstGeom>
                <a:gradFill>
                  <a:gsLst>
                    <a:gs pos="0">
                      <a:schemeClr val="accent3">
                        <a:lumMod val="40000"/>
                        <a:lumOff val="60000"/>
                      </a:schemeClr>
                    </a:gs>
                    <a:gs pos="80000">
                      <a:schemeClr val="accent3">
                        <a:lumMod val="40000"/>
                        <a:lumOff val="60000"/>
                      </a:schemeClr>
                    </a:gs>
                    <a:gs pos="100000">
                      <a:schemeClr val="accent3">
                        <a:lumMod val="40000"/>
                        <a:lumOff val="60000"/>
                      </a:schemeClr>
                    </a:gs>
                  </a:gsLst>
                </a:gradFill>
              </p:spPr>
              <p:style>
                <a:lnRef idx="1">
                  <a:schemeClr val="accent3">
                    <a:shade val="80000"/>
                    <a:hueOff val="-297028"/>
                    <a:satOff val="10384"/>
                    <a:lumOff val="27470"/>
                    <a:alphaOff val="0"/>
                  </a:schemeClr>
                </a:lnRef>
                <a:fillRef idx="3">
                  <a:schemeClr val="accent3">
                    <a:shade val="80000"/>
                    <a:hueOff val="-297028"/>
                    <a:satOff val="10384"/>
                    <a:lumOff val="27470"/>
                    <a:alphaOff val="0"/>
                  </a:schemeClr>
                </a:fillRef>
                <a:effectRef idx="3">
                  <a:schemeClr val="accent3">
                    <a:shade val="80000"/>
                    <a:hueOff val="-297028"/>
                    <a:satOff val="10384"/>
                    <a:lumOff val="27470"/>
                    <a:alphaOff val="0"/>
                  </a:schemeClr>
                </a:effectRef>
                <a:fontRef idx="minor">
                  <a:schemeClr val="lt1"/>
                </a:fontRef>
              </p:style>
            </p:sp>
            <p:sp>
              <p:nvSpPr>
                <p:cNvPr id="16" name="Hexagon 14"/>
                <p:cNvSpPr/>
                <p:nvPr/>
              </p:nvSpPr>
              <p:spPr>
                <a:xfrm>
                  <a:off x="1730935" y="1117873"/>
                  <a:ext cx="1179624" cy="1017040"/>
                </a:xfrm>
                <a:prstGeom prst="rect">
                  <a:avLst/>
                </a:prstGeom>
              </p:spPr>
              <p:style>
                <a:lnRef idx="0">
                  <a:scrgbClr r="0" g="0" b="0"/>
                </a:lnRef>
                <a:fillRef idx="0">
                  <a:scrgbClr r="0" g="0" b="0"/>
                </a:fillRef>
                <a:effectRef idx="0">
                  <a:scrgbClr r="0" g="0" b="0"/>
                </a:effectRef>
                <a:fontRef idx="minor">
                  <a:schemeClr val="lt1"/>
                </a:fontRef>
              </p:style>
              <p:txBody>
                <a:bodyPr lIns="0" tIns="48260" rIns="0" bIns="48260" spcCol="1270" anchor="ctr"/>
                <a:lstStyle/>
                <a:p>
                  <a:pPr algn="ctr" defTabSz="1689100">
                    <a:lnSpc>
                      <a:spcPct val="90000"/>
                    </a:lnSpc>
                    <a:spcAft>
                      <a:spcPct val="35000"/>
                    </a:spcAft>
                    <a:defRPr/>
                  </a:pPr>
                  <a:endParaRPr lang="vi-VN" sz="3800"/>
                </a:p>
              </p:txBody>
            </p:sp>
          </p:grpSp>
          <p:sp>
            <p:nvSpPr>
              <p:cNvPr id="14" name="Hexagon 13"/>
              <p:cNvSpPr/>
              <p:nvPr/>
            </p:nvSpPr>
            <p:spPr>
              <a:xfrm>
                <a:off x="2370202" y="3222270"/>
                <a:ext cx="200559" cy="172854"/>
              </a:xfrm>
              <a:prstGeom prst="hexagon">
                <a:avLst>
                  <a:gd name="adj" fmla="val 25000"/>
                  <a:gd name="vf" fmla="val 115470"/>
                </a:avLst>
              </a:prstGeom>
            </p:spPr>
            <p:style>
              <a:lnRef idx="1">
                <a:schemeClr val="accent3">
                  <a:hueOff val="0"/>
                  <a:satOff val="0"/>
                  <a:lumOff val="0"/>
                  <a:alphaOff val="0"/>
                </a:schemeClr>
              </a:lnRef>
              <a:fillRef idx="1">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grpSp>
        <p:sp>
          <p:nvSpPr>
            <p:cNvPr id="17" name="TextBox 16"/>
            <p:cNvSpPr txBox="1"/>
            <p:nvPr/>
          </p:nvSpPr>
          <p:spPr>
            <a:xfrm>
              <a:off x="533400" y="4800600"/>
              <a:ext cx="385042" cy="523220"/>
            </a:xfrm>
            <a:prstGeom prst="rect">
              <a:avLst/>
            </a:prstGeom>
            <a:noFill/>
          </p:spPr>
          <p:txBody>
            <a:bodyPr wrap="none" rtlCol="0">
              <a:spAutoFit/>
            </a:bodyPr>
            <a:lstStyle/>
            <a:p>
              <a:r>
                <a:rPr lang="x-none" sz="2800" dirty="0"/>
                <a:t>8</a:t>
              </a:r>
            </a:p>
          </p:txBody>
        </p:sp>
      </p:grpSp>
      <p:sp>
        <p:nvSpPr>
          <p:cNvPr id="18" name="Rectangle 17"/>
          <p:cNvSpPr/>
          <p:nvPr/>
        </p:nvSpPr>
        <p:spPr>
          <a:xfrm>
            <a:off x="1014413" y="2286000"/>
            <a:ext cx="7378701" cy="646331"/>
          </a:xfrm>
          <a:prstGeom prst="rect">
            <a:avLst/>
          </a:prstGeom>
        </p:spPr>
        <p:txBody>
          <a:bodyPr wrap="square">
            <a:spAutoFit/>
          </a:bodyPr>
          <a:lstStyle/>
          <a:p>
            <a:pPr algn="ctr"/>
            <a:r>
              <a:rPr lang="pt-BR" b="1" dirty="0" err="1">
                <a:latin typeface="+mn-lt"/>
                <a:ea typeface="Calibri" panose="020F0502020204030204" pitchFamily="34" charset="0"/>
              </a:rPr>
              <a:t>Cương</a:t>
            </a:r>
            <a:r>
              <a:rPr lang="pt-BR" b="1" dirty="0">
                <a:latin typeface="+mn-lt"/>
                <a:ea typeface="Calibri" panose="020F0502020204030204" pitchFamily="34" charset="0"/>
              </a:rPr>
              <a:t> </a:t>
            </a:r>
            <a:r>
              <a:rPr lang="pt-BR" b="1" dirty="0" err="1">
                <a:latin typeface="+mn-lt"/>
                <a:ea typeface="Calibri" panose="020F0502020204030204" pitchFamily="34" charset="0"/>
              </a:rPr>
              <a:t>lĩnh</a:t>
            </a:r>
            <a:r>
              <a:rPr lang="pt-BR" b="1" dirty="0">
                <a:latin typeface="+mn-lt"/>
                <a:ea typeface="Calibri" panose="020F0502020204030204" pitchFamily="34" charset="0"/>
              </a:rPr>
              <a:t> </a:t>
            </a:r>
            <a:r>
              <a:rPr lang="pt-BR" b="1" dirty="0" err="1">
                <a:latin typeface="+mn-lt"/>
                <a:ea typeface="Calibri" panose="020F0502020204030204" pitchFamily="34" charset="0"/>
              </a:rPr>
              <a:t>xây</a:t>
            </a:r>
            <a:r>
              <a:rPr lang="pt-BR" b="1" dirty="0">
                <a:latin typeface="+mn-lt"/>
                <a:ea typeface="Calibri" panose="020F0502020204030204" pitchFamily="34" charset="0"/>
              </a:rPr>
              <a:t> </a:t>
            </a:r>
            <a:r>
              <a:rPr lang="pt-BR" b="1" dirty="0" err="1">
                <a:latin typeface="+mn-lt"/>
                <a:ea typeface="Calibri" panose="020F0502020204030204" pitchFamily="34" charset="0"/>
              </a:rPr>
              <a:t>dựng</a:t>
            </a:r>
            <a:r>
              <a:rPr lang="pt-BR" b="1" dirty="0">
                <a:latin typeface="+mn-lt"/>
                <a:ea typeface="Calibri" panose="020F0502020204030204" pitchFamily="34" charset="0"/>
              </a:rPr>
              <a:t> </a:t>
            </a:r>
            <a:r>
              <a:rPr lang="pt-BR" b="1" dirty="0" err="1">
                <a:latin typeface="+mn-lt"/>
                <a:ea typeface="Calibri" panose="020F0502020204030204" pitchFamily="34" charset="0"/>
              </a:rPr>
              <a:t>đất</a:t>
            </a:r>
            <a:r>
              <a:rPr lang="pt-BR" b="1" dirty="0">
                <a:latin typeface="+mn-lt"/>
                <a:ea typeface="Calibri" panose="020F0502020204030204" pitchFamily="34" charset="0"/>
              </a:rPr>
              <a:t> </a:t>
            </a:r>
            <a:r>
              <a:rPr lang="pt-BR" b="1" dirty="0" err="1">
                <a:latin typeface="+mn-lt"/>
                <a:ea typeface="Calibri" panose="020F0502020204030204" pitchFamily="34" charset="0"/>
              </a:rPr>
              <a:t>nước</a:t>
            </a:r>
            <a:r>
              <a:rPr lang="pt-BR" b="1" dirty="0">
                <a:latin typeface="+mn-lt"/>
                <a:ea typeface="Calibri" panose="020F0502020204030204" pitchFamily="34" charset="0"/>
              </a:rPr>
              <a:t> </a:t>
            </a:r>
            <a:r>
              <a:rPr lang="pt-BR" b="1" dirty="0" err="1">
                <a:latin typeface="+mn-lt"/>
                <a:ea typeface="Calibri" panose="020F0502020204030204" pitchFamily="34" charset="0"/>
              </a:rPr>
              <a:t>trong</a:t>
            </a:r>
            <a:r>
              <a:rPr lang="pt-BR" b="1" dirty="0">
                <a:latin typeface="+mn-lt"/>
                <a:ea typeface="Calibri" panose="020F0502020204030204" pitchFamily="34" charset="0"/>
              </a:rPr>
              <a:t> </a:t>
            </a:r>
            <a:r>
              <a:rPr lang="pt-BR" b="1" dirty="0" err="1">
                <a:latin typeface="+mn-lt"/>
                <a:ea typeface="Calibri" panose="020F0502020204030204" pitchFamily="34" charset="0"/>
              </a:rPr>
              <a:t>thời</a:t>
            </a:r>
            <a:r>
              <a:rPr lang="pt-BR" b="1" dirty="0">
                <a:latin typeface="+mn-lt"/>
                <a:ea typeface="Calibri" panose="020F0502020204030204" pitchFamily="34" charset="0"/>
              </a:rPr>
              <a:t> </a:t>
            </a:r>
            <a:r>
              <a:rPr lang="pt-BR" b="1" dirty="0" err="1">
                <a:latin typeface="+mn-lt"/>
                <a:ea typeface="Calibri" panose="020F0502020204030204" pitchFamily="34" charset="0"/>
              </a:rPr>
              <a:t>kỳ</a:t>
            </a:r>
            <a:r>
              <a:rPr lang="pt-BR" b="1" dirty="0">
                <a:latin typeface="+mn-lt"/>
                <a:ea typeface="Calibri" panose="020F0502020204030204" pitchFamily="34" charset="0"/>
              </a:rPr>
              <a:t> </a:t>
            </a:r>
            <a:r>
              <a:rPr lang="pt-BR" b="1" dirty="0" err="1">
                <a:latin typeface="+mn-lt"/>
                <a:ea typeface="Calibri" panose="020F0502020204030204" pitchFamily="34" charset="0"/>
              </a:rPr>
              <a:t>quá</a:t>
            </a:r>
            <a:r>
              <a:rPr lang="pt-BR" b="1" dirty="0">
                <a:latin typeface="+mn-lt"/>
                <a:ea typeface="Calibri" panose="020F0502020204030204" pitchFamily="34" charset="0"/>
              </a:rPr>
              <a:t> </a:t>
            </a:r>
            <a:r>
              <a:rPr lang="pt-BR" b="1" dirty="0" err="1">
                <a:latin typeface="+mn-lt"/>
                <a:ea typeface="Calibri" panose="020F0502020204030204" pitchFamily="34" charset="0"/>
              </a:rPr>
              <a:t>độ</a:t>
            </a:r>
            <a:r>
              <a:rPr lang="pt-BR" b="1" dirty="0">
                <a:latin typeface="+mn-lt"/>
                <a:ea typeface="Calibri" panose="020F0502020204030204" pitchFamily="34" charset="0"/>
              </a:rPr>
              <a:t> </a:t>
            </a:r>
            <a:r>
              <a:rPr lang="pt-BR" b="1" dirty="0" err="1">
                <a:latin typeface="+mn-lt"/>
                <a:ea typeface="Calibri" panose="020F0502020204030204" pitchFamily="34" charset="0"/>
              </a:rPr>
              <a:t>lên</a:t>
            </a:r>
            <a:r>
              <a:rPr lang="pt-BR" b="1" dirty="0">
                <a:latin typeface="+mn-lt"/>
                <a:ea typeface="Calibri" panose="020F0502020204030204" pitchFamily="34" charset="0"/>
              </a:rPr>
              <a:t> </a:t>
            </a:r>
            <a:r>
              <a:rPr lang="pt-BR" b="1" dirty="0" err="1">
                <a:latin typeface="+mn-lt"/>
                <a:ea typeface="Calibri" panose="020F0502020204030204" pitchFamily="34" charset="0"/>
              </a:rPr>
              <a:t>chủ</a:t>
            </a:r>
            <a:r>
              <a:rPr lang="pt-BR" b="1" dirty="0">
                <a:latin typeface="+mn-lt"/>
                <a:ea typeface="Calibri" panose="020F0502020204030204" pitchFamily="34" charset="0"/>
              </a:rPr>
              <a:t> </a:t>
            </a:r>
            <a:r>
              <a:rPr lang="pt-BR" b="1" dirty="0" err="1">
                <a:latin typeface="+mn-lt"/>
                <a:ea typeface="Calibri" panose="020F0502020204030204" pitchFamily="34" charset="0"/>
              </a:rPr>
              <a:t>nghĩa</a:t>
            </a:r>
            <a:r>
              <a:rPr lang="pt-BR" b="1" dirty="0">
                <a:latin typeface="+mn-lt"/>
                <a:ea typeface="Calibri" panose="020F0502020204030204" pitchFamily="34" charset="0"/>
              </a:rPr>
              <a:t> </a:t>
            </a:r>
            <a:r>
              <a:rPr lang="pt-BR" b="1" dirty="0" err="1">
                <a:latin typeface="+mn-lt"/>
                <a:ea typeface="Calibri" panose="020F0502020204030204" pitchFamily="34" charset="0"/>
              </a:rPr>
              <a:t>xã</a:t>
            </a:r>
            <a:r>
              <a:rPr lang="pt-BR" b="1" dirty="0">
                <a:latin typeface="+mn-lt"/>
                <a:ea typeface="Calibri" panose="020F0502020204030204" pitchFamily="34" charset="0"/>
              </a:rPr>
              <a:t> </a:t>
            </a:r>
            <a:r>
              <a:rPr lang="pt-BR" b="1" dirty="0" err="1">
                <a:latin typeface="+mn-lt"/>
                <a:ea typeface="Calibri" panose="020F0502020204030204" pitchFamily="34" charset="0"/>
              </a:rPr>
              <a:t>hội</a:t>
            </a:r>
            <a:r>
              <a:rPr lang="pt-BR" b="1" dirty="0">
                <a:latin typeface="+mn-lt"/>
                <a:ea typeface="Calibri" panose="020F0502020204030204" pitchFamily="34" charset="0"/>
              </a:rPr>
              <a:t> (</a:t>
            </a:r>
            <a:r>
              <a:rPr lang="pt-BR" b="1" dirty="0" err="1">
                <a:latin typeface="+mn-lt"/>
                <a:ea typeface="Calibri" panose="020F0502020204030204" pitchFamily="34" charset="0"/>
              </a:rPr>
              <a:t>bổ</a:t>
            </a:r>
            <a:r>
              <a:rPr lang="pt-BR" b="1" dirty="0">
                <a:latin typeface="+mn-lt"/>
                <a:ea typeface="Calibri" panose="020F0502020204030204" pitchFamily="34" charset="0"/>
              </a:rPr>
              <a:t> </a:t>
            </a:r>
            <a:r>
              <a:rPr lang="pt-BR" b="1" dirty="0" err="1">
                <a:latin typeface="+mn-lt"/>
                <a:ea typeface="Calibri" panose="020F0502020204030204" pitchFamily="34" charset="0"/>
              </a:rPr>
              <a:t>sung</a:t>
            </a:r>
            <a:r>
              <a:rPr lang="pt-BR" b="1" dirty="0">
                <a:latin typeface="+mn-lt"/>
                <a:ea typeface="Calibri" panose="020F0502020204030204" pitchFamily="34" charset="0"/>
              </a:rPr>
              <a:t>, </a:t>
            </a:r>
            <a:r>
              <a:rPr lang="pt-BR" b="1" dirty="0" err="1">
                <a:latin typeface="+mn-lt"/>
                <a:ea typeface="Calibri" panose="020F0502020204030204" pitchFamily="34" charset="0"/>
              </a:rPr>
              <a:t>phát</a:t>
            </a:r>
            <a:r>
              <a:rPr lang="pt-BR" b="1" dirty="0">
                <a:latin typeface="+mn-lt"/>
                <a:ea typeface="Calibri" panose="020F0502020204030204" pitchFamily="34" charset="0"/>
              </a:rPr>
              <a:t> </a:t>
            </a:r>
            <a:r>
              <a:rPr lang="pt-BR" b="1" dirty="0" err="1">
                <a:latin typeface="+mn-lt"/>
                <a:ea typeface="Calibri" panose="020F0502020204030204" pitchFamily="34" charset="0"/>
              </a:rPr>
              <a:t>triển</a:t>
            </a:r>
            <a:r>
              <a:rPr lang="pt-BR" b="1" dirty="0">
                <a:latin typeface="+mn-lt"/>
                <a:ea typeface="Calibri" panose="020F0502020204030204" pitchFamily="34" charset="0"/>
              </a:rPr>
              <a:t> </a:t>
            </a:r>
            <a:r>
              <a:rPr lang="pt-BR" b="1" dirty="0" err="1">
                <a:latin typeface="+mn-lt"/>
                <a:ea typeface="Calibri" panose="020F0502020204030204" pitchFamily="34" charset="0"/>
              </a:rPr>
              <a:t>năm</a:t>
            </a:r>
            <a:r>
              <a:rPr lang="pt-BR" b="1" dirty="0">
                <a:latin typeface="+mn-lt"/>
                <a:ea typeface="Calibri" panose="020F0502020204030204" pitchFamily="34" charset="0"/>
              </a:rPr>
              <a:t> 2011</a:t>
            </a:r>
            <a:r>
              <a:rPr lang="x-none" b="1" dirty="0">
                <a:latin typeface="+mn-lt"/>
                <a:ea typeface="Calibri" panose="020F0502020204030204" pitchFamily="34" charset="0"/>
              </a:rPr>
              <a:t>)</a:t>
            </a:r>
            <a:endParaRPr lang="x-none" b="1" dirty="0">
              <a:latin typeface="+mn-lt"/>
            </a:endParaRPr>
          </a:p>
        </p:txBody>
      </p:sp>
      <p:sp>
        <p:nvSpPr>
          <p:cNvPr id="21"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20"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61111E-6 1.85185E-6 L -0.09202 0.42338 " pathEditMode="relative" rAng="0" ptsTypes="AA">
                                      <p:cBhvr>
                                        <p:cTn id="11" dur="2000" fill="hold"/>
                                        <p:tgtEl>
                                          <p:spTgt spid="7"/>
                                        </p:tgtEl>
                                        <p:attrNameLst>
                                          <p:attrName>ppt_x</p:attrName>
                                          <p:attrName>ppt_y</p:attrName>
                                        </p:attrNameLst>
                                      </p:cBhvr>
                                      <p:rCtr x="-4601" y="21157"/>
                                    </p:animMotion>
                                  </p:childTnLst>
                                </p:cTn>
                              </p:par>
                              <p:par>
                                <p:cTn id="12" presetID="6" presetClass="emph" presetSubtype="0" fill="hold" nodeType="withEffect">
                                  <p:stCondLst>
                                    <p:cond delay="0"/>
                                  </p:stCondLst>
                                  <p:childTnLst>
                                    <p:animScale>
                                      <p:cBhvr>
                                        <p:cTn id="13" dur="2000" fill="hold"/>
                                        <p:tgtEl>
                                          <p:spTgt spid="7"/>
                                        </p:tgtEl>
                                      </p:cBhvr>
                                      <p:by x="25000" y="25000"/>
                                    </p:animScale>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10"/>
                                        <p:tgtEl>
                                          <p:spTgt spid="7"/>
                                        </p:tgtEl>
                                      </p:cBhvr>
                                    </p:animEffect>
                                    <p:set>
                                      <p:cBhvr>
                                        <p:cTn id="17" dur="1" fill="hold">
                                          <p:stCondLst>
                                            <p:cond delay="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523220"/>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Con đường đi lên chủ nghĩa xã hội ở Việt Nam</a:t>
            </a:r>
          </a:p>
        </p:txBody>
      </p:sp>
      <p:sp>
        <p:nvSpPr>
          <p:cNvPr id="4" name="Oval 3"/>
          <p:cNvSpPr/>
          <p:nvPr/>
        </p:nvSpPr>
        <p:spPr>
          <a:xfrm>
            <a:off x="419100" y="2102413"/>
            <a:ext cx="457200" cy="457200"/>
          </a:xfrm>
          <a:prstGeom prst="ellipse">
            <a:avLst/>
          </a:prstGeom>
        </p:spPr>
        <p:style>
          <a:lnRef idx="0">
            <a:schemeClr val="accent3"/>
          </a:lnRef>
          <a:fillRef idx="3">
            <a:schemeClr val="accent3"/>
          </a:fillRef>
          <a:effectRef idx="3">
            <a:schemeClr val="accent3"/>
          </a:effectRef>
          <a:fontRef idx="minor">
            <a:schemeClr val="lt1"/>
          </a:fontRef>
        </p:style>
        <p:txBody>
          <a:bodyPr/>
          <a:lstStyle/>
          <a:p>
            <a:pPr>
              <a:defRPr/>
            </a:pPr>
            <a:endParaRPr lang="x-none" dirty="0"/>
          </a:p>
        </p:txBody>
      </p:sp>
      <p:sp>
        <p:nvSpPr>
          <p:cNvPr id="5" name="Oval 4"/>
          <p:cNvSpPr/>
          <p:nvPr/>
        </p:nvSpPr>
        <p:spPr>
          <a:xfrm>
            <a:off x="419100" y="5113161"/>
            <a:ext cx="457200" cy="457200"/>
          </a:xfrm>
          <a:prstGeom prst="ellipse">
            <a:avLst/>
          </a:prstGeom>
        </p:spPr>
        <p:style>
          <a:lnRef idx="0">
            <a:schemeClr val="accent3"/>
          </a:lnRef>
          <a:fillRef idx="3">
            <a:schemeClr val="accent3"/>
          </a:fillRef>
          <a:effectRef idx="3">
            <a:schemeClr val="accent3"/>
          </a:effectRef>
          <a:fontRef idx="minor">
            <a:schemeClr val="lt1"/>
          </a:fontRef>
        </p:style>
      </p:sp>
      <p:sp>
        <p:nvSpPr>
          <p:cNvPr id="7" name="Oval 6"/>
          <p:cNvSpPr/>
          <p:nvPr/>
        </p:nvSpPr>
        <p:spPr>
          <a:xfrm>
            <a:off x="419100" y="3773664"/>
            <a:ext cx="457200" cy="457200"/>
          </a:xfrm>
          <a:prstGeom prst="ellipse">
            <a:avLst/>
          </a:prstGeom>
        </p:spPr>
        <p:style>
          <a:lnRef idx="0">
            <a:schemeClr val="accent3"/>
          </a:lnRef>
          <a:fillRef idx="3">
            <a:schemeClr val="accent3"/>
          </a:fillRef>
          <a:effectRef idx="3">
            <a:schemeClr val="accent3"/>
          </a:effectRef>
          <a:fontRef idx="minor">
            <a:schemeClr val="lt1"/>
          </a:fontRef>
        </p:style>
      </p:sp>
      <p:sp>
        <p:nvSpPr>
          <p:cNvPr id="8" name="TextBox 7"/>
          <p:cNvSpPr txBox="1"/>
          <p:nvPr/>
        </p:nvSpPr>
        <p:spPr>
          <a:xfrm>
            <a:off x="1028700" y="2093913"/>
            <a:ext cx="7696200" cy="1200329"/>
          </a:xfrm>
          <a:prstGeom prst="rect">
            <a:avLst/>
          </a:prstGeom>
          <a:noFill/>
        </p:spPr>
        <p:txBody>
          <a:bodyPr wrap="square">
            <a:spAutoFit/>
          </a:bodyPr>
          <a:lstStyle/>
          <a:p>
            <a:pPr algn="just">
              <a:defRPr/>
            </a:pPr>
            <a:r>
              <a:rPr lang="vi-VN" sz="2400" b="1" i="1" kern="0" dirty="0">
                <a:solidFill>
                  <a:srgbClr val="000000"/>
                </a:solidFill>
                <a:latin typeface="Arial" panose="020B0604020202020204" pitchFamily="34" charset="0"/>
                <a:cs typeface="Arial" panose="020B0604020202020204" pitchFamily="34" charset="0"/>
              </a:rPr>
              <a:t>Một là,</a:t>
            </a:r>
            <a:r>
              <a:rPr lang="vi-VN" sz="2400" kern="0" dirty="0">
                <a:solidFill>
                  <a:srgbClr val="000000"/>
                </a:solidFill>
                <a:latin typeface="Arial" panose="020B0604020202020204" pitchFamily="34" charset="0"/>
                <a:cs typeface="Arial" panose="020B0604020202020204" pitchFamily="34" charset="0"/>
              </a:rPr>
              <a:t> đẩy mạnh công nghiệp hóa, hiện đại hóa đất nước gắn với phát triển kinh tế tri thức, bảo vệ tài nguyên, môi trường.</a:t>
            </a:r>
          </a:p>
        </p:txBody>
      </p:sp>
      <p:sp>
        <p:nvSpPr>
          <p:cNvPr id="9" name="TextBox 8"/>
          <p:cNvSpPr txBox="1"/>
          <p:nvPr/>
        </p:nvSpPr>
        <p:spPr>
          <a:xfrm>
            <a:off x="1028700" y="4724400"/>
            <a:ext cx="7731125" cy="1692771"/>
          </a:xfrm>
          <a:prstGeom prst="rect">
            <a:avLst/>
          </a:prstGeom>
          <a:noFill/>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vi-VN" altLang="x-none" sz="2600" b="1" i="1" dirty="0">
                <a:solidFill>
                  <a:srgbClr val="000000"/>
                </a:solidFill>
                <a:latin typeface="+mn-lt"/>
                <a:cs typeface="Times New Roman" panose="02020603050405020304" charset="0"/>
              </a:rPr>
              <a:t>Ba là,</a:t>
            </a:r>
            <a:r>
              <a:rPr lang="vi-VN" altLang="x-none" sz="2600" dirty="0">
                <a:solidFill>
                  <a:srgbClr val="000000"/>
                </a:solidFill>
                <a:latin typeface="+mn-lt"/>
                <a:cs typeface="Times New Roman" panose="02020603050405020304" charset="0"/>
              </a:rPr>
              <a:t> xây dựng nền văn hóa tiên tiến, đậm đà bản sắc dân tộc; xây dựng con người, nâng cao đời sống nhân dân, thực hiện tiến bộ và công bằng xã hội. </a:t>
            </a:r>
          </a:p>
        </p:txBody>
      </p:sp>
      <p:sp>
        <p:nvSpPr>
          <p:cNvPr id="11" name="TextBox 10"/>
          <p:cNvSpPr txBox="1"/>
          <p:nvPr/>
        </p:nvSpPr>
        <p:spPr>
          <a:xfrm>
            <a:off x="993775" y="3602038"/>
            <a:ext cx="7731125" cy="892552"/>
          </a:xfrm>
          <a:prstGeom prst="rect">
            <a:avLst/>
          </a:prstGeom>
          <a:noFill/>
        </p:spPr>
        <p:txBody>
          <a:bodyPr wrap="square">
            <a:spAutoFit/>
          </a:bodyPr>
          <a:lstStyle/>
          <a:p>
            <a:pPr algn="just">
              <a:defRPr/>
            </a:pPr>
            <a:r>
              <a:rPr lang="vi-VN" sz="2600" b="1" i="1" kern="0" dirty="0">
                <a:solidFill>
                  <a:srgbClr val="000000"/>
                </a:solidFill>
                <a:latin typeface="Arial" panose="020B0604020202020204" pitchFamily="34" charset="0"/>
                <a:cs typeface="Arial" panose="020B0604020202020204" pitchFamily="34" charset="0"/>
              </a:rPr>
              <a:t>Hai là,</a:t>
            </a:r>
            <a:r>
              <a:rPr lang="vi-VN" sz="2600" kern="0" dirty="0">
                <a:solidFill>
                  <a:srgbClr val="000000"/>
                </a:solidFill>
                <a:latin typeface="Arial" panose="020B0604020202020204" pitchFamily="34" charset="0"/>
                <a:cs typeface="Arial" panose="020B0604020202020204" pitchFamily="34" charset="0"/>
              </a:rPr>
              <a:t> phát triển nền kinh tế thị trường định hướng xã hội chủ nghĩa. </a:t>
            </a:r>
          </a:p>
        </p:txBody>
      </p:sp>
      <p:sp>
        <p:nvSpPr>
          <p:cNvPr id="12"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10"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523220"/>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Con đường đi lên chủ nghĩa xã hội ở Việt Nam</a:t>
            </a:r>
          </a:p>
        </p:txBody>
      </p:sp>
      <p:sp>
        <p:nvSpPr>
          <p:cNvPr id="4" name="Oval 3"/>
          <p:cNvSpPr/>
          <p:nvPr/>
        </p:nvSpPr>
        <p:spPr>
          <a:xfrm>
            <a:off x="419100" y="2102413"/>
            <a:ext cx="457200" cy="457200"/>
          </a:xfrm>
          <a:prstGeom prst="ellipse">
            <a:avLst/>
          </a:prstGeom>
        </p:spPr>
        <p:style>
          <a:lnRef idx="0">
            <a:schemeClr val="accent3"/>
          </a:lnRef>
          <a:fillRef idx="3">
            <a:schemeClr val="accent3"/>
          </a:fillRef>
          <a:effectRef idx="3">
            <a:schemeClr val="accent3"/>
          </a:effectRef>
          <a:fontRef idx="minor">
            <a:schemeClr val="lt1"/>
          </a:fontRef>
        </p:style>
        <p:txBody>
          <a:bodyPr/>
          <a:lstStyle/>
          <a:p>
            <a:pPr>
              <a:defRPr/>
            </a:pPr>
            <a:endParaRPr lang="x-none" dirty="0"/>
          </a:p>
        </p:txBody>
      </p:sp>
      <p:sp>
        <p:nvSpPr>
          <p:cNvPr id="5" name="Oval 4"/>
          <p:cNvSpPr/>
          <p:nvPr/>
        </p:nvSpPr>
        <p:spPr>
          <a:xfrm>
            <a:off x="419100" y="5268299"/>
            <a:ext cx="457200" cy="457200"/>
          </a:xfrm>
          <a:prstGeom prst="ellipse">
            <a:avLst/>
          </a:prstGeom>
        </p:spPr>
        <p:style>
          <a:lnRef idx="0">
            <a:schemeClr val="accent3"/>
          </a:lnRef>
          <a:fillRef idx="3">
            <a:schemeClr val="accent3"/>
          </a:fillRef>
          <a:effectRef idx="3">
            <a:schemeClr val="accent3"/>
          </a:effectRef>
          <a:fontRef idx="minor">
            <a:schemeClr val="lt1"/>
          </a:fontRef>
        </p:style>
      </p:sp>
      <p:sp>
        <p:nvSpPr>
          <p:cNvPr id="6" name="Oval 5"/>
          <p:cNvSpPr/>
          <p:nvPr/>
        </p:nvSpPr>
        <p:spPr>
          <a:xfrm>
            <a:off x="419100" y="3733800"/>
            <a:ext cx="457200" cy="457200"/>
          </a:xfrm>
          <a:prstGeom prst="ellipse">
            <a:avLst/>
          </a:prstGeom>
        </p:spPr>
        <p:style>
          <a:lnRef idx="0">
            <a:schemeClr val="accent3"/>
          </a:lnRef>
          <a:fillRef idx="3">
            <a:schemeClr val="accent3"/>
          </a:fillRef>
          <a:effectRef idx="3">
            <a:schemeClr val="accent3"/>
          </a:effectRef>
          <a:fontRef idx="minor">
            <a:schemeClr val="lt1"/>
          </a:fontRef>
        </p:style>
      </p:sp>
      <p:sp>
        <p:nvSpPr>
          <p:cNvPr id="7" name="TextBox 6"/>
          <p:cNvSpPr txBox="1"/>
          <p:nvPr/>
        </p:nvSpPr>
        <p:spPr>
          <a:xfrm>
            <a:off x="1028700" y="2093913"/>
            <a:ext cx="7696200" cy="830997"/>
          </a:xfrm>
          <a:prstGeom prst="rect">
            <a:avLst/>
          </a:prstGeom>
          <a:noFill/>
        </p:spPr>
        <p:txBody>
          <a:bodyPr wrap="square">
            <a:spAutoFit/>
          </a:bodyPr>
          <a:lstStyle/>
          <a:p>
            <a:pPr algn="just">
              <a:defRPr/>
            </a:pPr>
            <a:r>
              <a:rPr lang="vi-VN" sz="2400" b="1" i="1" kern="0" dirty="0">
                <a:solidFill>
                  <a:srgbClr val="000000"/>
                </a:solidFill>
                <a:latin typeface="Arial" panose="020B0604020202020204" pitchFamily="34" charset="0"/>
                <a:cs typeface="Arial" panose="020B0604020202020204" pitchFamily="34" charset="0"/>
              </a:rPr>
              <a:t>Bốn là, </a:t>
            </a:r>
            <a:r>
              <a:rPr lang="vi-VN" sz="2400" kern="0" dirty="0">
                <a:solidFill>
                  <a:srgbClr val="000000"/>
                </a:solidFill>
                <a:latin typeface="Arial" panose="020B0604020202020204" pitchFamily="34" charset="0"/>
                <a:cs typeface="Arial" panose="020B0604020202020204" pitchFamily="34" charset="0"/>
              </a:rPr>
              <a:t>bảo đảm vững chắc quốc phòng và an ninh quốc gia, trật tự, an toàn xã hội.</a:t>
            </a:r>
          </a:p>
        </p:txBody>
      </p:sp>
      <p:sp>
        <p:nvSpPr>
          <p:cNvPr id="8" name="TextBox 7"/>
          <p:cNvSpPr txBox="1"/>
          <p:nvPr/>
        </p:nvSpPr>
        <p:spPr>
          <a:xfrm>
            <a:off x="1028700" y="4879538"/>
            <a:ext cx="7731125" cy="1292662"/>
          </a:xfrm>
          <a:prstGeom prst="rect">
            <a:avLst/>
          </a:prstGeom>
          <a:noFill/>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vi-VN" altLang="x-none" sz="2600" b="1" i="1" dirty="0">
                <a:solidFill>
                  <a:srgbClr val="000000"/>
                </a:solidFill>
                <a:latin typeface="+mn-lt"/>
                <a:cs typeface="Times New Roman" panose="02020603050405020304" charset="0"/>
              </a:rPr>
              <a:t> Sáu là, </a:t>
            </a:r>
            <a:r>
              <a:rPr lang="vi-VN" altLang="x-none" sz="2600" dirty="0">
                <a:solidFill>
                  <a:srgbClr val="000000"/>
                </a:solidFill>
                <a:latin typeface="+mn-lt"/>
                <a:cs typeface="Times New Roman" panose="02020603050405020304" charset="0"/>
              </a:rPr>
              <a:t>xây dựng nền dân chủ xã hội chủ nghĩa, thực hiện đại đoàn kết toàn dân tộc, tăng cường và mở rộng mặt trận dân tộc thống nhất.</a:t>
            </a:r>
          </a:p>
        </p:txBody>
      </p:sp>
      <p:sp>
        <p:nvSpPr>
          <p:cNvPr id="9" name="TextBox 8"/>
          <p:cNvSpPr txBox="1"/>
          <p:nvPr/>
        </p:nvSpPr>
        <p:spPr>
          <a:xfrm>
            <a:off x="993775" y="3352800"/>
            <a:ext cx="7731125" cy="1292662"/>
          </a:xfrm>
          <a:prstGeom prst="rect">
            <a:avLst/>
          </a:prstGeom>
          <a:noFill/>
        </p:spPr>
        <p:txBody>
          <a:bodyPr wrap="square">
            <a:spAutoFit/>
          </a:bodyPr>
          <a:lstStyle/>
          <a:p>
            <a:pPr algn="just">
              <a:defRPr/>
            </a:pPr>
            <a:r>
              <a:rPr lang="vi-VN" sz="2600" b="1" i="1" kern="0" dirty="0">
                <a:solidFill>
                  <a:srgbClr val="000000"/>
                </a:solidFill>
                <a:latin typeface="Arial" panose="020B0604020202020204" pitchFamily="34" charset="0"/>
                <a:cs typeface="Arial" panose="020B0604020202020204" pitchFamily="34" charset="0"/>
              </a:rPr>
              <a:t>Năm là, </a:t>
            </a:r>
            <a:r>
              <a:rPr lang="vi-VN" sz="2600" kern="0" dirty="0">
                <a:solidFill>
                  <a:srgbClr val="000000"/>
                </a:solidFill>
                <a:latin typeface="Arial" panose="020B0604020202020204" pitchFamily="34" charset="0"/>
                <a:cs typeface="Arial" panose="020B0604020202020204" pitchFamily="34" charset="0"/>
              </a:rPr>
              <a:t>thực hiện đường lối đối ngoại độc lập, tự chủ, hòa bình, hữu nghị, hợp tác và phát triển; chủ động và tích cực hội nhập quốc tế.</a:t>
            </a:r>
          </a:p>
        </p:txBody>
      </p:sp>
      <p:sp>
        <p:nvSpPr>
          <p:cNvPr id="11"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10"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50950"/>
            <a:ext cx="8229600" cy="523220"/>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Con đường đi lên chủ nghĩa xã hội ở Việt Nam</a:t>
            </a:r>
          </a:p>
        </p:txBody>
      </p:sp>
      <p:sp>
        <p:nvSpPr>
          <p:cNvPr id="4" name="Oval 3"/>
          <p:cNvSpPr/>
          <p:nvPr/>
        </p:nvSpPr>
        <p:spPr>
          <a:xfrm>
            <a:off x="419100" y="2102413"/>
            <a:ext cx="457200" cy="457200"/>
          </a:xfrm>
          <a:prstGeom prst="ellipse">
            <a:avLst/>
          </a:prstGeom>
        </p:spPr>
        <p:style>
          <a:lnRef idx="0">
            <a:schemeClr val="accent3"/>
          </a:lnRef>
          <a:fillRef idx="3">
            <a:schemeClr val="accent3"/>
          </a:fillRef>
          <a:effectRef idx="3">
            <a:schemeClr val="accent3"/>
          </a:effectRef>
          <a:fontRef idx="minor">
            <a:schemeClr val="lt1"/>
          </a:fontRef>
        </p:style>
        <p:txBody>
          <a:bodyPr/>
          <a:lstStyle/>
          <a:p>
            <a:pPr>
              <a:defRPr/>
            </a:pPr>
            <a:endParaRPr lang="x-none" dirty="0"/>
          </a:p>
        </p:txBody>
      </p:sp>
      <p:sp>
        <p:nvSpPr>
          <p:cNvPr id="5" name="Oval 4"/>
          <p:cNvSpPr/>
          <p:nvPr/>
        </p:nvSpPr>
        <p:spPr>
          <a:xfrm>
            <a:off x="419100" y="3429000"/>
            <a:ext cx="457200" cy="457200"/>
          </a:xfrm>
          <a:prstGeom prst="ellipse">
            <a:avLst/>
          </a:prstGeom>
        </p:spPr>
        <p:style>
          <a:lnRef idx="0">
            <a:schemeClr val="accent3"/>
          </a:lnRef>
          <a:fillRef idx="3">
            <a:schemeClr val="accent3"/>
          </a:fillRef>
          <a:effectRef idx="3">
            <a:schemeClr val="accent3"/>
          </a:effectRef>
          <a:fontRef idx="minor">
            <a:schemeClr val="lt1"/>
          </a:fontRef>
        </p:style>
      </p:sp>
      <p:sp>
        <p:nvSpPr>
          <p:cNvPr id="6" name="TextBox 5"/>
          <p:cNvSpPr txBox="1"/>
          <p:nvPr/>
        </p:nvSpPr>
        <p:spPr>
          <a:xfrm>
            <a:off x="1028700" y="2093913"/>
            <a:ext cx="7696200" cy="830997"/>
          </a:xfrm>
          <a:prstGeom prst="rect">
            <a:avLst/>
          </a:prstGeom>
          <a:noFill/>
        </p:spPr>
        <p:txBody>
          <a:bodyPr wrap="square">
            <a:spAutoFit/>
          </a:bodyPr>
          <a:lstStyle/>
          <a:p>
            <a:pPr algn="just">
              <a:defRPr/>
            </a:pPr>
            <a:r>
              <a:rPr lang="vi-VN" sz="2400" b="1" i="1" kern="0" dirty="0">
                <a:solidFill>
                  <a:srgbClr val="000000"/>
                </a:solidFill>
                <a:latin typeface="Arial" panose="020B0604020202020204" pitchFamily="34" charset="0"/>
                <a:cs typeface="Arial" panose="020B0604020202020204" pitchFamily="34" charset="0"/>
              </a:rPr>
              <a:t>Bảy là, </a:t>
            </a:r>
            <a:r>
              <a:rPr lang="vi-VN" sz="2400" kern="0" dirty="0">
                <a:solidFill>
                  <a:srgbClr val="000000"/>
                </a:solidFill>
                <a:latin typeface="Arial" panose="020B0604020202020204" pitchFamily="34" charset="0"/>
                <a:cs typeface="Arial" panose="020B0604020202020204" pitchFamily="34" charset="0"/>
              </a:rPr>
              <a:t>xây dựng Nhà nước pháp quyền xã hội chủ nghĩa của nhân dân, do nhân dân, vì nhân dân.</a:t>
            </a:r>
          </a:p>
        </p:txBody>
      </p:sp>
      <p:sp>
        <p:nvSpPr>
          <p:cNvPr id="7" name="TextBox 6"/>
          <p:cNvSpPr txBox="1"/>
          <p:nvPr/>
        </p:nvSpPr>
        <p:spPr>
          <a:xfrm>
            <a:off x="914400" y="3469957"/>
            <a:ext cx="7731125" cy="492443"/>
          </a:xfrm>
          <a:prstGeom prst="rect">
            <a:avLst/>
          </a:prstGeom>
          <a:noFill/>
        </p:spPr>
        <p:txBody>
          <a:bodyPr wrap="square">
            <a:spAutoFit/>
          </a:bodyPr>
          <a:lstStyle/>
          <a:p>
            <a:pPr algn="just">
              <a:defRPr/>
            </a:pPr>
            <a:r>
              <a:rPr lang="vi-VN" sz="2600" b="1" i="1" kern="0" dirty="0">
                <a:solidFill>
                  <a:srgbClr val="000000"/>
                </a:solidFill>
                <a:latin typeface="Arial" panose="020B0604020202020204" pitchFamily="34" charset="0"/>
                <a:cs typeface="Arial" panose="020B0604020202020204" pitchFamily="34" charset="0"/>
              </a:rPr>
              <a:t> Tám là, </a:t>
            </a:r>
            <a:r>
              <a:rPr lang="vi-VN" sz="2600" kern="0" dirty="0">
                <a:solidFill>
                  <a:srgbClr val="000000"/>
                </a:solidFill>
                <a:latin typeface="Arial" panose="020B0604020202020204" pitchFamily="34" charset="0"/>
                <a:cs typeface="Arial" panose="020B0604020202020204" pitchFamily="34" charset="0"/>
              </a:rPr>
              <a:t>xây dựng Đảng trong sạch, vững mạnh.</a:t>
            </a:r>
          </a:p>
        </p:txBody>
      </p:sp>
      <p:sp>
        <p:nvSpPr>
          <p:cNvPr id="9"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8"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bwMode="auto">
          <a:xfrm>
            <a:off x="1978025" y="1573213"/>
            <a:ext cx="5202238" cy="855662"/>
            <a:chOff x="2223659" y="1268413"/>
            <a:chExt cx="4710113" cy="855662"/>
          </a:xfrm>
        </p:grpSpPr>
        <p:grpSp>
          <p:nvGrpSpPr>
            <p:cNvPr id="3" name="Group 6"/>
            <p:cNvGrpSpPr/>
            <p:nvPr/>
          </p:nvGrpSpPr>
          <p:grpSpPr bwMode="auto">
            <a:xfrm>
              <a:off x="2295525" y="1268413"/>
              <a:ext cx="4638247" cy="855662"/>
              <a:chOff x="281716" y="204339"/>
              <a:chExt cx="4441031" cy="1210080"/>
            </a:xfrm>
          </p:grpSpPr>
          <p:sp>
            <p:nvSpPr>
              <p:cNvPr id="5" name="Rounded Rectangle 4"/>
              <p:cNvSpPr/>
              <p:nvPr/>
            </p:nvSpPr>
            <p:spPr>
              <a:xfrm>
                <a:off x="281716" y="707228"/>
                <a:ext cx="4441031" cy="707191"/>
              </a:xfrm>
              <a:prstGeom prst="roundRect">
                <a:avLst/>
              </a:prstGeom>
            </p:spPr>
            <p:style>
              <a:lnRef idx="1">
                <a:schemeClr val="accent4"/>
              </a:lnRef>
              <a:fillRef idx="2">
                <a:schemeClr val="accent4"/>
              </a:fillRef>
              <a:effectRef idx="1">
                <a:schemeClr val="accent4"/>
              </a:effectRef>
              <a:fontRef idx="minor">
                <a:schemeClr val="dk1"/>
              </a:fontRef>
            </p:style>
          </p:sp>
          <p:sp>
            <p:nvSpPr>
              <p:cNvPr id="6" name="Rounded Rectangle 5"/>
              <p:cNvSpPr>
                <a:spLocks noChangeArrowheads="1"/>
              </p:cNvSpPr>
              <p:nvPr/>
            </p:nvSpPr>
            <p:spPr bwMode="auto">
              <a:xfrm>
                <a:off x="372546" y="204339"/>
                <a:ext cx="4131383" cy="1142729"/>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lIns="161290" tIns="0" rIns="161290" bIns="0" anchor="ctr"/>
              <a:lstStyle/>
              <a:p>
                <a:pPr defTabSz="2089150">
                  <a:lnSpc>
                    <a:spcPct val="90000"/>
                  </a:lnSpc>
                  <a:spcAft>
                    <a:spcPct val="35000"/>
                  </a:spcAft>
                  <a:defRPr/>
                </a:pPr>
                <a:endParaRPr lang="vi-VN" sz="4700">
                  <a:solidFill>
                    <a:srgbClr val="FFFFFF"/>
                  </a:solidFill>
                </a:endParaRPr>
              </a:p>
            </p:txBody>
          </p:sp>
        </p:grpSp>
        <p:sp>
          <p:nvSpPr>
            <p:cNvPr id="4" name="Rectangle 3"/>
            <p:cNvSpPr>
              <a:spLocks noChangeArrowheads="1"/>
            </p:cNvSpPr>
            <p:nvPr/>
          </p:nvSpPr>
          <p:spPr bwMode="auto">
            <a:xfrm>
              <a:off x="2223659" y="1638597"/>
              <a:ext cx="47101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chemeClr val="hlink"/>
                </a:buClr>
                <a:buFont typeface="Wingdings" panose="05000000000000000000" pitchFamily="2" charset="2"/>
                <a:buChar char="v"/>
                <a:defRPr sz="2800">
                  <a:solidFill>
                    <a:schemeClr val="tx1"/>
                  </a:solidFill>
                  <a:latin typeface="Arial" panose="020B0604020202020204" pitchFamily="34" charset="0"/>
                  <a:cs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cs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x-none" sz="2400" dirty="0" err="1"/>
                <a:t>Tám</a:t>
              </a:r>
              <a:r>
                <a:rPr lang="en-US" altLang="x-none" sz="2400" dirty="0"/>
                <a:t> </a:t>
              </a:r>
              <a:r>
                <a:rPr lang="en-US" altLang="x-none" sz="2400" dirty="0" err="1"/>
                <a:t>mối</a:t>
              </a:r>
              <a:r>
                <a:rPr lang="en-US" altLang="x-none" sz="2400" dirty="0"/>
                <a:t> </a:t>
              </a:r>
              <a:r>
                <a:rPr lang="en-US" altLang="x-none" sz="2400" dirty="0" err="1"/>
                <a:t>quan</a:t>
              </a:r>
              <a:r>
                <a:rPr lang="en-US" altLang="x-none" sz="2400" dirty="0"/>
                <a:t> </a:t>
              </a:r>
              <a:r>
                <a:rPr lang="en-US" altLang="x-none" sz="2400" dirty="0" err="1"/>
                <a:t>hệ</a:t>
              </a:r>
              <a:r>
                <a:rPr lang="en-US" altLang="x-none" sz="2400" dirty="0"/>
                <a:t> </a:t>
              </a:r>
              <a:r>
                <a:rPr lang="en-US" altLang="x-none" sz="2400" dirty="0" err="1"/>
                <a:t>lớn</a:t>
              </a:r>
              <a:endParaRPr lang="en-US" altLang="x-none" sz="2400" dirty="0"/>
            </a:p>
          </p:txBody>
        </p:sp>
      </p:grpSp>
      <p:grpSp>
        <p:nvGrpSpPr>
          <p:cNvPr id="7" name="Group 6"/>
          <p:cNvGrpSpPr/>
          <p:nvPr/>
        </p:nvGrpSpPr>
        <p:grpSpPr bwMode="auto">
          <a:xfrm>
            <a:off x="76200" y="2819400"/>
            <a:ext cx="990600" cy="3870325"/>
            <a:chOff x="824213" y="2135606"/>
            <a:chExt cx="1855727" cy="3016898"/>
          </a:xfrm>
        </p:grpSpPr>
        <p:sp>
          <p:nvSpPr>
            <p:cNvPr id="8" name="AutoShape 7"/>
            <p:cNvSpPr>
              <a:spLocks noChangeArrowheads="1"/>
            </p:cNvSpPr>
            <p:nvPr/>
          </p:nvSpPr>
          <p:spPr bwMode="gray">
            <a:xfrm>
              <a:off x="824213" y="2135606"/>
              <a:ext cx="1855727" cy="3016898"/>
            </a:xfrm>
            <a:prstGeom prst="roundRect">
              <a:avLst>
                <a:gd name="adj" fmla="val 9523"/>
              </a:avLst>
            </a:prstGeom>
            <a:solidFill>
              <a:srgbClr val="58BECC">
                <a:alpha val="30000"/>
              </a:srgbClr>
            </a:solidFill>
            <a:ln w="9525">
              <a:noFill/>
              <a:round/>
            </a:ln>
            <a:effec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9" name="Text Box 21"/>
            <p:cNvSpPr txBox="1">
              <a:spLocks noChangeArrowheads="1"/>
            </p:cNvSpPr>
            <p:nvPr/>
          </p:nvSpPr>
          <p:spPr bwMode="gray">
            <a:xfrm>
              <a:off x="888618" y="2319761"/>
              <a:ext cx="1754005" cy="2087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vi-VN" altLang="x-none" sz="2400" dirty="0"/>
                <a:t>Đổi mới, ổn định và phát triển</a:t>
              </a:r>
            </a:p>
          </p:txBody>
        </p:sp>
      </p:grpSp>
      <p:grpSp>
        <p:nvGrpSpPr>
          <p:cNvPr id="10" name="Group 9"/>
          <p:cNvGrpSpPr/>
          <p:nvPr/>
        </p:nvGrpSpPr>
        <p:grpSpPr bwMode="auto">
          <a:xfrm>
            <a:off x="1295400" y="2896603"/>
            <a:ext cx="1208873" cy="3870325"/>
            <a:chOff x="2744128" y="2135606"/>
            <a:chExt cx="1855729" cy="3016898"/>
          </a:xfrm>
        </p:grpSpPr>
        <p:sp>
          <p:nvSpPr>
            <p:cNvPr id="11" name="AutoShape 6"/>
            <p:cNvSpPr>
              <a:spLocks noChangeArrowheads="1"/>
            </p:cNvSpPr>
            <p:nvPr/>
          </p:nvSpPr>
          <p:spPr bwMode="gray">
            <a:xfrm>
              <a:off x="2744128" y="2135606"/>
              <a:ext cx="1855729" cy="3016898"/>
            </a:xfrm>
            <a:prstGeom prst="roundRect">
              <a:avLst>
                <a:gd name="adj" fmla="val 9523"/>
              </a:avLst>
            </a:prstGeom>
            <a:solidFill>
              <a:srgbClr val="8A5BDF">
                <a:alpha val="30000"/>
              </a:srgbClr>
            </a:solidFill>
            <a:ln w="9525">
              <a:noFill/>
              <a:round/>
            </a:ln>
            <a:effec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12" name="Text Box 22"/>
            <p:cNvSpPr txBox="1">
              <a:spLocks noChangeArrowheads="1"/>
            </p:cNvSpPr>
            <p:nvPr/>
          </p:nvSpPr>
          <p:spPr bwMode="gray">
            <a:xfrm>
              <a:off x="2826097" y="2319985"/>
              <a:ext cx="1698618" cy="1511434"/>
            </a:xfrm>
            <a:prstGeom prst="rect">
              <a:avLst/>
            </a:prstGeom>
            <a:noFill/>
            <a:ln w="9525">
              <a:noFill/>
              <a:miter lim="800000"/>
            </a:ln>
            <a:effectLst/>
          </p:spPr>
          <p:txBody>
            <a:bodyPr>
              <a:spAutoFit/>
            </a:bodyPr>
            <a:lstStyle/>
            <a:p>
              <a:pPr algn="ctr">
                <a:spcBef>
                  <a:spcPct val="50000"/>
                </a:spcBef>
                <a:defRPr/>
              </a:pPr>
              <a:r>
                <a:rPr lang="vi-VN" sz="2400" spc="-150" dirty="0"/>
                <a:t>Đổi mới KT và đổi mới chính trị</a:t>
              </a:r>
            </a:p>
          </p:txBody>
        </p:sp>
      </p:grpSp>
      <p:grpSp>
        <p:nvGrpSpPr>
          <p:cNvPr id="13" name="Group 12"/>
          <p:cNvGrpSpPr/>
          <p:nvPr/>
        </p:nvGrpSpPr>
        <p:grpSpPr bwMode="auto">
          <a:xfrm>
            <a:off x="2590800" y="2905844"/>
            <a:ext cx="1208873" cy="3870325"/>
            <a:chOff x="4660265" y="2135606"/>
            <a:chExt cx="1855727" cy="3870336"/>
          </a:xfrm>
        </p:grpSpPr>
        <p:sp>
          <p:nvSpPr>
            <p:cNvPr id="14" name="AutoShape 5"/>
            <p:cNvSpPr>
              <a:spLocks noChangeArrowheads="1"/>
            </p:cNvSpPr>
            <p:nvPr/>
          </p:nvSpPr>
          <p:spPr bwMode="gray">
            <a:xfrm>
              <a:off x="4660265" y="2135606"/>
              <a:ext cx="1855727" cy="3870336"/>
            </a:xfrm>
            <a:prstGeom prst="roundRect">
              <a:avLst>
                <a:gd name="adj" fmla="val 9523"/>
              </a:avLst>
            </a:prstGeom>
            <a:solidFill>
              <a:srgbClr val="DD693B">
                <a:alpha val="30000"/>
              </a:srgbClr>
            </a:solidFill>
            <a:ln w="9525">
              <a:noFill/>
              <a:round/>
            </a:ln>
            <a:effec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15" name="Text Box 23"/>
            <p:cNvSpPr txBox="1">
              <a:spLocks noChangeArrowheads="1"/>
            </p:cNvSpPr>
            <p:nvPr/>
          </p:nvSpPr>
          <p:spPr bwMode="gray">
            <a:xfrm>
              <a:off x="4733874" y="2319761"/>
              <a:ext cx="1697149" cy="2308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vi-VN" altLang="x-none" sz="2400" dirty="0"/>
                <a:t>Giữa KTTT và định hướng XHCN</a:t>
              </a:r>
            </a:p>
          </p:txBody>
        </p:sp>
      </p:grpSp>
      <p:grpSp>
        <p:nvGrpSpPr>
          <p:cNvPr id="16" name="Group 15"/>
          <p:cNvGrpSpPr/>
          <p:nvPr/>
        </p:nvGrpSpPr>
        <p:grpSpPr bwMode="auto">
          <a:xfrm>
            <a:off x="5192531" y="2915085"/>
            <a:ext cx="1268413" cy="3870325"/>
            <a:chOff x="6580178" y="2135606"/>
            <a:chExt cx="1855728" cy="3016898"/>
          </a:xfrm>
        </p:grpSpPr>
        <p:sp>
          <p:nvSpPr>
            <p:cNvPr id="17" name="AutoShape 4"/>
            <p:cNvSpPr>
              <a:spLocks noChangeArrowheads="1"/>
            </p:cNvSpPr>
            <p:nvPr/>
          </p:nvSpPr>
          <p:spPr bwMode="gray">
            <a:xfrm>
              <a:off x="6580178" y="2135606"/>
              <a:ext cx="1855728" cy="3016898"/>
            </a:xfrm>
            <a:prstGeom prst="roundRect">
              <a:avLst>
                <a:gd name="adj" fmla="val 9523"/>
              </a:avLst>
            </a:prstGeom>
          </p:spPr>
          <p:style>
            <a:lnRef idx="1">
              <a:schemeClr val="dk1"/>
            </a:lnRef>
            <a:fillRef idx="2">
              <a:schemeClr val="dk1"/>
            </a:fillRef>
            <a:effectRef idx="1">
              <a:schemeClr val="dk1"/>
            </a:effectRef>
            <a:fontRef idx="minor">
              <a:schemeClr val="dk1"/>
            </a:fontRef>
          </p:style>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18" name="Text Box 24"/>
            <p:cNvSpPr txBox="1">
              <a:spLocks noChangeArrowheads="1"/>
            </p:cNvSpPr>
            <p:nvPr/>
          </p:nvSpPr>
          <p:spPr bwMode="gray">
            <a:xfrm>
              <a:off x="6659466" y="2319761"/>
              <a:ext cx="1695263" cy="2375111"/>
            </a:xfrm>
            <a:prstGeom prst="rect">
              <a:avLst/>
            </a:prstGeom>
            <a:noFill/>
            <a:ln>
              <a:noFill/>
            </a:ln>
          </p:spPr>
          <p:style>
            <a:lnRef idx="1">
              <a:schemeClr val="dk1"/>
            </a:lnRef>
            <a:fillRef idx="2">
              <a:schemeClr val="dk1"/>
            </a:fillRef>
            <a:effectRef idx="1">
              <a:schemeClr val="dk1"/>
            </a:effectRef>
            <a:fontRef idx="minor">
              <a:schemeClr val="dk1"/>
            </a:fontRef>
          </p:style>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vi-VN" altLang="x-none" sz="2400" dirty="0"/>
                <a:t>Giữa xây dựng CNXH và bảo vệ Tổ quốc XHCN</a:t>
              </a:r>
            </a:p>
          </p:txBody>
        </p:sp>
      </p:grpSp>
      <p:cxnSp>
        <p:nvCxnSpPr>
          <p:cNvPr id="19" name="Straight Arrow Connector 18"/>
          <p:cNvCxnSpPr>
            <a:stCxn id="5" idx="2"/>
            <a:endCxn id="14" idx="0"/>
          </p:cNvCxnSpPr>
          <p:nvPr/>
        </p:nvCxnSpPr>
        <p:spPr>
          <a:xfrm flipH="1">
            <a:off x="3195237" y="2428875"/>
            <a:ext cx="1423595" cy="4769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2"/>
            <a:endCxn id="17" idx="0"/>
          </p:cNvCxnSpPr>
          <p:nvPr/>
        </p:nvCxnSpPr>
        <p:spPr>
          <a:xfrm>
            <a:off x="4618832" y="2428875"/>
            <a:ext cx="1207906" cy="486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5" idx="2"/>
            <a:endCxn id="8" idx="0"/>
          </p:cNvCxnSpPr>
          <p:nvPr/>
        </p:nvCxnSpPr>
        <p:spPr>
          <a:xfrm flipH="1">
            <a:off x="571500" y="2428875"/>
            <a:ext cx="4047332" cy="3905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5" idx="2"/>
            <a:endCxn id="11" idx="0"/>
          </p:cNvCxnSpPr>
          <p:nvPr/>
        </p:nvCxnSpPr>
        <p:spPr>
          <a:xfrm flipH="1">
            <a:off x="1899837" y="2428875"/>
            <a:ext cx="2718995" cy="4677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bwMode="auto">
          <a:xfrm>
            <a:off x="7856556" y="2915085"/>
            <a:ext cx="1171575" cy="3870325"/>
            <a:chOff x="6580178" y="2135606"/>
            <a:chExt cx="1855728" cy="3016898"/>
          </a:xfrm>
        </p:grpSpPr>
        <p:sp>
          <p:nvSpPr>
            <p:cNvPr id="24" name="AutoShape 4"/>
            <p:cNvSpPr>
              <a:spLocks noChangeArrowheads="1"/>
            </p:cNvSpPr>
            <p:nvPr/>
          </p:nvSpPr>
          <p:spPr bwMode="gray">
            <a:xfrm>
              <a:off x="6580178" y="2135606"/>
              <a:ext cx="1855728" cy="3016898"/>
            </a:xfrm>
            <a:prstGeom prst="roundRect">
              <a:avLst>
                <a:gd name="adj" fmla="val 9523"/>
              </a:avLst>
            </a:prstGeom>
          </p:spPr>
          <p:style>
            <a:lnRef idx="1">
              <a:schemeClr val="accent4"/>
            </a:lnRef>
            <a:fillRef idx="2">
              <a:schemeClr val="accent4"/>
            </a:fillRef>
            <a:effectRef idx="1">
              <a:schemeClr val="accent4"/>
            </a:effectRef>
            <a:fontRef idx="minor">
              <a:schemeClr val="dk1"/>
            </a:fontRef>
          </p:style>
          <p:txBody>
            <a:bodyPr wrap="none" anchor="ctr"/>
            <a:lstStyle/>
            <a:p>
              <a:pPr eaLnBrk="1" fontAlgn="auto" hangingPunct="1">
                <a:spcBef>
                  <a:spcPts val="0"/>
                </a:spcBef>
                <a:spcAft>
                  <a:spcPts val="0"/>
                </a:spcAft>
                <a:defRPr/>
              </a:pPr>
              <a:endParaRPr lang="en-US" kern="0" dirty="0">
                <a:solidFill>
                  <a:sysClr val="windowText" lastClr="000000"/>
                </a:solidFill>
              </a:endParaRPr>
            </a:p>
          </p:txBody>
        </p:sp>
        <p:sp>
          <p:nvSpPr>
            <p:cNvPr id="25" name="Text Box 24"/>
            <p:cNvSpPr txBox="1">
              <a:spLocks noChangeArrowheads="1"/>
            </p:cNvSpPr>
            <p:nvPr/>
          </p:nvSpPr>
          <p:spPr bwMode="gray">
            <a:xfrm>
              <a:off x="6659466" y="2319761"/>
              <a:ext cx="1695262" cy="2663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vi-VN" altLang="x-none" sz="2400" dirty="0"/>
                <a:t>Giữa Đảng lãnh đạo, NN quản lý, ND làm chủ</a:t>
              </a:r>
            </a:p>
          </p:txBody>
        </p:sp>
      </p:grpSp>
      <p:cxnSp>
        <p:nvCxnSpPr>
          <p:cNvPr id="26" name="Straight Arrow Connector 25"/>
          <p:cNvCxnSpPr>
            <a:stCxn id="5" idx="2"/>
            <a:endCxn id="24" idx="0"/>
          </p:cNvCxnSpPr>
          <p:nvPr/>
        </p:nvCxnSpPr>
        <p:spPr>
          <a:xfrm>
            <a:off x="4618832" y="2428875"/>
            <a:ext cx="3823512" cy="486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bwMode="auto">
          <a:xfrm>
            <a:off x="6529294" y="2915085"/>
            <a:ext cx="1268413" cy="3870325"/>
            <a:chOff x="6580178" y="2135606"/>
            <a:chExt cx="1855728" cy="3016898"/>
          </a:xfrm>
        </p:grpSpPr>
        <p:sp>
          <p:nvSpPr>
            <p:cNvPr id="29" name="AutoShape 4"/>
            <p:cNvSpPr>
              <a:spLocks noChangeArrowheads="1"/>
            </p:cNvSpPr>
            <p:nvPr/>
          </p:nvSpPr>
          <p:spPr bwMode="gray">
            <a:xfrm>
              <a:off x="6580178" y="2135606"/>
              <a:ext cx="1855728" cy="3016898"/>
            </a:xfrm>
            <a:prstGeom prst="roundRect">
              <a:avLst>
                <a:gd name="adj" fmla="val 9523"/>
              </a:avLst>
            </a:prstGeom>
          </p:spPr>
          <p:style>
            <a:lnRef idx="1">
              <a:schemeClr val="accent5"/>
            </a:lnRef>
            <a:fillRef idx="2">
              <a:schemeClr val="accent5"/>
            </a:fillRef>
            <a:effectRef idx="1">
              <a:schemeClr val="accent5"/>
            </a:effectRef>
            <a:fontRef idx="minor">
              <a:schemeClr val="dk1"/>
            </a:fontRef>
          </p:style>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30" name="Text Box 24"/>
            <p:cNvSpPr txBox="1">
              <a:spLocks noChangeArrowheads="1"/>
            </p:cNvSpPr>
            <p:nvPr/>
          </p:nvSpPr>
          <p:spPr bwMode="gray">
            <a:xfrm>
              <a:off x="6659466" y="2319761"/>
              <a:ext cx="1695263" cy="2087219"/>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vi-VN" altLang="x-none" sz="2400" dirty="0"/>
                <a:t>Độc lập, tự chủ và hội nhập quốc tế.</a:t>
              </a:r>
            </a:p>
          </p:txBody>
        </p:sp>
      </p:grpSp>
      <p:grpSp>
        <p:nvGrpSpPr>
          <p:cNvPr id="31" name="Group 30"/>
          <p:cNvGrpSpPr/>
          <p:nvPr/>
        </p:nvGrpSpPr>
        <p:grpSpPr bwMode="auto">
          <a:xfrm>
            <a:off x="3874061" y="2915085"/>
            <a:ext cx="1268413" cy="3870325"/>
            <a:chOff x="6580178" y="2135606"/>
            <a:chExt cx="1855728" cy="3016898"/>
          </a:xfrm>
        </p:grpSpPr>
        <p:sp>
          <p:nvSpPr>
            <p:cNvPr id="32" name="AutoShape 4"/>
            <p:cNvSpPr>
              <a:spLocks noChangeArrowheads="1"/>
            </p:cNvSpPr>
            <p:nvPr/>
          </p:nvSpPr>
          <p:spPr bwMode="gray">
            <a:xfrm>
              <a:off x="6580178" y="2135606"/>
              <a:ext cx="1855728" cy="3016898"/>
            </a:xfrm>
            <a:prstGeom prst="roundRect">
              <a:avLst>
                <a:gd name="adj" fmla="val 9523"/>
              </a:avLst>
            </a:prstGeom>
            <a:solidFill>
              <a:srgbClr val="6ECC4C">
                <a:alpha val="30000"/>
              </a:srgbClr>
            </a:solidFill>
            <a:ln w="9525">
              <a:noFill/>
              <a:round/>
            </a:ln>
            <a:effec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33" name="Text Box 24"/>
            <p:cNvSpPr txBox="1">
              <a:spLocks noChangeArrowheads="1"/>
            </p:cNvSpPr>
            <p:nvPr/>
          </p:nvSpPr>
          <p:spPr bwMode="gray">
            <a:xfrm>
              <a:off x="6659466" y="2319761"/>
              <a:ext cx="1695263" cy="2663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vi-VN" altLang="x-none" sz="2400" dirty="0"/>
                <a:t>Giữa tăng trưởng KT và tiến bộ, công bằng XH</a:t>
              </a:r>
            </a:p>
          </p:txBody>
        </p:sp>
      </p:grpSp>
      <p:sp>
        <p:nvSpPr>
          <p:cNvPr id="35" name="TextBox 34"/>
          <p:cNvSpPr txBox="1"/>
          <p:nvPr/>
        </p:nvSpPr>
        <p:spPr>
          <a:xfrm>
            <a:off x="457200" y="1250950"/>
            <a:ext cx="8229600" cy="523220"/>
          </a:xfrm>
          <a:prstGeom prst="rect">
            <a:avLst/>
          </a:prstGeom>
          <a:noFill/>
        </p:spPr>
        <p:txBody>
          <a:bodyPr wrap="square" rtlCol="0">
            <a:spAutoFit/>
          </a:bodyPr>
          <a:lstStyle/>
          <a:p>
            <a:pPr marL="457200" indent="-457200" algn="just">
              <a:buFont typeface="Wingdings" panose="05000000000000000000" pitchFamily="2" charset="2"/>
              <a:buChar char="v"/>
            </a:pPr>
            <a:r>
              <a:rPr lang="vi-VN" sz="2800" dirty="0">
                <a:solidFill>
                  <a:srgbClr val="FF0000"/>
                </a:solidFill>
              </a:rPr>
              <a:t>Con đường đi lên chủ nghĩa xã hội ở Việt Nam</a:t>
            </a:r>
          </a:p>
        </p:txBody>
      </p:sp>
      <p:cxnSp>
        <p:nvCxnSpPr>
          <p:cNvPr id="45" name="Straight Arrow Connector 44"/>
          <p:cNvCxnSpPr>
            <a:endCxn id="32" idx="0"/>
          </p:cNvCxnSpPr>
          <p:nvPr/>
        </p:nvCxnSpPr>
        <p:spPr>
          <a:xfrm flipH="1">
            <a:off x="4508268" y="2450023"/>
            <a:ext cx="70876" cy="4650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5" idx="2"/>
            <a:endCxn id="29" idx="0"/>
          </p:cNvCxnSpPr>
          <p:nvPr/>
        </p:nvCxnSpPr>
        <p:spPr>
          <a:xfrm>
            <a:off x="4618832" y="2428875"/>
            <a:ext cx="2544669" cy="486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Rectangle 42"/>
          <p:cNvSpPr txBox="1">
            <a:spLocks noChangeArrowheads="1"/>
          </p:cNvSpPr>
          <p:nvPr/>
        </p:nvSpPr>
        <p:spPr bwMode="auto">
          <a:xfrm>
            <a:off x="914400" y="76200"/>
            <a:ext cx="739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1" fontAlgn="base" hangingPunct="1">
              <a:spcBef>
                <a:spcPct val="0"/>
              </a:spcBef>
              <a:spcAft>
                <a:spcPct val="0"/>
              </a:spcAft>
              <a:defRPr sz="3800" b="1">
                <a:solidFill>
                  <a:schemeClr val="tx2"/>
                </a:solidFill>
                <a:latin typeface="+mj-lt"/>
                <a:ea typeface="+mj-ea"/>
                <a:cs typeface="+mj-cs"/>
              </a:defRPr>
            </a:lvl1pPr>
            <a:lvl2pPr algn="l" rtl="0" eaLnBrk="1" fontAlgn="base" hangingPunct="1">
              <a:spcBef>
                <a:spcPct val="0"/>
              </a:spcBef>
              <a:spcAft>
                <a:spcPct val="0"/>
              </a:spcAft>
              <a:defRPr sz="3800" b="1">
                <a:solidFill>
                  <a:schemeClr val="tx2"/>
                </a:solidFill>
                <a:latin typeface="Times New Roman" panose="02020603050405020304" charset="0"/>
              </a:defRPr>
            </a:lvl2pPr>
            <a:lvl3pPr algn="l" rtl="0" eaLnBrk="1" fontAlgn="base" hangingPunct="1">
              <a:spcBef>
                <a:spcPct val="0"/>
              </a:spcBef>
              <a:spcAft>
                <a:spcPct val="0"/>
              </a:spcAft>
              <a:defRPr sz="3800" b="1">
                <a:solidFill>
                  <a:schemeClr val="tx2"/>
                </a:solidFill>
                <a:latin typeface="Times New Roman" panose="02020603050405020304" charset="0"/>
              </a:defRPr>
            </a:lvl3pPr>
            <a:lvl4pPr algn="l" rtl="0" eaLnBrk="1" fontAlgn="base" hangingPunct="1">
              <a:spcBef>
                <a:spcPct val="0"/>
              </a:spcBef>
              <a:spcAft>
                <a:spcPct val="0"/>
              </a:spcAft>
              <a:defRPr sz="3800" b="1">
                <a:solidFill>
                  <a:schemeClr val="tx2"/>
                </a:solidFill>
                <a:latin typeface="Times New Roman" panose="02020603050405020304" charset="0"/>
              </a:defRPr>
            </a:lvl4pPr>
            <a:lvl5pPr algn="l" rtl="0" eaLnBrk="1" fontAlgn="base" hangingPunct="1">
              <a:spcBef>
                <a:spcPct val="0"/>
              </a:spcBef>
              <a:spcAft>
                <a:spcPct val="0"/>
              </a:spcAft>
              <a:defRPr sz="3800" b="1">
                <a:solidFill>
                  <a:schemeClr val="tx2"/>
                </a:solidFill>
                <a:latin typeface="Times New Roman" panose="02020603050405020304" charset="0"/>
              </a:defRPr>
            </a:lvl5pPr>
            <a:lvl6pPr marL="457200" algn="l" rtl="0" eaLnBrk="1" fontAlgn="base" hangingPunct="1">
              <a:spcBef>
                <a:spcPct val="0"/>
              </a:spcBef>
              <a:spcAft>
                <a:spcPct val="0"/>
              </a:spcAft>
              <a:defRPr sz="3800" b="1">
                <a:solidFill>
                  <a:schemeClr val="tx2"/>
                </a:solidFill>
                <a:latin typeface="Times New Roman" panose="02020603050405020304" charset="0"/>
              </a:defRPr>
            </a:lvl6pPr>
            <a:lvl7pPr marL="914400" algn="l" rtl="0" eaLnBrk="1" fontAlgn="base" hangingPunct="1">
              <a:spcBef>
                <a:spcPct val="0"/>
              </a:spcBef>
              <a:spcAft>
                <a:spcPct val="0"/>
              </a:spcAft>
              <a:defRPr sz="3800" b="1">
                <a:solidFill>
                  <a:schemeClr val="tx2"/>
                </a:solidFill>
                <a:latin typeface="Times New Roman" panose="02020603050405020304" charset="0"/>
              </a:defRPr>
            </a:lvl7pPr>
            <a:lvl8pPr marL="1371600" algn="l" rtl="0" eaLnBrk="1" fontAlgn="base" hangingPunct="1">
              <a:spcBef>
                <a:spcPct val="0"/>
              </a:spcBef>
              <a:spcAft>
                <a:spcPct val="0"/>
              </a:spcAft>
              <a:defRPr sz="3800" b="1">
                <a:solidFill>
                  <a:schemeClr val="tx2"/>
                </a:solidFill>
                <a:latin typeface="Times New Roman" panose="02020603050405020304" charset="0"/>
              </a:defRPr>
            </a:lvl8pPr>
            <a:lvl9pPr marL="1828800" algn="l" rtl="0" eaLnBrk="1" fontAlgn="base" hangingPunct="1">
              <a:spcBef>
                <a:spcPct val="0"/>
              </a:spcBef>
              <a:spcAft>
                <a:spcPct val="0"/>
              </a:spcAft>
              <a:defRPr sz="3800" b="1">
                <a:solidFill>
                  <a:schemeClr val="tx2"/>
                </a:solidFill>
                <a:latin typeface="Times New Roman" panose="02020603050405020304" charset="0"/>
              </a:defRPr>
            </a:lvl9pPr>
          </a:lstStyle>
          <a:p>
            <a:pPr algn="ctr"/>
            <a:r>
              <a:rPr lang="vi-VN" sz="2600" dirty="0">
                <a:solidFill>
                  <a:srgbClr val="FF0000"/>
                </a:solidFill>
              </a:rPr>
              <a:t>3.</a:t>
            </a:r>
            <a:r>
              <a:rPr lang="en-US" sz="2600" dirty="0">
                <a:solidFill>
                  <a:srgbClr val="FF0000"/>
                </a:solidFill>
              </a:rPr>
              <a:t>2</a:t>
            </a:r>
            <a:r>
              <a:rPr lang="vi-VN" sz="2600" dirty="0">
                <a:solidFill>
                  <a:srgbClr val="FF0000"/>
                </a:solidFill>
              </a:rPr>
              <a:t>. </a:t>
            </a:r>
            <a:r>
              <a:rPr lang="en-US" sz="2600" dirty="0" err="1">
                <a:solidFill>
                  <a:srgbClr val="FF0000"/>
                </a:solidFill>
              </a:rPr>
              <a:t>Những</a:t>
            </a:r>
            <a:r>
              <a:rPr lang="en-US" sz="2600" dirty="0">
                <a:solidFill>
                  <a:srgbClr val="FF0000"/>
                </a:solidFill>
              </a:rPr>
              <a:t> </a:t>
            </a:r>
            <a:r>
              <a:rPr lang="en-US" sz="2600" dirty="0" err="1">
                <a:solidFill>
                  <a:srgbClr val="FF0000"/>
                </a:solidFill>
              </a:rPr>
              <a:t>đặc</a:t>
            </a:r>
            <a:r>
              <a:rPr lang="en-US" sz="2600" dirty="0">
                <a:solidFill>
                  <a:srgbClr val="FF0000"/>
                </a:solidFill>
              </a:rPr>
              <a:t> </a:t>
            </a:r>
            <a:r>
              <a:rPr lang="en-US" sz="2600" dirty="0" err="1">
                <a:solidFill>
                  <a:srgbClr val="FF0000"/>
                </a:solidFill>
              </a:rPr>
              <a:t>trưng</a:t>
            </a:r>
            <a:r>
              <a:rPr lang="en-US" sz="2600" dirty="0">
                <a:solidFill>
                  <a:srgbClr val="FF0000"/>
                </a:solidFill>
              </a:rPr>
              <a:t> </a:t>
            </a:r>
            <a:r>
              <a:rPr lang="en-US" sz="2600" dirty="0" err="1">
                <a:solidFill>
                  <a:srgbClr val="FF0000"/>
                </a:solidFill>
              </a:rPr>
              <a:t>của</a:t>
            </a:r>
            <a:r>
              <a:rPr lang="en-US" sz="2600" dirty="0">
                <a:solidFill>
                  <a:srgbClr val="FF0000"/>
                </a:solidFill>
              </a:rPr>
              <a:t> CNXH </a:t>
            </a:r>
            <a:r>
              <a:rPr lang="en-US" sz="2600" dirty="0" err="1">
                <a:solidFill>
                  <a:srgbClr val="FF0000"/>
                </a:solidFill>
              </a:rPr>
              <a:t>và</a:t>
            </a:r>
            <a:r>
              <a:rPr lang="en-US" sz="2600" dirty="0">
                <a:solidFill>
                  <a:srgbClr val="FF0000"/>
                </a:solidFill>
              </a:rPr>
              <a:t> </a:t>
            </a:r>
            <a:r>
              <a:rPr lang="en-US" sz="2600" dirty="0" err="1">
                <a:solidFill>
                  <a:srgbClr val="FF0000"/>
                </a:solidFill>
              </a:rPr>
              <a:t>phương</a:t>
            </a:r>
            <a:r>
              <a:rPr lang="en-US" sz="2600" dirty="0">
                <a:solidFill>
                  <a:srgbClr val="FF0000"/>
                </a:solidFill>
              </a:rPr>
              <a:t> </a:t>
            </a:r>
            <a:r>
              <a:rPr lang="en-US" sz="2600" dirty="0" err="1">
                <a:solidFill>
                  <a:srgbClr val="FF0000"/>
                </a:solidFill>
              </a:rPr>
              <a:t>hướng</a:t>
            </a:r>
            <a:r>
              <a:rPr lang="en-US" sz="2600" dirty="0">
                <a:solidFill>
                  <a:srgbClr val="FF0000"/>
                </a:solidFill>
              </a:rPr>
              <a:t> </a:t>
            </a:r>
            <a:r>
              <a:rPr lang="en-US" sz="2600" dirty="0" err="1">
                <a:solidFill>
                  <a:srgbClr val="FF0000"/>
                </a:solidFill>
              </a:rPr>
              <a:t>xây</a:t>
            </a:r>
            <a:r>
              <a:rPr lang="en-US" sz="2600" dirty="0">
                <a:solidFill>
                  <a:srgbClr val="FF0000"/>
                </a:solidFill>
              </a:rPr>
              <a:t> </a:t>
            </a:r>
            <a:r>
              <a:rPr lang="en-US" sz="2600" dirty="0" err="1">
                <a:solidFill>
                  <a:srgbClr val="FF0000"/>
                </a:solidFill>
              </a:rPr>
              <a:t>dựng</a:t>
            </a:r>
            <a:r>
              <a:rPr lang="en-US" sz="2600" dirty="0">
                <a:solidFill>
                  <a:srgbClr val="FF0000"/>
                </a:solidFill>
              </a:rPr>
              <a:t> CNXH ở </a:t>
            </a:r>
            <a:r>
              <a:rPr lang="en-US" sz="2600" dirty="0" err="1">
                <a:solidFill>
                  <a:srgbClr val="FF0000"/>
                </a:solidFill>
              </a:rPr>
              <a:t>Việt</a:t>
            </a:r>
            <a:r>
              <a:rPr lang="en-US" sz="2600" dirty="0">
                <a:solidFill>
                  <a:srgbClr val="FF0000"/>
                </a:solidFill>
              </a:rPr>
              <a:t> Nam</a:t>
            </a:r>
            <a:endParaRPr lang="vi-VN" sz="2600" dirty="0">
              <a:solidFill>
                <a:srgbClr val="FF0000"/>
              </a:solidFill>
            </a:endParaRPr>
          </a:p>
        </p:txBody>
      </p:sp>
      <p:sp>
        <p:nvSpPr>
          <p:cNvPr id="37" name="object 4"/>
          <p:cNvSpPr>
            <a:spLocks noChangeArrowheads="1"/>
          </p:cNvSpPr>
          <p:nvPr/>
        </p:nvSpPr>
        <p:spPr bwMode="auto">
          <a:xfrm>
            <a:off x="0" y="5857"/>
            <a:ext cx="875211" cy="98139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rgbClr val="00FF00"/>
                </a:solidFill>
                <a:latin typeface=".VnArial" panose="020B7200000000000000" pitchFamily="34" charset="0"/>
              </a:defRPr>
            </a:lvl1pPr>
            <a:lvl2pPr marL="742950" indent="-285750">
              <a:defRPr sz="2400">
                <a:solidFill>
                  <a:srgbClr val="00FF00"/>
                </a:solidFill>
                <a:latin typeface=".VnArial" panose="020B7200000000000000" pitchFamily="34" charset="0"/>
              </a:defRPr>
            </a:lvl2pPr>
            <a:lvl3pPr marL="1143000" indent="-228600">
              <a:defRPr sz="2400">
                <a:solidFill>
                  <a:srgbClr val="00FF00"/>
                </a:solidFill>
                <a:latin typeface=".VnArial" panose="020B7200000000000000" pitchFamily="34" charset="0"/>
              </a:defRPr>
            </a:lvl3pPr>
            <a:lvl4pPr marL="1600200" indent="-228600">
              <a:defRPr sz="2400">
                <a:solidFill>
                  <a:srgbClr val="00FF00"/>
                </a:solidFill>
                <a:latin typeface=".VnArial" panose="020B7200000000000000" pitchFamily="34" charset="0"/>
              </a:defRPr>
            </a:lvl4pPr>
            <a:lvl5pPr marL="2057400" indent="-22860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a:p>
        </p:txBody>
      </p:sp>
      <p:sp>
        <p:nvSpPr>
          <p:cNvPr id="39" name="Text Box 24"/>
          <p:cNvSpPr txBox="1">
            <a:spLocks noChangeArrowheads="1"/>
          </p:cNvSpPr>
          <p:nvPr/>
        </p:nvSpPr>
        <p:spPr bwMode="gray">
          <a:xfrm>
            <a:off x="1593392" y="6507899"/>
            <a:ext cx="6987191" cy="461665"/>
          </a:xfrm>
          <a:prstGeom prst="rect">
            <a:avLst/>
          </a:prstGeom>
          <a:solidFill>
            <a:schemeClr val="bg1">
              <a:lumMod val="85000"/>
            </a:schemeClr>
          </a:solidFill>
          <a:ln>
            <a:noFill/>
          </a:ln>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x-none" sz="2400" dirty="0" err="1" smtClean="0"/>
              <a:t>Xây</a:t>
            </a:r>
            <a:r>
              <a:rPr lang="en-US" altLang="x-none" sz="2400" dirty="0" smtClean="0"/>
              <a:t> </a:t>
            </a:r>
            <a:r>
              <a:rPr lang="en-US" altLang="x-none" sz="2400" dirty="0" err="1" smtClean="0"/>
              <a:t>dựng</a:t>
            </a:r>
            <a:r>
              <a:rPr lang="en-US" altLang="x-none" sz="2400" dirty="0" smtClean="0"/>
              <a:t> </a:t>
            </a:r>
            <a:r>
              <a:rPr lang="en-US" altLang="x-none" sz="2400" dirty="0" err="1" smtClean="0"/>
              <a:t>Đảng</a:t>
            </a:r>
            <a:r>
              <a:rPr lang="en-US" altLang="x-none" sz="2400" dirty="0" smtClean="0"/>
              <a:t> </a:t>
            </a:r>
            <a:r>
              <a:rPr lang="en-US" altLang="x-none" sz="2400" dirty="0" err="1" smtClean="0"/>
              <a:t>trong</a:t>
            </a:r>
            <a:r>
              <a:rPr lang="en-US" altLang="x-none" sz="2400" dirty="0" smtClean="0"/>
              <a:t> </a:t>
            </a:r>
            <a:r>
              <a:rPr lang="en-US" altLang="x-none" sz="2400" dirty="0" err="1" smtClean="0"/>
              <a:t>sạch</a:t>
            </a:r>
            <a:r>
              <a:rPr lang="en-US" altLang="x-none" sz="2400" dirty="0" smtClean="0"/>
              <a:t> </a:t>
            </a:r>
            <a:r>
              <a:rPr lang="en-US" altLang="x-none" sz="2400" dirty="0" err="1" smtClean="0"/>
              <a:t>vững</a:t>
            </a:r>
            <a:r>
              <a:rPr lang="en-US" altLang="x-none" sz="2400" dirty="0" smtClean="0"/>
              <a:t> </a:t>
            </a:r>
            <a:r>
              <a:rPr lang="en-US" altLang="x-none" sz="2400" dirty="0" err="1" smtClean="0"/>
              <a:t>mạnh</a:t>
            </a:r>
            <a:endParaRPr lang="vi-VN" altLang="x-none"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 calcmode="lin" valueType="num">
                                      <p:cBhvr additive="base">
                                        <p:cTn id="43" dur="500" fill="hold"/>
                                        <p:tgtEl>
                                          <p:spTgt spid="45"/>
                                        </p:tgtEl>
                                        <p:attrNameLst>
                                          <p:attrName>ppt_x</p:attrName>
                                        </p:attrNameLst>
                                      </p:cBhvr>
                                      <p:tavLst>
                                        <p:tav tm="0">
                                          <p:val>
                                            <p:strVal val="#ppt_x"/>
                                          </p:val>
                                        </p:tav>
                                        <p:tav tm="100000">
                                          <p:val>
                                            <p:strVal val="#ppt_x"/>
                                          </p:val>
                                        </p:tav>
                                      </p:tavLst>
                                    </p:anim>
                                    <p:anim calcmode="lin" valueType="num">
                                      <p:cBhvr additive="base">
                                        <p:cTn id="44" dur="500" fill="hold"/>
                                        <p:tgtEl>
                                          <p:spTgt spid="45"/>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fill="hold"/>
                                        <p:tgtEl>
                                          <p:spTgt spid="31"/>
                                        </p:tgtEl>
                                        <p:attrNameLst>
                                          <p:attrName>ppt_x</p:attrName>
                                        </p:attrNameLst>
                                      </p:cBhvr>
                                      <p:tavLst>
                                        <p:tav tm="0">
                                          <p:val>
                                            <p:strVal val="#ppt_x"/>
                                          </p:val>
                                        </p:tav>
                                        <p:tav tm="100000">
                                          <p:val>
                                            <p:strVal val="#ppt_x"/>
                                          </p:val>
                                        </p:tav>
                                      </p:tavLst>
                                    </p:anim>
                                    <p:anim calcmode="lin" valueType="num">
                                      <p:cBhvr additive="base">
                                        <p:cTn id="4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47"/>
                                        </p:tgtEl>
                                        <p:attrNameLst>
                                          <p:attrName>style.visibility</p:attrName>
                                        </p:attrNameLst>
                                      </p:cBhvr>
                                      <p:to>
                                        <p:strVal val="visible"/>
                                      </p:to>
                                    </p:set>
                                    <p:anim calcmode="lin" valueType="num">
                                      <p:cBhvr additive="base">
                                        <p:cTn id="63" dur="500" fill="hold"/>
                                        <p:tgtEl>
                                          <p:spTgt spid="47"/>
                                        </p:tgtEl>
                                        <p:attrNameLst>
                                          <p:attrName>ppt_x</p:attrName>
                                        </p:attrNameLst>
                                      </p:cBhvr>
                                      <p:tavLst>
                                        <p:tav tm="0">
                                          <p:val>
                                            <p:strVal val="#ppt_x"/>
                                          </p:val>
                                        </p:tav>
                                        <p:tav tm="100000">
                                          <p:val>
                                            <p:strVal val="#ppt_x"/>
                                          </p:val>
                                        </p:tav>
                                      </p:tavLst>
                                    </p:anim>
                                    <p:anim calcmode="lin" valueType="num">
                                      <p:cBhvr additive="base">
                                        <p:cTn id="64" dur="500" fill="hold"/>
                                        <p:tgtEl>
                                          <p:spTgt spid="47"/>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fill="hold"/>
                                        <p:tgtEl>
                                          <p:spTgt spid="28"/>
                                        </p:tgtEl>
                                        <p:attrNameLst>
                                          <p:attrName>ppt_x</p:attrName>
                                        </p:attrNameLst>
                                      </p:cBhvr>
                                      <p:tavLst>
                                        <p:tav tm="0">
                                          <p:val>
                                            <p:strVal val="#ppt_x"/>
                                          </p:val>
                                        </p:tav>
                                        <p:tav tm="100000">
                                          <p:val>
                                            <p:strVal val="#ppt_x"/>
                                          </p:val>
                                        </p:tav>
                                      </p:tavLst>
                                    </p:anim>
                                    <p:anim calcmode="lin" valueType="num">
                                      <p:cBhvr additive="base">
                                        <p:cTn id="6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additive="base">
                                        <p:cTn id="73" dur="500" fill="hold"/>
                                        <p:tgtEl>
                                          <p:spTgt spid="26"/>
                                        </p:tgtEl>
                                        <p:attrNameLst>
                                          <p:attrName>ppt_x</p:attrName>
                                        </p:attrNameLst>
                                      </p:cBhvr>
                                      <p:tavLst>
                                        <p:tav tm="0">
                                          <p:val>
                                            <p:strVal val="#ppt_x"/>
                                          </p:val>
                                        </p:tav>
                                        <p:tav tm="100000">
                                          <p:val>
                                            <p:strVal val="#ppt_x"/>
                                          </p:val>
                                        </p:tav>
                                      </p:tavLst>
                                    </p:anim>
                                    <p:anim calcmode="lin" valueType="num">
                                      <p:cBhvr additive="base">
                                        <p:cTn id="74" dur="500" fill="hold"/>
                                        <p:tgtEl>
                                          <p:spTgt spid="26"/>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90800" y="228600"/>
            <a:ext cx="4591321" cy="584775"/>
          </a:xfrm>
          <a:prstGeom prst="rect">
            <a:avLst/>
          </a:prstGeom>
          <a:noFill/>
        </p:spPr>
        <p:txBody>
          <a:bodyPr wrap="none" rtlCol="0">
            <a:spAutoFit/>
          </a:bodyPr>
          <a:lstStyle/>
          <a:p>
            <a:r>
              <a:rPr lang="x-none" sz="3200" dirty="0">
                <a:solidFill>
                  <a:srgbClr val="FF0000"/>
                </a:solidFill>
                <a:latin typeface="Arial" panose="020B0604020202020204" pitchFamily="34" charset="0"/>
                <a:cs typeface="Arial" panose="020B0604020202020204" pitchFamily="34" charset="0"/>
              </a:rPr>
              <a:t>KẾT THÚC CHƯƠNG 3</a:t>
            </a:r>
          </a:p>
        </p:txBody>
      </p:sp>
      <p:sp>
        <p:nvSpPr>
          <p:cNvPr id="3" name="Rectangle 2"/>
          <p:cNvSpPr/>
          <p:nvPr/>
        </p:nvSpPr>
        <p:spPr>
          <a:xfrm>
            <a:off x="367649" y="2967335"/>
            <a:ext cx="8408712" cy="923330"/>
          </a:xfrm>
          <a:prstGeom prst="rect">
            <a:avLst/>
          </a:prstGeom>
          <a:noFill/>
        </p:spPr>
        <p:txBody>
          <a:bodyPr wrap="none" lIns="91440" tIns="45720" rIns="91440" bIns="45720">
            <a:spAutoFit/>
          </a:bodyPr>
          <a:lstStyle/>
          <a:p>
            <a:pPr algn="ct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Cám</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ơn</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các</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bạn</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đã</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lắng</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nghe</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74</TotalTime>
  <Words>2994</Words>
  <Application>Microsoft Office PowerPoint</Application>
  <PresentationFormat>On-screen Show (4:3)</PresentationFormat>
  <Paragraphs>237</Paragraphs>
  <Slides>42</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.VnArial</vt:lpstr>
      <vt:lpstr>.VnVogueH</vt:lpstr>
      <vt:lpstr>Arial</vt:lpstr>
      <vt:lpstr>Calibri</vt:lpstr>
      <vt:lpstr>Calibri Light</vt:lpstr>
      <vt:lpstr>Times New Roman</vt:lpstr>
      <vt:lpstr>Times New Roman (Headings)</vt:lpstr>
      <vt:lpstr>Verdana</vt:lpstr>
      <vt:lpstr>Wingdings</vt:lpstr>
      <vt:lpstr>Wingdings 3</vt:lpstr>
      <vt:lpstr>Office Theme</vt:lpstr>
      <vt:lpstr>Chương 3  CHỦ NGHĨA XÃ HỘI  VÀ THỜI KỲ QUÁ ĐỘ LÊN  CHỦ NGHĨA XÃ HỘI</vt:lpstr>
      <vt:lpstr>NỘI DUNG CHƯƠNG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MR.DuyLe</dc:creator>
  <cp:lastModifiedBy>Admin</cp:lastModifiedBy>
  <cp:revision>429</cp:revision>
  <dcterms:created xsi:type="dcterms:W3CDTF">2014-09-16T10:22:00Z</dcterms:created>
  <dcterms:modified xsi:type="dcterms:W3CDTF">2024-05-31T02:30:10Z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1033-11.2.0.11130</vt:lpwstr>
  </property>
  <property fmtid="{D5CDD505-2E9C-101B-9397-08002B2CF9AE}" pid="3" name="ICV">
    <vt:lpwstr>E1FB22A38B164474A719993EC74A5C9D</vt:lpwstr>
  </property>
</Properties>
</file>