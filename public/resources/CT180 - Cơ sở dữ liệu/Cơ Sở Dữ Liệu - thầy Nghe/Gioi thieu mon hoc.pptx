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2" r:id="rId6"/>
    <p:sldMasterId id="2147483666" r:id="rId7"/>
    <p:sldMasterId id="2147483668" r:id="rId8"/>
    <p:sldMasterId id="2147483670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</p:sldIdLst>
  <p:sldSz cy="7559675" cx="10080625"/>
  <p:notesSz cx="6858000" cy="9144000"/>
  <p:embeddedFontLst>
    <p:embeddedFont>
      <p:font typeface="Arimo"/>
      <p:regular r:id="rId15"/>
      <p:bold r:id="rId16"/>
      <p:italic r:id="rId17"/>
      <p:boldItalic r:id="rId18"/>
    </p:embeddedFont>
    <p:embeddedFont>
      <p:font typeface="Corbel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hzvH/58hH+BQCdkLR/kJnjtM0A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rbel-bold.fntdata"/><Relationship Id="rId11" Type="http://schemas.openxmlformats.org/officeDocument/2006/relationships/slide" Target="slides/slide1.xml"/><Relationship Id="rId22" Type="http://schemas.openxmlformats.org/officeDocument/2006/relationships/font" Target="fonts/Corbel-boldItalic.fntdata"/><Relationship Id="rId10" Type="http://schemas.openxmlformats.org/officeDocument/2006/relationships/notesMaster" Target="notesMasters/notesMaster1.xml"/><Relationship Id="rId21" Type="http://schemas.openxmlformats.org/officeDocument/2006/relationships/font" Target="fonts/Corbel-italic.fntdata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23" Type="http://customschemas.google.com/relationships/presentationmetadata" Target="meta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5" Type="http://schemas.openxmlformats.org/officeDocument/2006/relationships/font" Target="fonts/Arimo-regular.fntdata"/><Relationship Id="rId14" Type="http://schemas.openxmlformats.org/officeDocument/2006/relationships/slide" Target="slides/slide4.xml"/><Relationship Id="rId17" Type="http://schemas.openxmlformats.org/officeDocument/2006/relationships/font" Target="fonts/Arimo-italic.fntdata"/><Relationship Id="rId16" Type="http://schemas.openxmlformats.org/officeDocument/2006/relationships/font" Target="fonts/Arimo-bold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Corbel-regular.fntdata"/><Relationship Id="rId6" Type="http://schemas.openxmlformats.org/officeDocument/2006/relationships/slideMaster" Target="slideMasters/slideMaster3.xml"/><Relationship Id="rId18" Type="http://schemas.openxmlformats.org/officeDocument/2006/relationships/font" Target="fonts/Arimo-boldItalic.fntdata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06487" y="812800"/>
            <a:ext cx="5343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09" name="Google Shape;209;p1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0" name="Google Shape;210;p1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:notes"/>
          <p:cNvSpPr txBox="1"/>
          <p:nvPr/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/>
          </a:p>
        </p:txBody>
      </p:sp>
      <p:sp>
        <p:nvSpPr>
          <p:cNvPr id="218" name="Google Shape;218;p2:notes"/>
          <p:cNvSpPr/>
          <p:nvPr>
            <p:ph idx="2" type="sldImg"/>
          </p:nvPr>
        </p:nvSpPr>
        <p:spPr>
          <a:xfrm>
            <a:off x="1106487" y="812800"/>
            <a:ext cx="5345112" cy="40084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9" name="Google Shape;219;p2:notes"/>
          <p:cNvSpPr txBox="1"/>
          <p:nvPr>
            <p:ph idx="1" type="body"/>
          </p:nvPr>
        </p:nvSpPr>
        <p:spPr>
          <a:xfrm>
            <a:off x="755650" y="5078412"/>
            <a:ext cx="6048375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:notes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:notes"/>
          <p:cNvSpPr/>
          <p:nvPr>
            <p:ph idx="2" type="sldImg"/>
          </p:nvPr>
        </p:nvSpPr>
        <p:spPr>
          <a:xfrm>
            <a:off x="1106487" y="812800"/>
            <a:ext cx="5343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:notes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4:notes"/>
          <p:cNvSpPr/>
          <p:nvPr>
            <p:ph idx="2" type="sldImg"/>
          </p:nvPr>
        </p:nvSpPr>
        <p:spPr>
          <a:xfrm>
            <a:off x="1106487" y="812800"/>
            <a:ext cx="5343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ctrTitle"/>
          </p:nvPr>
        </p:nvSpPr>
        <p:spPr>
          <a:xfrm>
            <a:off x="1917869" y="1007958"/>
            <a:ext cx="7658725" cy="38451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95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" type="subTitle"/>
          </p:nvPr>
        </p:nvSpPr>
        <p:spPr>
          <a:xfrm>
            <a:off x="3223770" y="4853124"/>
            <a:ext cx="6352826" cy="1504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397"/>
              </a:spcBef>
              <a:spcAft>
                <a:spcPts val="0"/>
              </a:spcAft>
              <a:buSzPts val="2878"/>
              <a:buNone/>
              <a:defRPr sz="1985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19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55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65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75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75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75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75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175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10" type="dt"/>
          </p:nvPr>
        </p:nvSpPr>
        <p:spPr>
          <a:xfrm>
            <a:off x="8075612" y="6743700"/>
            <a:ext cx="946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1" type="ftr"/>
          </p:nvPr>
        </p:nvSpPr>
        <p:spPr>
          <a:xfrm>
            <a:off x="3994150" y="6743700"/>
            <a:ext cx="39798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9123362" y="6743700"/>
            <a:ext cx="454025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1230312" y="46037"/>
            <a:ext cx="84938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latin typeface="Corbel"/>
                <a:ea typeface="Corbel"/>
                <a:cs typeface="Corbel"/>
                <a:sym typeface="Cor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" type="body"/>
          </p:nvPr>
        </p:nvSpPr>
        <p:spPr>
          <a:xfrm>
            <a:off x="1230312" y="1189037"/>
            <a:ext cx="8493860" cy="57697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52324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4640"/>
              <a:buChar char="•"/>
              <a:defRPr sz="3200"/>
            </a:lvl1pPr>
            <a:lvl2pPr indent="-48641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4060"/>
              <a:buChar char="•"/>
              <a:defRPr sz="2800"/>
            </a:lvl2pPr>
            <a:lvl3pPr indent="-44958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Char char="•"/>
              <a:defRPr sz="2400"/>
            </a:lvl3pPr>
            <a:lvl4pPr indent="-412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Char char="•"/>
              <a:defRPr sz="2000"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9104312" y="7034212"/>
            <a:ext cx="473075" cy="403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/>
          </a:p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112125" y="6742112"/>
            <a:ext cx="946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190750" y="6742112"/>
            <a:ext cx="5857875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190524" y="2939872"/>
            <a:ext cx="7386070" cy="26015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sz="441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2190528" y="5541414"/>
            <a:ext cx="7386066" cy="948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spcBef>
                <a:spcPts val="441"/>
              </a:spcBef>
              <a:spcAft>
                <a:spcPts val="0"/>
              </a:spcAft>
              <a:buSzPts val="3197"/>
              <a:buNone/>
              <a:defRPr sz="2205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65"/>
              </a:spcBef>
              <a:spcAft>
                <a:spcPts val="0"/>
              </a:spcAft>
              <a:buSzPts val="2878"/>
              <a:buNone/>
              <a:defRPr sz="1985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65"/>
              </a:spcBef>
              <a:spcAft>
                <a:spcPts val="0"/>
              </a:spcAft>
              <a:buSzPts val="2559"/>
              <a:buNone/>
              <a:defRPr sz="1765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65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65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65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60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60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60"/>
              </a:spcBef>
              <a:spcAft>
                <a:spcPts val="66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112125" y="6742112"/>
            <a:ext cx="946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2190750" y="6742112"/>
            <a:ext cx="5857875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9120187" y="6742112"/>
            <a:ext cx="4572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1082734" y="755969"/>
            <a:ext cx="8493860" cy="1931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1082733" y="2939874"/>
            <a:ext cx="4122976" cy="37133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411368" lvl="0" marL="457200" algn="l">
              <a:spcBef>
                <a:spcPts val="397"/>
              </a:spcBef>
              <a:spcAft>
                <a:spcPts val="0"/>
              </a:spcAft>
              <a:buSzPts val="2878"/>
              <a:buChar char="•"/>
              <a:defRPr sz="1985"/>
            </a:lvl1pPr>
            <a:lvl2pPr indent="-391112" lvl="1" marL="914400" algn="l">
              <a:spcBef>
                <a:spcPts val="665"/>
              </a:spcBef>
              <a:spcAft>
                <a:spcPts val="0"/>
              </a:spcAft>
              <a:buSzPts val="2559"/>
              <a:buChar char="•"/>
              <a:defRPr sz="1765"/>
            </a:lvl2pPr>
            <a:lvl3pPr indent="-370855" lvl="2" marL="1371600" algn="l">
              <a:spcBef>
                <a:spcPts val="665"/>
              </a:spcBef>
              <a:spcAft>
                <a:spcPts val="0"/>
              </a:spcAft>
              <a:buSzPts val="2240"/>
              <a:buChar char="•"/>
              <a:defRPr sz="1545"/>
            </a:lvl3pPr>
            <a:lvl4pPr indent="-350599" lvl="3" marL="1828800" algn="l">
              <a:spcBef>
                <a:spcPts val="665"/>
              </a:spcBef>
              <a:spcAft>
                <a:spcPts val="0"/>
              </a:spcAft>
              <a:buSzPts val="1921"/>
              <a:buChar char="•"/>
              <a:defRPr sz="1325"/>
            </a:lvl4pPr>
            <a:lvl5pPr indent="-350599" lvl="4" marL="2286000" algn="l">
              <a:spcBef>
                <a:spcPts val="665"/>
              </a:spcBef>
              <a:spcAft>
                <a:spcPts val="0"/>
              </a:spcAft>
              <a:buSzPts val="1921"/>
              <a:buChar char="•"/>
              <a:defRPr sz="1325"/>
            </a:lvl5pPr>
            <a:lvl6pPr indent="-350599" lvl="5" marL="2743200" algn="l">
              <a:spcBef>
                <a:spcPts val="665"/>
              </a:spcBef>
              <a:spcAft>
                <a:spcPts val="0"/>
              </a:spcAft>
              <a:buSzPts val="1921"/>
              <a:buChar char="•"/>
              <a:defRPr sz="1325"/>
            </a:lvl6pPr>
            <a:lvl7pPr indent="-350599" lvl="6" marL="3200400" algn="l">
              <a:spcBef>
                <a:spcPts val="660"/>
              </a:spcBef>
              <a:spcAft>
                <a:spcPts val="0"/>
              </a:spcAft>
              <a:buSzPts val="1921"/>
              <a:buChar char="•"/>
              <a:defRPr sz="1325"/>
            </a:lvl7pPr>
            <a:lvl8pPr indent="-350599" lvl="7" marL="3657600" algn="l">
              <a:spcBef>
                <a:spcPts val="660"/>
              </a:spcBef>
              <a:spcAft>
                <a:spcPts val="0"/>
              </a:spcAft>
              <a:buSzPts val="1921"/>
              <a:buChar char="•"/>
              <a:defRPr sz="1325"/>
            </a:lvl8pPr>
            <a:lvl9pPr indent="-350599" lvl="8" marL="4114800" algn="l">
              <a:spcBef>
                <a:spcPts val="660"/>
              </a:spcBef>
              <a:spcAft>
                <a:spcPts val="660"/>
              </a:spcAft>
              <a:buSzPts val="1921"/>
              <a:buChar char="•"/>
              <a:defRPr sz="1325"/>
            </a:lvl9pPr>
          </a:lstStyle>
          <a:p/>
        </p:txBody>
      </p:sp>
      <p:sp>
        <p:nvSpPr>
          <p:cNvPr id="71" name="Google Shape;71;p11"/>
          <p:cNvSpPr txBox="1"/>
          <p:nvPr>
            <p:ph idx="2" type="body"/>
          </p:nvPr>
        </p:nvSpPr>
        <p:spPr>
          <a:xfrm>
            <a:off x="5453618" y="2939873"/>
            <a:ext cx="4122976" cy="3689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411368" lvl="0" marL="457200" algn="l">
              <a:spcBef>
                <a:spcPts val="397"/>
              </a:spcBef>
              <a:spcAft>
                <a:spcPts val="0"/>
              </a:spcAft>
              <a:buSzPts val="2878"/>
              <a:buChar char="•"/>
              <a:defRPr sz="1985"/>
            </a:lvl1pPr>
            <a:lvl2pPr indent="-391112" lvl="1" marL="914400" algn="l">
              <a:spcBef>
                <a:spcPts val="665"/>
              </a:spcBef>
              <a:spcAft>
                <a:spcPts val="0"/>
              </a:spcAft>
              <a:buSzPts val="2559"/>
              <a:buChar char="•"/>
              <a:defRPr sz="1765"/>
            </a:lvl2pPr>
            <a:lvl3pPr indent="-370855" lvl="2" marL="1371600" algn="l">
              <a:spcBef>
                <a:spcPts val="665"/>
              </a:spcBef>
              <a:spcAft>
                <a:spcPts val="0"/>
              </a:spcAft>
              <a:buSzPts val="2240"/>
              <a:buChar char="•"/>
              <a:defRPr sz="1545"/>
            </a:lvl3pPr>
            <a:lvl4pPr indent="-350599" lvl="3" marL="1828800" algn="l">
              <a:spcBef>
                <a:spcPts val="665"/>
              </a:spcBef>
              <a:spcAft>
                <a:spcPts val="0"/>
              </a:spcAft>
              <a:buSzPts val="1921"/>
              <a:buChar char="•"/>
              <a:defRPr sz="1325"/>
            </a:lvl4pPr>
            <a:lvl5pPr indent="-350599" lvl="4" marL="2286000" algn="l">
              <a:spcBef>
                <a:spcPts val="665"/>
              </a:spcBef>
              <a:spcAft>
                <a:spcPts val="0"/>
              </a:spcAft>
              <a:buSzPts val="1921"/>
              <a:buChar char="•"/>
              <a:defRPr sz="1325"/>
            </a:lvl5pPr>
            <a:lvl6pPr indent="-350599" lvl="5" marL="2743200" algn="l">
              <a:spcBef>
                <a:spcPts val="665"/>
              </a:spcBef>
              <a:spcAft>
                <a:spcPts val="0"/>
              </a:spcAft>
              <a:buSzPts val="1921"/>
              <a:buChar char="•"/>
              <a:defRPr sz="1325"/>
            </a:lvl6pPr>
            <a:lvl7pPr indent="-350599" lvl="6" marL="3200400" algn="l">
              <a:spcBef>
                <a:spcPts val="660"/>
              </a:spcBef>
              <a:spcAft>
                <a:spcPts val="0"/>
              </a:spcAft>
              <a:buSzPts val="1921"/>
              <a:buChar char="•"/>
              <a:defRPr sz="1325"/>
            </a:lvl7pPr>
            <a:lvl8pPr indent="-350599" lvl="7" marL="3657600" algn="l">
              <a:spcBef>
                <a:spcPts val="660"/>
              </a:spcBef>
              <a:spcAft>
                <a:spcPts val="0"/>
              </a:spcAft>
              <a:buSzPts val="1921"/>
              <a:buChar char="•"/>
              <a:defRPr sz="1325"/>
            </a:lvl8pPr>
            <a:lvl9pPr indent="-350599" lvl="8" marL="4114800" algn="l">
              <a:spcBef>
                <a:spcPts val="660"/>
              </a:spcBef>
              <a:spcAft>
                <a:spcPts val="660"/>
              </a:spcAft>
              <a:buSzPts val="1921"/>
              <a:buChar char="•"/>
              <a:defRPr sz="1325"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8112125" y="6742112"/>
            <a:ext cx="946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2190750" y="6742112"/>
            <a:ext cx="5857875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9120187" y="6742112"/>
            <a:ext cx="4572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>
            <a:off x="1082675" y="503237"/>
            <a:ext cx="8494712" cy="21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>
            <a:off x="1465661" y="2930540"/>
            <a:ext cx="3810321" cy="6352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17"/>
              </a:spcBef>
              <a:spcAft>
                <a:spcPts val="0"/>
              </a:spcAft>
              <a:buSzPts val="4473"/>
              <a:buNone/>
              <a:defRPr b="0" sz="3085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665"/>
              </a:spcBef>
              <a:spcAft>
                <a:spcPts val="0"/>
              </a:spcAft>
              <a:buSzPts val="3197"/>
              <a:buNone/>
              <a:defRPr b="1" sz="2205"/>
            </a:lvl2pPr>
            <a:lvl3pPr indent="-228600" lvl="2" marL="1371600" algn="l">
              <a:spcBef>
                <a:spcPts val="665"/>
              </a:spcBef>
              <a:spcAft>
                <a:spcPts val="0"/>
              </a:spcAft>
              <a:buSzPts val="2878"/>
              <a:buNone/>
              <a:defRPr b="1" sz="1985"/>
            </a:lvl3pPr>
            <a:lvl4pPr indent="-228600" lvl="3" marL="1828800" algn="l">
              <a:spcBef>
                <a:spcPts val="665"/>
              </a:spcBef>
              <a:spcAft>
                <a:spcPts val="0"/>
              </a:spcAft>
              <a:buSzPts val="2559"/>
              <a:buNone/>
              <a:defRPr b="1" sz="1765"/>
            </a:lvl4pPr>
            <a:lvl5pPr indent="-228600" lvl="4" marL="2286000" algn="l">
              <a:spcBef>
                <a:spcPts val="665"/>
              </a:spcBef>
              <a:spcAft>
                <a:spcPts val="0"/>
              </a:spcAft>
              <a:buSzPts val="2559"/>
              <a:buNone/>
              <a:defRPr b="1" sz="1765"/>
            </a:lvl5pPr>
            <a:lvl6pPr indent="-228600" lvl="5" marL="2743200" algn="l">
              <a:spcBef>
                <a:spcPts val="665"/>
              </a:spcBef>
              <a:spcAft>
                <a:spcPts val="0"/>
              </a:spcAft>
              <a:buSzPts val="2559"/>
              <a:buNone/>
              <a:defRPr b="1" sz="1765"/>
            </a:lvl6pPr>
            <a:lvl7pPr indent="-228600" lvl="6" marL="3200400" algn="l">
              <a:spcBef>
                <a:spcPts val="660"/>
              </a:spcBef>
              <a:spcAft>
                <a:spcPts val="0"/>
              </a:spcAft>
              <a:buSzPts val="2559"/>
              <a:buNone/>
              <a:defRPr b="1" sz="1765"/>
            </a:lvl7pPr>
            <a:lvl8pPr indent="-228600" lvl="7" marL="3657600" algn="l">
              <a:spcBef>
                <a:spcPts val="660"/>
              </a:spcBef>
              <a:spcAft>
                <a:spcPts val="0"/>
              </a:spcAft>
              <a:buSzPts val="2559"/>
              <a:buNone/>
              <a:defRPr b="1" sz="1765"/>
            </a:lvl8pPr>
            <a:lvl9pPr indent="-228600" lvl="8" marL="4114800" algn="l">
              <a:spcBef>
                <a:spcPts val="660"/>
              </a:spcBef>
              <a:spcAft>
                <a:spcPts val="660"/>
              </a:spcAft>
              <a:buSzPts val="2559"/>
              <a:buNone/>
              <a:defRPr b="1" sz="1765"/>
            </a:lvl9pPr>
          </a:lstStyle>
          <a:p/>
        </p:txBody>
      </p:sp>
      <p:sp>
        <p:nvSpPr>
          <p:cNvPr id="78" name="Google Shape;78;p12"/>
          <p:cNvSpPr txBox="1"/>
          <p:nvPr>
            <p:ph idx="2" type="body"/>
          </p:nvPr>
        </p:nvSpPr>
        <p:spPr>
          <a:xfrm>
            <a:off x="1227582" y="3676591"/>
            <a:ext cx="4048398" cy="29379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1368" lvl="0" marL="457200" algn="l">
              <a:spcBef>
                <a:spcPts val="397"/>
              </a:spcBef>
              <a:spcAft>
                <a:spcPts val="0"/>
              </a:spcAft>
              <a:buSzPts val="2878"/>
              <a:buChar char="•"/>
              <a:defRPr sz="1985"/>
            </a:lvl1pPr>
            <a:lvl2pPr indent="-391112" lvl="1" marL="914400" algn="l">
              <a:spcBef>
                <a:spcPts val="665"/>
              </a:spcBef>
              <a:spcAft>
                <a:spcPts val="0"/>
              </a:spcAft>
              <a:buSzPts val="2559"/>
              <a:buChar char="•"/>
              <a:defRPr sz="1765"/>
            </a:lvl2pPr>
            <a:lvl3pPr indent="-370855" lvl="2" marL="1371600" algn="l">
              <a:spcBef>
                <a:spcPts val="665"/>
              </a:spcBef>
              <a:spcAft>
                <a:spcPts val="0"/>
              </a:spcAft>
              <a:buSzPts val="2240"/>
              <a:buChar char="•"/>
              <a:defRPr sz="1545"/>
            </a:lvl3pPr>
            <a:lvl4pPr indent="-350599" lvl="3" marL="1828800" algn="l">
              <a:spcBef>
                <a:spcPts val="665"/>
              </a:spcBef>
              <a:spcAft>
                <a:spcPts val="0"/>
              </a:spcAft>
              <a:buSzPts val="1921"/>
              <a:buChar char="•"/>
              <a:defRPr sz="1325"/>
            </a:lvl4pPr>
            <a:lvl5pPr indent="-350599" lvl="4" marL="2286000" algn="l">
              <a:spcBef>
                <a:spcPts val="665"/>
              </a:spcBef>
              <a:spcAft>
                <a:spcPts val="0"/>
              </a:spcAft>
              <a:buSzPts val="1921"/>
              <a:buChar char="•"/>
              <a:defRPr sz="1325"/>
            </a:lvl5pPr>
            <a:lvl6pPr indent="-350599" lvl="5" marL="2743200" algn="l">
              <a:spcBef>
                <a:spcPts val="665"/>
              </a:spcBef>
              <a:spcAft>
                <a:spcPts val="0"/>
              </a:spcAft>
              <a:buSzPts val="1921"/>
              <a:buChar char="•"/>
              <a:defRPr sz="1325"/>
            </a:lvl6pPr>
            <a:lvl7pPr indent="-350599" lvl="6" marL="3200400" algn="l">
              <a:spcBef>
                <a:spcPts val="660"/>
              </a:spcBef>
              <a:spcAft>
                <a:spcPts val="0"/>
              </a:spcAft>
              <a:buSzPts val="1921"/>
              <a:buChar char="•"/>
              <a:defRPr sz="1325"/>
            </a:lvl7pPr>
            <a:lvl8pPr indent="-350599" lvl="7" marL="3657600" algn="l">
              <a:spcBef>
                <a:spcPts val="660"/>
              </a:spcBef>
              <a:spcAft>
                <a:spcPts val="0"/>
              </a:spcAft>
              <a:buSzPts val="1921"/>
              <a:buChar char="•"/>
              <a:defRPr sz="1325"/>
            </a:lvl8pPr>
            <a:lvl9pPr indent="-350599" lvl="8" marL="4114800" algn="l">
              <a:spcBef>
                <a:spcPts val="660"/>
              </a:spcBef>
              <a:spcAft>
                <a:spcPts val="660"/>
              </a:spcAft>
              <a:buSzPts val="1921"/>
              <a:buChar char="•"/>
              <a:defRPr sz="1325"/>
            </a:lvl9pPr>
          </a:lstStyle>
          <a:p/>
        </p:txBody>
      </p:sp>
      <p:sp>
        <p:nvSpPr>
          <p:cNvPr id="79" name="Google Shape;79;p12"/>
          <p:cNvSpPr txBox="1"/>
          <p:nvPr>
            <p:ph idx="3" type="body"/>
          </p:nvPr>
        </p:nvSpPr>
        <p:spPr>
          <a:xfrm>
            <a:off x="5690427" y="2939874"/>
            <a:ext cx="3823015" cy="6352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17"/>
              </a:spcBef>
              <a:spcAft>
                <a:spcPts val="0"/>
              </a:spcAft>
              <a:buSzPts val="4473"/>
              <a:buNone/>
              <a:defRPr b="0" sz="3085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665"/>
              </a:spcBef>
              <a:spcAft>
                <a:spcPts val="0"/>
              </a:spcAft>
              <a:buSzPts val="3197"/>
              <a:buNone/>
              <a:defRPr b="1" sz="2205"/>
            </a:lvl2pPr>
            <a:lvl3pPr indent="-228600" lvl="2" marL="1371600" algn="l">
              <a:spcBef>
                <a:spcPts val="665"/>
              </a:spcBef>
              <a:spcAft>
                <a:spcPts val="0"/>
              </a:spcAft>
              <a:buSzPts val="2878"/>
              <a:buNone/>
              <a:defRPr b="1" sz="1985"/>
            </a:lvl3pPr>
            <a:lvl4pPr indent="-228600" lvl="3" marL="1828800" algn="l">
              <a:spcBef>
                <a:spcPts val="665"/>
              </a:spcBef>
              <a:spcAft>
                <a:spcPts val="0"/>
              </a:spcAft>
              <a:buSzPts val="2559"/>
              <a:buNone/>
              <a:defRPr b="1" sz="1765"/>
            </a:lvl4pPr>
            <a:lvl5pPr indent="-228600" lvl="4" marL="2286000" algn="l">
              <a:spcBef>
                <a:spcPts val="665"/>
              </a:spcBef>
              <a:spcAft>
                <a:spcPts val="0"/>
              </a:spcAft>
              <a:buSzPts val="2559"/>
              <a:buNone/>
              <a:defRPr b="1" sz="1765"/>
            </a:lvl5pPr>
            <a:lvl6pPr indent="-228600" lvl="5" marL="2743200" algn="l">
              <a:spcBef>
                <a:spcPts val="665"/>
              </a:spcBef>
              <a:spcAft>
                <a:spcPts val="0"/>
              </a:spcAft>
              <a:buSzPts val="2559"/>
              <a:buNone/>
              <a:defRPr b="1" sz="1765"/>
            </a:lvl6pPr>
            <a:lvl7pPr indent="-228600" lvl="6" marL="3200400" algn="l">
              <a:spcBef>
                <a:spcPts val="660"/>
              </a:spcBef>
              <a:spcAft>
                <a:spcPts val="0"/>
              </a:spcAft>
              <a:buSzPts val="2559"/>
              <a:buNone/>
              <a:defRPr b="1" sz="1765"/>
            </a:lvl7pPr>
            <a:lvl8pPr indent="-228600" lvl="7" marL="3657600" algn="l">
              <a:spcBef>
                <a:spcPts val="660"/>
              </a:spcBef>
              <a:spcAft>
                <a:spcPts val="0"/>
              </a:spcAft>
              <a:buSzPts val="2559"/>
              <a:buNone/>
              <a:defRPr b="1" sz="1765"/>
            </a:lvl8pPr>
            <a:lvl9pPr indent="-228600" lvl="8" marL="4114800" algn="l">
              <a:spcBef>
                <a:spcPts val="660"/>
              </a:spcBef>
              <a:spcAft>
                <a:spcPts val="660"/>
              </a:spcAft>
              <a:buSzPts val="2559"/>
              <a:buNone/>
              <a:defRPr b="1" sz="1765"/>
            </a:lvl9pPr>
          </a:lstStyle>
          <a:p/>
        </p:txBody>
      </p:sp>
      <p:sp>
        <p:nvSpPr>
          <p:cNvPr id="80" name="Google Shape;80;p12"/>
          <p:cNvSpPr txBox="1"/>
          <p:nvPr>
            <p:ph idx="4" type="body"/>
          </p:nvPr>
        </p:nvSpPr>
        <p:spPr>
          <a:xfrm>
            <a:off x="5465042" y="3676591"/>
            <a:ext cx="4048398" cy="29379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1368" lvl="0" marL="457200" algn="l">
              <a:spcBef>
                <a:spcPts val="397"/>
              </a:spcBef>
              <a:spcAft>
                <a:spcPts val="0"/>
              </a:spcAft>
              <a:buSzPts val="2878"/>
              <a:buChar char="•"/>
              <a:defRPr sz="1985"/>
            </a:lvl1pPr>
            <a:lvl2pPr indent="-391112" lvl="1" marL="914400" algn="l">
              <a:spcBef>
                <a:spcPts val="665"/>
              </a:spcBef>
              <a:spcAft>
                <a:spcPts val="0"/>
              </a:spcAft>
              <a:buSzPts val="2559"/>
              <a:buChar char="•"/>
              <a:defRPr sz="1765"/>
            </a:lvl2pPr>
            <a:lvl3pPr indent="-370855" lvl="2" marL="1371600" algn="l">
              <a:spcBef>
                <a:spcPts val="665"/>
              </a:spcBef>
              <a:spcAft>
                <a:spcPts val="0"/>
              </a:spcAft>
              <a:buSzPts val="2240"/>
              <a:buChar char="•"/>
              <a:defRPr sz="1545"/>
            </a:lvl3pPr>
            <a:lvl4pPr indent="-350599" lvl="3" marL="1828800" algn="l">
              <a:spcBef>
                <a:spcPts val="665"/>
              </a:spcBef>
              <a:spcAft>
                <a:spcPts val="0"/>
              </a:spcAft>
              <a:buSzPts val="1921"/>
              <a:buChar char="•"/>
              <a:defRPr sz="1325"/>
            </a:lvl4pPr>
            <a:lvl5pPr indent="-350599" lvl="4" marL="2286000" algn="l">
              <a:spcBef>
                <a:spcPts val="665"/>
              </a:spcBef>
              <a:spcAft>
                <a:spcPts val="0"/>
              </a:spcAft>
              <a:buSzPts val="1921"/>
              <a:buChar char="•"/>
              <a:defRPr sz="1325"/>
            </a:lvl5pPr>
            <a:lvl6pPr indent="-350599" lvl="5" marL="2743200" algn="l">
              <a:spcBef>
                <a:spcPts val="665"/>
              </a:spcBef>
              <a:spcAft>
                <a:spcPts val="0"/>
              </a:spcAft>
              <a:buSzPts val="1921"/>
              <a:buChar char="•"/>
              <a:defRPr sz="1325"/>
            </a:lvl6pPr>
            <a:lvl7pPr indent="-350599" lvl="6" marL="3200400" algn="l">
              <a:spcBef>
                <a:spcPts val="660"/>
              </a:spcBef>
              <a:spcAft>
                <a:spcPts val="0"/>
              </a:spcAft>
              <a:buSzPts val="1921"/>
              <a:buChar char="•"/>
              <a:defRPr sz="1325"/>
            </a:lvl7pPr>
            <a:lvl8pPr indent="-350599" lvl="7" marL="3657600" algn="l">
              <a:spcBef>
                <a:spcPts val="660"/>
              </a:spcBef>
              <a:spcAft>
                <a:spcPts val="0"/>
              </a:spcAft>
              <a:buSzPts val="1921"/>
              <a:buChar char="•"/>
              <a:defRPr sz="1325"/>
            </a:lvl8pPr>
            <a:lvl9pPr indent="-350599" lvl="8" marL="4114800" algn="l">
              <a:spcBef>
                <a:spcPts val="660"/>
              </a:spcBef>
              <a:spcAft>
                <a:spcPts val="660"/>
              </a:spcAft>
              <a:buSzPts val="1921"/>
              <a:buChar char="•"/>
              <a:defRPr sz="1325"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112125" y="6742112"/>
            <a:ext cx="946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190750" y="6742112"/>
            <a:ext cx="5857875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9120187" y="6742112"/>
            <a:ext cx="4572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1082675" y="503237"/>
            <a:ext cx="8494712" cy="21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0" type="dt"/>
          </p:nvPr>
        </p:nvSpPr>
        <p:spPr>
          <a:xfrm>
            <a:off x="8112125" y="6742112"/>
            <a:ext cx="946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1" type="ftr"/>
          </p:nvPr>
        </p:nvSpPr>
        <p:spPr>
          <a:xfrm>
            <a:off x="2190750" y="6742112"/>
            <a:ext cx="5857875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9120187" y="6742112"/>
            <a:ext cx="4572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idx="10" type="dt"/>
          </p:nvPr>
        </p:nvSpPr>
        <p:spPr>
          <a:xfrm>
            <a:off x="8112125" y="6742112"/>
            <a:ext cx="946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1" type="ftr"/>
          </p:nvPr>
        </p:nvSpPr>
        <p:spPr>
          <a:xfrm>
            <a:off x="2190750" y="6742112"/>
            <a:ext cx="5857875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9120187" y="6742112"/>
            <a:ext cx="4572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>
            <p:ph type="title"/>
          </p:nvPr>
        </p:nvSpPr>
        <p:spPr>
          <a:xfrm>
            <a:off x="1227583" y="1763924"/>
            <a:ext cx="2935259" cy="15119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2645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" type="body"/>
          </p:nvPr>
        </p:nvSpPr>
        <p:spPr>
          <a:xfrm>
            <a:off x="4351903" y="755968"/>
            <a:ext cx="5161538" cy="5627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431625" lvl="0" marL="457200" algn="l">
              <a:spcBef>
                <a:spcPts val="441"/>
              </a:spcBef>
              <a:spcAft>
                <a:spcPts val="0"/>
              </a:spcAft>
              <a:buSzPts val="3197"/>
              <a:buChar char="•"/>
              <a:defRPr sz="2205"/>
            </a:lvl1pPr>
            <a:lvl2pPr indent="-411368" lvl="1" marL="914400" algn="l">
              <a:spcBef>
                <a:spcPts val="665"/>
              </a:spcBef>
              <a:spcAft>
                <a:spcPts val="0"/>
              </a:spcAft>
              <a:buSzPts val="2878"/>
              <a:buChar char="•"/>
              <a:defRPr sz="1985"/>
            </a:lvl2pPr>
            <a:lvl3pPr indent="-391112" lvl="2" marL="1371600" algn="l">
              <a:spcBef>
                <a:spcPts val="665"/>
              </a:spcBef>
              <a:spcAft>
                <a:spcPts val="0"/>
              </a:spcAft>
              <a:buSzPts val="2559"/>
              <a:buChar char="•"/>
              <a:defRPr sz="1765"/>
            </a:lvl3pPr>
            <a:lvl4pPr indent="-370855" lvl="3" marL="1828800" algn="l">
              <a:spcBef>
                <a:spcPts val="665"/>
              </a:spcBef>
              <a:spcAft>
                <a:spcPts val="0"/>
              </a:spcAft>
              <a:buSzPts val="2240"/>
              <a:buChar char="•"/>
              <a:defRPr sz="1545"/>
            </a:lvl4pPr>
            <a:lvl5pPr indent="-370855" lvl="4" marL="2286000" algn="l">
              <a:spcBef>
                <a:spcPts val="665"/>
              </a:spcBef>
              <a:spcAft>
                <a:spcPts val="0"/>
              </a:spcAft>
              <a:buSzPts val="2240"/>
              <a:buChar char="•"/>
              <a:defRPr sz="1545"/>
            </a:lvl5pPr>
            <a:lvl6pPr indent="-370855" lvl="5" marL="2743200" algn="l">
              <a:spcBef>
                <a:spcPts val="665"/>
              </a:spcBef>
              <a:spcAft>
                <a:spcPts val="0"/>
              </a:spcAft>
              <a:buSzPts val="2240"/>
              <a:buChar char="•"/>
              <a:defRPr sz="1545"/>
            </a:lvl6pPr>
            <a:lvl7pPr indent="-370855" lvl="6" marL="3200400" algn="l">
              <a:spcBef>
                <a:spcPts val="660"/>
              </a:spcBef>
              <a:spcAft>
                <a:spcPts val="0"/>
              </a:spcAft>
              <a:buSzPts val="2240"/>
              <a:buChar char="•"/>
              <a:defRPr sz="1545"/>
            </a:lvl7pPr>
            <a:lvl8pPr indent="-370856" lvl="7" marL="3657600" algn="l">
              <a:spcBef>
                <a:spcPts val="660"/>
              </a:spcBef>
              <a:spcAft>
                <a:spcPts val="0"/>
              </a:spcAft>
              <a:buSzPts val="2240"/>
              <a:buChar char="•"/>
              <a:defRPr sz="1545"/>
            </a:lvl8pPr>
            <a:lvl9pPr indent="-370856" lvl="8" marL="4114800" algn="l">
              <a:spcBef>
                <a:spcPts val="660"/>
              </a:spcBef>
              <a:spcAft>
                <a:spcPts val="660"/>
              </a:spcAft>
              <a:buSzPts val="2240"/>
              <a:buChar char="•"/>
              <a:defRPr sz="1545"/>
            </a:lvl9pPr>
          </a:lstStyle>
          <a:p/>
        </p:txBody>
      </p:sp>
      <p:sp>
        <p:nvSpPr>
          <p:cNvPr id="96" name="Google Shape;96;p15"/>
          <p:cNvSpPr txBox="1"/>
          <p:nvPr>
            <p:ph idx="2" type="body"/>
          </p:nvPr>
        </p:nvSpPr>
        <p:spPr>
          <a:xfrm>
            <a:off x="1227583" y="3275859"/>
            <a:ext cx="2935259" cy="2015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53"/>
              </a:spcBef>
              <a:spcAft>
                <a:spcPts val="0"/>
              </a:spcAft>
              <a:buSzPts val="2559"/>
              <a:buNone/>
              <a:defRPr sz="1765"/>
            </a:lvl1pPr>
            <a:lvl2pPr indent="-228600" lvl="1" marL="914400" algn="l">
              <a:spcBef>
                <a:spcPts val="665"/>
              </a:spcBef>
              <a:spcAft>
                <a:spcPts val="0"/>
              </a:spcAft>
              <a:buSzPts val="1921"/>
              <a:buNone/>
              <a:defRPr sz="1325"/>
            </a:lvl2pPr>
            <a:lvl3pPr indent="-228600" lvl="2" marL="1371600" algn="l">
              <a:spcBef>
                <a:spcPts val="665"/>
              </a:spcBef>
              <a:spcAft>
                <a:spcPts val="0"/>
              </a:spcAft>
              <a:buSzPts val="1595"/>
              <a:buNone/>
              <a:defRPr sz="1100"/>
            </a:lvl3pPr>
            <a:lvl4pPr indent="-228600" lvl="3" marL="1828800" algn="l">
              <a:spcBef>
                <a:spcPts val="665"/>
              </a:spcBef>
              <a:spcAft>
                <a:spcPts val="0"/>
              </a:spcAft>
              <a:buSzPts val="1436"/>
              <a:buNone/>
              <a:defRPr sz="989"/>
            </a:lvl4pPr>
            <a:lvl5pPr indent="-228600" lvl="4" marL="2286000" algn="l">
              <a:spcBef>
                <a:spcPts val="665"/>
              </a:spcBef>
              <a:spcAft>
                <a:spcPts val="0"/>
              </a:spcAft>
              <a:buSzPts val="1436"/>
              <a:buNone/>
              <a:defRPr sz="989"/>
            </a:lvl5pPr>
            <a:lvl6pPr indent="-228600" lvl="5" marL="2743200" algn="l">
              <a:spcBef>
                <a:spcPts val="665"/>
              </a:spcBef>
              <a:spcAft>
                <a:spcPts val="0"/>
              </a:spcAft>
              <a:buSzPts val="1436"/>
              <a:buNone/>
              <a:defRPr sz="989"/>
            </a:lvl6pPr>
            <a:lvl7pPr indent="-228600" lvl="6" marL="3200400" algn="l">
              <a:spcBef>
                <a:spcPts val="660"/>
              </a:spcBef>
              <a:spcAft>
                <a:spcPts val="0"/>
              </a:spcAft>
              <a:buSzPts val="1436"/>
              <a:buNone/>
              <a:defRPr sz="989"/>
            </a:lvl7pPr>
            <a:lvl8pPr indent="-228600" lvl="7" marL="3657600" algn="l">
              <a:spcBef>
                <a:spcPts val="660"/>
              </a:spcBef>
              <a:spcAft>
                <a:spcPts val="0"/>
              </a:spcAft>
              <a:buSzPts val="1436"/>
              <a:buNone/>
              <a:defRPr sz="989"/>
            </a:lvl8pPr>
            <a:lvl9pPr indent="-228600" lvl="8" marL="4114800" algn="l">
              <a:spcBef>
                <a:spcPts val="660"/>
              </a:spcBef>
              <a:spcAft>
                <a:spcPts val="660"/>
              </a:spcAft>
              <a:buSzPts val="1436"/>
              <a:buNone/>
              <a:defRPr sz="989"/>
            </a:lvl9pPr>
          </a:lstStyle>
          <a:p/>
        </p:txBody>
      </p:sp>
      <p:sp>
        <p:nvSpPr>
          <p:cNvPr id="97" name="Google Shape;97;p15"/>
          <p:cNvSpPr txBox="1"/>
          <p:nvPr>
            <p:ph idx="10" type="dt"/>
          </p:nvPr>
        </p:nvSpPr>
        <p:spPr>
          <a:xfrm>
            <a:off x="8112125" y="6742112"/>
            <a:ext cx="946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1" type="ftr"/>
          </p:nvPr>
        </p:nvSpPr>
        <p:spPr>
          <a:xfrm>
            <a:off x="2190750" y="6742112"/>
            <a:ext cx="5857875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9120187" y="6742112"/>
            <a:ext cx="4572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1226269" y="1931916"/>
            <a:ext cx="4487641" cy="15119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3085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6"/>
          <p:cNvSpPr/>
          <p:nvPr>
            <p:ph idx="2" type="pic"/>
          </p:nvPr>
        </p:nvSpPr>
        <p:spPr>
          <a:xfrm>
            <a:off x="6281093" y="1007957"/>
            <a:ext cx="2713491" cy="5039783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1226269" y="3443851"/>
            <a:ext cx="4487641" cy="20159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97"/>
              </a:spcBef>
              <a:spcAft>
                <a:spcPts val="0"/>
              </a:spcAft>
              <a:buSzPts val="2878"/>
              <a:buNone/>
              <a:defRPr sz="1985"/>
            </a:lvl1pPr>
            <a:lvl2pPr indent="-228600" lvl="1" marL="914400" algn="l">
              <a:spcBef>
                <a:spcPts val="665"/>
              </a:spcBef>
              <a:spcAft>
                <a:spcPts val="0"/>
              </a:spcAft>
              <a:buSzPts val="1921"/>
              <a:buNone/>
              <a:defRPr sz="1325"/>
            </a:lvl2pPr>
            <a:lvl3pPr indent="-228600" lvl="2" marL="1371600" algn="l">
              <a:spcBef>
                <a:spcPts val="665"/>
              </a:spcBef>
              <a:spcAft>
                <a:spcPts val="0"/>
              </a:spcAft>
              <a:buSzPts val="1595"/>
              <a:buNone/>
              <a:defRPr sz="1100"/>
            </a:lvl3pPr>
            <a:lvl4pPr indent="-228600" lvl="3" marL="1828800" algn="l">
              <a:spcBef>
                <a:spcPts val="665"/>
              </a:spcBef>
              <a:spcAft>
                <a:spcPts val="0"/>
              </a:spcAft>
              <a:buSzPts val="1436"/>
              <a:buNone/>
              <a:defRPr sz="989"/>
            </a:lvl4pPr>
            <a:lvl5pPr indent="-228600" lvl="4" marL="2286000" algn="l">
              <a:spcBef>
                <a:spcPts val="665"/>
              </a:spcBef>
              <a:spcAft>
                <a:spcPts val="0"/>
              </a:spcAft>
              <a:buSzPts val="1436"/>
              <a:buNone/>
              <a:defRPr sz="989"/>
            </a:lvl5pPr>
            <a:lvl6pPr indent="-228600" lvl="5" marL="2743200" algn="l">
              <a:spcBef>
                <a:spcPts val="665"/>
              </a:spcBef>
              <a:spcAft>
                <a:spcPts val="0"/>
              </a:spcAft>
              <a:buSzPts val="1436"/>
              <a:buNone/>
              <a:defRPr sz="989"/>
            </a:lvl6pPr>
            <a:lvl7pPr indent="-228600" lvl="6" marL="3200400" algn="l">
              <a:spcBef>
                <a:spcPts val="660"/>
              </a:spcBef>
              <a:spcAft>
                <a:spcPts val="0"/>
              </a:spcAft>
              <a:buSzPts val="1436"/>
              <a:buNone/>
              <a:defRPr sz="989"/>
            </a:lvl7pPr>
            <a:lvl8pPr indent="-228600" lvl="7" marL="3657600" algn="l">
              <a:spcBef>
                <a:spcPts val="660"/>
              </a:spcBef>
              <a:spcAft>
                <a:spcPts val="0"/>
              </a:spcAft>
              <a:buSzPts val="1436"/>
              <a:buNone/>
              <a:defRPr sz="989"/>
            </a:lvl8pPr>
            <a:lvl9pPr indent="-228600" lvl="8" marL="4114800" algn="l">
              <a:spcBef>
                <a:spcPts val="660"/>
              </a:spcBef>
              <a:spcAft>
                <a:spcPts val="660"/>
              </a:spcAft>
              <a:buSzPts val="1436"/>
              <a:buNone/>
              <a:defRPr sz="989"/>
            </a:lvl9pPr>
          </a:lstStyle>
          <a:p/>
        </p:txBody>
      </p:sp>
      <p:sp>
        <p:nvSpPr>
          <p:cNvPr id="104" name="Google Shape;104;p16"/>
          <p:cNvSpPr txBox="1"/>
          <p:nvPr>
            <p:ph idx="10" type="dt"/>
          </p:nvPr>
        </p:nvSpPr>
        <p:spPr>
          <a:xfrm>
            <a:off x="8112125" y="6742112"/>
            <a:ext cx="946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11" type="ftr"/>
          </p:nvPr>
        </p:nvSpPr>
        <p:spPr>
          <a:xfrm>
            <a:off x="2190750" y="6742112"/>
            <a:ext cx="5857875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2" type="sldNum"/>
          </p:nvPr>
        </p:nvSpPr>
        <p:spPr>
          <a:xfrm>
            <a:off x="9120187" y="6742112"/>
            <a:ext cx="4572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1227582" y="5217107"/>
            <a:ext cx="8285858" cy="6247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2645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7"/>
          <p:cNvSpPr/>
          <p:nvPr>
            <p:ph idx="2" type="pic"/>
          </p:nvPr>
        </p:nvSpPr>
        <p:spPr>
          <a:xfrm>
            <a:off x="1973323" y="1027481"/>
            <a:ext cx="6803171" cy="3488800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1227582" y="5841831"/>
            <a:ext cx="8285858" cy="544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09"/>
              </a:spcBef>
              <a:spcAft>
                <a:spcPts val="0"/>
              </a:spcAft>
              <a:buSzPts val="2240"/>
              <a:buNone/>
              <a:defRPr sz="1545"/>
            </a:lvl1pPr>
            <a:lvl2pPr indent="-228600" lvl="1" marL="914400" algn="l">
              <a:spcBef>
                <a:spcPts val="665"/>
              </a:spcBef>
              <a:spcAft>
                <a:spcPts val="0"/>
              </a:spcAft>
              <a:buSzPts val="1921"/>
              <a:buNone/>
              <a:defRPr sz="1325"/>
            </a:lvl2pPr>
            <a:lvl3pPr indent="-228600" lvl="2" marL="1371600" algn="l">
              <a:spcBef>
                <a:spcPts val="665"/>
              </a:spcBef>
              <a:spcAft>
                <a:spcPts val="0"/>
              </a:spcAft>
              <a:buSzPts val="1595"/>
              <a:buNone/>
              <a:defRPr sz="1100"/>
            </a:lvl3pPr>
            <a:lvl4pPr indent="-228600" lvl="3" marL="1828800" algn="l">
              <a:spcBef>
                <a:spcPts val="665"/>
              </a:spcBef>
              <a:spcAft>
                <a:spcPts val="0"/>
              </a:spcAft>
              <a:buSzPts val="1436"/>
              <a:buNone/>
              <a:defRPr sz="989"/>
            </a:lvl4pPr>
            <a:lvl5pPr indent="-228600" lvl="4" marL="2286000" algn="l">
              <a:spcBef>
                <a:spcPts val="665"/>
              </a:spcBef>
              <a:spcAft>
                <a:spcPts val="0"/>
              </a:spcAft>
              <a:buSzPts val="1436"/>
              <a:buNone/>
              <a:defRPr sz="989"/>
            </a:lvl5pPr>
            <a:lvl6pPr indent="-228600" lvl="5" marL="2743200" algn="l">
              <a:spcBef>
                <a:spcPts val="665"/>
              </a:spcBef>
              <a:spcAft>
                <a:spcPts val="0"/>
              </a:spcAft>
              <a:buSzPts val="1436"/>
              <a:buNone/>
              <a:defRPr sz="989"/>
            </a:lvl6pPr>
            <a:lvl7pPr indent="-228600" lvl="6" marL="3200400" algn="l">
              <a:spcBef>
                <a:spcPts val="660"/>
              </a:spcBef>
              <a:spcAft>
                <a:spcPts val="0"/>
              </a:spcAft>
              <a:buSzPts val="1436"/>
              <a:buNone/>
              <a:defRPr sz="989"/>
            </a:lvl7pPr>
            <a:lvl8pPr indent="-228600" lvl="7" marL="3657600" algn="l">
              <a:spcBef>
                <a:spcPts val="660"/>
              </a:spcBef>
              <a:spcAft>
                <a:spcPts val="0"/>
              </a:spcAft>
              <a:buSzPts val="1436"/>
              <a:buNone/>
              <a:defRPr sz="989"/>
            </a:lvl8pPr>
            <a:lvl9pPr indent="-228600" lvl="8" marL="4114800" algn="l">
              <a:spcBef>
                <a:spcPts val="660"/>
              </a:spcBef>
              <a:spcAft>
                <a:spcPts val="660"/>
              </a:spcAft>
              <a:buSzPts val="1436"/>
              <a:buNone/>
              <a:defRPr sz="989"/>
            </a:lvl9pPr>
          </a:lstStyle>
          <a:p/>
        </p:txBody>
      </p:sp>
      <p:sp>
        <p:nvSpPr>
          <p:cNvPr id="111" name="Google Shape;111;p17"/>
          <p:cNvSpPr txBox="1"/>
          <p:nvPr>
            <p:ph idx="10" type="dt"/>
          </p:nvPr>
        </p:nvSpPr>
        <p:spPr>
          <a:xfrm>
            <a:off x="8112125" y="6742112"/>
            <a:ext cx="946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11" type="ftr"/>
          </p:nvPr>
        </p:nvSpPr>
        <p:spPr>
          <a:xfrm>
            <a:off x="2190750" y="6742112"/>
            <a:ext cx="5857875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9120187" y="6742112"/>
            <a:ext cx="4572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1227584" y="755967"/>
            <a:ext cx="8285858" cy="3359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sz="3525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1227583" y="4787794"/>
            <a:ext cx="8285859" cy="1595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41"/>
              </a:spcBef>
              <a:spcAft>
                <a:spcPts val="0"/>
              </a:spcAft>
              <a:buSzPts val="3197"/>
              <a:buNone/>
              <a:defRPr sz="2205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65"/>
              </a:spcBef>
              <a:spcAft>
                <a:spcPts val="0"/>
              </a:spcAft>
              <a:buSzPts val="2878"/>
              <a:buNone/>
              <a:defRPr sz="1985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65"/>
              </a:spcBef>
              <a:spcAft>
                <a:spcPts val="0"/>
              </a:spcAft>
              <a:buSzPts val="2559"/>
              <a:buNone/>
              <a:defRPr sz="1765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65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65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65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60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60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60"/>
              </a:spcBef>
              <a:spcAft>
                <a:spcPts val="66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7" name="Google Shape;117;p18"/>
          <p:cNvSpPr txBox="1"/>
          <p:nvPr>
            <p:ph idx="10" type="dt"/>
          </p:nvPr>
        </p:nvSpPr>
        <p:spPr>
          <a:xfrm>
            <a:off x="8112125" y="6742112"/>
            <a:ext cx="946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8"/>
          <p:cNvSpPr txBox="1"/>
          <p:nvPr>
            <p:ph idx="11" type="ftr"/>
          </p:nvPr>
        </p:nvSpPr>
        <p:spPr>
          <a:xfrm>
            <a:off x="2190750" y="6742112"/>
            <a:ext cx="5857875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8"/>
          <p:cNvSpPr txBox="1"/>
          <p:nvPr>
            <p:ph idx="12" type="sldNum"/>
          </p:nvPr>
        </p:nvSpPr>
        <p:spPr>
          <a:xfrm>
            <a:off x="9120187" y="6742112"/>
            <a:ext cx="4572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1227585" y="3647098"/>
            <a:ext cx="8285856" cy="1619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sz="3525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1227583" y="5266178"/>
            <a:ext cx="8285857" cy="948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spcBef>
                <a:spcPts val="441"/>
              </a:spcBef>
              <a:spcAft>
                <a:spcPts val="0"/>
              </a:spcAft>
              <a:buSzPts val="3197"/>
              <a:buNone/>
              <a:defRPr sz="2205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65"/>
              </a:spcBef>
              <a:spcAft>
                <a:spcPts val="0"/>
              </a:spcAft>
              <a:buSzPts val="2878"/>
              <a:buNone/>
              <a:defRPr sz="1985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65"/>
              </a:spcBef>
              <a:spcAft>
                <a:spcPts val="0"/>
              </a:spcAft>
              <a:buSzPts val="2559"/>
              <a:buNone/>
              <a:defRPr sz="1765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65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65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65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60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60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60"/>
              </a:spcBef>
              <a:spcAft>
                <a:spcPts val="66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10" type="dt"/>
          </p:nvPr>
        </p:nvSpPr>
        <p:spPr>
          <a:xfrm>
            <a:off x="8112125" y="6742112"/>
            <a:ext cx="946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9"/>
          <p:cNvSpPr txBox="1"/>
          <p:nvPr>
            <p:ph idx="11" type="ftr"/>
          </p:nvPr>
        </p:nvSpPr>
        <p:spPr>
          <a:xfrm>
            <a:off x="2190750" y="6742112"/>
            <a:ext cx="5857875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9"/>
          <p:cNvSpPr txBox="1"/>
          <p:nvPr>
            <p:ph idx="12" type="sldNum"/>
          </p:nvPr>
        </p:nvSpPr>
        <p:spPr>
          <a:xfrm>
            <a:off x="9120187" y="6742112"/>
            <a:ext cx="4572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1227585" y="755969"/>
            <a:ext cx="8285858" cy="3006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1227583" y="3863834"/>
            <a:ext cx="8285859" cy="923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17"/>
              </a:spcBef>
              <a:spcAft>
                <a:spcPts val="0"/>
              </a:spcAft>
              <a:buSzPts val="4473"/>
              <a:buNone/>
              <a:defRPr b="0" sz="3085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65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65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65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65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65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6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6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60"/>
              </a:spcBef>
              <a:spcAft>
                <a:spcPts val="66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9" name="Google Shape;129;p20"/>
          <p:cNvSpPr txBox="1"/>
          <p:nvPr>
            <p:ph idx="2" type="body"/>
          </p:nvPr>
        </p:nvSpPr>
        <p:spPr>
          <a:xfrm>
            <a:off x="1227583" y="4787794"/>
            <a:ext cx="8285859" cy="1595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97"/>
              </a:spcBef>
              <a:spcAft>
                <a:spcPts val="0"/>
              </a:spcAft>
              <a:buSzPts val="2878"/>
              <a:buNone/>
              <a:defRPr sz="1985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65"/>
              </a:spcBef>
              <a:spcAft>
                <a:spcPts val="0"/>
              </a:spcAft>
              <a:buSzPts val="2878"/>
              <a:buNone/>
              <a:defRPr sz="1985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65"/>
              </a:spcBef>
              <a:spcAft>
                <a:spcPts val="0"/>
              </a:spcAft>
              <a:buSzPts val="2559"/>
              <a:buNone/>
              <a:defRPr sz="1765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65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65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65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60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60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60"/>
              </a:spcBef>
              <a:spcAft>
                <a:spcPts val="66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0" name="Google Shape;130;p20"/>
          <p:cNvSpPr txBox="1"/>
          <p:nvPr>
            <p:ph idx="10" type="dt"/>
          </p:nvPr>
        </p:nvSpPr>
        <p:spPr>
          <a:xfrm>
            <a:off x="8112125" y="6742112"/>
            <a:ext cx="946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1" type="ftr"/>
          </p:nvPr>
        </p:nvSpPr>
        <p:spPr>
          <a:xfrm>
            <a:off x="2190750" y="6742112"/>
            <a:ext cx="5857875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9120187" y="6742112"/>
            <a:ext cx="4572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1082675" y="503237"/>
            <a:ext cx="8494712" cy="21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 rot="5400000">
            <a:off x="3479800" y="542925"/>
            <a:ext cx="3700462" cy="849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65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65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65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65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65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6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6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60"/>
              </a:spcBef>
              <a:spcAft>
                <a:spcPts val="66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6" name="Google Shape;136;p21"/>
          <p:cNvSpPr txBox="1"/>
          <p:nvPr>
            <p:ph idx="10" type="dt"/>
          </p:nvPr>
        </p:nvSpPr>
        <p:spPr>
          <a:xfrm>
            <a:off x="8112125" y="6742112"/>
            <a:ext cx="946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1"/>
          <p:cNvSpPr txBox="1"/>
          <p:nvPr>
            <p:ph idx="11" type="ftr"/>
          </p:nvPr>
        </p:nvSpPr>
        <p:spPr>
          <a:xfrm>
            <a:off x="2190750" y="6742112"/>
            <a:ext cx="5857875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12" type="sldNum"/>
          </p:nvPr>
        </p:nvSpPr>
        <p:spPr>
          <a:xfrm>
            <a:off x="9120187" y="6742112"/>
            <a:ext cx="4572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 rot="5400000">
            <a:off x="5967482" y="2837766"/>
            <a:ext cx="5627758" cy="1464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 rot="5400000">
            <a:off x="1730022" y="253531"/>
            <a:ext cx="5627758" cy="66326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65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65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65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65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65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6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6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60"/>
              </a:spcBef>
              <a:spcAft>
                <a:spcPts val="66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0" type="dt"/>
          </p:nvPr>
        </p:nvSpPr>
        <p:spPr>
          <a:xfrm>
            <a:off x="8112125" y="6742112"/>
            <a:ext cx="946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2"/>
          <p:cNvSpPr txBox="1"/>
          <p:nvPr>
            <p:ph idx="11" type="ftr"/>
          </p:nvPr>
        </p:nvSpPr>
        <p:spPr>
          <a:xfrm>
            <a:off x="2190750" y="6742112"/>
            <a:ext cx="5857875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2"/>
          <p:cNvSpPr txBox="1"/>
          <p:nvPr>
            <p:ph idx="12" type="sldNum"/>
          </p:nvPr>
        </p:nvSpPr>
        <p:spPr>
          <a:xfrm>
            <a:off x="9120187" y="6742112"/>
            <a:ext cx="4572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1572884" y="755969"/>
            <a:ext cx="7688477" cy="3023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3525" cap="none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1761943" y="3779836"/>
            <a:ext cx="7310358" cy="4199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97"/>
              </a:spcBef>
              <a:spcAft>
                <a:spcPts val="0"/>
              </a:spcAft>
              <a:buSzPts val="2878"/>
              <a:buFont typeface="Corbel"/>
              <a:buNone/>
              <a:defRPr sz="1985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19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755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65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75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63" name="Google Shape;163;p24"/>
          <p:cNvSpPr txBox="1"/>
          <p:nvPr>
            <p:ph idx="2" type="body"/>
          </p:nvPr>
        </p:nvSpPr>
        <p:spPr>
          <a:xfrm>
            <a:off x="1227582" y="4787794"/>
            <a:ext cx="8285858" cy="1595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41"/>
              </a:spcBef>
              <a:spcAft>
                <a:spcPts val="0"/>
              </a:spcAft>
              <a:buSzPts val="3197"/>
              <a:buNone/>
              <a:defRPr sz="2205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78"/>
              <a:buNone/>
              <a:defRPr sz="198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59"/>
              <a:buNone/>
              <a:defRPr sz="1765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4" name="Google Shape;164;p24"/>
          <p:cNvSpPr txBox="1"/>
          <p:nvPr>
            <p:ph idx="10" type="dt"/>
          </p:nvPr>
        </p:nvSpPr>
        <p:spPr>
          <a:xfrm>
            <a:off x="8112125" y="6742112"/>
            <a:ext cx="946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4"/>
          <p:cNvSpPr txBox="1"/>
          <p:nvPr>
            <p:ph idx="11" type="ftr"/>
          </p:nvPr>
        </p:nvSpPr>
        <p:spPr>
          <a:xfrm>
            <a:off x="2190750" y="6742112"/>
            <a:ext cx="5857875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4"/>
          <p:cNvSpPr txBox="1"/>
          <p:nvPr>
            <p:ph idx="12" type="sldNum"/>
          </p:nvPr>
        </p:nvSpPr>
        <p:spPr>
          <a:xfrm>
            <a:off x="9120187" y="6742112"/>
            <a:ext cx="4572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/>
          <p:nvPr>
            <p:ph type="title"/>
          </p:nvPr>
        </p:nvSpPr>
        <p:spPr>
          <a:xfrm>
            <a:off x="1572884" y="755969"/>
            <a:ext cx="7688477" cy="3023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3525" cap="none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6"/>
          <p:cNvSpPr txBox="1"/>
          <p:nvPr>
            <p:ph idx="1" type="body"/>
          </p:nvPr>
        </p:nvSpPr>
        <p:spPr>
          <a:xfrm>
            <a:off x="1227584" y="4283816"/>
            <a:ext cx="8285857" cy="97995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529"/>
              </a:spcBef>
              <a:spcAft>
                <a:spcPts val="0"/>
              </a:spcAft>
              <a:buSzPts val="3835"/>
              <a:buNone/>
              <a:defRPr b="0" sz="2645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85" name="Google Shape;185;p26"/>
          <p:cNvSpPr txBox="1"/>
          <p:nvPr>
            <p:ph idx="2" type="body"/>
          </p:nvPr>
        </p:nvSpPr>
        <p:spPr>
          <a:xfrm>
            <a:off x="1227583" y="5263774"/>
            <a:ext cx="8285857" cy="1119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97"/>
              </a:spcBef>
              <a:spcAft>
                <a:spcPts val="0"/>
              </a:spcAft>
              <a:buSzPts val="2878"/>
              <a:buNone/>
              <a:defRPr sz="1985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78"/>
              <a:buNone/>
              <a:defRPr sz="198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59"/>
              <a:buNone/>
              <a:defRPr sz="1765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240"/>
              <a:buNone/>
              <a:defRPr sz="1545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6" name="Google Shape;186;p26"/>
          <p:cNvSpPr txBox="1"/>
          <p:nvPr>
            <p:ph idx="10" type="dt"/>
          </p:nvPr>
        </p:nvSpPr>
        <p:spPr>
          <a:xfrm>
            <a:off x="8112125" y="6742112"/>
            <a:ext cx="946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idx="11" type="ftr"/>
          </p:nvPr>
        </p:nvSpPr>
        <p:spPr>
          <a:xfrm>
            <a:off x="2190750" y="6742112"/>
            <a:ext cx="5857875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6"/>
          <p:cNvSpPr txBox="1"/>
          <p:nvPr>
            <p:ph idx="12" type="sldNum"/>
          </p:nvPr>
        </p:nvSpPr>
        <p:spPr>
          <a:xfrm>
            <a:off x="9120187" y="6742112"/>
            <a:ext cx="4572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/>
          <p:nvPr>
            <p:ph type="title"/>
          </p:nvPr>
        </p:nvSpPr>
        <p:spPr>
          <a:xfrm>
            <a:off x="503238" y="301625"/>
            <a:ext cx="9069387" cy="126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8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8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8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6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3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6.xml"/><Relationship Id="rId3" Type="http://schemas.openxmlformats.org/officeDocument/2006/relationships/theme" Target="../theme/theme7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7.xml"/><Relationship Id="rId3" Type="http://schemas.openxmlformats.org/officeDocument/2006/relationships/theme" Target="../theme/theme2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8.xml"/><Relationship Id="rId3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"/>
          <p:cNvGrpSpPr/>
          <p:nvPr/>
        </p:nvGrpSpPr>
        <p:grpSpPr>
          <a:xfrm>
            <a:off x="223837" y="0"/>
            <a:ext cx="4165600" cy="7559676"/>
            <a:chOff x="203200" y="0"/>
            <a:chExt cx="3778250" cy="6858001"/>
          </a:xfrm>
        </p:grpSpPr>
        <p:sp>
          <p:nvSpPr>
            <p:cNvPr id="11" name="Google Shape;11;p5"/>
            <p:cNvSpPr/>
            <p:nvPr/>
          </p:nvSpPr>
          <p:spPr>
            <a:xfrm>
              <a:off x="641350" y="0"/>
              <a:ext cx="1365250" cy="3971925"/>
            </a:xfrm>
            <a:custGeom>
              <a:rect b="b" l="l" r="r" t="t"/>
              <a:pathLst>
                <a:path extrusionOk="0" h="2502" w="860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5"/>
            <p:cNvSpPr/>
            <p:nvPr/>
          </p:nvSpPr>
          <p:spPr>
            <a:xfrm>
              <a:off x="203200" y="0"/>
              <a:ext cx="1336210" cy="3862486"/>
            </a:xfrm>
            <a:custGeom>
              <a:rect b="b" l="l" r="r" t="t"/>
              <a:pathLst>
                <a:path extrusionOk="0" h="2433" w="842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5"/>
            <p:cNvSpPr/>
            <p:nvPr/>
          </p:nvSpPr>
          <p:spPr>
            <a:xfrm>
              <a:off x="207519" y="3776077"/>
              <a:ext cx="1936642" cy="3081924"/>
            </a:xfrm>
            <a:custGeom>
              <a:rect b="b" l="l" r="r" t="t"/>
              <a:pathLst>
                <a:path extrusionOk="0" h="1941" w="1220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5"/>
            <p:cNvSpPr/>
            <p:nvPr/>
          </p:nvSpPr>
          <p:spPr>
            <a:xfrm>
              <a:off x="646684" y="3885528"/>
              <a:ext cx="2372925" cy="2972473"/>
            </a:xfrm>
            <a:custGeom>
              <a:rect b="b" l="l" r="r" t="t"/>
              <a:pathLst>
                <a:path extrusionOk="0" h="1872" w="1495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rgbClr val="0C5A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5"/>
            <p:cNvSpPr/>
            <p:nvPr/>
          </p:nvSpPr>
          <p:spPr>
            <a:xfrm>
              <a:off x="640924" y="3881208"/>
              <a:ext cx="3340526" cy="2976793"/>
            </a:xfrm>
            <a:custGeom>
              <a:rect b="b" l="l" r="r" t="t"/>
              <a:pathLst>
                <a:path extrusionOk="0" h="1875" w="2104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87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5"/>
            <p:cNvSpPr/>
            <p:nvPr/>
          </p:nvSpPr>
          <p:spPr>
            <a:xfrm>
              <a:off x="203200" y="3771757"/>
              <a:ext cx="2660902" cy="3086244"/>
            </a:xfrm>
            <a:custGeom>
              <a:rect b="b" l="l" r="r" t="t"/>
              <a:pathLst>
                <a:path extrusionOk="0" h="1944" w="1676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5"/>
          <p:cNvSpPr/>
          <p:nvPr/>
        </p:nvSpPr>
        <p:spPr>
          <a:xfrm>
            <a:off x="223837" y="4157662"/>
            <a:ext cx="398462" cy="100012"/>
          </a:xfrm>
          <a:custGeom>
            <a:rect b="b" l="l" r="r" t="t"/>
            <a:pathLst>
              <a:path extrusionOk="0" h="57" w="228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5"/>
          <p:cNvSpPr/>
          <p:nvPr/>
        </p:nvSpPr>
        <p:spPr>
          <a:xfrm>
            <a:off x="617537" y="4262437"/>
            <a:ext cx="68262" cy="88900"/>
          </a:xfrm>
          <a:custGeom>
            <a:rect b="b" l="l" r="r" t="t"/>
            <a:pathLst>
              <a:path extrusionOk="0" h="51" w="39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5"/>
          <p:cNvSpPr txBox="1"/>
          <p:nvPr>
            <p:ph type="title"/>
          </p:nvPr>
        </p:nvSpPr>
        <p:spPr>
          <a:xfrm>
            <a:off x="1082675" y="503237"/>
            <a:ext cx="8494712" cy="21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1082675" y="2940050"/>
            <a:ext cx="8494712" cy="3700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467994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1287C3"/>
              </a:buClr>
              <a:buSzPts val="3770"/>
              <a:buFont typeface="Arial"/>
              <a:buChar char="•"/>
              <a:defRPr b="0" i="0" sz="2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31165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403542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755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85127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465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66712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66712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66712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66712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66712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10" type="dt"/>
          </p:nvPr>
        </p:nvSpPr>
        <p:spPr>
          <a:xfrm>
            <a:off x="8075612" y="6743700"/>
            <a:ext cx="946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1" type="ftr"/>
          </p:nvPr>
        </p:nvSpPr>
        <p:spPr>
          <a:xfrm>
            <a:off x="3994150" y="6743700"/>
            <a:ext cx="3979862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9123362" y="6743700"/>
            <a:ext cx="454025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7"/>
          <p:cNvGrpSpPr/>
          <p:nvPr/>
        </p:nvGrpSpPr>
        <p:grpSpPr>
          <a:xfrm>
            <a:off x="0" y="0"/>
            <a:ext cx="2351087" cy="7559676"/>
            <a:chOff x="0" y="0"/>
            <a:chExt cx="2132013" cy="6858001"/>
          </a:xfrm>
        </p:grpSpPr>
        <p:sp>
          <p:nvSpPr>
            <p:cNvPr id="32" name="Google Shape;32;p7"/>
            <p:cNvSpPr/>
            <p:nvPr/>
          </p:nvSpPr>
          <p:spPr>
            <a:xfrm>
              <a:off x="0" y="0"/>
              <a:ext cx="1073150" cy="5291138"/>
            </a:xfrm>
            <a:custGeom>
              <a:rect b="b" l="l" r="r" t="t"/>
              <a:pathLst>
                <a:path extrusionOk="0" h="3333" w="676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7"/>
            <p:cNvSpPr/>
            <p:nvPr/>
          </p:nvSpPr>
          <p:spPr>
            <a:xfrm>
              <a:off x="0" y="0"/>
              <a:ext cx="758657" cy="4624327"/>
            </a:xfrm>
            <a:custGeom>
              <a:rect b="b" l="l" r="r" t="t"/>
              <a:pathLst>
                <a:path extrusionOk="0" h="2913" w="478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7"/>
            <p:cNvSpPr/>
            <p:nvPr/>
          </p:nvSpPr>
          <p:spPr>
            <a:xfrm>
              <a:off x="0" y="5662675"/>
              <a:ext cx="906933" cy="1195326"/>
            </a:xfrm>
            <a:custGeom>
              <a:rect b="b" l="l" r="r" t="t"/>
              <a:pathLst>
                <a:path extrusionOk="0" h="753" w="571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7"/>
            <p:cNvSpPr/>
            <p:nvPr/>
          </p:nvSpPr>
          <p:spPr>
            <a:xfrm>
              <a:off x="0" y="5295437"/>
              <a:ext cx="1487083" cy="1562564"/>
            </a:xfrm>
            <a:custGeom>
              <a:rect b="b" l="l" r="r" t="t"/>
              <a:pathLst>
                <a:path extrusionOk="0" h="984" w="937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5A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7"/>
            <p:cNvSpPr/>
            <p:nvPr/>
          </p:nvSpPr>
          <p:spPr>
            <a:xfrm>
              <a:off x="0" y="5257993"/>
              <a:ext cx="2132013" cy="1600008"/>
            </a:xfrm>
            <a:custGeom>
              <a:rect b="b" l="l" r="r" t="t"/>
              <a:pathLst>
                <a:path extrusionOk="0" h="1008" w="1343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1287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7"/>
            <p:cNvSpPr/>
            <p:nvPr/>
          </p:nvSpPr>
          <p:spPr>
            <a:xfrm>
              <a:off x="0" y="5357363"/>
              <a:ext cx="1377675" cy="1500638"/>
            </a:xfrm>
            <a:custGeom>
              <a:rect b="b" l="l" r="r" t="t"/>
              <a:pathLst>
                <a:path extrusionOk="0" h="945" w="868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" name="Google Shape;38;p7"/>
          <p:cNvSpPr txBox="1"/>
          <p:nvPr>
            <p:ph type="title"/>
          </p:nvPr>
        </p:nvSpPr>
        <p:spPr>
          <a:xfrm>
            <a:off x="1082675" y="503237"/>
            <a:ext cx="8494712" cy="21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1082675" y="2940050"/>
            <a:ext cx="8494712" cy="3700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467994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1287C3"/>
              </a:buClr>
              <a:buSzPts val="3770"/>
              <a:buFont typeface="Arial"/>
              <a:buChar char="•"/>
              <a:defRPr b="0" i="0" sz="2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31165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403542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755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85127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465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66712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66712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66712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66712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66712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9104312" y="7034212"/>
            <a:ext cx="473075" cy="403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idx="10" type="dt"/>
          </p:nvPr>
        </p:nvSpPr>
        <p:spPr>
          <a:xfrm>
            <a:off x="8112125" y="6742112"/>
            <a:ext cx="946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idx="11" type="ftr"/>
          </p:nvPr>
        </p:nvSpPr>
        <p:spPr>
          <a:xfrm>
            <a:off x="2190750" y="6742112"/>
            <a:ext cx="5857875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9"/>
          <p:cNvGrpSpPr/>
          <p:nvPr/>
        </p:nvGrpSpPr>
        <p:grpSpPr>
          <a:xfrm>
            <a:off x="0" y="0"/>
            <a:ext cx="2351087" cy="7559676"/>
            <a:chOff x="0" y="0"/>
            <a:chExt cx="2132013" cy="6858001"/>
          </a:xfrm>
        </p:grpSpPr>
        <p:sp>
          <p:nvSpPr>
            <p:cNvPr id="51" name="Google Shape;51;p9"/>
            <p:cNvSpPr/>
            <p:nvPr/>
          </p:nvSpPr>
          <p:spPr>
            <a:xfrm>
              <a:off x="0" y="0"/>
              <a:ext cx="1073150" cy="5291138"/>
            </a:xfrm>
            <a:custGeom>
              <a:rect b="b" l="l" r="r" t="t"/>
              <a:pathLst>
                <a:path extrusionOk="0" h="3333" w="676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9"/>
            <p:cNvSpPr/>
            <p:nvPr/>
          </p:nvSpPr>
          <p:spPr>
            <a:xfrm>
              <a:off x="0" y="0"/>
              <a:ext cx="758657" cy="4624327"/>
            </a:xfrm>
            <a:custGeom>
              <a:rect b="b" l="l" r="r" t="t"/>
              <a:pathLst>
                <a:path extrusionOk="0" h="2913" w="478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9"/>
            <p:cNvSpPr/>
            <p:nvPr/>
          </p:nvSpPr>
          <p:spPr>
            <a:xfrm>
              <a:off x="0" y="5662675"/>
              <a:ext cx="906933" cy="1195326"/>
            </a:xfrm>
            <a:custGeom>
              <a:rect b="b" l="l" r="r" t="t"/>
              <a:pathLst>
                <a:path extrusionOk="0" h="753" w="571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9"/>
            <p:cNvSpPr/>
            <p:nvPr/>
          </p:nvSpPr>
          <p:spPr>
            <a:xfrm>
              <a:off x="0" y="5295437"/>
              <a:ext cx="1487083" cy="1562564"/>
            </a:xfrm>
            <a:custGeom>
              <a:rect b="b" l="l" r="r" t="t"/>
              <a:pathLst>
                <a:path extrusionOk="0" h="984" w="937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5A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9"/>
            <p:cNvSpPr/>
            <p:nvPr/>
          </p:nvSpPr>
          <p:spPr>
            <a:xfrm>
              <a:off x="0" y="5257993"/>
              <a:ext cx="2132013" cy="1600008"/>
            </a:xfrm>
            <a:custGeom>
              <a:rect b="b" l="l" r="r" t="t"/>
              <a:pathLst>
                <a:path extrusionOk="0" h="1008" w="1343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1287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9"/>
            <p:cNvSpPr/>
            <p:nvPr/>
          </p:nvSpPr>
          <p:spPr>
            <a:xfrm>
              <a:off x="0" y="5357363"/>
              <a:ext cx="1377675" cy="1500638"/>
            </a:xfrm>
            <a:custGeom>
              <a:rect b="b" l="l" r="r" t="t"/>
              <a:pathLst>
                <a:path extrusionOk="0" h="945" w="868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" name="Google Shape;57;p9"/>
          <p:cNvSpPr txBox="1"/>
          <p:nvPr>
            <p:ph type="title"/>
          </p:nvPr>
        </p:nvSpPr>
        <p:spPr>
          <a:xfrm>
            <a:off x="1082675" y="503237"/>
            <a:ext cx="8494712" cy="21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1082675" y="2940050"/>
            <a:ext cx="8494712" cy="3700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467994" lvl="0" marL="457200" marR="0" rtl="0" algn="l">
              <a:spcBef>
                <a:spcPts val="520"/>
              </a:spcBef>
              <a:spcAft>
                <a:spcPts val="0"/>
              </a:spcAft>
              <a:buClr>
                <a:srgbClr val="1287C3"/>
              </a:buClr>
              <a:buSzPts val="3770"/>
              <a:buFont typeface="Arial"/>
              <a:buChar char="•"/>
              <a:defRPr b="0" i="0" sz="2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31165" lvl="1" marL="914400" marR="0" rtl="0" algn="l">
              <a:spcBef>
                <a:spcPts val="665"/>
              </a:spcBef>
              <a:spcAft>
                <a:spcPts val="0"/>
              </a:spcAft>
              <a:buClr>
                <a:srgbClr val="1287C3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403542" lvl="2" marL="1371600" marR="0" rtl="0" algn="l">
              <a:spcBef>
                <a:spcPts val="665"/>
              </a:spcBef>
              <a:spcAft>
                <a:spcPts val="0"/>
              </a:spcAft>
              <a:buClr>
                <a:srgbClr val="1287C3"/>
              </a:buClr>
              <a:buSzPts val="2755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85127" lvl="3" marL="1828800" marR="0" rtl="0" algn="l">
              <a:spcBef>
                <a:spcPts val="665"/>
              </a:spcBef>
              <a:spcAft>
                <a:spcPts val="0"/>
              </a:spcAft>
              <a:buClr>
                <a:srgbClr val="1287C3"/>
              </a:buClr>
              <a:buSzPts val="2465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66712" lvl="4" marL="2286000" marR="0" rtl="0" algn="l">
              <a:spcBef>
                <a:spcPts val="665"/>
              </a:spcBef>
              <a:spcAft>
                <a:spcPts val="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70855" lvl="5" marL="2743200" marR="0" rtl="0" algn="l">
              <a:spcBef>
                <a:spcPts val="665"/>
              </a:spcBef>
              <a:spcAft>
                <a:spcPts val="0"/>
              </a:spcAft>
              <a:buClr>
                <a:srgbClr val="1186C3"/>
              </a:buClr>
              <a:buSzPts val="2240"/>
              <a:buFont typeface="Arial"/>
              <a:buChar char="•"/>
              <a:defRPr b="0" i="0" sz="1545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70855" lvl="6" marL="3200400" marR="0" rtl="0" algn="l">
              <a:spcBef>
                <a:spcPts val="660"/>
              </a:spcBef>
              <a:spcAft>
                <a:spcPts val="0"/>
              </a:spcAft>
              <a:buClr>
                <a:srgbClr val="1186C3"/>
              </a:buClr>
              <a:buSzPts val="2240"/>
              <a:buFont typeface="Arial"/>
              <a:buChar char="•"/>
              <a:defRPr b="0" i="0" sz="1545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70856" lvl="7" marL="3657600" marR="0" rtl="0" algn="l">
              <a:spcBef>
                <a:spcPts val="660"/>
              </a:spcBef>
              <a:spcAft>
                <a:spcPts val="0"/>
              </a:spcAft>
              <a:buClr>
                <a:srgbClr val="1186C3"/>
              </a:buClr>
              <a:buSzPts val="2240"/>
              <a:buFont typeface="Arial"/>
              <a:buChar char="•"/>
              <a:defRPr b="0" i="0" sz="1545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70856" lvl="8" marL="4114800" marR="0" rtl="0" algn="l">
              <a:spcBef>
                <a:spcPts val="660"/>
              </a:spcBef>
              <a:spcAft>
                <a:spcPts val="660"/>
              </a:spcAft>
              <a:buClr>
                <a:srgbClr val="1186C3"/>
              </a:buClr>
              <a:buSzPts val="2240"/>
              <a:buFont typeface="Arial"/>
              <a:buChar char="•"/>
              <a:defRPr b="0" i="0" sz="1545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8112125" y="6742112"/>
            <a:ext cx="946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2190750" y="6742112"/>
            <a:ext cx="5857875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9120187" y="6742112"/>
            <a:ext cx="4572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23"/>
          <p:cNvGrpSpPr/>
          <p:nvPr/>
        </p:nvGrpSpPr>
        <p:grpSpPr>
          <a:xfrm>
            <a:off x="0" y="0"/>
            <a:ext cx="2351087" cy="7559676"/>
            <a:chOff x="0" y="0"/>
            <a:chExt cx="2132013" cy="6858001"/>
          </a:xfrm>
        </p:grpSpPr>
        <p:sp>
          <p:nvSpPr>
            <p:cNvPr id="147" name="Google Shape;147;p23"/>
            <p:cNvSpPr/>
            <p:nvPr/>
          </p:nvSpPr>
          <p:spPr>
            <a:xfrm>
              <a:off x="0" y="0"/>
              <a:ext cx="1073150" cy="5291138"/>
            </a:xfrm>
            <a:custGeom>
              <a:rect b="b" l="l" r="r" t="t"/>
              <a:pathLst>
                <a:path extrusionOk="0" h="3333" w="676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3"/>
            <p:cNvSpPr/>
            <p:nvPr/>
          </p:nvSpPr>
          <p:spPr>
            <a:xfrm>
              <a:off x="0" y="0"/>
              <a:ext cx="758657" cy="4624327"/>
            </a:xfrm>
            <a:custGeom>
              <a:rect b="b" l="l" r="r" t="t"/>
              <a:pathLst>
                <a:path extrusionOk="0" h="2913" w="478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3"/>
            <p:cNvSpPr/>
            <p:nvPr/>
          </p:nvSpPr>
          <p:spPr>
            <a:xfrm>
              <a:off x="0" y="5662675"/>
              <a:ext cx="906933" cy="1195326"/>
            </a:xfrm>
            <a:custGeom>
              <a:rect b="b" l="l" r="r" t="t"/>
              <a:pathLst>
                <a:path extrusionOk="0" h="753" w="571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3"/>
            <p:cNvSpPr/>
            <p:nvPr/>
          </p:nvSpPr>
          <p:spPr>
            <a:xfrm>
              <a:off x="0" y="5295437"/>
              <a:ext cx="1487083" cy="1562564"/>
            </a:xfrm>
            <a:custGeom>
              <a:rect b="b" l="l" r="r" t="t"/>
              <a:pathLst>
                <a:path extrusionOk="0" h="984" w="937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5A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3"/>
            <p:cNvSpPr/>
            <p:nvPr/>
          </p:nvSpPr>
          <p:spPr>
            <a:xfrm>
              <a:off x="0" y="5257993"/>
              <a:ext cx="2132013" cy="1600008"/>
            </a:xfrm>
            <a:custGeom>
              <a:rect b="b" l="l" r="r" t="t"/>
              <a:pathLst>
                <a:path extrusionOk="0" h="1008" w="1343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1287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3"/>
            <p:cNvSpPr/>
            <p:nvPr/>
          </p:nvSpPr>
          <p:spPr>
            <a:xfrm>
              <a:off x="0" y="5357363"/>
              <a:ext cx="1377675" cy="1500638"/>
            </a:xfrm>
            <a:custGeom>
              <a:rect b="b" l="l" r="r" t="t"/>
              <a:pathLst>
                <a:path extrusionOk="0" h="945" w="868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Google Shape;153;p23"/>
          <p:cNvSpPr txBox="1"/>
          <p:nvPr/>
        </p:nvSpPr>
        <p:spPr>
          <a:xfrm>
            <a:off x="1068387" y="950912"/>
            <a:ext cx="504825" cy="64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"/>
              <a:buNone/>
            </a:pPr>
            <a:r>
              <a:rPr b="0" i="0" lang="en-US" sz="8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54" name="Google Shape;154;p23"/>
          <p:cNvSpPr txBox="1"/>
          <p:nvPr/>
        </p:nvSpPr>
        <p:spPr>
          <a:xfrm>
            <a:off x="9009062" y="3108325"/>
            <a:ext cx="504825" cy="64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"/>
              <a:buNone/>
            </a:pPr>
            <a:r>
              <a:rPr b="0" i="0" lang="en-US" sz="8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155" name="Google Shape;155;p23"/>
          <p:cNvSpPr txBox="1"/>
          <p:nvPr>
            <p:ph type="title"/>
          </p:nvPr>
        </p:nvSpPr>
        <p:spPr>
          <a:xfrm>
            <a:off x="1082675" y="503237"/>
            <a:ext cx="8494712" cy="21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1082675" y="2940050"/>
            <a:ext cx="8494712" cy="3700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467994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1287C3"/>
              </a:buClr>
              <a:buSzPts val="3770"/>
              <a:buFont typeface="Arial"/>
              <a:buChar char="•"/>
              <a:defRPr b="0" i="0" sz="2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31165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403542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755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85127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465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66712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66712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66712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66712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66712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0" type="dt"/>
          </p:nvPr>
        </p:nvSpPr>
        <p:spPr>
          <a:xfrm>
            <a:off x="8112125" y="6742112"/>
            <a:ext cx="946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idx="11" type="ftr"/>
          </p:nvPr>
        </p:nvSpPr>
        <p:spPr>
          <a:xfrm>
            <a:off x="2190750" y="6742112"/>
            <a:ext cx="5857875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9" name="Google Shape;159;p23"/>
          <p:cNvSpPr txBox="1"/>
          <p:nvPr>
            <p:ph idx="12" type="sldNum"/>
          </p:nvPr>
        </p:nvSpPr>
        <p:spPr>
          <a:xfrm>
            <a:off x="9120187" y="6742112"/>
            <a:ext cx="4572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25"/>
          <p:cNvGrpSpPr/>
          <p:nvPr/>
        </p:nvGrpSpPr>
        <p:grpSpPr>
          <a:xfrm>
            <a:off x="0" y="0"/>
            <a:ext cx="2351087" cy="7559676"/>
            <a:chOff x="0" y="0"/>
            <a:chExt cx="2132013" cy="6858001"/>
          </a:xfrm>
        </p:grpSpPr>
        <p:sp>
          <p:nvSpPr>
            <p:cNvPr id="169" name="Google Shape;169;p25"/>
            <p:cNvSpPr/>
            <p:nvPr/>
          </p:nvSpPr>
          <p:spPr>
            <a:xfrm>
              <a:off x="0" y="0"/>
              <a:ext cx="1073150" cy="5291138"/>
            </a:xfrm>
            <a:custGeom>
              <a:rect b="b" l="l" r="r" t="t"/>
              <a:pathLst>
                <a:path extrusionOk="0" h="3333" w="676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5"/>
            <p:cNvSpPr/>
            <p:nvPr/>
          </p:nvSpPr>
          <p:spPr>
            <a:xfrm>
              <a:off x="0" y="0"/>
              <a:ext cx="758657" cy="4624327"/>
            </a:xfrm>
            <a:custGeom>
              <a:rect b="b" l="l" r="r" t="t"/>
              <a:pathLst>
                <a:path extrusionOk="0" h="2913" w="478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5"/>
            <p:cNvSpPr/>
            <p:nvPr/>
          </p:nvSpPr>
          <p:spPr>
            <a:xfrm>
              <a:off x="0" y="5662675"/>
              <a:ext cx="906933" cy="1195326"/>
            </a:xfrm>
            <a:custGeom>
              <a:rect b="b" l="l" r="r" t="t"/>
              <a:pathLst>
                <a:path extrusionOk="0" h="753" w="571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5"/>
            <p:cNvSpPr/>
            <p:nvPr/>
          </p:nvSpPr>
          <p:spPr>
            <a:xfrm>
              <a:off x="0" y="5295437"/>
              <a:ext cx="1487083" cy="1562564"/>
            </a:xfrm>
            <a:custGeom>
              <a:rect b="b" l="l" r="r" t="t"/>
              <a:pathLst>
                <a:path extrusionOk="0" h="984" w="937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5A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5"/>
            <p:cNvSpPr/>
            <p:nvPr/>
          </p:nvSpPr>
          <p:spPr>
            <a:xfrm>
              <a:off x="0" y="5257993"/>
              <a:ext cx="2132013" cy="1600008"/>
            </a:xfrm>
            <a:custGeom>
              <a:rect b="b" l="l" r="r" t="t"/>
              <a:pathLst>
                <a:path extrusionOk="0" h="1008" w="1343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1287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5"/>
            <p:cNvSpPr/>
            <p:nvPr/>
          </p:nvSpPr>
          <p:spPr>
            <a:xfrm>
              <a:off x="0" y="5357363"/>
              <a:ext cx="1377675" cy="1500638"/>
            </a:xfrm>
            <a:custGeom>
              <a:rect b="b" l="l" r="r" t="t"/>
              <a:pathLst>
                <a:path extrusionOk="0" h="945" w="868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" name="Google Shape;175;p25"/>
          <p:cNvSpPr txBox="1"/>
          <p:nvPr/>
        </p:nvSpPr>
        <p:spPr>
          <a:xfrm>
            <a:off x="1068387" y="950912"/>
            <a:ext cx="504825" cy="64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"/>
              <a:buNone/>
            </a:pPr>
            <a:r>
              <a:rPr b="0" i="0" lang="en-US" sz="8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76" name="Google Shape;176;p25"/>
          <p:cNvSpPr txBox="1"/>
          <p:nvPr/>
        </p:nvSpPr>
        <p:spPr>
          <a:xfrm>
            <a:off x="9009062" y="3108325"/>
            <a:ext cx="504825" cy="64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375" lIns="100775" spcFirstLastPara="1" rIns="100775" wrap="square" tIns="50375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"/>
              <a:buNone/>
            </a:pPr>
            <a:r>
              <a:rPr b="0" i="0" lang="en-US" sz="8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177" name="Google Shape;177;p25"/>
          <p:cNvSpPr txBox="1"/>
          <p:nvPr>
            <p:ph type="title"/>
          </p:nvPr>
        </p:nvSpPr>
        <p:spPr>
          <a:xfrm>
            <a:off x="1082675" y="503237"/>
            <a:ext cx="8494712" cy="21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1" type="body"/>
          </p:nvPr>
        </p:nvSpPr>
        <p:spPr>
          <a:xfrm>
            <a:off x="1082675" y="2940050"/>
            <a:ext cx="8494712" cy="3700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467994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1287C3"/>
              </a:buClr>
              <a:buSzPts val="3770"/>
              <a:buFont typeface="Arial"/>
              <a:buChar char="•"/>
              <a:defRPr b="0" i="0" sz="2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31165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403542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755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85127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465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66712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66712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66712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66712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66712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79" name="Google Shape;179;p25"/>
          <p:cNvSpPr txBox="1"/>
          <p:nvPr>
            <p:ph idx="10" type="dt"/>
          </p:nvPr>
        </p:nvSpPr>
        <p:spPr>
          <a:xfrm>
            <a:off x="8112125" y="6742112"/>
            <a:ext cx="94615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p25"/>
          <p:cNvSpPr txBox="1"/>
          <p:nvPr>
            <p:ph idx="11" type="ftr"/>
          </p:nvPr>
        </p:nvSpPr>
        <p:spPr>
          <a:xfrm>
            <a:off x="2190750" y="6742112"/>
            <a:ext cx="5857875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1" name="Google Shape;181;p25"/>
          <p:cNvSpPr txBox="1"/>
          <p:nvPr>
            <p:ph idx="12" type="sldNum"/>
          </p:nvPr>
        </p:nvSpPr>
        <p:spPr>
          <a:xfrm>
            <a:off x="9120187" y="6742112"/>
            <a:ext cx="457200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27"/>
          <p:cNvGrpSpPr/>
          <p:nvPr/>
        </p:nvGrpSpPr>
        <p:grpSpPr>
          <a:xfrm>
            <a:off x="0" y="0"/>
            <a:ext cx="2351087" cy="7559676"/>
            <a:chOff x="0" y="0"/>
            <a:chExt cx="2132013" cy="6858001"/>
          </a:xfrm>
        </p:grpSpPr>
        <p:sp>
          <p:nvSpPr>
            <p:cNvPr id="191" name="Google Shape;191;p27"/>
            <p:cNvSpPr/>
            <p:nvPr/>
          </p:nvSpPr>
          <p:spPr>
            <a:xfrm>
              <a:off x="0" y="0"/>
              <a:ext cx="1073150" cy="5291138"/>
            </a:xfrm>
            <a:custGeom>
              <a:rect b="b" l="l" r="r" t="t"/>
              <a:pathLst>
                <a:path extrusionOk="0" h="3333" w="676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7"/>
            <p:cNvSpPr/>
            <p:nvPr/>
          </p:nvSpPr>
          <p:spPr>
            <a:xfrm>
              <a:off x="0" y="0"/>
              <a:ext cx="758657" cy="4624327"/>
            </a:xfrm>
            <a:custGeom>
              <a:rect b="b" l="l" r="r" t="t"/>
              <a:pathLst>
                <a:path extrusionOk="0" h="2913" w="478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7"/>
            <p:cNvSpPr/>
            <p:nvPr/>
          </p:nvSpPr>
          <p:spPr>
            <a:xfrm>
              <a:off x="0" y="5662675"/>
              <a:ext cx="906933" cy="1195326"/>
            </a:xfrm>
            <a:custGeom>
              <a:rect b="b" l="l" r="r" t="t"/>
              <a:pathLst>
                <a:path extrusionOk="0" h="753" w="571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7"/>
            <p:cNvSpPr/>
            <p:nvPr/>
          </p:nvSpPr>
          <p:spPr>
            <a:xfrm>
              <a:off x="0" y="5295437"/>
              <a:ext cx="1487083" cy="1562564"/>
            </a:xfrm>
            <a:custGeom>
              <a:rect b="b" l="l" r="r" t="t"/>
              <a:pathLst>
                <a:path extrusionOk="0" h="984" w="937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5A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7"/>
            <p:cNvSpPr/>
            <p:nvPr/>
          </p:nvSpPr>
          <p:spPr>
            <a:xfrm>
              <a:off x="0" y="5257993"/>
              <a:ext cx="2132013" cy="1600008"/>
            </a:xfrm>
            <a:custGeom>
              <a:rect b="b" l="l" r="r" t="t"/>
              <a:pathLst>
                <a:path extrusionOk="0" h="1008" w="1343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1287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7"/>
            <p:cNvSpPr/>
            <p:nvPr/>
          </p:nvSpPr>
          <p:spPr>
            <a:xfrm>
              <a:off x="0" y="5357363"/>
              <a:ext cx="1377675" cy="1500638"/>
            </a:xfrm>
            <a:custGeom>
              <a:rect b="b" l="l" r="r" t="t"/>
              <a:pathLst>
                <a:path extrusionOk="0" h="945" w="868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7" name="Google Shape;197;p27"/>
          <p:cNvSpPr txBox="1"/>
          <p:nvPr>
            <p:ph type="title"/>
          </p:nvPr>
        </p:nvSpPr>
        <p:spPr>
          <a:xfrm>
            <a:off x="1082675" y="503237"/>
            <a:ext cx="8494712" cy="21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8" name="Google Shape;198;p27"/>
          <p:cNvSpPr txBox="1"/>
          <p:nvPr>
            <p:ph idx="1" type="body"/>
          </p:nvPr>
        </p:nvSpPr>
        <p:spPr>
          <a:xfrm>
            <a:off x="1082675" y="2940050"/>
            <a:ext cx="8494712" cy="3700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467994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1287C3"/>
              </a:buClr>
              <a:buSzPts val="3770"/>
              <a:buFont typeface="Arial"/>
              <a:buChar char="•"/>
              <a:defRPr b="0" i="0" sz="2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31165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319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403542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755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85127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465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66712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66712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66712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66712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66712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287C3"/>
              </a:buClr>
              <a:buSzPts val="2175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9" name="Google Shape;199;p27"/>
          <p:cNvSpPr txBox="1"/>
          <p:nvPr>
            <p:ph idx="10" type="dt"/>
          </p:nvPr>
        </p:nvSpPr>
        <p:spPr>
          <a:xfrm>
            <a:off x="50323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0" name="Google Shape;200;p27"/>
          <p:cNvSpPr txBox="1"/>
          <p:nvPr>
            <p:ph idx="11" type="ftr"/>
          </p:nvPr>
        </p:nvSpPr>
        <p:spPr>
          <a:xfrm>
            <a:off x="3448050" y="6886575"/>
            <a:ext cx="31940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1" name="Google Shape;201;p27"/>
          <p:cNvSpPr txBox="1"/>
          <p:nvPr>
            <p:ph idx="12" type="sldNum"/>
          </p:nvPr>
        </p:nvSpPr>
        <p:spPr>
          <a:xfrm>
            <a:off x="7227887" y="6886575"/>
            <a:ext cx="23463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  <a:defRPr b="0" i="0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*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drive/folders/1MTyAtWv47gwd2qsRxDgayoiBc69LtzG1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"/>
          <p:cNvSpPr txBox="1"/>
          <p:nvPr>
            <p:ph type="ctrTitle"/>
          </p:nvPr>
        </p:nvSpPr>
        <p:spPr>
          <a:xfrm>
            <a:off x="1917700" y="1008062"/>
            <a:ext cx="7659687" cy="2314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orbel"/>
              <a:buNone/>
            </a:pPr>
            <a:r>
              <a:rPr lang="en-US" sz="59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Cơ sở dữ liệu</a:t>
            </a:r>
            <a:endParaRPr/>
          </a:p>
        </p:txBody>
      </p:sp>
      <p:sp>
        <p:nvSpPr>
          <p:cNvPr id="213" name="Google Shape;213;p1"/>
          <p:cNvSpPr txBox="1"/>
          <p:nvPr>
            <p:ph idx="1" type="subTitle"/>
          </p:nvPr>
        </p:nvSpPr>
        <p:spPr>
          <a:xfrm>
            <a:off x="3224212" y="4160837"/>
            <a:ext cx="6353175" cy="2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 u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r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rPr lang="en-US" sz="28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PGS.TS. Nguyễn Thái Nghe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rPr lang="en-US" sz="2800">
                <a:latin typeface="Arimo"/>
                <a:ea typeface="Arimo"/>
                <a:cs typeface="Arimo"/>
                <a:sym typeface="Arimo"/>
              </a:rPr>
              <a:t>Khoa</a:t>
            </a:r>
            <a:r>
              <a:rPr lang="en-US" sz="28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HTTT, khoa CNTT&amp;TT</a:t>
            </a:r>
            <a:endParaRPr/>
          </a:p>
        </p:txBody>
      </p:sp>
      <p:sp>
        <p:nvSpPr>
          <p:cNvPr id="214" name="Google Shape;214;p1"/>
          <p:cNvSpPr txBox="1"/>
          <p:nvPr/>
        </p:nvSpPr>
        <p:spPr>
          <a:xfrm>
            <a:off x="4541837" y="7132637"/>
            <a:ext cx="1717675" cy="34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10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i="1" lang="en-US" sz="1800"/>
              <a:t>4</a:t>
            </a:r>
            <a:endParaRPr/>
          </a:p>
        </p:txBody>
      </p:sp>
      <p:sp>
        <p:nvSpPr>
          <p:cNvPr id="215" name="Google Shape;215;p1"/>
          <p:cNvSpPr txBox="1"/>
          <p:nvPr/>
        </p:nvSpPr>
        <p:spPr>
          <a:xfrm>
            <a:off x="9123362" y="6743700"/>
            <a:ext cx="454025" cy="40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</a:pPr>
            <a:r>
              <a:rPr b="0" i="0" lang="en-US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"/>
          <p:cNvSpPr txBox="1"/>
          <p:nvPr>
            <p:ph type="title"/>
          </p:nvPr>
        </p:nvSpPr>
        <p:spPr>
          <a:xfrm>
            <a:off x="1230312" y="46037"/>
            <a:ext cx="849312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b="1" lang="en-US" sz="44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Nội dung</a:t>
            </a:r>
            <a:endParaRPr/>
          </a:p>
        </p:txBody>
      </p:sp>
      <p:sp>
        <p:nvSpPr>
          <p:cNvPr id="222" name="Google Shape;222;p2"/>
          <p:cNvSpPr txBox="1"/>
          <p:nvPr>
            <p:ph idx="1" type="body"/>
          </p:nvPr>
        </p:nvSpPr>
        <p:spPr>
          <a:xfrm>
            <a:off x="1230312" y="1189037"/>
            <a:ext cx="8493125" cy="5768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4325" lvl="0" marL="3143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ts val="464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Giới thiệu</a:t>
            </a:r>
            <a:endParaRPr/>
          </a:p>
          <a:p>
            <a:pPr indent="-314325" lvl="0" marL="314325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1287C3"/>
              </a:buClr>
              <a:buSzPts val="464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Mô hình quan hệ</a:t>
            </a:r>
            <a:endParaRPr/>
          </a:p>
          <a:p>
            <a:pPr indent="-314325" lvl="0" marL="314325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1287C3"/>
              </a:buClr>
              <a:buSzPts val="464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Đại số quan hệ</a:t>
            </a:r>
            <a:endParaRPr/>
          </a:p>
          <a:p>
            <a:pPr indent="-314325" lvl="0" marL="314325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1287C3"/>
              </a:buClr>
              <a:buSzPts val="464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Ngôn ngữ hỏi SQL (Structured Query Language)</a:t>
            </a:r>
            <a:endParaRPr/>
          </a:p>
          <a:p>
            <a:pPr indent="-314325" lvl="0" marL="314325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1287C3"/>
              </a:buClr>
              <a:buSzPts val="464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Các loại phụ thuộc dữ liệu</a:t>
            </a:r>
            <a:endParaRPr/>
          </a:p>
          <a:p>
            <a:pPr indent="-314325" lvl="0" marL="314325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1287C3"/>
              </a:buClr>
              <a:buSzPts val="464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Chuẩn hóa CSDL</a:t>
            </a:r>
            <a:endParaRPr/>
          </a:p>
        </p:txBody>
      </p:sp>
      <p:sp>
        <p:nvSpPr>
          <p:cNvPr id="223" name="Google Shape;223;p2"/>
          <p:cNvSpPr txBox="1"/>
          <p:nvPr/>
        </p:nvSpPr>
        <p:spPr>
          <a:xfrm>
            <a:off x="9104312" y="7034212"/>
            <a:ext cx="473075" cy="403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</a:pPr>
            <a:r>
              <a:rPr b="0" i="0" lang="en-US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"/>
          <p:cNvSpPr txBox="1"/>
          <p:nvPr>
            <p:ph type="title"/>
          </p:nvPr>
        </p:nvSpPr>
        <p:spPr>
          <a:xfrm>
            <a:off x="1230312" y="46037"/>
            <a:ext cx="849312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b="1" lang="en-US" sz="44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Đánh giá</a:t>
            </a:r>
            <a:endParaRPr/>
          </a:p>
        </p:txBody>
      </p:sp>
      <p:sp>
        <p:nvSpPr>
          <p:cNvPr id="229" name="Google Shape;229;p3"/>
          <p:cNvSpPr txBox="1"/>
          <p:nvPr>
            <p:ph idx="1" type="body"/>
          </p:nvPr>
        </p:nvSpPr>
        <p:spPr>
          <a:xfrm>
            <a:off x="1230312" y="1189037"/>
            <a:ext cx="8493125" cy="5768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4325" lvl="0" marL="3143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ts val="4640"/>
              <a:buFont typeface="Arial"/>
              <a:buChar char="•"/>
            </a:pPr>
            <a:r>
              <a:rPr lang="en-US">
                <a:latin typeface="Arimo"/>
                <a:ea typeface="Arimo"/>
                <a:cs typeface="Arimo"/>
                <a:sym typeface="Arimo"/>
              </a:rPr>
              <a:t>Bonus: 10%</a:t>
            </a:r>
            <a:endParaRPr>
              <a:latin typeface="Arimo"/>
              <a:ea typeface="Arimo"/>
              <a:cs typeface="Arimo"/>
              <a:sym typeface="Arimo"/>
            </a:endParaRPr>
          </a:p>
          <a:p>
            <a:pPr indent="-314325" lvl="0" marL="3143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ts val="464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BT hàng ngày + BT </a:t>
            </a:r>
            <a:r>
              <a:rPr lang="en-US">
                <a:latin typeface="Arimo"/>
                <a:ea typeface="Arimo"/>
                <a:cs typeface="Arimo"/>
                <a:sym typeface="Arimo"/>
              </a:rPr>
              <a:t>thực hành</a:t>
            </a:r>
            <a:r>
              <a:rPr b="0" i="0" lang="en-US" sz="32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>
                <a:latin typeface="Arimo"/>
                <a:ea typeface="Arimo"/>
                <a:cs typeface="Arimo"/>
                <a:sym typeface="Arimo"/>
              </a:rPr>
              <a:t>40</a:t>
            </a:r>
            <a:r>
              <a:rPr b="0" i="0" lang="en-US" sz="32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%</a:t>
            </a:r>
            <a:endParaRPr/>
          </a:p>
          <a:p>
            <a:pPr indent="-314325" lvl="0" marL="314325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1287C3"/>
              </a:buClr>
              <a:buSzPts val="464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Cuối kỳ</a:t>
            </a:r>
            <a:r>
              <a:rPr lang="en-US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/>
              <a:t>Trắc nghiệm: 50% (50 câu)</a:t>
            </a:r>
            <a:endParaRPr/>
          </a:p>
        </p:txBody>
      </p:sp>
      <p:sp>
        <p:nvSpPr>
          <p:cNvPr id="230" name="Google Shape;230;p3"/>
          <p:cNvSpPr txBox="1"/>
          <p:nvPr/>
        </p:nvSpPr>
        <p:spPr>
          <a:xfrm>
            <a:off x="9104312" y="7034212"/>
            <a:ext cx="473075" cy="403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</a:pPr>
            <a:r>
              <a:rPr b="0" i="0" lang="en-US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"/>
          <p:cNvSpPr txBox="1"/>
          <p:nvPr>
            <p:ph type="title"/>
          </p:nvPr>
        </p:nvSpPr>
        <p:spPr>
          <a:xfrm>
            <a:off x="1230312" y="46037"/>
            <a:ext cx="849312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b="1" lang="en-US" sz="44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Link </a:t>
            </a:r>
            <a:r>
              <a:rPr lang="en-US"/>
              <a:t>tài nguyên</a:t>
            </a:r>
            <a:endParaRPr/>
          </a:p>
        </p:txBody>
      </p:sp>
      <p:sp>
        <p:nvSpPr>
          <p:cNvPr id="236" name="Google Shape;236;p4"/>
          <p:cNvSpPr txBox="1"/>
          <p:nvPr>
            <p:ph idx="1" type="body"/>
          </p:nvPr>
        </p:nvSpPr>
        <p:spPr>
          <a:xfrm>
            <a:off x="1230312" y="1189037"/>
            <a:ext cx="8493125" cy="5768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4325" lvl="0" marL="3143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87C3"/>
              </a:buClr>
              <a:buSzPts val="29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Oracle soft: </a:t>
            </a:r>
            <a:r>
              <a:rPr b="0" i="0"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https://drive.google.com/drive/folders/1MTyAtWv47gwd2qsRxDgayoiBc69LtzG1?usp=sharing</a:t>
            </a:r>
            <a:endParaRPr b="0" i="0" sz="2000" u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14325" lvl="0" marL="3143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287C3"/>
              </a:buClr>
              <a:buSzPts val="29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Slides: https://drive.google.com/drive/folders/1ix4_pzCf9sl8hde4s3l0b_bfJDwni3b4?usp=sharing </a:t>
            </a:r>
            <a:endParaRPr/>
          </a:p>
          <a:p>
            <a:pPr indent="-314325" lvl="0" marL="3143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287C3"/>
              </a:buClr>
              <a:buSzPts val="2900"/>
              <a:buFont typeface="Arial"/>
              <a:buChar char="•"/>
            </a:pPr>
            <a:r>
              <a:t/>
            </a:r>
            <a:endParaRPr/>
          </a:p>
        </p:txBody>
      </p:sp>
      <p:sp>
        <p:nvSpPr>
          <p:cNvPr id="237" name="Google Shape;237;p4"/>
          <p:cNvSpPr txBox="1"/>
          <p:nvPr/>
        </p:nvSpPr>
        <p:spPr>
          <a:xfrm>
            <a:off x="9104312" y="7034212"/>
            <a:ext cx="473075" cy="403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rbel"/>
              <a:buNone/>
            </a:pPr>
            <a:r>
              <a:rPr b="0" i="0" lang="en-US" sz="1100" u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*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4_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5_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2_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3_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2015-04-01T22:22:07Z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1033-3.2.0.6370</vt:lpwstr>
  </property>
</Properties>
</file>