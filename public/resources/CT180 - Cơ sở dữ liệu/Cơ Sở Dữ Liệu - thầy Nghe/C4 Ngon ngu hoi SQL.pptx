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92.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84.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91.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94.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88.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9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61" r:id="rId6"/>
    <p:sldMasterId id="2147483673"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 id="305" r:id="rId58"/>
    <p:sldId id="306" r:id="rId59"/>
    <p:sldId id="307" r:id="rId60"/>
    <p:sldId id="308" r:id="rId61"/>
    <p:sldId id="309" r:id="rId62"/>
    <p:sldId id="310" r:id="rId63"/>
    <p:sldId id="311" r:id="rId64"/>
    <p:sldId id="312" r:id="rId65"/>
    <p:sldId id="313" r:id="rId66"/>
    <p:sldId id="314" r:id="rId67"/>
    <p:sldId id="315" r:id="rId68"/>
    <p:sldId id="316" r:id="rId69"/>
    <p:sldId id="317" r:id="rId70"/>
    <p:sldId id="318" r:id="rId71"/>
    <p:sldId id="319" r:id="rId72"/>
    <p:sldId id="320" r:id="rId73"/>
    <p:sldId id="321" r:id="rId74"/>
    <p:sldId id="322" r:id="rId75"/>
    <p:sldId id="323" r:id="rId76"/>
    <p:sldId id="324" r:id="rId77"/>
    <p:sldId id="325" r:id="rId78"/>
    <p:sldId id="326" r:id="rId79"/>
    <p:sldId id="327" r:id="rId80"/>
    <p:sldId id="328" r:id="rId81"/>
    <p:sldId id="329" r:id="rId82"/>
    <p:sldId id="330" r:id="rId83"/>
    <p:sldId id="331" r:id="rId84"/>
    <p:sldId id="332" r:id="rId85"/>
    <p:sldId id="333" r:id="rId86"/>
    <p:sldId id="334" r:id="rId87"/>
    <p:sldId id="335" r:id="rId88"/>
    <p:sldId id="336" r:id="rId89"/>
    <p:sldId id="337" r:id="rId90"/>
    <p:sldId id="338" r:id="rId91"/>
    <p:sldId id="339" r:id="rId92"/>
    <p:sldId id="340" r:id="rId93"/>
    <p:sldId id="341" r:id="rId94"/>
    <p:sldId id="342" r:id="rId95"/>
    <p:sldId id="343" r:id="rId96"/>
    <p:sldId id="344" r:id="rId97"/>
    <p:sldId id="345" r:id="rId98"/>
    <p:sldId id="346" r:id="rId99"/>
    <p:sldId id="347" r:id="rId100"/>
    <p:sldId id="348" r:id="rId101"/>
    <p:sldId id="349" r:id="rId102"/>
    <p:sldId id="350" r:id="rId103"/>
  </p:sldIdLst>
  <p:sldSz cy="7559675" cx="10080625"/>
  <p:notesSz cx="7559675" cy="10691800"/>
  <p:embeddedFontLst>
    <p:embeddedFont>
      <p:font typeface="Noto Sans Symbols"/>
      <p:regular r:id="rId104"/>
      <p:bold r:id="rId10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2D200454-40CA-4A62-9FC3-DE9A4176ACB9}">
      <p15:notesGuideLst>
        <p15:guide id="1" orient="horz" pos="2880">
          <p15:clr>
            <a:srgbClr val="000000"/>
          </p15:clr>
        </p15:guide>
        <p15:guide id="2" pos="2160">
          <p15:clr>
            <a:srgbClr val="000000"/>
          </p15:clr>
        </p15:guide>
      </p15:notesGuideLst>
    </p:ext>
    <p:ext uri="GoogleSlidesCustomDataVersion2">
      <go:slidesCustomData xmlns:go="http://customooxmlschemas.google.com/" r:id="rId106" roundtripDataSignature="AMtx7mh8+mn77UArSAe0dT5cQ+0XrHZRg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22FFB9C-58BF-4E24-9B14-FB9376A94CAC}">
  <a:tblStyle styleId="{D22FFB9C-58BF-4E24-9B14-FB9376A94CAC}"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42" Type="http://schemas.openxmlformats.org/officeDocument/2006/relationships/slide" Target="slides/slide34.xml"/><Relationship Id="rId41" Type="http://schemas.openxmlformats.org/officeDocument/2006/relationships/slide" Target="slides/slide33.xml"/><Relationship Id="rId44" Type="http://schemas.openxmlformats.org/officeDocument/2006/relationships/slide" Target="slides/slide36.xml"/><Relationship Id="rId43" Type="http://schemas.openxmlformats.org/officeDocument/2006/relationships/slide" Target="slides/slide35.xml"/><Relationship Id="rId46" Type="http://schemas.openxmlformats.org/officeDocument/2006/relationships/slide" Target="slides/slide38.xml"/><Relationship Id="rId45" Type="http://schemas.openxmlformats.org/officeDocument/2006/relationships/slide" Target="slides/slide37.xml"/><Relationship Id="rId106" Type="http://customschemas.google.com/relationships/presentationmetadata" Target="metadata"/><Relationship Id="rId105" Type="http://schemas.openxmlformats.org/officeDocument/2006/relationships/font" Target="fonts/NotoSansSymbols-bold.fntdata"/><Relationship Id="rId104" Type="http://schemas.openxmlformats.org/officeDocument/2006/relationships/font" Target="fonts/NotoSansSymbols-regular.fntdata"/><Relationship Id="rId48" Type="http://schemas.openxmlformats.org/officeDocument/2006/relationships/slide" Target="slides/slide40.xml"/><Relationship Id="rId47" Type="http://schemas.openxmlformats.org/officeDocument/2006/relationships/slide" Target="slides/slide39.xml"/><Relationship Id="rId49" Type="http://schemas.openxmlformats.org/officeDocument/2006/relationships/slide" Target="slides/slide41.xml"/><Relationship Id="rId103" Type="http://schemas.openxmlformats.org/officeDocument/2006/relationships/slide" Target="slides/slide95.xml"/><Relationship Id="rId102" Type="http://schemas.openxmlformats.org/officeDocument/2006/relationships/slide" Target="slides/slide94.xml"/><Relationship Id="rId101" Type="http://schemas.openxmlformats.org/officeDocument/2006/relationships/slide" Target="slides/slide93.xml"/><Relationship Id="rId100" Type="http://schemas.openxmlformats.org/officeDocument/2006/relationships/slide" Target="slides/slide92.xml"/><Relationship Id="rId31" Type="http://schemas.openxmlformats.org/officeDocument/2006/relationships/slide" Target="slides/slide23.xml"/><Relationship Id="rId30" Type="http://schemas.openxmlformats.org/officeDocument/2006/relationships/slide" Target="slides/slide22.xml"/><Relationship Id="rId33" Type="http://schemas.openxmlformats.org/officeDocument/2006/relationships/slide" Target="slides/slide25.xml"/><Relationship Id="rId32" Type="http://schemas.openxmlformats.org/officeDocument/2006/relationships/slide" Target="slides/slide24.xml"/><Relationship Id="rId35" Type="http://schemas.openxmlformats.org/officeDocument/2006/relationships/slide" Target="slides/slide27.xml"/><Relationship Id="rId34" Type="http://schemas.openxmlformats.org/officeDocument/2006/relationships/slide" Target="slides/slide26.xml"/><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95" Type="http://schemas.openxmlformats.org/officeDocument/2006/relationships/slide" Target="slides/slide87.xml"/><Relationship Id="rId94" Type="http://schemas.openxmlformats.org/officeDocument/2006/relationships/slide" Target="slides/slide86.xml"/><Relationship Id="rId97" Type="http://schemas.openxmlformats.org/officeDocument/2006/relationships/slide" Target="slides/slide89.xml"/><Relationship Id="rId96" Type="http://schemas.openxmlformats.org/officeDocument/2006/relationships/slide" Target="slides/slide88.xml"/><Relationship Id="rId11" Type="http://schemas.openxmlformats.org/officeDocument/2006/relationships/slide" Target="slides/slide3.xml"/><Relationship Id="rId99" Type="http://schemas.openxmlformats.org/officeDocument/2006/relationships/slide" Target="slides/slide91.xml"/><Relationship Id="rId10" Type="http://schemas.openxmlformats.org/officeDocument/2006/relationships/slide" Target="slides/slide2.xml"/><Relationship Id="rId98" Type="http://schemas.openxmlformats.org/officeDocument/2006/relationships/slide" Target="slides/slide90.xml"/><Relationship Id="rId13" Type="http://schemas.openxmlformats.org/officeDocument/2006/relationships/slide" Target="slides/slide5.xml"/><Relationship Id="rId12" Type="http://schemas.openxmlformats.org/officeDocument/2006/relationships/slide" Target="slides/slide4.xml"/><Relationship Id="rId91" Type="http://schemas.openxmlformats.org/officeDocument/2006/relationships/slide" Target="slides/slide83.xml"/><Relationship Id="rId90" Type="http://schemas.openxmlformats.org/officeDocument/2006/relationships/slide" Target="slides/slide82.xml"/><Relationship Id="rId93" Type="http://schemas.openxmlformats.org/officeDocument/2006/relationships/slide" Target="slides/slide85.xml"/><Relationship Id="rId92" Type="http://schemas.openxmlformats.org/officeDocument/2006/relationships/slide" Target="slides/slide84.xml"/><Relationship Id="rId15" Type="http://schemas.openxmlformats.org/officeDocument/2006/relationships/slide" Target="slides/slide7.xml"/><Relationship Id="rId14" Type="http://schemas.openxmlformats.org/officeDocument/2006/relationships/slide" Target="slides/slide6.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 Id="rId84" Type="http://schemas.openxmlformats.org/officeDocument/2006/relationships/slide" Target="slides/slide76.xml"/><Relationship Id="rId83" Type="http://schemas.openxmlformats.org/officeDocument/2006/relationships/slide" Target="slides/slide75.xml"/><Relationship Id="rId86" Type="http://schemas.openxmlformats.org/officeDocument/2006/relationships/slide" Target="slides/slide78.xml"/><Relationship Id="rId85" Type="http://schemas.openxmlformats.org/officeDocument/2006/relationships/slide" Target="slides/slide77.xml"/><Relationship Id="rId88" Type="http://schemas.openxmlformats.org/officeDocument/2006/relationships/slide" Target="slides/slide80.xml"/><Relationship Id="rId87" Type="http://schemas.openxmlformats.org/officeDocument/2006/relationships/slide" Target="slides/slide79.xml"/><Relationship Id="rId89" Type="http://schemas.openxmlformats.org/officeDocument/2006/relationships/slide" Target="slides/slide81.xml"/><Relationship Id="rId80" Type="http://schemas.openxmlformats.org/officeDocument/2006/relationships/slide" Target="slides/slide72.xml"/><Relationship Id="rId82" Type="http://schemas.openxmlformats.org/officeDocument/2006/relationships/slide" Target="slides/slide74.xml"/><Relationship Id="rId81" Type="http://schemas.openxmlformats.org/officeDocument/2006/relationships/slide" Target="slides/slide73.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notesMaster" Target="notesMasters/notesMaster1.xml"/><Relationship Id="rId73" Type="http://schemas.openxmlformats.org/officeDocument/2006/relationships/slide" Target="slides/slide65.xml"/><Relationship Id="rId72" Type="http://schemas.openxmlformats.org/officeDocument/2006/relationships/slide" Target="slides/slide64.xml"/><Relationship Id="rId75" Type="http://schemas.openxmlformats.org/officeDocument/2006/relationships/slide" Target="slides/slide67.xml"/><Relationship Id="rId74" Type="http://schemas.openxmlformats.org/officeDocument/2006/relationships/slide" Target="slides/slide66.xml"/><Relationship Id="rId77" Type="http://schemas.openxmlformats.org/officeDocument/2006/relationships/slide" Target="slides/slide69.xml"/><Relationship Id="rId76" Type="http://schemas.openxmlformats.org/officeDocument/2006/relationships/slide" Target="slides/slide68.xml"/><Relationship Id="rId79" Type="http://schemas.openxmlformats.org/officeDocument/2006/relationships/slide" Target="slides/slide71.xml"/><Relationship Id="rId78" Type="http://schemas.openxmlformats.org/officeDocument/2006/relationships/slide" Target="slides/slide70.xml"/><Relationship Id="rId71" Type="http://schemas.openxmlformats.org/officeDocument/2006/relationships/slide" Target="slides/slide63.xml"/><Relationship Id="rId70" Type="http://schemas.openxmlformats.org/officeDocument/2006/relationships/slide" Target="slides/slide62.xml"/><Relationship Id="rId62" Type="http://schemas.openxmlformats.org/officeDocument/2006/relationships/slide" Target="slides/slide54.xml"/><Relationship Id="rId61" Type="http://schemas.openxmlformats.org/officeDocument/2006/relationships/slide" Target="slides/slide53.xml"/><Relationship Id="rId64" Type="http://schemas.openxmlformats.org/officeDocument/2006/relationships/slide" Target="slides/slide56.xml"/><Relationship Id="rId63" Type="http://schemas.openxmlformats.org/officeDocument/2006/relationships/slide" Target="slides/slide55.xml"/><Relationship Id="rId66" Type="http://schemas.openxmlformats.org/officeDocument/2006/relationships/slide" Target="slides/slide58.xml"/><Relationship Id="rId65" Type="http://schemas.openxmlformats.org/officeDocument/2006/relationships/slide" Target="slides/slide57.xml"/><Relationship Id="rId68" Type="http://schemas.openxmlformats.org/officeDocument/2006/relationships/slide" Target="slides/slide60.xml"/><Relationship Id="rId67" Type="http://schemas.openxmlformats.org/officeDocument/2006/relationships/slide" Target="slides/slide59.xml"/><Relationship Id="rId60" Type="http://schemas.openxmlformats.org/officeDocument/2006/relationships/slide" Target="slides/slide52.xml"/><Relationship Id="rId69" Type="http://schemas.openxmlformats.org/officeDocument/2006/relationships/slide" Target="slides/slide61.xml"/><Relationship Id="rId51" Type="http://schemas.openxmlformats.org/officeDocument/2006/relationships/slide" Target="slides/slide43.xml"/><Relationship Id="rId50" Type="http://schemas.openxmlformats.org/officeDocument/2006/relationships/slide" Target="slides/slide42.xml"/><Relationship Id="rId53" Type="http://schemas.openxmlformats.org/officeDocument/2006/relationships/slide" Target="slides/slide45.xml"/><Relationship Id="rId52" Type="http://schemas.openxmlformats.org/officeDocument/2006/relationships/slide" Target="slides/slide44.xml"/><Relationship Id="rId55" Type="http://schemas.openxmlformats.org/officeDocument/2006/relationships/slide" Target="slides/slide47.xml"/><Relationship Id="rId54" Type="http://schemas.openxmlformats.org/officeDocument/2006/relationships/slide" Target="slides/slide46.xml"/><Relationship Id="rId57" Type="http://schemas.openxmlformats.org/officeDocument/2006/relationships/slide" Target="slides/slide49.xml"/><Relationship Id="rId56" Type="http://schemas.openxmlformats.org/officeDocument/2006/relationships/slide" Target="slides/slide48.xml"/><Relationship Id="rId59" Type="http://schemas.openxmlformats.org/officeDocument/2006/relationships/slide" Target="slides/slide51.xml"/><Relationship Id="rId58"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06487" y="812800"/>
            <a:ext cx="5343525" cy="40068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755650" y="5078412"/>
            <a:ext cx="6046787" cy="4810125"/>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5" name="Google Shape;5;n"/>
          <p:cNvSpPr txBox="1"/>
          <p:nvPr>
            <p:ph idx="3" type="hdr"/>
          </p:nvPr>
        </p:nvSpPr>
        <p:spPr>
          <a:xfrm>
            <a:off x="0" y="0"/>
            <a:ext cx="3279775" cy="5334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6" name="Google Shape;6;n"/>
          <p:cNvSpPr txBox="1"/>
          <p:nvPr>
            <p:ph idx="10" type="dt"/>
          </p:nvPr>
        </p:nvSpPr>
        <p:spPr>
          <a:xfrm>
            <a:off x="4278312" y="0"/>
            <a:ext cx="3279775" cy="5334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7" name="Google Shape;7;n"/>
          <p:cNvSpPr txBox="1"/>
          <p:nvPr>
            <p:ph idx="11" type="ftr"/>
          </p:nvPr>
        </p:nvSpPr>
        <p:spPr>
          <a:xfrm>
            <a:off x="0" y="10156825"/>
            <a:ext cx="3279775" cy="533400"/>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a:p>
        </p:txBody>
      </p:sp>
      <p:sp>
        <p:nvSpPr>
          <p:cNvPr id="175" name="Google Shape;175;p1: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176" name="Google Shape;176;p1: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2: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a:p>
        </p:txBody>
      </p:sp>
      <p:sp>
        <p:nvSpPr>
          <p:cNvPr id="184" name="Google Shape;184;p2: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185" name="Google Shape;185;p2: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3: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a:p>
        </p:txBody>
      </p:sp>
      <p:sp>
        <p:nvSpPr>
          <p:cNvPr id="193" name="Google Shape;193;p3: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194" name="Google Shape;194;p3: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4: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a:p>
        </p:txBody>
      </p:sp>
      <p:sp>
        <p:nvSpPr>
          <p:cNvPr id="202" name="Google Shape;202;p4: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203" name="Google Shape;203;p4: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5: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a:p>
        </p:txBody>
      </p:sp>
      <p:sp>
        <p:nvSpPr>
          <p:cNvPr id="211" name="Google Shape;211;p5: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212" name="Google Shape;212;p5: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6: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220" name="Google Shape;220;p6: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221" name="Google Shape;221;p6: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7: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231" name="Google Shape;231;p7: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232" name="Google Shape;232;p7: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8: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240" name="Google Shape;240;p8: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241" name="Google Shape;241;p8: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9: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249" name="Google Shape;249;p9: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250" name="Google Shape;250;p9: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0: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258" name="Google Shape;258;p10: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259" name="Google Shape;259;p10: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11: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267" name="Google Shape;267;p11: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268" name="Google Shape;268;p11: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12: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286" name="Google Shape;286;p12: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287" name="Google Shape;287;p12: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13: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295" name="Google Shape;295;p13: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296" name="Google Shape;296;p13: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14: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304" name="Google Shape;304;p14: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305" name="Google Shape;305;p14: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15: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313" name="Google Shape;313;p15: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314" name="Google Shape;314;p15: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16: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324" name="Google Shape;324;p16: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325" name="Google Shape;325;p16: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17: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333" name="Google Shape;333;p17: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334" name="Google Shape;334;p17: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18: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342" name="Google Shape;342;p18: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343" name="Google Shape;343;p18: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19: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352" name="Google Shape;352;p19: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3" name="Google Shape;353;p19: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21: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361" name="Google Shape;361;p21: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362" name="Google Shape;362;p21: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22: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370" name="Google Shape;370;p22: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371" name="Google Shape;371;p22: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23: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379" name="Google Shape;379;p23: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380" name="Google Shape;380;p23: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24: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388" name="Google Shape;388;p24: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389" name="Google Shape;389;p24: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25: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397" name="Google Shape;397;p25: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398" name="Google Shape;398;p25: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26: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406" name="Google Shape;406;p26: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407" name="Google Shape;407;p26: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27: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415" name="Google Shape;415;p27: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416" name="Google Shape;416;p27: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28: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426" name="Google Shape;426;p28: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427" name="Google Shape;427;p28: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29: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437" name="Google Shape;437;p29: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438" name="Google Shape;438;p29: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30: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446" name="Google Shape;446;p30: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447" name="Google Shape;447;p30: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31: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456" name="Google Shape;456;p31: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457" name="Google Shape;457;p31: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p32: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465" name="Google Shape;465;p32: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466" name="Google Shape;466;p32: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p33: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474" name="Google Shape;474;p33: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475" name="Google Shape;475;p33: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34: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486" name="Google Shape;486;p34: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487" name="Google Shape;487;p34: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p35: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495" name="Google Shape;495;p35: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496" name="Google Shape;496;p35: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p36: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505" name="Google Shape;505;p36: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506" name="Google Shape;506;p36: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p37: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518" name="Google Shape;518;p37: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519" name="Google Shape;519;p37: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p38: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527" name="Google Shape;527;p38: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528" name="Google Shape;528;p38: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p41: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537" name="Google Shape;537;p41: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538" name="Google Shape;538;p41: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p42: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546" name="Google Shape;546;p42: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547" name="Google Shape;547;p42: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p43: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555" name="Google Shape;555;p43: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556" name="Google Shape;556;p43: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p44: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564" name="Google Shape;564;p44: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565" name="Google Shape;565;p44: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p45: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573" name="Google Shape;573;p45: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574" name="Google Shape;574;p45: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p46: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582" name="Google Shape;582;p46: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583" name="Google Shape;583;p46: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47: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591" name="Google Shape;591;p47: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592" name="Google Shape;592;p47: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48: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601" name="Google Shape;601;p48: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602" name="Google Shape;602;p48: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p49: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610" name="Google Shape;610;p49: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611" name="Google Shape;611;p49: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p50: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619" name="Google Shape;619;p50: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620" name="Google Shape;620;p50: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p51: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628" name="Google Shape;628;p51: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629" name="Google Shape;629;p51: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p52: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637" name="Google Shape;637;p52: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638" name="Google Shape;638;p52: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p53: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646" name="Google Shape;646;p53: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647" name="Google Shape;647;p53: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p54: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655" name="Google Shape;655;p54: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656" name="Google Shape;656;p54: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p55: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664" name="Google Shape;664;p55: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665" name="Google Shape;665;p55: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p56: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677" name="Google Shape;677;p56: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678" name="Google Shape;678;p56: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p57: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686" name="Google Shape;686;p57: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687" name="Google Shape;687;p57: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3" name="Shape 693"/>
        <p:cNvGrpSpPr/>
        <p:nvPr/>
      </p:nvGrpSpPr>
      <p:grpSpPr>
        <a:xfrm>
          <a:off x="0" y="0"/>
          <a:ext cx="0" cy="0"/>
          <a:chOff x="0" y="0"/>
          <a:chExt cx="0" cy="0"/>
        </a:xfrm>
      </p:grpSpPr>
      <p:sp>
        <p:nvSpPr>
          <p:cNvPr id="694" name="Google Shape;694;p58: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695" name="Google Shape;695;p58: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696" name="Google Shape;696;p58: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2" name="Shape 702"/>
        <p:cNvGrpSpPr/>
        <p:nvPr/>
      </p:nvGrpSpPr>
      <p:grpSpPr>
        <a:xfrm>
          <a:off x="0" y="0"/>
          <a:ext cx="0" cy="0"/>
          <a:chOff x="0" y="0"/>
          <a:chExt cx="0" cy="0"/>
        </a:xfrm>
      </p:grpSpPr>
      <p:sp>
        <p:nvSpPr>
          <p:cNvPr id="703" name="Google Shape;703;p59: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704" name="Google Shape;704;p59: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705" name="Google Shape;705;p59: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p60: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713" name="Google Shape;713;p60: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714" name="Google Shape;714;p60: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p61: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720" name="Google Shape;720;p61: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721" name="Google Shape;721;p61: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 name="Shape 725"/>
        <p:cNvGrpSpPr/>
        <p:nvPr/>
      </p:nvGrpSpPr>
      <p:grpSpPr>
        <a:xfrm>
          <a:off x="0" y="0"/>
          <a:ext cx="0" cy="0"/>
          <a:chOff x="0" y="0"/>
          <a:chExt cx="0" cy="0"/>
        </a:xfrm>
      </p:grpSpPr>
      <p:sp>
        <p:nvSpPr>
          <p:cNvPr id="726" name="Google Shape;726;p62: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727" name="Google Shape;727;p62: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728" name="Google Shape;728;p62: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p63: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734" name="Google Shape;734;p63: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735" name="Google Shape;735;p63: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9" name="Shape 739"/>
        <p:cNvGrpSpPr/>
        <p:nvPr/>
      </p:nvGrpSpPr>
      <p:grpSpPr>
        <a:xfrm>
          <a:off x="0" y="0"/>
          <a:ext cx="0" cy="0"/>
          <a:chOff x="0" y="0"/>
          <a:chExt cx="0" cy="0"/>
        </a:xfrm>
      </p:grpSpPr>
      <p:sp>
        <p:nvSpPr>
          <p:cNvPr id="740" name="Google Shape;740;p64: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741" name="Google Shape;741;p64: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742" name="Google Shape;742;p64: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p65: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748" name="Google Shape;748;p65: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749" name="Google Shape;749;p65: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p66: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755" name="Google Shape;755;p66: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756" name="Google Shape;756;p66: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p67: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764" name="Google Shape;764;p67: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765" name="Google Shape;765;p67: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0" name="Shape 770"/>
        <p:cNvGrpSpPr/>
        <p:nvPr/>
      </p:nvGrpSpPr>
      <p:grpSpPr>
        <a:xfrm>
          <a:off x="0" y="0"/>
          <a:ext cx="0" cy="0"/>
          <a:chOff x="0" y="0"/>
          <a:chExt cx="0" cy="0"/>
        </a:xfrm>
      </p:grpSpPr>
      <p:sp>
        <p:nvSpPr>
          <p:cNvPr id="771" name="Google Shape;771;p68: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772" name="Google Shape;772;p68: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773" name="Google Shape;773;p68: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p69: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779" name="Google Shape;779;p69: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780" name="Google Shape;780;p69: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p70: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789" name="Google Shape;789;p70: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790" name="Google Shape;790;p70: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6" name="Shape 796"/>
        <p:cNvGrpSpPr/>
        <p:nvPr/>
      </p:nvGrpSpPr>
      <p:grpSpPr>
        <a:xfrm>
          <a:off x="0" y="0"/>
          <a:ext cx="0" cy="0"/>
          <a:chOff x="0" y="0"/>
          <a:chExt cx="0" cy="0"/>
        </a:xfrm>
      </p:grpSpPr>
      <p:sp>
        <p:nvSpPr>
          <p:cNvPr id="797" name="Google Shape;797;p71: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798" name="Google Shape;798;p71: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799" name="Google Shape;799;p71: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5" name="Shape 805"/>
        <p:cNvGrpSpPr/>
        <p:nvPr/>
      </p:nvGrpSpPr>
      <p:grpSpPr>
        <a:xfrm>
          <a:off x="0" y="0"/>
          <a:ext cx="0" cy="0"/>
          <a:chOff x="0" y="0"/>
          <a:chExt cx="0" cy="0"/>
        </a:xfrm>
      </p:grpSpPr>
      <p:sp>
        <p:nvSpPr>
          <p:cNvPr id="806" name="Google Shape;806;p72: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807" name="Google Shape;807;p72: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808" name="Google Shape;808;p72: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5" name="Shape 815"/>
        <p:cNvGrpSpPr/>
        <p:nvPr/>
      </p:nvGrpSpPr>
      <p:grpSpPr>
        <a:xfrm>
          <a:off x="0" y="0"/>
          <a:ext cx="0" cy="0"/>
          <a:chOff x="0" y="0"/>
          <a:chExt cx="0" cy="0"/>
        </a:xfrm>
      </p:grpSpPr>
      <p:sp>
        <p:nvSpPr>
          <p:cNvPr id="816" name="Google Shape;816;p73: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817" name="Google Shape;817;p73: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818" name="Google Shape;818;p73: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6" name="Shape 826"/>
        <p:cNvGrpSpPr/>
        <p:nvPr/>
      </p:nvGrpSpPr>
      <p:grpSpPr>
        <a:xfrm>
          <a:off x="0" y="0"/>
          <a:ext cx="0" cy="0"/>
          <a:chOff x="0" y="0"/>
          <a:chExt cx="0" cy="0"/>
        </a:xfrm>
      </p:grpSpPr>
      <p:sp>
        <p:nvSpPr>
          <p:cNvPr id="827" name="Google Shape;827;p74: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828" name="Google Shape;828;p74: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829" name="Google Shape;829;p74: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5" name="Shape 835"/>
        <p:cNvGrpSpPr/>
        <p:nvPr/>
      </p:nvGrpSpPr>
      <p:grpSpPr>
        <a:xfrm>
          <a:off x="0" y="0"/>
          <a:ext cx="0" cy="0"/>
          <a:chOff x="0" y="0"/>
          <a:chExt cx="0" cy="0"/>
        </a:xfrm>
      </p:grpSpPr>
      <p:sp>
        <p:nvSpPr>
          <p:cNvPr id="836" name="Google Shape;836;p75: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837" name="Google Shape;837;p75: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838" name="Google Shape;838;p75: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6" name="Shape 846"/>
        <p:cNvGrpSpPr/>
        <p:nvPr/>
      </p:nvGrpSpPr>
      <p:grpSpPr>
        <a:xfrm>
          <a:off x="0" y="0"/>
          <a:ext cx="0" cy="0"/>
          <a:chOff x="0" y="0"/>
          <a:chExt cx="0" cy="0"/>
        </a:xfrm>
      </p:grpSpPr>
      <p:sp>
        <p:nvSpPr>
          <p:cNvPr id="847" name="Google Shape;847;p76: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848" name="Google Shape;848;p76: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849" name="Google Shape;849;p76: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p77: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855" name="Google Shape;855;p77: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856" name="Google Shape;856;p77: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4" name="Shape 864"/>
        <p:cNvGrpSpPr/>
        <p:nvPr/>
      </p:nvGrpSpPr>
      <p:grpSpPr>
        <a:xfrm>
          <a:off x="0" y="0"/>
          <a:ext cx="0" cy="0"/>
          <a:chOff x="0" y="0"/>
          <a:chExt cx="0" cy="0"/>
        </a:xfrm>
      </p:grpSpPr>
      <p:sp>
        <p:nvSpPr>
          <p:cNvPr id="865" name="Google Shape;865;p78: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866" name="Google Shape;866;p78: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867" name="Google Shape;867;p78: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2" name="Shape 872"/>
        <p:cNvGrpSpPr/>
        <p:nvPr/>
      </p:nvGrpSpPr>
      <p:grpSpPr>
        <a:xfrm>
          <a:off x="0" y="0"/>
          <a:ext cx="0" cy="0"/>
          <a:chOff x="0" y="0"/>
          <a:chExt cx="0" cy="0"/>
        </a:xfrm>
      </p:grpSpPr>
      <p:sp>
        <p:nvSpPr>
          <p:cNvPr id="873" name="Google Shape;873;p79: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874" name="Google Shape;874;p79: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noFill/>
          <a:ln>
            <a:noFill/>
          </a:ln>
        </p:spPr>
      </p:sp>
      <p:sp>
        <p:nvSpPr>
          <p:cNvPr id="875" name="Google Shape;875;p79: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1" name="Shape 881"/>
        <p:cNvGrpSpPr/>
        <p:nvPr/>
      </p:nvGrpSpPr>
      <p:grpSpPr>
        <a:xfrm>
          <a:off x="0" y="0"/>
          <a:ext cx="0" cy="0"/>
          <a:chOff x="0" y="0"/>
          <a:chExt cx="0" cy="0"/>
        </a:xfrm>
      </p:grpSpPr>
      <p:sp>
        <p:nvSpPr>
          <p:cNvPr id="882" name="Google Shape;882;p80: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883" name="Google Shape;883;p80: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884" name="Google Shape;884;p80: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p81: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890" name="Google Shape;890;p81: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891" name="Google Shape;891;p81: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5" name="Shape 895"/>
        <p:cNvGrpSpPr/>
        <p:nvPr/>
      </p:nvGrpSpPr>
      <p:grpSpPr>
        <a:xfrm>
          <a:off x="0" y="0"/>
          <a:ext cx="0" cy="0"/>
          <a:chOff x="0" y="0"/>
          <a:chExt cx="0" cy="0"/>
        </a:xfrm>
      </p:grpSpPr>
      <p:sp>
        <p:nvSpPr>
          <p:cNvPr id="896" name="Google Shape;896;p82: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897" name="Google Shape;897;p82: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898" name="Google Shape;898;p82: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2" name="Shape 902"/>
        <p:cNvGrpSpPr/>
        <p:nvPr/>
      </p:nvGrpSpPr>
      <p:grpSpPr>
        <a:xfrm>
          <a:off x="0" y="0"/>
          <a:ext cx="0" cy="0"/>
          <a:chOff x="0" y="0"/>
          <a:chExt cx="0" cy="0"/>
        </a:xfrm>
      </p:grpSpPr>
      <p:sp>
        <p:nvSpPr>
          <p:cNvPr id="903" name="Google Shape;903;p83: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904" name="Google Shape;904;p83: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905" name="Google Shape;905;p83: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9" name="Shape 909"/>
        <p:cNvGrpSpPr/>
        <p:nvPr/>
      </p:nvGrpSpPr>
      <p:grpSpPr>
        <a:xfrm>
          <a:off x="0" y="0"/>
          <a:ext cx="0" cy="0"/>
          <a:chOff x="0" y="0"/>
          <a:chExt cx="0" cy="0"/>
        </a:xfrm>
      </p:grpSpPr>
      <p:sp>
        <p:nvSpPr>
          <p:cNvPr id="910" name="Google Shape;910;p84: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911" name="Google Shape;911;p84: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912" name="Google Shape;912;p84: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6" name="Shape 916"/>
        <p:cNvGrpSpPr/>
        <p:nvPr/>
      </p:nvGrpSpPr>
      <p:grpSpPr>
        <a:xfrm>
          <a:off x="0" y="0"/>
          <a:ext cx="0" cy="0"/>
          <a:chOff x="0" y="0"/>
          <a:chExt cx="0" cy="0"/>
        </a:xfrm>
      </p:grpSpPr>
      <p:sp>
        <p:nvSpPr>
          <p:cNvPr id="917" name="Google Shape;917;p85: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918" name="Google Shape;918;p85: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919" name="Google Shape;919;p85: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p86: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925" name="Google Shape;925;p86: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926" name="Google Shape;926;p86: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0" name="Shape 930"/>
        <p:cNvGrpSpPr/>
        <p:nvPr/>
      </p:nvGrpSpPr>
      <p:grpSpPr>
        <a:xfrm>
          <a:off x="0" y="0"/>
          <a:ext cx="0" cy="0"/>
          <a:chOff x="0" y="0"/>
          <a:chExt cx="0" cy="0"/>
        </a:xfrm>
      </p:grpSpPr>
      <p:sp>
        <p:nvSpPr>
          <p:cNvPr id="931" name="Google Shape;931;p87: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932" name="Google Shape;932;p87: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933" name="Google Shape;933;p87: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7" name="Shape 937"/>
        <p:cNvGrpSpPr/>
        <p:nvPr/>
      </p:nvGrpSpPr>
      <p:grpSpPr>
        <a:xfrm>
          <a:off x="0" y="0"/>
          <a:ext cx="0" cy="0"/>
          <a:chOff x="0" y="0"/>
          <a:chExt cx="0" cy="0"/>
        </a:xfrm>
      </p:grpSpPr>
      <p:sp>
        <p:nvSpPr>
          <p:cNvPr id="938" name="Google Shape;938;p88: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939" name="Google Shape;939;p88: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940" name="Google Shape;940;p88: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4" name="Shape 944"/>
        <p:cNvGrpSpPr/>
        <p:nvPr/>
      </p:nvGrpSpPr>
      <p:grpSpPr>
        <a:xfrm>
          <a:off x="0" y="0"/>
          <a:ext cx="0" cy="0"/>
          <a:chOff x="0" y="0"/>
          <a:chExt cx="0" cy="0"/>
        </a:xfrm>
      </p:grpSpPr>
      <p:sp>
        <p:nvSpPr>
          <p:cNvPr id="945" name="Google Shape;945;p89: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946" name="Google Shape;946;p89: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947" name="Google Shape;947;p89: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1" name="Shape 951"/>
        <p:cNvGrpSpPr/>
        <p:nvPr/>
      </p:nvGrpSpPr>
      <p:grpSpPr>
        <a:xfrm>
          <a:off x="0" y="0"/>
          <a:ext cx="0" cy="0"/>
          <a:chOff x="0" y="0"/>
          <a:chExt cx="0" cy="0"/>
        </a:xfrm>
      </p:grpSpPr>
      <p:sp>
        <p:nvSpPr>
          <p:cNvPr id="952" name="Google Shape;952;p90: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953" name="Google Shape;953;p90: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954" name="Google Shape;954;p90: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p91: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960" name="Google Shape;960;p91: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961" name="Google Shape;961;p91: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5" name="Shape 965"/>
        <p:cNvGrpSpPr/>
        <p:nvPr/>
      </p:nvGrpSpPr>
      <p:grpSpPr>
        <a:xfrm>
          <a:off x="0" y="0"/>
          <a:ext cx="0" cy="0"/>
          <a:chOff x="0" y="0"/>
          <a:chExt cx="0" cy="0"/>
        </a:xfrm>
      </p:grpSpPr>
      <p:sp>
        <p:nvSpPr>
          <p:cNvPr id="966" name="Google Shape;966;p92: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967" name="Google Shape;967;p92: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968" name="Google Shape;968;p92: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3" name="Shape 973"/>
        <p:cNvGrpSpPr/>
        <p:nvPr/>
      </p:nvGrpSpPr>
      <p:grpSpPr>
        <a:xfrm>
          <a:off x="0" y="0"/>
          <a:ext cx="0" cy="0"/>
          <a:chOff x="0" y="0"/>
          <a:chExt cx="0" cy="0"/>
        </a:xfrm>
      </p:grpSpPr>
      <p:sp>
        <p:nvSpPr>
          <p:cNvPr id="974" name="Google Shape;974;p93: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975" name="Google Shape;975;p93: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976" name="Google Shape;976;p93: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1" name="Shape 981"/>
        <p:cNvGrpSpPr/>
        <p:nvPr/>
      </p:nvGrpSpPr>
      <p:grpSpPr>
        <a:xfrm>
          <a:off x="0" y="0"/>
          <a:ext cx="0" cy="0"/>
          <a:chOff x="0" y="0"/>
          <a:chExt cx="0" cy="0"/>
        </a:xfrm>
      </p:grpSpPr>
      <p:sp>
        <p:nvSpPr>
          <p:cNvPr id="982" name="Google Shape;982;p94: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983" name="Google Shape;983;p94: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984" name="Google Shape;984;p94: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9" name="Shape 989"/>
        <p:cNvGrpSpPr/>
        <p:nvPr/>
      </p:nvGrpSpPr>
      <p:grpSpPr>
        <a:xfrm>
          <a:off x="0" y="0"/>
          <a:ext cx="0" cy="0"/>
          <a:chOff x="0" y="0"/>
          <a:chExt cx="0" cy="0"/>
        </a:xfrm>
      </p:grpSpPr>
      <p:sp>
        <p:nvSpPr>
          <p:cNvPr id="990" name="Google Shape;990;p95: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991" name="Google Shape;991;p95: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992" name="Google Shape;992;p95: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7" name="Shape 997"/>
        <p:cNvGrpSpPr/>
        <p:nvPr/>
      </p:nvGrpSpPr>
      <p:grpSpPr>
        <a:xfrm>
          <a:off x="0" y="0"/>
          <a:ext cx="0" cy="0"/>
          <a:chOff x="0" y="0"/>
          <a:chExt cx="0" cy="0"/>
        </a:xfrm>
      </p:grpSpPr>
      <p:sp>
        <p:nvSpPr>
          <p:cNvPr id="998" name="Google Shape;998;p96: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999" name="Google Shape;999;p96: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1000" name="Google Shape;1000;p96: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4" name="Shape 1004"/>
        <p:cNvGrpSpPr/>
        <p:nvPr/>
      </p:nvGrpSpPr>
      <p:grpSpPr>
        <a:xfrm>
          <a:off x="0" y="0"/>
          <a:ext cx="0" cy="0"/>
          <a:chOff x="0" y="0"/>
          <a:chExt cx="0" cy="0"/>
        </a:xfrm>
      </p:grpSpPr>
      <p:sp>
        <p:nvSpPr>
          <p:cNvPr id="1005" name="Google Shape;1005;p97: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1006" name="Google Shape;1006;p97: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1007" name="Google Shape;1007;p97: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2" name="Shape 1012"/>
        <p:cNvGrpSpPr/>
        <p:nvPr/>
      </p:nvGrpSpPr>
      <p:grpSpPr>
        <a:xfrm>
          <a:off x="0" y="0"/>
          <a:ext cx="0" cy="0"/>
          <a:chOff x="0" y="0"/>
          <a:chExt cx="0" cy="0"/>
        </a:xfrm>
      </p:grpSpPr>
      <p:sp>
        <p:nvSpPr>
          <p:cNvPr id="1013" name="Google Shape;1013;p98: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1014" name="Google Shape;1014;p98: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1015" name="Google Shape;1015;p98: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15" name="Shape 15"/>
        <p:cNvGrpSpPr/>
        <p:nvPr/>
      </p:nvGrpSpPr>
      <p:grpSpPr>
        <a:xfrm>
          <a:off x="0" y="0"/>
          <a:ext cx="0" cy="0"/>
          <a:chOff x="0" y="0"/>
          <a:chExt cx="0" cy="0"/>
        </a:xfrm>
      </p:grpSpPr>
      <p:sp>
        <p:nvSpPr>
          <p:cNvPr id="16" name="Google Shape;16;p100"/>
          <p:cNvSpPr txBox="1"/>
          <p:nvPr>
            <p:ph type="title"/>
          </p:nvPr>
        </p:nvSpPr>
        <p:spPr>
          <a:xfrm>
            <a:off x="503238" y="301625"/>
            <a:ext cx="9069387" cy="1260475"/>
          </a:xfrm>
          <a:prstGeom prst="rect">
            <a:avLst/>
          </a:prstGeom>
          <a:noFill/>
          <a:ln>
            <a:noFill/>
          </a:ln>
        </p:spPr>
        <p:txBody>
          <a:bodyPr anchorCtr="0" anchor="ctr" bIns="0" lIns="0" spcFirstLastPara="1" rIns="0" wrap="square" tIns="0">
            <a:noAutofit/>
          </a:bodyPr>
          <a:lstStyle>
            <a:lvl1pPr lvl="0" algn="l">
              <a:lnSpc>
                <a:spcPct val="101000"/>
              </a:lnSpc>
              <a:spcBef>
                <a:spcPts val="0"/>
              </a:spcBef>
              <a:spcAft>
                <a:spcPts val="0"/>
              </a:spcAft>
              <a:buSzPts val="1400"/>
              <a:buNone/>
              <a:defRPr/>
            </a:lvl1pPr>
            <a:lvl2pPr lvl="1" algn="l">
              <a:lnSpc>
                <a:spcPct val="101000"/>
              </a:lnSpc>
              <a:spcBef>
                <a:spcPts val="0"/>
              </a:spcBef>
              <a:spcAft>
                <a:spcPts val="0"/>
              </a:spcAft>
              <a:buSzPts val="1400"/>
              <a:buNone/>
              <a:defRPr/>
            </a:lvl2pPr>
            <a:lvl3pPr lvl="2" algn="l">
              <a:lnSpc>
                <a:spcPct val="101000"/>
              </a:lnSpc>
              <a:spcBef>
                <a:spcPts val="0"/>
              </a:spcBef>
              <a:spcAft>
                <a:spcPts val="0"/>
              </a:spcAft>
              <a:buSzPts val="1400"/>
              <a:buNone/>
              <a:defRPr/>
            </a:lvl3pPr>
            <a:lvl4pPr lvl="3" algn="l">
              <a:lnSpc>
                <a:spcPct val="101000"/>
              </a:lnSpc>
              <a:spcBef>
                <a:spcPts val="0"/>
              </a:spcBef>
              <a:spcAft>
                <a:spcPts val="0"/>
              </a:spcAft>
              <a:buSzPts val="1400"/>
              <a:buNone/>
              <a:defRPr/>
            </a:lvl4pPr>
            <a:lvl5pPr lvl="4" algn="l">
              <a:lnSpc>
                <a:spcPct val="101000"/>
              </a:lnSpc>
              <a:spcBef>
                <a:spcPts val="0"/>
              </a:spcBef>
              <a:spcAft>
                <a:spcPts val="0"/>
              </a:spcAft>
              <a:buSzPts val="1400"/>
              <a:buNone/>
              <a:defRPr/>
            </a:lvl5pPr>
            <a:lvl6pPr lvl="5" algn="l">
              <a:lnSpc>
                <a:spcPct val="101000"/>
              </a:lnSpc>
              <a:spcBef>
                <a:spcPts val="0"/>
              </a:spcBef>
              <a:spcAft>
                <a:spcPts val="0"/>
              </a:spcAft>
              <a:buSzPts val="1400"/>
              <a:buNone/>
              <a:defRPr/>
            </a:lvl6pPr>
            <a:lvl7pPr lvl="6" algn="l">
              <a:lnSpc>
                <a:spcPct val="101000"/>
              </a:lnSpc>
              <a:spcBef>
                <a:spcPts val="0"/>
              </a:spcBef>
              <a:spcAft>
                <a:spcPts val="0"/>
              </a:spcAft>
              <a:buSzPts val="1400"/>
              <a:buNone/>
              <a:defRPr/>
            </a:lvl7pPr>
            <a:lvl8pPr lvl="7" algn="l">
              <a:lnSpc>
                <a:spcPct val="101000"/>
              </a:lnSpc>
              <a:spcBef>
                <a:spcPts val="0"/>
              </a:spcBef>
              <a:spcAft>
                <a:spcPts val="0"/>
              </a:spcAft>
              <a:buSzPts val="1400"/>
              <a:buNone/>
              <a:defRPr/>
            </a:lvl8pPr>
            <a:lvl9pPr lvl="8" algn="l">
              <a:lnSpc>
                <a:spcPct val="101000"/>
              </a:lnSpc>
              <a:spcBef>
                <a:spcPts val="0"/>
              </a:spcBef>
              <a:spcAft>
                <a:spcPts val="0"/>
              </a:spcAft>
              <a:buSzPts val="1400"/>
              <a:buNone/>
              <a:defRPr/>
            </a:lvl9pPr>
          </a:lstStyle>
          <a:p/>
        </p:txBody>
      </p:sp>
      <p:sp>
        <p:nvSpPr>
          <p:cNvPr id="17" name="Google Shape;17;p100"/>
          <p:cNvSpPr txBox="1"/>
          <p:nvPr>
            <p:ph idx="10" type="dt"/>
          </p:nvPr>
        </p:nvSpPr>
        <p:spPr>
          <a:xfrm>
            <a:off x="503237" y="6886575"/>
            <a:ext cx="2346325" cy="519112"/>
          </a:xfrm>
          <a:prstGeom prst="rect">
            <a:avLst/>
          </a:prstGeom>
          <a:noFill/>
          <a:ln>
            <a:noFill/>
          </a:ln>
        </p:spPr>
        <p:txBody>
          <a:bodyPr anchorCtr="0" anchor="t" bIns="0" lIns="0" spcFirstLastPara="1" rIns="0" wrap="square" tIns="0">
            <a:noAutofit/>
          </a:bodyPr>
          <a:lstStyle>
            <a:lvl1pPr lvl="0" algn="l">
              <a:lnSpc>
                <a:spcPct val="93000"/>
              </a:lnSpc>
              <a:spcBef>
                <a:spcPts val="0"/>
              </a:spcBef>
              <a:spcAft>
                <a:spcPts val="0"/>
              </a:spcAft>
              <a:buSzPts val="1400"/>
              <a:buNone/>
              <a:defRPr sz="1400">
                <a:solidFill>
                  <a:srgbClr val="000000"/>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100"/>
          <p:cNvSpPr txBox="1"/>
          <p:nvPr>
            <p:ph idx="11" type="ftr"/>
          </p:nvPr>
        </p:nvSpPr>
        <p:spPr>
          <a:xfrm>
            <a:off x="3448050" y="6886575"/>
            <a:ext cx="3194050" cy="519112"/>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00"/>
          <p:cNvSpPr txBox="1"/>
          <p:nvPr>
            <p:ph idx="12" type="sldNum"/>
          </p:nvPr>
        </p:nvSpPr>
        <p:spPr>
          <a:xfrm>
            <a:off x="7227887" y="6886575"/>
            <a:ext cx="2346325" cy="519112"/>
          </a:xfrm>
          <a:prstGeom prst="rect">
            <a:avLst/>
          </a:prstGeom>
          <a:noFill/>
          <a:ln>
            <a:noFill/>
          </a:ln>
        </p:spPr>
        <p:txBody>
          <a:bodyPr anchorCtr="0" anchor="t" bIns="0" lIns="0" spcFirstLastPara="1" rIns="0" wrap="square" tIns="0">
            <a:noAutofit/>
          </a:bodyPr>
          <a:lstStyle>
            <a:lvl1pPr indent="0" lvl="0" marL="0" marR="0" algn="r">
              <a:lnSpc>
                <a:spcPct val="93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indent="0" lvl="1" marL="0" marR="0" algn="r">
              <a:lnSpc>
                <a:spcPct val="93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2pPr>
            <a:lvl3pPr indent="0" lvl="2" marL="0" marR="0" algn="r">
              <a:lnSpc>
                <a:spcPct val="93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3pPr>
            <a:lvl4pPr indent="0" lvl="3" marL="0" marR="0" algn="r">
              <a:lnSpc>
                <a:spcPct val="93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4pPr>
            <a:lvl5pPr indent="0" lvl="4" marL="0" marR="0" algn="r">
              <a:lnSpc>
                <a:spcPct val="93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5pPr>
            <a:lvl6pPr indent="0" lvl="5" marL="0" marR="0" algn="r">
              <a:lnSpc>
                <a:spcPct val="93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6pPr>
            <a:lvl7pPr indent="0" lvl="6" marL="0" marR="0" algn="r">
              <a:lnSpc>
                <a:spcPct val="93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7pPr>
            <a:lvl8pPr indent="0" lvl="7" marL="0" marR="0" algn="r">
              <a:lnSpc>
                <a:spcPct val="93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8pPr>
            <a:lvl9pPr indent="0" lvl="8" marL="0" marR="0" algn="r">
              <a:lnSpc>
                <a:spcPct val="93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0" name="Shape 20"/>
        <p:cNvGrpSpPr/>
        <p:nvPr/>
      </p:nvGrpSpPr>
      <p:grpSpPr>
        <a:xfrm>
          <a:off x="0" y="0"/>
          <a:ext cx="0" cy="0"/>
          <a:chOff x="0" y="0"/>
          <a:chExt cx="0" cy="0"/>
        </a:xfrm>
      </p:grpSpPr>
      <p:sp>
        <p:nvSpPr>
          <p:cNvPr id="21" name="Google Shape;21;p101"/>
          <p:cNvSpPr txBox="1"/>
          <p:nvPr>
            <p:ph type="title"/>
          </p:nvPr>
        </p:nvSpPr>
        <p:spPr>
          <a:xfrm>
            <a:off x="503237" y="301625"/>
            <a:ext cx="9069387" cy="1260475"/>
          </a:xfrm>
          <a:prstGeom prst="rect">
            <a:avLst/>
          </a:prstGeom>
          <a:noFill/>
          <a:ln>
            <a:noFill/>
          </a:ln>
        </p:spPr>
        <p:txBody>
          <a:bodyPr anchorCtr="0" anchor="ctr" bIns="0" lIns="0" spcFirstLastPara="1" rIns="0" wrap="square" tIns="0">
            <a:noAutofit/>
          </a:bodyPr>
          <a:lstStyle>
            <a:lvl1pPr lvl="0" algn="l">
              <a:lnSpc>
                <a:spcPct val="101000"/>
              </a:lnSpc>
              <a:spcBef>
                <a:spcPts val="0"/>
              </a:spcBef>
              <a:spcAft>
                <a:spcPts val="0"/>
              </a:spcAft>
              <a:buSzPts val="1400"/>
              <a:buNone/>
              <a:defRPr/>
            </a:lvl1pPr>
            <a:lvl2pPr lvl="1" algn="l">
              <a:lnSpc>
                <a:spcPct val="101000"/>
              </a:lnSpc>
              <a:spcBef>
                <a:spcPts val="0"/>
              </a:spcBef>
              <a:spcAft>
                <a:spcPts val="0"/>
              </a:spcAft>
              <a:buSzPts val="1400"/>
              <a:buNone/>
              <a:defRPr/>
            </a:lvl2pPr>
            <a:lvl3pPr lvl="2" algn="l">
              <a:lnSpc>
                <a:spcPct val="101000"/>
              </a:lnSpc>
              <a:spcBef>
                <a:spcPts val="0"/>
              </a:spcBef>
              <a:spcAft>
                <a:spcPts val="0"/>
              </a:spcAft>
              <a:buSzPts val="1400"/>
              <a:buNone/>
              <a:defRPr/>
            </a:lvl3pPr>
            <a:lvl4pPr lvl="3" algn="l">
              <a:lnSpc>
                <a:spcPct val="101000"/>
              </a:lnSpc>
              <a:spcBef>
                <a:spcPts val="0"/>
              </a:spcBef>
              <a:spcAft>
                <a:spcPts val="0"/>
              </a:spcAft>
              <a:buSzPts val="1400"/>
              <a:buNone/>
              <a:defRPr/>
            </a:lvl4pPr>
            <a:lvl5pPr lvl="4" algn="l">
              <a:lnSpc>
                <a:spcPct val="101000"/>
              </a:lnSpc>
              <a:spcBef>
                <a:spcPts val="0"/>
              </a:spcBef>
              <a:spcAft>
                <a:spcPts val="0"/>
              </a:spcAft>
              <a:buSzPts val="1400"/>
              <a:buNone/>
              <a:defRPr/>
            </a:lvl5pPr>
            <a:lvl6pPr lvl="5" algn="l">
              <a:lnSpc>
                <a:spcPct val="101000"/>
              </a:lnSpc>
              <a:spcBef>
                <a:spcPts val="0"/>
              </a:spcBef>
              <a:spcAft>
                <a:spcPts val="0"/>
              </a:spcAft>
              <a:buSzPts val="1400"/>
              <a:buNone/>
              <a:defRPr/>
            </a:lvl6pPr>
            <a:lvl7pPr lvl="6" algn="l">
              <a:lnSpc>
                <a:spcPct val="101000"/>
              </a:lnSpc>
              <a:spcBef>
                <a:spcPts val="0"/>
              </a:spcBef>
              <a:spcAft>
                <a:spcPts val="0"/>
              </a:spcAft>
              <a:buSzPts val="1400"/>
              <a:buNone/>
              <a:defRPr/>
            </a:lvl7pPr>
            <a:lvl8pPr lvl="7" algn="l">
              <a:lnSpc>
                <a:spcPct val="101000"/>
              </a:lnSpc>
              <a:spcBef>
                <a:spcPts val="0"/>
              </a:spcBef>
              <a:spcAft>
                <a:spcPts val="0"/>
              </a:spcAft>
              <a:buSzPts val="1400"/>
              <a:buNone/>
              <a:defRPr/>
            </a:lvl8pPr>
            <a:lvl9pPr lvl="8" algn="l">
              <a:lnSpc>
                <a:spcPct val="101000"/>
              </a:lnSpc>
              <a:spcBef>
                <a:spcPts val="0"/>
              </a:spcBef>
              <a:spcAft>
                <a:spcPts val="0"/>
              </a:spcAft>
              <a:buSzPts val="1400"/>
              <a:buNone/>
              <a:defRPr/>
            </a:lvl9pPr>
          </a:lstStyle>
          <a:p/>
        </p:txBody>
      </p:sp>
      <p:sp>
        <p:nvSpPr>
          <p:cNvPr id="22" name="Google Shape;22;p101"/>
          <p:cNvSpPr txBox="1"/>
          <p:nvPr>
            <p:ph idx="1" type="body"/>
          </p:nvPr>
        </p:nvSpPr>
        <p:spPr>
          <a:xfrm>
            <a:off x="503237" y="1768475"/>
            <a:ext cx="9069387" cy="4383087"/>
          </a:xfrm>
          <a:prstGeom prst="rect">
            <a:avLst/>
          </a:prstGeom>
          <a:noFill/>
          <a:ln>
            <a:noFill/>
          </a:ln>
        </p:spPr>
        <p:txBody>
          <a:bodyPr anchorCtr="0" anchor="t" bIns="0" lIns="0" spcFirstLastPara="1" rIns="0" wrap="square" tIns="0">
            <a:noAutofit/>
          </a:bodyPr>
          <a:lstStyle>
            <a:lvl1pPr indent="-228600" lvl="0" marL="457200" algn="l">
              <a:lnSpc>
                <a:spcPct val="101000"/>
              </a:lnSpc>
              <a:spcBef>
                <a:spcPts val="0"/>
              </a:spcBef>
              <a:spcAft>
                <a:spcPts val="0"/>
              </a:spcAft>
              <a:buSzPts val="1400"/>
              <a:buNone/>
              <a:defRPr/>
            </a:lvl1pPr>
            <a:lvl2pPr indent="-228600" lvl="1" marL="914400" algn="l">
              <a:lnSpc>
                <a:spcPct val="101000"/>
              </a:lnSpc>
              <a:spcBef>
                <a:spcPts val="1425"/>
              </a:spcBef>
              <a:spcAft>
                <a:spcPts val="0"/>
              </a:spcAft>
              <a:buSzPts val="1400"/>
              <a:buNone/>
              <a:defRPr/>
            </a:lvl2pPr>
            <a:lvl3pPr indent="-228600" lvl="2" marL="1371600" algn="l">
              <a:lnSpc>
                <a:spcPct val="101000"/>
              </a:lnSpc>
              <a:spcBef>
                <a:spcPts val="1138"/>
              </a:spcBef>
              <a:spcAft>
                <a:spcPts val="0"/>
              </a:spcAft>
              <a:buSzPts val="1400"/>
              <a:buNone/>
              <a:defRPr/>
            </a:lvl3pPr>
            <a:lvl4pPr indent="-228600" lvl="3" marL="1828800" algn="l">
              <a:lnSpc>
                <a:spcPct val="101000"/>
              </a:lnSpc>
              <a:spcBef>
                <a:spcPts val="850"/>
              </a:spcBef>
              <a:spcAft>
                <a:spcPts val="0"/>
              </a:spcAft>
              <a:buSzPts val="1400"/>
              <a:buNone/>
              <a:defRPr/>
            </a:lvl4pPr>
            <a:lvl5pPr indent="-228600" lvl="4" marL="2286000" algn="l">
              <a:lnSpc>
                <a:spcPct val="101000"/>
              </a:lnSpc>
              <a:spcBef>
                <a:spcPts val="575"/>
              </a:spcBef>
              <a:spcAft>
                <a:spcPts val="0"/>
              </a:spcAft>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 name="Google Shape;23;p101"/>
          <p:cNvSpPr txBox="1"/>
          <p:nvPr>
            <p:ph idx="10" type="dt"/>
          </p:nvPr>
        </p:nvSpPr>
        <p:spPr>
          <a:xfrm>
            <a:off x="503237" y="6886575"/>
            <a:ext cx="2346325" cy="519112"/>
          </a:xfrm>
          <a:prstGeom prst="rect">
            <a:avLst/>
          </a:prstGeom>
          <a:noFill/>
          <a:ln>
            <a:noFill/>
          </a:ln>
        </p:spPr>
        <p:txBody>
          <a:bodyPr anchorCtr="0" anchor="t" bIns="0" lIns="0" spcFirstLastPara="1" rIns="0" wrap="square" tIns="0">
            <a:noAutofit/>
          </a:bodyPr>
          <a:lstStyle>
            <a:lvl1pPr lvl="0" algn="l">
              <a:lnSpc>
                <a:spcPct val="93000"/>
              </a:lnSpc>
              <a:spcBef>
                <a:spcPts val="0"/>
              </a:spcBef>
              <a:spcAft>
                <a:spcPts val="0"/>
              </a:spcAft>
              <a:buSzPts val="1400"/>
              <a:buNone/>
              <a:defRPr sz="1400">
                <a:solidFill>
                  <a:srgbClr val="000000"/>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101"/>
          <p:cNvSpPr txBox="1"/>
          <p:nvPr>
            <p:ph idx="11" type="ftr"/>
          </p:nvPr>
        </p:nvSpPr>
        <p:spPr>
          <a:xfrm>
            <a:off x="3448050" y="6886575"/>
            <a:ext cx="3194050" cy="519112"/>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01"/>
          <p:cNvSpPr txBox="1"/>
          <p:nvPr>
            <p:ph idx="12" type="sldNum"/>
          </p:nvPr>
        </p:nvSpPr>
        <p:spPr>
          <a:xfrm>
            <a:off x="7227887" y="6886575"/>
            <a:ext cx="2346325" cy="519112"/>
          </a:xfrm>
          <a:prstGeom prst="rect">
            <a:avLst/>
          </a:prstGeom>
          <a:noFill/>
          <a:ln>
            <a:noFill/>
          </a:ln>
        </p:spPr>
        <p:txBody>
          <a:bodyPr anchorCtr="0" anchor="t" bIns="0" lIns="0" spcFirstLastPara="1" rIns="0" wrap="square" tIns="0">
            <a:noAutofit/>
          </a:bodyPr>
          <a:lstStyle>
            <a:lvl1pPr indent="0" lvl="0" marL="0" marR="0" algn="r">
              <a:lnSpc>
                <a:spcPct val="93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indent="0" lvl="1" marL="0" marR="0" algn="r">
              <a:lnSpc>
                <a:spcPct val="93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2pPr>
            <a:lvl3pPr indent="0" lvl="2" marL="0" marR="0" algn="r">
              <a:lnSpc>
                <a:spcPct val="93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3pPr>
            <a:lvl4pPr indent="0" lvl="3" marL="0" marR="0" algn="r">
              <a:lnSpc>
                <a:spcPct val="93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4pPr>
            <a:lvl5pPr indent="0" lvl="4" marL="0" marR="0" algn="r">
              <a:lnSpc>
                <a:spcPct val="93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5pPr>
            <a:lvl6pPr indent="0" lvl="5" marL="0" marR="0" algn="r">
              <a:lnSpc>
                <a:spcPct val="93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6pPr>
            <a:lvl7pPr indent="0" lvl="6" marL="0" marR="0" algn="r">
              <a:lnSpc>
                <a:spcPct val="93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7pPr>
            <a:lvl8pPr indent="0" lvl="7" marL="0" marR="0" algn="r">
              <a:lnSpc>
                <a:spcPct val="93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8pPr>
            <a:lvl9pPr indent="0" lvl="8" marL="0" marR="0" algn="r">
              <a:lnSpc>
                <a:spcPct val="93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6" name="Shape 26"/>
        <p:cNvGrpSpPr/>
        <p:nvPr/>
      </p:nvGrpSpPr>
      <p:grpSpPr>
        <a:xfrm>
          <a:off x="0" y="0"/>
          <a:ext cx="0" cy="0"/>
          <a:chOff x="0" y="0"/>
          <a:chExt cx="0" cy="0"/>
        </a:xfrm>
      </p:grpSpPr>
      <p:sp>
        <p:nvSpPr>
          <p:cNvPr id="27" name="Google Shape;27;p106"/>
          <p:cNvSpPr txBox="1"/>
          <p:nvPr>
            <p:ph type="title"/>
          </p:nvPr>
        </p:nvSpPr>
        <p:spPr>
          <a:xfrm rot="5400000">
            <a:off x="5514181" y="2093119"/>
            <a:ext cx="5849938" cy="2266950"/>
          </a:xfrm>
          <a:prstGeom prst="rect">
            <a:avLst/>
          </a:prstGeom>
          <a:noFill/>
          <a:ln>
            <a:noFill/>
          </a:ln>
        </p:spPr>
        <p:txBody>
          <a:bodyPr anchorCtr="0" anchor="ctr" bIns="0" lIns="0" spcFirstLastPara="1" rIns="0" wrap="square" tIns="0">
            <a:noAutofit/>
          </a:bodyPr>
          <a:lstStyle>
            <a:lvl1pPr lvl="0" algn="l">
              <a:lnSpc>
                <a:spcPct val="101000"/>
              </a:lnSpc>
              <a:spcBef>
                <a:spcPts val="0"/>
              </a:spcBef>
              <a:spcAft>
                <a:spcPts val="0"/>
              </a:spcAft>
              <a:buSzPts val="1400"/>
              <a:buNone/>
              <a:defRPr/>
            </a:lvl1pPr>
            <a:lvl2pPr lvl="1" algn="l">
              <a:lnSpc>
                <a:spcPct val="101000"/>
              </a:lnSpc>
              <a:spcBef>
                <a:spcPts val="0"/>
              </a:spcBef>
              <a:spcAft>
                <a:spcPts val="0"/>
              </a:spcAft>
              <a:buSzPts val="1400"/>
              <a:buNone/>
              <a:defRPr/>
            </a:lvl2pPr>
            <a:lvl3pPr lvl="2" algn="l">
              <a:lnSpc>
                <a:spcPct val="101000"/>
              </a:lnSpc>
              <a:spcBef>
                <a:spcPts val="0"/>
              </a:spcBef>
              <a:spcAft>
                <a:spcPts val="0"/>
              </a:spcAft>
              <a:buSzPts val="1400"/>
              <a:buNone/>
              <a:defRPr/>
            </a:lvl3pPr>
            <a:lvl4pPr lvl="3" algn="l">
              <a:lnSpc>
                <a:spcPct val="101000"/>
              </a:lnSpc>
              <a:spcBef>
                <a:spcPts val="0"/>
              </a:spcBef>
              <a:spcAft>
                <a:spcPts val="0"/>
              </a:spcAft>
              <a:buSzPts val="1400"/>
              <a:buNone/>
              <a:defRPr/>
            </a:lvl4pPr>
            <a:lvl5pPr lvl="4" algn="l">
              <a:lnSpc>
                <a:spcPct val="101000"/>
              </a:lnSpc>
              <a:spcBef>
                <a:spcPts val="0"/>
              </a:spcBef>
              <a:spcAft>
                <a:spcPts val="0"/>
              </a:spcAft>
              <a:buSzPts val="1400"/>
              <a:buNone/>
              <a:defRPr/>
            </a:lvl5pPr>
            <a:lvl6pPr lvl="5" algn="l">
              <a:lnSpc>
                <a:spcPct val="101000"/>
              </a:lnSpc>
              <a:spcBef>
                <a:spcPts val="0"/>
              </a:spcBef>
              <a:spcAft>
                <a:spcPts val="0"/>
              </a:spcAft>
              <a:buSzPts val="1400"/>
              <a:buNone/>
              <a:defRPr/>
            </a:lvl6pPr>
            <a:lvl7pPr lvl="6" algn="l">
              <a:lnSpc>
                <a:spcPct val="101000"/>
              </a:lnSpc>
              <a:spcBef>
                <a:spcPts val="0"/>
              </a:spcBef>
              <a:spcAft>
                <a:spcPts val="0"/>
              </a:spcAft>
              <a:buSzPts val="1400"/>
              <a:buNone/>
              <a:defRPr/>
            </a:lvl7pPr>
            <a:lvl8pPr lvl="7" algn="l">
              <a:lnSpc>
                <a:spcPct val="101000"/>
              </a:lnSpc>
              <a:spcBef>
                <a:spcPts val="0"/>
              </a:spcBef>
              <a:spcAft>
                <a:spcPts val="0"/>
              </a:spcAft>
              <a:buSzPts val="1400"/>
              <a:buNone/>
              <a:defRPr/>
            </a:lvl8pPr>
            <a:lvl9pPr lvl="8" algn="l">
              <a:lnSpc>
                <a:spcPct val="101000"/>
              </a:lnSpc>
              <a:spcBef>
                <a:spcPts val="0"/>
              </a:spcBef>
              <a:spcAft>
                <a:spcPts val="0"/>
              </a:spcAft>
              <a:buSzPts val="1400"/>
              <a:buNone/>
              <a:defRPr/>
            </a:lvl9pPr>
          </a:lstStyle>
          <a:p/>
        </p:txBody>
      </p:sp>
      <p:sp>
        <p:nvSpPr>
          <p:cNvPr id="28" name="Google Shape;28;p106"/>
          <p:cNvSpPr txBox="1"/>
          <p:nvPr>
            <p:ph idx="1" type="body"/>
          </p:nvPr>
        </p:nvSpPr>
        <p:spPr>
          <a:xfrm rot="5400000">
            <a:off x="903287" y="-98425"/>
            <a:ext cx="5849938" cy="6650037"/>
          </a:xfrm>
          <a:prstGeom prst="rect">
            <a:avLst/>
          </a:prstGeom>
          <a:noFill/>
          <a:ln>
            <a:noFill/>
          </a:ln>
        </p:spPr>
        <p:txBody>
          <a:bodyPr anchorCtr="0" anchor="t" bIns="0" lIns="0" spcFirstLastPara="1" rIns="0" wrap="square" tIns="0">
            <a:noAutofit/>
          </a:bodyPr>
          <a:lstStyle>
            <a:lvl1pPr indent="-228600" lvl="0" marL="457200" algn="l">
              <a:lnSpc>
                <a:spcPct val="101000"/>
              </a:lnSpc>
              <a:spcBef>
                <a:spcPts val="0"/>
              </a:spcBef>
              <a:spcAft>
                <a:spcPts val="0"/>
              </a:spcAft>
              <a:buSzPts val="1400"/>
              <a:buNone/>
              <a:defRPr/>
            </a:lvl1pPr>
            <a:lvl2pPr indent="-228600" lvl="1" marL="914400" algn="l">
              <a:lnSpc>
                <a:spcPct val="101000"/>
              </a:lnSpc>
              <a:spcBef>
                <a:spcPts val="1425"/>
              </a:spcBef>
              <a:spcAft>
                <a:spcPts val="0"/>
              </a:spcAft>
              <a:buSzPts val="1400"/>
              <a:buNone/>
              <a:defRPr/>
            </a:lvl2pPr>
            <a:lvl3pPr indent="-228600" lvl="2" marL="1371600" algn="l">
              <a:lnSpc>
                <a:spcPct val="101000"/>
              </a:lnSpc>
              <a:spcBef>
                <a:spcPts val="1138"/>
              </a:spcBef>
              <a:spcAft>
                <a:spcPts val="0"/>
              </a:spcAft>
              <a:buSzPts val="1400"/>
              <a:buNone/>
              <a:defRPr/>
            </a:lvl3pPr>
            <a:lvl4pPr indent="-228600" lvl="3" marL="1828800" algn="l">
              <a:lnSpc>
                <a:spcPct val="101000"/>
              </a:lnSpc>
              <a:spcBef>
                <a:spcPts val="850"/>
              </a:spcBef>
              <a:spcAft>
                <a:spcPts val="0"/>
              </a:spcAft>
              <a:buSzPts val="1400"/>
              <a:buNone/>
              <a:defRPr/>
            </a:lvl4pPr>
            <a:lvl5pPr indent="-228600" lvl="4" marL="2286000" algn="l">
              <a:lnSpc>
                <a:spcPct val="101000"/>
              </a:lnSpc>
              <a:spcBef>
                <a:spcPts val="575"/>
              </a:spcBef>
              <a:spcAft>
                <a:spcPts val="0"/>
              </a:spcAft>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p106"/>
          <p:cNvSpPr txBox="1"/>
          <p:nvPr>
            <p:ph idx="10" type="dt"/>
          </p:nvPr>
        </p:nvSpPr>
        <p:spPr>
          <a:xfrm>
            <a:off x="503237" y="6886575"/>
            <a:ext cx="2346325" cy="519112"/>
          </a:xfrm>
          <a:prstGeom prst="rect">
            <a:avLst/>
          </a:prstGeom>
          <a:noFill/>
          <a:ln>
            <a:noFill/>
          </a:ln>
        </p:spPr>
        <p:txBody>
          <a:bodyPr anchorCtr="0" anchor="t" bIns="0" lIns="0" spcFirstLastPara="1" rIns="0" wrap="square" tIns="0">
            <a:noAutofit/>
          </a:bodyPr>
          <a:lstStyle>
            <a:lvl1pPr lvl="0" algn="l">
              <a:lnSpc>
                <a:spcPct val="93000"/>
              </a:lnSpc>
              <a:spcBef>
                <a:spcPts val="0"/>
              </a:spcBef>
              <a:spcAft>
                <a:spcPts val="0"/>
              </a:spcAft>
              <a:buSzPts val="1400"/>
              <a:buNone/>
              <a:defRPr sz="1400">
                <a:solidFill>
                  <a:srgbClr val="000000"/>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06"/>
          <p:cNvSpPr txBox="1"/>
          <p:nvPr>
            <p:ph idx="11" type="ftr"/>
          </p:nvPr>
        </p:nvSpPr>
        <p:spPr>
          <a:xfrm>
            <a:off x="3448050" y="6886575"/>
            <a:ext cx="3194050" cy="519112"/>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06"/>
          <p:cNvSpPr txBox="1"/>
          <p:nvPr>
            <p:ph idx="12" type="sldNum"/>
          </p:nvPr>
        </p:nvSpPr>
        <p:spPr>
          <a:xfrm>
            <a:off x="7227887" y="6886575"/>
            <a:ext cx="2346325" cy="519112"/>
          </a:xfrm>
          <a:prstGeom prst="rect">
            <a:avLst/>
          </a:prstGeom>
          <a:noFill/>
          <a:ln>
            <a:noFill/>
          </a:ln>
        </p:spPr>
        <p:txBody>
          <a:bodyPr anchorCtr="0" anchor="t" bIns="0" lIns="0" spcFirstLastPara="1" rIns="0" wrap="square" tIns="0">
            <a:noAutofit/>
          </a:bodyPr>
          <a:lstStyle>
            <a:lvl1pPr indent="0" lvl="0" marL="0" marR="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1pPr>
            <a:lvl2pPr indent="0" lvl="1" marL="0" marR="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2pPr>
            <a:lvl3pPr indent="0" lvl="2" marL="0" marR="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3pPr>
            <a:lvl4pPr indent="0" lvl="3" marL="0" marR="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4pPr>
            <a:lvl5pPr indent="0" lvl="4" marL="0" marR="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5pPr>
            <a:lvl6pPr indent="0" lvl="5" marL="0" marR="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6pPr>
            <a:lvl7pPr indent="0" lvl="6" marL="0" marR="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7pPr>
            <a:lvl8pPr indent="0" lvl="7" marL="0" marR="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8pPr>
            <a:lvl9pPr indent="0" lvl="8" marL="0" marR="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32" name="Shape 32"/>
        <p:cNvGrpSpPr/>
        <p:nvPr/>
      </p:nvGrpSpPr>
      <p:grpSpPr>
        <a:xfrm>
          <a:off x="0" y="0"/>
          <a:ext cx="0" cy="0"/>
          <a:chOff x="0" y="0"/>
          <a:chExt cx="0" cy="0"/>
        </a:xfrm>
      </p:grpSpPr>
      <p:sp>
        <p:nvSpPr>
          <p:cNvPr id="33" name="Google Shape;33;p107"/>
          <p:cNvSpPr txBox="1"/>
          <p:nvPr>
            <p:ph type="title"/>
          </p:nvPr>
        </p:nvSpPr>
        <p:spPr>
          <a:xfrm>
            <a:off x="503237" y="301625"/>
            <a:ext cx="9069387" cy="1260475"/>
          </a:xfrm>
          <a:prstGeom prst="rect">
            <a:avLst/>
          </a:prstGeom>
          <a:noFill/>
          <a:ln>
            <a:noFill/>
          </a:ln>
        </p:spPr>
        <p:txBody>
          <a:bodyPr anchorCtr="0" anchor="ctr" bIns="0" lIns="0" spcFirstLastPara="1" rIns="0" wrap="square" tIns="0">
            <a:noAutofit/>
          </a:bodyPr>
          <a:lstStyle>
            <a:lvl1pPr lvl="0" algn="l">
              <a:lnSpc>
                <a:spcPct val="101000"/>
              </a:lnSpc>
              <a:spcBef>
                <a:spcPts val="0"/>
              </a:spcBef>
              <a:spcAft>
                <a:spcPts val="0"/>
              </a:spcAft>
              <a:buSzPts val="1400"/>
              <a:buNone/>
              <a:defRPr/>
            </a:lvl1pPr>
            <a:lvl2pPr lvl="1" algn="l">
              <a:lnSpc>
                <a:spcPct val="101000"/>
              </a:lnSpc>
              <a:spcBef>
                <a:spcPts val="0"/>
              </a:spcBef>
              <a:spcAft>
                <a:spcPts val="0"/>
              </a:spcAft>
              <a:buSzPts val="1400"/>
              <a:buNone/>
              <a:defRPr/>
            </a:lvl2pPr>
            <a:lvl3pPr lvl="2" algn="l">
              <a:lnSpc>
                <a:spcPct val="101000"/>
              </a:lnSpc>
              <a:spcBef>
                <a:spcPts val="0"/>
              </a:spcBef>
              <a:spcAft>
                <a:spcPts val="0"/>
              </a:spcAft>
              <a:buSzPts val="1400"/>
              <a:buNone/>
              <a:defRPr/>
            </a:lvl3pPr>
            <a:lvl4pPr lvl="3" algn="l">
              <a:lnSpc>
                <a:spcPct val="101000"/>
              </a:lnSpc>
              <a:spcBef>
                <a:spcPts val="0"/>
              </a:spcBef>
              <a:spcAft>
                <a:spcPts val="0"/>
              </a:spcAft>
              <a:buSzPts val="1400"/>
              <a:buNone/>
              <a:defRPr/>
            </a:lvl4pPr>
            <a:lvl5pPr lvl="4" algn="l">
              <a:lnSpc>
                <a:spcPct val="101000"/>
              </a:lnSpc>
              <a:spcBef>
                <a:spcPts val="0"/>
              </a:spcBef>
              <a:spcAft>
                <a:spcPts val="0"/>
              </a:spcAft>
              <a:buSzPts val="1400"/>
              <a:buNone/>
              <a:defRPr/>
            </a:lvl5pPr>
            <a:lvl6pPr lvl="5" algn="l">
              <a:lnSpc>
                <a:spcPct val="101000"/>
              </a:lnSpc>
              <a:spcBef>
                <a:spcPts val="0"/>
              </a:spcBef>
              <a:spcAft>
                <a:spcPts val="0"/>
              </a:spcAft>
              <a:buSzPts val="1400"/>
              <a:buNone/>
              <a:defRPr/>
            </a:lvl6pPr>
            <a:lvl7pPr lvl="6" algn="l">
              <a:lnSpc>
                <a:spcPct val="101000"/>
              </a:lnSpc>
              <a:spcBef>
                <a:spcPts val="0"/>
              </a:spcBef>
              <a:spcAft>
                <a:spcPts val="0"/>
              </a:spcAft>
              <a:buSzPts val="1400"/>
              <a:buNone/>
              <a:defRPr/>
            </a:lvl7pPr>
            <a:lvl8pPr lvl="7" algn="l">
              <a:lnSpc>
                <a:spcPct val="101000"/>
              </a:lnSpc>
              <a:spcBef>
                <a:spcPts val="0"/>
              </a:spcBef>
              <a:spcAft>
                <a:spcPts val="0"/>
              </a:spcAft>
              <a:buSzPts val="1400"/>
              <a:buNone/>
              <a:defRPr/>
            </a:lvl8pPr>
            <a:lvl9pPr lvl="8" algn="l">
              <a:lnSpc>
                <a:spcPct val="101000"/>
              </a:lnSpc>
              <a:spcBef>
                <a:spcPts val="0"/>
              </a:spcBef>
              <a:spcAft>
                <a:spcPts val="0"/>
              </a:spcAft>
              <a:buSzPts val="1400"/>
              <a:buNone/>
              <a:defRPr/>
            </a:lvl9pPr>
          </a:lstStyle>
          <a:p/>
        </p:txBody>
      </p:sp>
      <p:sp>
        <p:nvSpPr>
          <p:cNvPr id="34" name="Google Shape;34;p107"/>
          <p:cNvSpPr txBox="1"/>
          <p:nvPr>
            <p:ph idx="1" type="body"/>
          </p:nvPr>
        </p:nvSpPr>
        <p:spPr>
          <a:xfrm rot="5400000">
            <a:off x="2846387" y="-574675"/>
            <a:ext cx="4383087" cy="9069387"/>
          </a:xfrm>
          <a:prstGeom prst="rect">
            <a:avLst/>
          </a:prstGeom>
          <a:noFill/>
          <a:ln>
            <a:noFill/>
          </a:ln>
        </p:spPr>
        <p:txBody>
          <a:bodyPr anchorCtr="0" anchor="t" bIns="0" lIns="0" spcFirstLastPara="1" rIns="0" wrap="square" tIns="0">
            <a:noAutofit/>
          </a:bodyPr>
          <a:lstStyle>
            <a:lvl1pPr indent="-228600" lvl="0" marL="457200" algn="l">
              <a:lnSpc>
                <a:spcPct val="101000"/>
              </a:lnSpc>
              <a:spcBef>
                <a:spcPts val="0"/>
              </a:spcBef>
              <a:spcAft>
                <a:spcPts val="0"/>
              </a:spcAft>
              <a:buSzPts val="1400"/>
              <a:buNone/>
              <a:defRPr/>
            </a:lvl1pPr>
            <a:lvl2pPr indent="-228600" lvl="1" marL="914400" algn="l">
              <a:lnSpc>
                <a:spcPct val="101000"/>
              </a:lnSpc>
              <a:spcBef>
                <a:spcPts val="1425"/>
              </a:spcBef>
              <a:spcAft>
                <a:spcPts val="0"/>
              </a:spcAft>
              <a:buSzPts val="1400"/>
              <a:buNone/>
              <a:defRPr/>
            </a:lvl2pPr>
            <a:lvl3pPr indent="-228600" lvl="2" marL="1371600" algn="l">
              <a:lnSpc>
                <a:spcPct val="101000"/>
              </a:lnSpc>
              <a:spcBef>
                <a:spcPts val="1138"/>
              </a:spcBef>
              <a:spcAft>
                <a:spcPts val="0"/>
              </a:spcAft>
              <a:buSzPts val="1400"/>
              <a:buNone/>
              <a:defRPr/>
            </a:lvl3pPr>
            <a:lvl4pPr indent="-228600" lvl="3" marL="1828800" algn="l">
              <a:lnSpc>
                <a:spcPct val="101000"/>
              </a:lnSpc>
              <a:spcBef>
                <a:spcPts val="850"/>
              </a:spcBef>
              <a:spcAft>
                <a:spcPts val="0"/>
              </a:spcAft>
              <a:buSzPts val="1400"/>
              <a:buNone/>
              <a:defRPr/>
            </a:lvl4pPr>
            <a:lvl5pPr indent="-228600" lvl="4" marL="2286000" algn="l">
              <a:lnSpc>
                <a:spcPct val="101000"/>
              </a:lnSpc>
              <a:spcBef>
                <a:spcPts val="575"/>
              </a:spcBef>
              <a:spcAft>
                <a:spcPts val="0"/>
              </a:spcAft>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 name="Google Shape;35;p107"/>
          <p:cNvSpPr txBox="1"/>
          <p:nvPr>
            <p:ph idx="10" type="dt"/>
          </p:nvPr>
        </p:nvSpPr>
        <p:spPr>
          <a:xfrm>
            <a:off x="503237" y="6886575"/>
            <a:ext cx="2346325" cy="519112"/>
          </a:xfrm>
          <a:prstGeom prst="rect">
            <a:avLst/>
          </a:prstGeom>
          <a:noFill/>
          <a:ln>
            <a:noFill/>
          </a:ln>
        </p:spPr>
        <p:txBody>
          <a:bodyPr anchorCtr="0" anchor="t" bIns="0" lIns="0" spcFirstLastPara="1" rIns="0" wrap="square" tIns="0">
            <a:noAutofit/>
          </a:bodyPr>
          <a:lstStyle>
            <a:lvl1pPr lvl="0" algn="l">
              <a:lnSpc>
                <a:spcPct val="93000"/>
              </a:lnSpc>
              <a:spcBef>
                <a:spcPts val="0"/>
              </a:spcBef>
              <a:spcAft>
                <a:spcPts val="0"/>
              </a:spcAft>
              <a:buSzPts val="1400"/>
              <a:buNone/>
              <a:defRPr sz="1400">
                <a:solidFill>
                  <a:srgbClr val="000000"/>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107"/>
          <p:cNvSpPr txBox="1"/>
          <p:nvPr>
            <p:ph idx="11" type="ftr"/>
          </p:nvPr>
        </p:nvSpPr>
        <p:spPr>
          <a:xfrm>
            <a:off x="3448050" y="6886575"/>
            <a:ext cx="3194050" cy="519112"/>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107"/>
          <p:cNvSpPr txBox="1"/>
          <p:nvPr>
            <p:ph idx="12" type="sldNum"/>
          </p:nvPr>
        </p:nvSpPr>
        <p:spPr>
          <a:xfrm>
            <a:off x="7227887" y="6886575"/>
            <a:ext cx="2346325" cy="519112"/>
          </a:xfrm>
          <a:prstGeom prst="rect">
            <a:avLst/>
          </a:prstGeom>
          <a:noFill/>
          <a:ln>
            <a:noFill/>
          </a:ln>
        </p:spPr>
        <p:txBody>
          <a:bodyPr anchorCtr="0" anchor="t" bIns="0" lIns="0" spcFirstLastPara="1" rIns="0" wrap="square" tIns="0">
            <a:noAutofit/>
          </a:bodyPr>
          <a:lstStyle>
            <a:lvl1pPr indent="0" lvl="0" marL="0" marR="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1pPr>
            <a:lvl2pPr indent="0" lvl="1" marL="0" marR="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2pPr>
            <a:lvl3pPr indent="0" lvl="2" marL="0" marR="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3pPr>
            <a:lvl4pPr indent="0" lvl="3" marL="0" marR="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4pPr>
            <a:lvl5pPr indent="0" lvl="4" marL="0" marR="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5pPr>
            <a:lvl6pPr indent="0" lvl="5" marL="0" marR="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6pPr>
            <a:lvl7pPr indent="0" lvl="6" marL="0" marR="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7pPr>
            <a:lvl8pPr indent="0" lvl="7" marL="0" marR="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8pPr>
            <a:lvl9pPr indent="0" lvl="8" marL="0" marR="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38" name="Shape 38"/>
        <p:cNvGrpSpPr/>
        <p:nvPr/>
      </p:nvGrpSpPr>
      <p:grpSpPr>
        <a:xfrm>
          <a:off x="0" y="0"/>
          <a:ext cx="0" cy="0"/>
          <a:chOff x="0" y="0"/>
          <a:chExt cx="0" cy="0"/>
        </a:xfrm>
      </p:grpSpPr>
      <p:sp>
        <p:nvSpPr>
          <p:cNvPr id="39" name="Google Shape;39;p108"/>
          <p:cNvSpPr txBox="1"/>
          <p:nvPr>
            <p:ph type="title"/>
          </p:nvPr>
        </p:nvSpPr>
        <p:spPr>
          <a:xfrm>
            <a:off x="693738" y="503238"/>
            <a:ext cx="3251200" cy="1765300"/>
          </a:xfrm>
          <a:prstGeom prst="rect">
            <a:avLst/>
          </a:prstGeom>
          <a:noFill/>
          <a:ln>
            <a:noFill/>
          </a:ln>
        </p:spPr>
        <p:txBody>
          <a:bodyPr anchorCtr="0" anchor="b" bIns="0" lIns="0" spcFirstLastPara="1" rIns="0" wrap="square" tIns="0">
            <a:noAutofit/>
          </a:bodyPr>
          <a:lstStyle>
            <a:lvl1pPr lvl="0" algn="l">
              <a:lnSpc>
                <a:spcPct val="101000"/>
              </a:lnSpc>
              <a:spcBef>
                <a:spcPts val="0"/>
              </a:spcBef>
              <a:spcAft>
                <a:spcPts val="0"/>
              </a:spcAft>
              <a:buSzPts val="1400"/>
              <a:buNone/>
              <a:defRPr sz="3200"/>
            </a:lvl1pPr>
            <a:lvl2pPr lvl="1" algn="l">
              <a:lnSpc>
                <a:spcPct val="101000"/>
              </a:lnSpc>
              <a:spcBef>
                <a:spcPts val="0"/>
              </a:spcBef>
              <a:spcAft>
                <a:spcPts val="0"/>
              </a:spcAft>
              <a:buSzPts val="1400"/>
              <a:buNone/>
              <a:defRPr/>
            </a:lvl2pPr>
            <a:lvl3pPr lvl="2" algn="l">
              <a:lnSpc>
                <a:spcPct val="101000"/>
              </a:lnSpc>
              <a:spcBef>
                <a:spcPts val="0"/>
              </a:spcBef>
              <a:spcAft>
                <a:spcPts val="0"/>
              </a:spcAft>
              <a:buSzPts val="1400"/>
              <a:buNone/>
              <a:defRPr/>
            </a:lvl3pPr>
            <a:lvl4pPr lvl="3" algn="l">
              <a:lnSpc>
                <a:spcPct val="101000"/>
              </a:lnSpc>
              <a:spcBef>
                <a:spcPts val="0"/>
              </a:spcBef>
              <a:spcAft>
                <a:spcPts val="0"/>
              </a:spcAft>
              <a:buSzPts val="1400"/>
              <a:buNone/>
              <a:defRPr/>
            </a:lvl4pPr>
            <a:lvl5pPr lvl="4" algn="l">
              <a:lnSpc>
                <a:spcPct val="101000"/>
              </a:lnSpc>
              <a:spcBef>
                <a:spcPts val="0"/>
              </a:spcBef>
              <a:spcAft>
                <a:spcPts val="0"/>
              </a:spcAft>
              <a:buSzPts val="1400"/>
              <a:buNone/>
              <a:defRPr/>
            </a:lvl5pPr>
            <a:lvl6pPr lvl="5" algn="l">
              <a:lnSpc>
                <a:spcPct val="101000"/>
              </a:lnSpc>
              <a:spcBef>
                <a:spcPts val="0"/>
              </a:spcBef>
              <a:spcAft>
                <a:spcPts val="0"/>
              </a:spcAft>
              <a:buSzPts val="1400"/>
              <a:buNone/>
              <a:defRPr/>
            </a:lvl6pPr>
            <a:lvl7pPr lvl="6" algn="l">
              <a:lnSpc>
                <a:spcPct val="101000"/>
              </a:lnSpc>
              <a:spcBef>
                <a:spcPts val="0"/>
              </a:spcBef>
              <a:spcAft>
                <a:spcPts val="0"/>
              </a:spcAft>
              <a:buSzPts val="1400"/>
              <a:buNone/>
              <a:defRPr/>
            </a:lvl7pPr>
            <a:lvl8pPr lvl="7" algn="l">
              <a:lnSpc>
                <a:spcPct val="101000"/>
              </a:lnSpc>
              <a:spcBef>
                <a:spcPts val="0"/>
              </a:spcBef>
              <a:spcAft>
                <a:spcPts val="0"/>
              </a:spcAft>
              <a:buSzPts val="1400"/>
              <a:buNone/>
              <a:defRPr/>
            </a:lvl8pPr>
            <a:lvl9pPr lvl="8" algn="l">
              <a:lnSpc>
                <a:spcPct val="101000"/>
              </a:lnSpc>
              <a:spcBef>
                <a:spcPts val="0"/>
              </a:spcBef>
              <a:spcAft>
                <a:spcPts val="0"/>
              </a:spcAft>
              <a:buSzPts val="1400"/>
              <a:buNone/>
              <a:defRPr/>
            </a:lvl9pPr>
          </a:lstStyle>
          <a:p/>
        </p:txBody>
      </p:sp>
      <p:sp>
        <p:nvSpPr>
          <p:cNvPr id="40" name="Google Shape;40;p108"/>
          <p:cNvSpPr/>
          <p:nvPr>
            <p:ph idx="2" type="pic"/>
          </p:nvPr>
        </p:nvSpPr>
        <p:spPr>
          <a:xfrm>
            <a:off x="4286250" y="1089025"/>
            <a:ext cx="5102225" cy="5372100"/>
          </a:xfrm>
          <a:prstGeom prst="rect">
            <a:avLst/>
          </a:prstGeom>
          <a:noFill/>
          <a:ln>
            <a:noFill/>
          </a:ln>
        </p:spPr>
        <p:txBody>
          <a:bodyPr anchorCtr="0" anchor="t" bIns="0" lIns="0" spcFirstLastPara="1" rIns="0" wrap="square" tIns="0">
            <a:noAutofit/>
          </a:bodyPr>
          <a:lstStyle>
            <a:lvl1pPr lvl="0" marR="0" rtl="0" algn="l">
              <a:lnSpc>
                <a:spcPct val="101000"/>
              </a:lnSpc>
              <a:spcBef>
                <a:spcPts val="0"/>
              </a:spcBef>
              <a:spcAft>
                <a:spcPts val="0"/>
              </a:spcAft>
              <a:buClr>
                <a:srgbClr val="000000"/>
              </a:buClr>
              <a:buSzPts val="3200"/>
              <a:buFont typeface="Times New Roman"/>
              <a:buNone/>
              <a:defRPr b="0" i="0" sz="3200" u="none" cap="none" strike="noStrike">
                <a:solidFill>
                  <a:srgbClr val="000000"/>
                </a:solidFill>
                <a:latin typeface="Arial"/>
                <a:ea typeface="Arial"/>
                <a:cs typeface="Arial"/>
                <a:sym typeface="Arial"/>
              </a:defRPr>
            </a:lvl1pPr>
            <a:lvl2pPr lvl="1" marR="0" rtl="0" algn="l">
              <a:lnSpc>
                <a:spcPct val="101000"/>
              </a:lnSpc>
              <a:spcBef>
                <a:spcPts val="1425"/>
              </a:spcBef>
              <a:spcAft>
                <a:spcPts val="0"/>
              </a:spcAft>
              <a:buClr>
                <a:srgbClr val="000000"/>
              </a:buClr>
              <a:buSzPts val="2800"/>
              <a:buFont typeface="Times New Roman"/>
              <a:buNone/>
              <a:defRPr b="0" i="0" sz="2800" u="none" cap="none" strike="noStrike">
                <a:solidFill>
                  <a:srgbClr val="000000"/>
                </a:solidFill>
                <a:latin typeface="Arial"/>
                <a:ea typeface="Arial"/>
                <a:cs typeface="Arial"/>
                <a:sym typeface="Arial"/>
              </a:defRPr>
            </a:lvl2pPr>
            <a:lvl3pPr lvl="2" marR="0" rtl="0" algn="l">
              <a:lnSpc>
                <a:spcPct val="101000"/>
              </a:lnSpc>
              <a:spcBef>
                <a:spcPts val="1138"/>
              </a:spcBef>
              <a:spcAft>
                <a:spcPts val="0"/>
              </a:spcAft>
              <a:buClr>
                <a:srgbClr val="000000"/>
              </a:buClr>
              <a:buSzPts val="2400"/>
              <a:buFont typeface="Times New Roman"/>
              <a:buNone/>
              <a:defRPr b="0" i="0" sz="2400" u="none" cap="none" strike="noStrike">
                <a:solidFill>
                  <a:srgbClr val="000000"/>
                </a:solidFill>
                <a:latin typeface="Arial"/>
                <a:ea typeface="Arial"/>
                <a:cs typeface="Arial"/>
                <a:sym typeface="Arial"/>
              </a:defRPr>
            </a:lvl3pPr>
            <a:lvl4pPr lvl="3" marR="0" rtl="0" algn="l">
              <a:lnSpc>
                <a:spcPct val="101000"/>
              </a:lnSpc>
              <a:spcBef>
                <a:spcPts val="850"/>
              </a:spcBef>
              <a:spcAft>
                <a:spcPts val="0"/>
              </a:spcAft>
              <a:buClr>
                <a:srgbClr val="000000"/>
              </a:buClr>
              <a:buSzPts val="2000"/>
              <a:buFont typeface="Times New Roman"/>
              <a:buNone/>
              <a:defRPr b="0" i="0" sz="2000" u="none" cap="none" strike="noStrike">
                <a:solidFill>
                  <a:srgbClr val="000000"/>
                </a:solidFill>
                <a:latin typeface="Arial"/>
                <a:ea typeface="Arial"/>
                <a:cs typeface="Arial"/>
                <a:sym typeface="Arial"/>
              </a:defRPr>
            </a:lvl4pPr>
            <a:lvl5pPr lvl="4" marR="0" rtl="0" algn="l">
              <a:lnSpc>
                <a:spcPct val="101000"/>
              </a:lnSpc>
              <a:spcBef>
                <a:spcPts val="575"/>
              </a:spcBef>
              <a:spcAft>
                <a:spcPts val="0"/>
              </a:spcAft>
              <a:buClr>
                <a:srgbClr val="000000"/>
              </a:buClr>
              <a:buSzPts val="2000"/>
              <a:buFont typeface="Times New Roman"/>
              <a:buNone/>
              <a:defRPr b="0" i="0" sz="2000" u="none" cap="none" strike="noStrike">
                <a:solidFill>
                  <a:srgbClr val="000000"/>
                </a:solidFill>
                <a:latin typeface="Arial"/>
                <a:ea typeface="Arial"/>
                <a:cs typeface="Arial"/>
                <a:sym typeface="Arial"/>
              </a:defRPr>
            </a:lvl5pPr>
            <a:lvl6pPr lvl="5"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9pPr>
          </a:lstStyle>
          <a:p/>
        </p:txBody>
      </p:sp>
      <p:sp>
        <p:nvSpPr>
          <p:cNvPr id="41" name="Google Shape;41;p108"/>
          <p:cNvSpPr txBox="1"/>
          <p:nvPr>
            <p:ph idx="1" type="body"/>
          </p:nvPr>
        </p:nvSpPr>
        <p:spPr>
          <a:xfrm>
            <a:off x="693738" y="2268538"/>
            <a:ext cx="3251200" cy="4200525"/>
          </a:xfrm>
          <a:prstGeom prst="rect">
            <a:avLst/>
          </a:prstGeom>
          <a:noFill/>
          <a:ln>
            <a:noFill/>
          </a:ln>
        </p:spPr>
        <p:txBody>
          <a:bodyPr anchorCtr="0" anchor="t" bIns="0" lIns="0" spcFirstLastPara="1" rIns="0" wrap="square" tIns="0">
            <a:noAutofit/>
          </a:bodyPr>
          <a:lstStyle>
            <a:lvl1pPr indent="-228600" lvl="0" marL="457200" algn="l">
              <a:lnSpc>
                <a:spcPct val="101000"/>
              </a:lnSpc>
              <a:spcBef>
                <a:spcPts val="0"/>
              </a:spcBef>
              <a:spcAft>
                <a:spcPts val="0"/>
              </a:spcAft>
              <a:buSzPts val="1600"/>
              <a:buNone/>
              <a:defRPr sz="1600"/>
            </a:lvl1pPr>
            <a:lvl2pPr indent="-228600" lvl="1" marL="914400" algn="l">
              <a:lnSpc>
                <a:spcPct val="101000"/>
              </a:lnSpc>
              <a:spcBef>
                <a:spcPts val="1425"/>
              </a:spcBef>
              <a:spcAft>
                <a:spcPts val="0"/>
              </a:spcAft>
              <a:buSzPts val="1400"/>
              <a:buNone/>
              <a:defRPr sz="1400"/>
            </a:lvl2pPr>
            <a:lvl3pPr indent="-228600" lvl="2" marL="1371600" algn="l">
              <a:lnSpc>
                <a:spcPct val="101000"/>
              </a:lnSpc>
              <a:spcBef>
                <a:spcPts val="1138"/>
              </a:spcBef>
              <a:spcAft>
                <a:spcPts val="0"/>
              </a:spcAft>
              <a:buSzPts val="1200"/>
              <a:buNone/>
              <a:defRPr sz="1200"/>
            </a:lvl3pPr>
            <a:lvl4pPr indent="-228600" lvl="3" marL="1828800" algn="l">
              <a:lnSpc>
                <a:spcPct val="101000"/>
              </a:lnSpc>
              <a:spcBef>
                <a:spcPts val="850"/>
              </a:spcBef>
              <a:spcAft>
                <a:spcPts val="0"/>
              </a:spcAft>
              <a:buSzPts val="1000"/>
              <a:buNone/>
              <a:defRPr sz="1000"/>
            </a:lvl4pPr>
            <a:lvl5pPr indent="-228600" lvl="4" marL="2286000" algn="l">
              <a:lnSpc>
                <a:spcPct val="101000"/>
              </a:lnSpc>
              <a:spcBef>
                <a:spcPts val="575"/>
              </a:spcBef>
              <a:spcAft>
                <a:spcPts val="0"/>
              </a:spcAft>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42" name="Google Shape;42;p108"/>
          <p:cNvSpPr txBox="1"/>
          <p:nvPr>
            <p:ph idx="10" type="dt"/>
          </p:nvPr>
        </p:nvSpPr>
        <p:spPr>
          <a:xfrm>
            <a:off x="503237" y="6886575"/>
            <a:ext cx="2346325" cy="519112"/>
          </a:xfrm>
          <a:prstGeom prst="rect">
            <a:avLst/>
          </a:prstGeom>
          <a:noFill/>
          <a:ln>
            <a:noFill/>
          </a:ln>
        </p:spPr>
        <p:txBody>
          <a:bodyPr anchorCtr="0" anchor="t" bIns="0" lIns="0" spcFirstLastPara="1" rIns="0" wrap="square" tIns="0">
            <a:noAutofit/>
          </a:bodyPr>
          <a:lstStyle>
            <a:lvl1pPr lvl="0" algn="l">
              <a:lnSpc>
                <a:spcPct val="93000"/>
              </a:lnSpc>
              <a:spcBef>
                <a:spcPts val="0"/>
              </a:spcBef>
              <a:spcAft>
                <a:spcPts val="0"/>
              </a:spcAft>
              <a:buSzPts val="1400"/>
              <a:buNone/>
              <a:defRPr sz="1400">
                <a:solidFill>
                  <a:srgbClr val="000000"/>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108"/>
          <p:cNvSpPr txBox="1"/>
          <p:nvPr>
            <p:ph idx="11" type="ftr"/>
          </p:nvPr>
        </p:nvSpPr>
        <p:spPr>
          <a:xfrm>
            <a:off x="3448050" y="6886575"/>
            <a:ext cx="3194050" cy="519112"/>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08"/>
          <p:cNvSpPr txBox="1"/>
          <p:nvPr>
            <p:ph idx="12" type="sldNum"/>
          </p:nvPr>
        </p:nvSpPr>
        <p:spPr>
          <a:xfrm>
            <a:off x="7227887" y="6886575"/>
            <a:ext cx="2346325" cy="519112"/>
          </a:xfrm>
          <a:prstGeom prst="rect">
            <a:avLst/>
          </a:prstGeom>
          <a:noFill/>
          <a:ln>
            <a:noFill/>
          </a:ln>
        </p:spPr>
        <p:txBody>
          <a:bodyPr anchorCtr="0" anchor="t" bIns="0" lIns="0" spcFirstLastPara="1" rIns="0" wrap="square" tIns="0">
            <a:noAutofit/>
          </a:bodyPr>
          <a:lstStyle>
            <a:lvl1pPr indent="0" lvl="0" marL="0" marR="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1pPr>
            <a:lvl2pPr indent="0" lvl="1" marL="0" marR="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2pPr>
            <a:lvl3pPr indent="0" lvl="2" marL="0" marR="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3pPr>
            <a:lvl4pPr indent="0" lvl="3" marL="0" marR="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4pPr>
            <a:lvl5pPr indent="0" lvl="4" marL="0" marR="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5pPr>
            <a:lvl6pPr indent="0" lvl="5" marL="0" marR="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6pPr>
            <a:lvl7pPr indent="0" lvl="6" marL="0" marR="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7pPr>
            <a:lvl8pPr indent="0" lvl="7" marL="0" marR="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8pPr>
            <a:lvl9pPr indent="0" lvl="8" marL="0" marR="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5" name="Shape 45"/>
        <p:cNvGrpSpPr/>
        <p:nvPr/>
      </p:nvGrpSpPr>
      <p:grpSpPr>
        <a:xfrm>
          <a:off x="0" y="0"/>
          <a:ext cx="0" cy="0"/>
          <a:chOff x="0" y="0"/>
          <a:chExt cx="0" cy="0"/>
        </a:xfrm>
      </p:grpSpPr>
      <p:sp>
        <p:nvSpPr>
          <p:cNvPr id="46" name="Google Shape;46;p109"/>
          <p:cNvSpPr txBox="1"/>
          <p:nvPr>
            <p:ph type="title"/>
          </p:nvPr>
        </p:nvSpPr>
        <p:spPr>
          <a:xfrm>
            <a:off x="693738" y="503238"/>
            <a:ext cx="3251200" cy="1765300"/>
          </a:xfrm>
          <a:prstGeom prst="rect">
            <a:avLst/>
          </a:prstGeom>
          <a:noFill/>
          <a:ln>
            <a:noFill/>
          </a:ln>
        </p:spPr>
        <p:txBody>
          <a:bodyPr anchorCtr="0" anchor="b" bIns="0" lIns="0" spcFirstLastPara="1" rIns="0" wrap="square" tIns="0">
            <a:noAutofit/>
          </a:bodyPr>
          <a:lstStyle>
            <a:lvl1pPr lvl="0" algn="l">
              <a:lnSpc>
                <a:spcPct val="101000"/>
              </a:lnSpc>
              <a:spcBef>
                <a:spcPts val="0"/>
              </a:spcBef>
              <a:spcAft>
                <a:spcPts val="0"/>
              </a:spcAft>
              <a:buSzPts val="1400"/>
              <a:buNone/>
              <a:defRPr sz="3200"/>
            </a:lvl1pPr>
            <a:lvl2pPr lvl="1" algn="l">
              <a:lnSpc>
                <a:spcPct val="101000"/>
              </a:lnSpc>
              <a:spcBef>
                <a:spcPts val="0"/>
              </a:spcBef>
              <a:spcAft>
                <a:spcPts val="0"/>
              </a:spcAft>
              <a:buSzPts val="1400"/>
              <a:buNone/>
              <a:defRPr/>
            </a:lvl2pPr>
            <a:lvl3pPr lvl="2" algn="l">
              <a:lnSpc>
                <a:spcPct val="101000"/>
              </a:lnSpc>
              <a:spcBef>
                <a:spcPts val="0"/>
              </a:spcBef>
              <a:spcAft>
                <a:spcPts val="0"/>
              </a:spcAft>
              <a:buSzPts val="1400"/>
              <a:buNone/>
              <a:defRPr/>
            </a:lvl3pPr>
            <a:lvl4pPr lvl="3" algn="l">
              <a:lnSpc>
                <a:spcPct val="101000"/>
              </a:lnSpc>
              <a:spcBef>
                <a:spcPts val="0"/>
              </a:spcBef>
              <a:spcAft>
                <a:spcPts val="0"/>
              </a:spcAft>
              <a:buSzPts val="1400"/>
              <a:buNone/>
              <a:defRPr/>
            </a:lvl4pPr>
            <a:lvl5pPr lvl="4" algn="l">
              <a:lnSpc>
                <a:spcPct val="101000"/>
              </a:lnSpc>
              <a:spcBef>
                <a:spcPts val="0"/>
              </a:spcBef>
              <a:spcAft>
                <a:spcPts val="0"/>
              </a:spcAft>
              <a:buSzPts val="1400"/>
              <a:buNone/>
              <a:defRPr/>
            </a:lvl5pPr>
            <a:lvl6pPr lvl="5" algn="l">
              <a:lnSpc>
                <a:spcPct val="101000"/>
              </a:lnSpc>
              <a:spcBef>
                <a:spcPts val="0"/>
              </a:spcBef>
              <a:spcAft>
                <a:spcPts val="0"/>
              </a:spcAft>
              <a:buSzPts val="1400"/>
              <a:buNone/>
              <a:defRPr/>
            </a:lvl6pPr>
            <a:lvl7pPr lvl="6" algn="l">
              <a:lnSpc>
                <a:spcPct val="101000"/>
              </a:lnSpc>
              <a:spcBef>
                <a:spcPts val="0"/>
              </a:spcBef>
              <a:spcAft>
                <a:spcPts val="0"/>
              </a:spcAft>
              <a:buSzPts val="1400"/>
              <a:buNone/>
              <a:defRPr/>
            </a:lvl7pPr>
            <a:lvl8pPr lvl="7" algn="l">
              <a:lnSpc>
                <a:spcPct val="101000"/>
              </a:lnSpc>
              <a:spcBef>
                <a:spcPts val="0"/>
              </a:spcBef>
              <a:spcAft>
                <a:spcPts val="0"/>
              </a:spcAft>
              <a:buSzPts val="1400"/>
              <a:buNone/>
              <a:defRPr/>
            </a:lvl8pPr>
            <a:lvl9pPr lvl="8" algn="l">
              <a:lnSpc>
                <a:spcPct val="101000"/>
              </a:lnSpc>
              <a:spcBef>
                <a:spcPts val="0"/>
              </a:spcBef>
              <a:spcAft>
                <a:spcPts val="0"/>
              </a:spcAft>
              <a:buSzPts val="1400"/>
              <a:buNone/>
              <a:defRPr/>
            </a:lvl9pPr>
          </a:lstStyle>
          <a:p/>
        </p:txBody>
      </p:sp>
      <p:sp>
        <p:nvSpPr>
          <p:cNvPr id="47" name="Google Shape;47;p109"/>
          <p:cNvSpPr txBox="1"/>
          <p:nvPr>
            <p:ph idx="1" type="body"/>
          </p:nvPr>
        </p:nvSpPr>
        <p:spPr>
          <a:xfrm>
            <a:off x="4286250" y="1089025"/>
            <a:ext cx="5102225" cy="5372100"/>
          </a:xfrm>
          <a:prstGeom prst="rect">
            <a:avLst/>
          </a:prstGeom>
          <a:noFill/>
          <a:ln>
            <a:noFill/>
          </a:ln>
        </p:spPr>
        <p:txBody>
          <a:bodyPr anchorCtr="0" anchor="t" bIns="0" lIns="0" spcFirstLastPara="1" rIns="0" wrap="square" tIns="0">
            <a:noAutofit/>
          </a:bodyPr>
          <a:lstStyle>
            <a:lvl1pPr indent="-228600" lvl="0" marL="457200" algn="l">
              <a:lnSpc>
                <a:spcPct val="101000"/>
              </a:lnSpc>
              <a:spcBef>
                <a:spcPts val="0"/>
              </a:spcBef>
              <a:spcAft>
                <a:spcPts val="0"/>
              </a:spcAft>
              <a:buSzPts val="1400"/>
              <a:buNone/>
              <a:defRPr sz="3200"/>
            </a:lvl1pPr>
            <a:lvl2pPr indent="-228600" lvl="1" marL="914400" algn="l">
              <a:lnSpc>
                <a:spcPct val="101000"/>
              </a:lnSpc>
              <a:spcBef>
                <a:spcPts val="1425"/>
              </a:spcBef>
              <a:spcAft>
                <a:spcPts val="0"/>
              </a:spcAft>
              <a:buSzPts val="1400"/>
              <a:buNone/>
              <a:defRPr sz="2800"/>
            </a:lvl2pPr>
            <a:lvl3pPr indent="-228600" lvl="2" marL="1371600" algn="l">
              <a:lnSpc>
                <a:spcPct val="101000"/>
              </a:lnSpc>
              <a:spcBef>
                <a:spcPts val="1138"/>
              </a:spcBef>
              <a:spcAft>
                <a:spcPts val="0"/>
              </a:spcAft>
              <a:buSzPts val="1400"/>
              <a:buNone/>
              <a:defRPr sz="2400"/>
            </a:lvl3pPr>
            <a:lvl4pPr indent="-228600" lvl="3" marL="1828800" algn="l">
              <a:lnSpc>
                <a:spcPct val="101000"/>
              </a:lnSpc>
              <a:spcBef>
                <a:spcPts val="850"/>
              </a:spcBef>
              <a:spcAft>
                <a:spcPts val="0"/>
              </a:spcAft>
              <a:buSzPts val="1400"/>
              <a:buNone/>
              <a:defRPr sz="2000"/>
            </a:lvl4pPr>
            <a:lvl5pPr indent="-228600" lvl="4" marL="2286000" algn="l">
              <a:lnSpc>
                <a:spcPct val="101000"/>
              </a:lnSpc>
              <a:spcBef>
                <a:spcPts val="575"/>
              </a:spcBef>
              <a:spcAft>
                <a:spcPts val="0"/>
              </a:spcAft>
              <a:buSzPts val="1400"/>
              <a:buNone/>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48" name="Google Shape;48;p109"/>
          <p:cNvSpPr txBox="1"/>
          <p:nvPr>
            <p:ph idx="2" type="body"/>
          </p:nvPr>
        </p:nvSpPr>
        <p:spPr>
          <a:xfrm>
            <a:off x="693738" y="2268538"/>
            <a:ext cx="3251200" cy="4200525"/>
          </a:xfrm>
          <a:prstGeom prst="rect">
            <a:avLst/>
          </a:prstGeom>
          <a:noFill/>
          <a:ln>
            <a:noFill/>
          </a:ln>
        </p:spPr>
        <p:txBody>
          <a:bodyPr anchorCtr="0" anchor="t" bIns="0" lIns="0" spcFirstLastPara="1" rIns="0" wrap="square" tIns="0">
            <a:noAutofit/>
          </a:bodyPr>
          <a:lstStyle>
            <a:lvl1pPr indent="-228600" lvl="0" marL="457200" algn="l">
              <a:lnSpc>
                <a:spcPct val="101000"/>
              </a:lnSpc>
              <a:spcBef>
                <a:spcPts val="0"/>
              </a:spcBef>
              <a:spcAft>
                <a:spcPts val="0"/>
              </a:spcAft>
              <a:buSzPts val="1600"/>
              <a:buNone/>
              <a:defRPr sz="1600"/>
            </a:lvl1pPr>
            <a:lvl2pPr indent="-228600" lvl="1" marL="914400" algn="l">
              <a:lnSpc>
                <a:spcPct val="101000"/>
              </a:lnSpc>
              <a:spcBef>
                <a:spcPts val="1425"/>
              </a:spcBef>
              <a:spcAft>
                <a:spcPts val="0"/>
              </a:spcAft>
              <a:buSzPts val="1400"/>
              <a:buNone/>
              <a:defRPr sz="1400"/>
            </a:lvl2pPr>
            <a:lvl3pPr indent="-228600" lvl="2" marL="1371600" algn="l">
              <a:lnSpc>
                <a:spcPct val="101000"/>
              </a:lnSpc>
              <a:spcBef>
                <a:spcPts val="1138"/>
              </a:spcBef>
              <a:spcAft>
                <a:spcPts val="0"/>
              </a:spcAft>
              <a:buSzPts val="1200"/>
              <a:buNone/>
              <a:defRPr sz="1200"/>
            </a:lvl3pPr>
            <a:lvl4pPr indent="-228600" lvl="3" marL="1828800" algn="l">
              <a:lnSpc>
                <a:spcPct val="101000"/>
              </a:lnSpc>
              <a:spcBef>
                <a:spcPts val="850"/>
              </a:spcBef>
              <a:spcAft>
                <a:spcPts val="0"/>
              </a:spcAft>
              <a:buSzPts val="1000"/>
              <a:buNone/>
              <a:defRPr sz="1000"/>
            </a:lvl4pPr>
            <a:lvl5pPr indent="-228600" lvl="4" marL="2286000" algn="l">
              <a:lnSpc>
                <a:spcPct val="101000"/>
              </a:lnSpc>
              <a:spcBef>
                <a:spcPts val="575"/>
              </a:spcBef>
              <a:spcAft>
                <a:spcPts val="0"/>
              </a:spcAft>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49" name="Google Shape;49;p109"/>
          <p:cNvSpPr txBox="1"/>
          <p:nvPr>
            <p:ph idx="10" type="dt"/>
          </p:nvPr>
        </p:nvSpPr>
        <p:spPr>
          <a:xfrm>
            <a:off x="503237" y="6886575"/>
            <a:ext cx="2346325" cy="519112"/>
          </a:xfrm>
          <a:prstGeom prst="rect">
            <a:avLst/>
          </a:prstGeom>
          <a:noFill/>
          <a:ln>
            <a:noFill/>
          </a:ln>
        </p:spPr>
        <p:txBody>
          <a:bodyPr anchorCtr="0" anchor="t" bIns="0" lIns="0" spcFirstLastPara="1" rIns="0" wrap="square" tIns="0">
            <a:noAutofit/>
          </a:bodyPr>
          <a:lstStyle>
            <a:lvl1pPr lvl="0" algn="l">
              <a:lnSpc>
                <a:spcPct val="93000"/>
              </a:lnSpc>
              <a:spcBef>
                <a:spcPts val="0"/>
              </a:spcBef>
              <a:spcAft>
                <a:spcPts val="0"/>
              </a:spcAft>
              <a:buSzPts val="1400"/>
              <a:buNone/>
              <a:defRPr sz="1400">
                <a:solidFill>
                  <a:srgbClr val="000000"/>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109"/>
          <p:cNvSpPr txBox="1"/>
          <p:nvPr>
            <p:ph idx="11" type="ftr"/>
          </p:nvPr>
        </p:nvSpPr>
        <p:spPr>
          <a:xfrm>
            <a:off x="3448050" y="6886575"/>
            <a:ext cx="3194050" cy="519112"/>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09"/>
          <p:cNvSpPr txBox="1"/>
          <p:nvPr>
            <p:ph idx="12" type="sldNum"/>
          </p:nvPr>
        </p:nvSpPr>
        <p:spPr>
          <a:xfrm>
            <a:off x="7227887" y="6886575"/>
            <a:ext cx="2346325" cy="519112"/>
          </a:xfrm>
          <a:prstGeom prst="rect">
            <a:avLst/>
          </a:prstGeom>
          <a:noFill/>
          <a:ln>
            <a:noFill/>
          </a:ln>
        </p:spPr>
        <p:txBody>
          <a:bodyPr anchorCtr="0" anchor="t" bIns="0" lIns="0" spcFirstLastPara="1" rIns="0" wrap="square" tIns="0">
            <a:noAutofit/>
          </a:bodyPr>
          <a:lstStyle>
            <a:lvl1pPr indent="0" lvl="0" marL="0" marR="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1pPr>
            <a:lvl2pPr indent="0" lvl="1" marL="0" marR="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2pPr>
            <a:lvl3pPr indent="0" lvl="2" marL="0" marR="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3pPr>
            <a:lvl4pPr indent="0" lvl="3" marL="0" marR="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4pPr>
            <a:lvl5pPr indent="0" lvl="4" marL="0" marR="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5pPr>
            <a:lvl6pPr indent="0" lvl="5" marL="0" marR="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6pPr>
            <a:lvl7pPr indent="0" lvl="6" marL="0" marR="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7pPr>
            <a:lvl8pPr indent="0" lvl="7" marL="0" marR="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8pPr>
            <a:lvl9pPr indent="0" lvl="8" marL="0" marR="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110"/>
          <p:cNvSpPr txBox="1"/>
          <p:nvPr>
            <p:ph idx="10" type="dt"/>
          </p:nvPr>
        </p:nvSpPr>
        <p:spPr>
          <a:xfrm>
            <a:off x="503237" y="6886575"/>
            <a:ext cx="2346325" cy="519112"/>
          </a:xfrm>
          <a:prstGeom prst="rect">
            <a:avLst/>
          </a:prstGeom>
          <a:noFill/>
          <a:ln>
            <a:noFill/>
          </a:ln>
        </p:spPr>
        <p:txBody>
          <a:bodyPr anchorCtr="0" anchor="t" bIns="0" lIns="0" spcFirstLastPara="1" rIns="0" wrap="square" tIns="0">
            <a:noAutofit/>
          </a:bodyPr>
          <a:lstStyle>
            <a:lvl1pPr lvl="0" algn="l">
              <a:lnSpc>
                <a:spcPct val="93000"/>
              </a:lnSpc>
              <a:spcBef>
                <a:spcPts val="0"/>
              </a:spcBef>
              <a:spcAft>
                <a:spcPts val="0"/>
              </a:spcAft>
              <a:buSzPts val="1400"/>
              <a:buNone/>
              <a:defRPr sz="1400">
                <a:solidFill>
                  <a:srgbClr val="000000"/>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110"/>
          <p:cNvSpPr txBox="1"/>
          <p:nvPr>
            <p:ph idx="11" type="ftr"/>
          </p:nvPr>
        </p:nvSpPr>
        <p:spPr>
          <a:xfrm>
            <a:off x="3448050" y="6886575"/>
            <a:ext cx="3194050" cy="519112"/>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110"/>
          <p:cNvSpPr txBox="1"/>
          <p:nvPr>
            <p:ph idx="12" type="sldNum"/>
          </p:nvPr>
        </p:nvSpPr>
        <p:spPr>
          <a:xfrm>
            <a:off x="7227887" y="6886575"/>
            <a:ext cx="2346325" cy="519112"/>
          </a:xfrm>
          <a:prstGeom prst="rect">
            <a:avLst/>
          </a:prstGeom>
          <a:noFill/>
          <a:ln>
            <a:noFill/>
          </a:ln>
        </p:spPr>
        <p:txBody>
          <a:bodyPr anchorCtr="0" anchor="t" bIns="0" lIns="0" spcFirstLastPara="1" rIns="0" wrap="square" tIns="0">
            <a:noAutofit/>
          </a:bodyPr>
          <a:lstStyle>
            <a:lvl1pPr indent="0" lvl="0" marL="0" marR="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1pPr>
            <a:lvl2pPr indent="0" lvl="1" marL="0" marR="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2pPr>
            <a:lvl3pPr indent="0" lvl="2" marL="0" marR="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3pPr>
            <a:lvl4pPr indent="0" lvl="3" marL="0" marR="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4pPr>
            <a:lvl5pPr indent="0" lvl="4" marL="0" marR="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5pPr>
            <a:lvl6pPr indent="0" lvl="5" marL="0" marR="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6pPr>
            <a:lvl7pPr indent="0" lvl="6" marL="0" marR="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7pPr>
            <a:lvl8pPr indent="0" lvl="7" marL="0" marR="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8pPr>
            <a:lvl9pPr indent="0" lvl="8" marL="0" marR="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sp>
        <p:nvSpPr>
          <p:cNvPr id="57" name="Google Shape;57;p111"/>
          <p:cNvSpPr txBox="1"/>
          <p:nvPr>
            <p:ph type="title"/>
          </p:nvPr>
        </p:nvSpPr>
        <p:spPr>
          <a:xfrm>
            <a:off x="503237" y="301625"/>
            <a:ext cx="9069387" cy="1260475"/>
          </a:xfrm>
          <a:prstGeom prst="rect">
            <a:avLst/>
          </a:prstGeom>
          <a:noFill/>
          <a:ln>
            <a:noFill/>
          </a:ln>
        </p:spPr>
        <p:txBody>
          <a:bodyPr anchorCtr="0" anchor="ctr" bIns="0" lIns="0" spcFirstLastPara="1" rIns="0" wrap="square" tIns="0">
            <a:noAutofit/>
          </a:bodyPr>
          <a:lstStyle>
            <a:lvl1pPr lvl="0" algn="l">
              <a:lnSpc>
                <a:spcPct val="101000"/>
              </a:lnSpc>
              <a:spcBef>
                <a:spcPts val="0"/>
              </a:spcBef>
              <a:spcAft>
                <a:spcPts val="0"/>
              </a:spcAft>
              <a:buSzPts val="1400"/>
              <a:buNone/>
              <a:defRPr/>
            </a:lvl1pPr>
            <a:lvl2pPr lvl="1" algn="l">
              <a:lnSpc>
                <a:spcPct val="101000"/>
              </a:lnSpc>
              <a:spcBef>
                <a:spcPts val="0"/>
              </a:spcBef>
              <a:spcAft>
                <a:spcPts val="0"/>
              </a:spcAft>
              <a:buSzPts val="1400"/>
              <a:buNone/>
              <a:defRPr/>
            </a:lvl2pPr>
            <a:lvl3pPr lvl="2" algn="l">
              <a:lnSpc>
                <a:spcPct val="101000"/>
              </a:lnSpc>
              <a:spcBef>
                <a:spcPts val="0"/>
              </a:spcBef>
              <a:spcAft>
                <a:spcPts val="0"/>
              </a:spcAft>
              <a:buSzPts val="1400"/>
              <a:buNone/>
              <a:defRPr/>
            </a:lvl3pPr>
            <a:lvl4pPr lvl="3" algn="l">
              <a:lnSpc>
                <a:spcPct val="101000"/>
              </a:lnSpc>
              <a:spcBef>
                <a:spcPts val="0"/>
              </a:spcBef>
              <a:spcAft>
                <a:spcPts val="0"/>
              </a:spcAft>
              <a:buSzPts val="1400"/>
              <a:buNone/>
              <a:defRPr/>
            </a:lvl4pPr>
            <a:lvl5pPr lvl="4" algn="l">
              <a:lnSpc>
                <a:spcPct val="101000"/>
              </a:lnSpc>
              <a:spcBef>
                <a:spcPts val="0"/>
              </a:spcBef>
              <a:spcAft>
                <a:spcPts val="0"/>
              </a:spcAft>
              <a:buSzPts val="1400"/>
              <a:buNone/>
              <a:defRPr/>
            </a:lvl5pPr>
            <a:lvl6pPr lvl="5" algn="l">
              <a:lnSpc>
                <a:spcPct val="101000"/>
              </a:lnSpc>
              <a:spcBef>
                <a:spcPts val="0"/>
              </a:spcBef>
              <a:spcAft>
                <a:spcPts val="0"/>
              </a:spcAft>
              <a:buSzPts val="1400"/>
              <a:buNone/>
              <a:defRPr/>
            </a:lvl6pPr>
            <a:lvl7pPr lvl="6" algn="l">
              <a:lnSpc>
                <a:spcPct val="101000"/>
              </a:lnSpc>
              <a:spcBef>
                <a:spcPts val="0"/>
              </a:spcBef>
              <a:spcAft>
                <a:spcPts val="0"/>
              </a:spcAft>
              <a:buSzPts val="1400"/>
              <a:buNone/>
              <a:defRPr/>
            </a:lvl7pPr>
            <a:lvl8pPr lvl="7" algn="l">
              <a:lnSpc>
                <a:spcPct val="101000"/>
              </a:lnSpc>
              <a:spcBef>
                <a:spcPts val="0"/>
              </a:spcBef>
              <a:spcAft>
                <a:spcPts val="0"/>
              </a:spcAft>
              <a:buSzPts val="1400"/>
              <a:buNone/>
              <a:defRPr/>
            </a:lvl8pPr>
            <a:lvl9pPr lvl="8" algn="l">
              <a:lnSpc>
                <a:spcPct val="101000"/>
              </a:lnSpc>
              <a:spcBef>
                <a:spcPts val="0"/>
              </a:spcBef>
              <a:spcAft>
                <a:spcPts val="0"/>
              </a:spcAft>
              <a:buSzPts val="1400"/>
              <a:buNone/>
              <a:defRPr/>
            </a:lvl9pPr>
          </a:lstStyle>
          <a:p/>
        </p:txBody>
      </p:sp>
      <p:sp>
        <p:nvSpPr>
          <p:cNvPr id="58" name="Google Shape;58;p111"/>
          <p:cNvSpPr txBox="1"/>
          <p:nvPr>
            <p:ph idx="10" type="dt"/>
          </p:nvPr>
        </p:nvSpPr>
        <p:spPr>
          <a:xfrm>
            <a:off x="503237" y="6886575"/>
            <a:ext cx="2346325" cy="519112"/>
          </a:xfrm>
          <a:prstGeom prst="rect">
            <a:avLst/>
          </a:prstGeom>
          <a:noFill/>
          <a:ln>
            <a:noFill/>
          </a:ln>
        </p:spPr>
        <p:txBody>
          <a:bodyPr anchorCtr="0" anchor="t" bIns="0" lIns="0" spcFirstLastPara="1" rIns="0" wrap="square" tIns="0">
            <a:noAutofit/>
          </a:bodyPr>
          <a:lstStyle>
            <a:lvl1pPr lvl="0" algn="l">
              <a:lnSpc>
                <a:spcPct val="93000"/>
              </a:lnSpc>
              <a:spcBef>
                <a:spcPts val="0"/>
              </a:spcBef>
              <a:spcAft>
                <a:spcPts val="0"/>
              </a:spcAft>
              <a:buSzPts val="1400"/>
              <a:buNone/>
              <a:defRPr sz="1400">
                <a:solidFill>
                  <a:srgbClr val="000000"/>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11"/>
          <p:cNvSpPr txBox="1"/>
          <p:nvPr>
            <p:ph idx="11" type="ftr"/>
          </p:nvPr>
        </p:nvSpPr>
        <p:spPr>
          <a:xfrm>
            <a:off x="3448050" y="6886575"/>
            <a:ext cx="3194050" cy="519112"/>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11"/>
          <p:cNvSpPr txBox="1"/>
          <p:nvPr>
            <p:ph idx="12" type="sldNum"/>
          </p:nvPr>
        </p:nvSpPr>
        <p:spPr>
          <a:xfrm>
            <a:off x="7227887" y="6886575"/>
            <a:ext cx="2346325" cy="519112"/>
          </a:xfrm>
          <a:prstGeom prst="rect">
            <a:avLst/>
          </a:prstGeom>
          <a:noFill/>
          <a:ln>
            <a:noFill/>
          </a:ln>
        </p:spPr>
        <p:txBody>
          <a:bodyPr anchorCtr="0" anchor="t" bIns="0" lIns="0" spcFirstLastPara="1" rIns="0" wrap="square" tIns="0">
            <a:noAutofit/>
          </a:bodyPr>
          <a:lstStyle>
            <a:lvl1pPr indent="0" lvl="0" marL="0" marR="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1pPr>
            <a:lvl2pPr indent="0" lvl="1" marL="0" marR="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2pPr>
            <a:lvl3pPr indent="0" lvl="2" marL="0" marR="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3pPr>
            <a:lvl4pPr indent="0" lvl="3" marL="0" marR="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4pPr>
            <a:lvl5pPr indent="0" lvl="4" marL="0" marR="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5pPr>
            <a:lvl6pPr indent="0" lvl="5" marL="0" marR="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6pPr>
            <a:lvl7pPr indent="0" lvl="6" marL="0" marR="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7pPr>
            <a:lvl8pPr indent="0" lvl="7" marL="0" marR="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8pPr>
            <a:lvl9pPr indent="0" lvl="8" marL="0" marR="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1" name="Shape 61"/>
        <p:cNvGrpSpPr/>
        <p:nvPr/>
      </p:nvGrpSpPr>
      <p:grpSpPr>
        <a:xfrm>
          <a:off x="0" y="0"/>
          <a:ext cx="0" cy="0"/>
          <a:chOff x="0" y="0"/>
          <a:chExt cx="0" cy="0"/>
        </a:xfrm>
      </p:grpSpPr>
      <p:sp>
        <p:nvSpPr>
          <p:cNvPr id="62" name="Google Shape;62;p112"/>
          <p:cNvSpPr txBox="1"/>
          <p:nvPr>
            <p:ph type="title"/>
          </p:nvPr>
        </p:nvSpPr>
        <p:spPr>
          <a:xfrm>
            <a:off x="693738" y="403225"/>
            <a:ext cx="8694737" cy="1460500"/>
          </a:xfrm>
          <a:prstGeom prst="rect">
            <a:avLst/>
          </a:prstGeom>
          <a:noFill/>
          <a:ln>
            <a:noFill/>
          </a:ln>
        </p:spPr>
        <p:txBody>
          <a:bodyPr anchorCtr="0" anchor="ctr" bIns="0" lIns="0" spcFirstLastPara="1" rIns="0" wrap="square" tIns="0">
            <a:noAutofit/>
          </a:bodyPr>
          <a:lstStyle>
            <a:lvl1pPr lvl="0" algn="l">
              <a:lnSpc>
                <a:spcPct val="101000"/>
              </a:lnSpc>
              <a:spcBef>
                <a:spcPts val="0"/>
              </a:spcBef>
              <a:spcAft>
                <a:spcPts val="0"/>
              </a:spcAft>
              <a:buSzPts val="1400"/>
              <a:buNone/>
              <a:defRPr/>
            </a:lvl1pPr>
            <a:lvl2pPr lvl="1" algn="l">
              <a:lnSpc>
                <a:spcPct val="101000"/>
              </a:lnSpc>
              <a:spcBef>
                <a:spcPts val="0"/>
              </a:spcBef>
              <a:spcAft>
                <a:spcPts val="0"/>
              </a:spcAft>
              <a:buSzPts val="1400"/>
              <a:buNone/>
              <a:defRPr/>
            </a:lvl2pPr>
            <a:lvl3pPr lvl="2" algn="l">
              <a:lnSpc>
                <a:spcPct val="101000"/>
              </a:lnSpc>
              <a:spcBef>
                <a:spcPts val="0"/>
              </a:spcBef>
              <a:spcAft>
                <a:spcPts val="0"/>
              </a:spcAft>
              <a:buSzPts val="1400"/>
              <a:buNone/>
              <a:defRPr/>
            </a:lvl3pPr>
            <a:lvl4pPr lvl="3" algn="l">
              <a:lnSpc>
                <a:spcPct val="101000"/>
              </a:lnSpc>
              <a:spcBef>
                <a:spcPts val="0"/>
              </a:spcBef>
              <a:spcAft>
                <a:spcPts val="0"/>
              </a:spcAft>
              <a:buSzPts val="1400"/>
              <a:buNone/>
              <a:defRPr/>
            </a:lvl4pPr>
            <a:lvl5pPr lvl="4" algn="l">
              <a:lnSpc>
                <a:spcPct val="101000"/>
              </a:lnSpc>
              <a:spcBef>
                <a:spcPts val="0"/>
              </a:spcBef>
              <a:spcAft>
                <a:spcPts val="0"/>
              </a:spcAft>
              <a:buSzPts val="1400"/>
              <a:buNone/>
              <a:defRPr/>
            </a:lvl5pPr>
            <a:lvl6pPr lvl="5" algn="l">
              <a:lnSpc>
                <a:spcPct val="101000"/>
              </a:lnSpc>
              <a:spcBef>
                <a:spcPts val="0"/>
              </a:spcBef>
              <a:spcAft>
                <a:spcPts val="0"/>
              </a:spcAft>
              <a:buSzPts val="1400"/>
              <a:buNone/>
              <a:defRPr/>
            </a:lvl6pPr>
            <a:lvl7pPr lvl="6" algn="l">
              <a:lnSpc>
                <a:spcPct val="101000"/>
              </a:lnSpc>
              <a:spcBef>
                <a:spcPts val="0"/>
              </a:spcBef>
              <a:spcAft>
                <a:spcPts val="0"/>
              </a:spcAft>
              <a:buSzPts val="1400"/>
              <a:buNone/>
              <a:defRPr/>
            </a:lvl7pPr>
            <a:lvl8pPr lvl="7" algn="l">
              <a:lnSpc>
                <a:spcPct val="101000"/>
              </a:lnSpc>
              <a:spcBef>
                <a:spcPts val="0"/>
              </a:spcBef>
              <a:spcAft>
                <a:spcPts val="0"/>
              </a:spcAft>
              <a:buSzPts val="1400"/>
              <a:buNone/>
              <a:defRPr/>
            </a:lvl8pPr>
            <a:lvl9pPr lvl="8" algn="l">
              <a:lnSpc>
                <a:spcPct val="101000"/>
              </a:lnSpc>
              <a:spcBef>
                <a:spcPts val="0"/>
              </a:spcBef>
              <a:spcAft>
                <a:spcPts val="0"/>
              </a:spcAft>
              <a:buSzPts val="1400"/>
              <a:buNone/>
              <a:defRPr/>
            </a:lvl9pPr>
          </a:lstStyle>
          <a:p/>
        </p:txBody>
      </p:sp>
      <p:sp>
        <p:nvSpPr>
          <p:cNvPr id="63" name="Google Shape;63;p112"/>
          <p:cNvSpPr txBox="1"/>
          <p:nvPr>
            <p:ph idx="1" type="body"/>
          </p:nvPr>
        </p:nvSpPr>
        <p:spPr>
          <a:xfrm>
            <a:off x="693738" y="1852613"/>
            <a:ext cx="4265612" cy="908050"/>
          </a:xfrm>
          <a:prstGeom prst="rect">
            <a:avLst/>
          </a:prstGeom>
          <a:noFill/>
          <a:ln>
            <a:noFill/>
          </a:ln>
        </p:spPr>
        <p:txBody>
          <a:bodyPr anchorCtr="0" anchor="b" bIns="0" lIns="0" spcFirstLastPara="1" rIns="0" wrap="square" tIns="0">
            <a:noAutofit/>
          </a:bodyPr>
          <a:lstStyle>
            <a:lvl1pPr indent="-228600" lvl="0" marL="457200" algn="l">
              <a:lnSpc>
                <a:spcPct val="101000"/>
              </a:lnSpc>
              <a:spcBef>
                <a:spcPts val="0"/>
              </a:spcBef>
              <a:spcAft>
                <a:spcPts val="0"/>
              </a:spcAft>
              <a:buSzPts val="2400"/>
              <a:buNone/>
              <a:defRPr b="1" sz="2400"/>
            </a:lvl1pPr>
            <a:lvl2pPr indent="-228600" lvl="1" marL="914400" algn="l">
              <a:lnSpc>
                <a:spcPct val="101000"/>
              </a:lnSpc>
              <a:spcBef>
                <a:spcPts val="1425"/>
              </a:spcBef>
              <a:spcAft>
                <a:spcPts val="0"/>
              </a:spcAft>
              <a:buSzPts val="2000"/>
              <a:buNone/>
              <a:defRPr b="1" sz="2000"/>
            </a:lvl2pPr>
            <a:lvl3pPr indent="-228600" lvl="2" marL="1371600" algn="l">
              <a:lnSpc>
                <a:spcPct val="101000"/>
              </a:lnSpc>
              <a:spcBef>
                <a:spcPts val="1138"/>
              </a:spcBef>
              <a:spcAft>
                <a:spcPts val="0"/>
              </a:spcAft>
              <a:buSzPts val="1800"/>
              <a:buNone/>
              <a:defRPr b="1" sz="1800"/>
            </a:lvl3pPr>
            <a:lvl4pPr indent="-228600" lvl="3" marL="1828800" algn="l">
              <a:lnSpc>
                <a:spcPct val="101000"/>
              </a:lnSpc>
              <a:spcBef>
                <a:spcPts val="850"/>
              </a:spcBef>
              <a:spcAft>
                <a:spcPts val="0"/>
              </a:spcAft>
              <a:buSzPts val="1600"/>
              <a:buNone/>
              <a:defRPr b="1" sz="1600"/>
            </a:lvl4pPr>
            <a:lvl5pPr indent="-228600" lvl="4" marL="2286000" algn="l">
              <a:lnSpc>
                <a:spcPct val="101000"/>
              </a:lnSpc>
              <a:spcBef>
                <a:spcPts val="575"/>
              </a:spcBef>
              <a:spcAft>
                <a:spcPts val="0"/>
              </a:spcAft>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4" name="Google Shape;64;p112"/>
          <p:cNvSpPr txBox="1"/>
          <p:nvPr>
            <p:ph idx="2" type="body"/>
          </p:nvPr>
        </p:nvSpPr>
        <p:spPr>
          <a:xfrm>
            <a:off x="693738" y="2760663"/>
            <a:ext cx="4265612" cy="4062412"/>
          </a:xfrm>
          <a:prstGeom prst="rect">
            <a:avLst/>
          </a:prstGeom>
          <a:noFill/>
          <a:ln>
            <a:noFill/>
          </a:ln>
        </p:spPr>
        <p:txBody>
          <a:bodyPr anchorCtr="0" anchor="t" bIns="0" lIns="0" spcFirstLastPara="1" rIns="0" wrap="square" tIns="0">
            <a:noAutofit/>
          </a:bodyPr>
          <a:lstStyle>
            <a:lvl1pPr indent="-228600" lvl="0" marL="457200" algn="l">
              <a:lnSpc>
                <a:spcPct val="101000"/>
              </a:lnSpc>
              <a:spcBef>
                <a:spcPts val="0"/>
              </a:spcBef>
              <a:spcAft>
                <a:spcPts val="0"/>
              </a:spcAft>
              <a:buSzPts val="1400"/>
              <a:buNone/>
              <a:defRPr/>
            </a:lvl1pPr>
            <a:lvl2pPr indent="-228600" lvl="1" marL="914400" algn="l">
              <a:lnSpc>
                <a:spcPct val="101000"/>
              </a:lnSpc>
              <a:spcBef>
                <a:spcPts val="1425"/>
              </a:spcBef>
              <a:spcAft>
                <a:spcPts val="0"/>
              </a:spcAft>
              <a:buSzPts val="1400"/>
              <a:buNone/>
              <a:defRPr/>
            </a:lvl2pPr>
            <a:lvl3pPr indent="-228600" lvl="2" marL="1371600" algn="l">
              <a:lnSpc>
                <a:spcPct val="101000"/>
              </a:lnSpc>
              <a:spcBef>
                <a:spcPts val="1138"/>
              </a:spcBef>
              <a:spcAft>
                <a:spcPts val="0"/>
              </a:spcAft>
              <a:buSzPts val="1400"/>
              <a:buNone/>
              <a:defRPr/>
            </a:lvl3pPr>
            <a:lvl4pPr indent="-228600" lvl="3" marL="1828800" algn="l">
              <a:lnSpc>
                <a:spcPct val="101000"/>
              </a:lnSpc>
              <a:spcBef>
                <a:spcPts val="850"/>
              </a:spcBef>
              <a:spcAft>
                <a:spcPts val="0"/>
              </a:spcAft>
              <a:buSzPts val="1400"/>
              <a:buNone/>
              <a:defRPr/>
            </a:lvl4pPr>
            <a:lvl5pPr indent="-228600" lvl="4" marL="2286000" algn="l">
              <a:lnSpc>
                <a:spcPct val="101000"/>
              </a:lnSpc>
              <a:spcBef>
                <a:spcPts val="575"/>
              </a:spcBef>
              <a:spcAft>
                <a:spcPts val="0"/>
              </a:spcAft>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5" name="Google Shape;65;p112"/>
          <p:cNvSpPr txBox="1"/>
          <p:nvPr>
            <p:ph idx="3" type="body"/>
          </p:nvPr>
        </p:nvSpPr>
        <p:spPr>
          <a:xfrm>
            <a:off x="5103813" y="1852613"/>
            <a:ext cx="4284662" cy="908050"/>
          </a:xfrm>
          <a:prstGeom prst="rect">
            <a:avLst/>
          </a:prstGeom>
          <a:noFill/>
          <a:ln>
            <a:noFill/>
          </a:ln>
        </p:spPr>
        <p:txBody>
          <a:bodyPr anchorCtr="0" anchor="b" bIns="0" lIns="0" spcFirstLastPara="1" rIns="0" wrap="square" tIns="0">
            <a:noAutofit/>
          </a:bodyPr>
          <a:lstStyle>
            <a:lvl1pPr indent="-228600" lvl="0" marL="457200" algn="l">
              <a:lnSpc>
                <a:spcPct val="101000"/>
              </a:lnSpc>
              <a:spcBef>
                <a:spcPts val="0"/>
              </a:spcBef>
              <a:spcAft>
                <a:spcPts val="0"/>
              </a:spcAft>
              <a:buSzPts val="2400"/>
              <a:buNone/>
              <a:defRPr b="1" sz="2400"/>
            </a:lvl1pPr>
            <a:lvl2pPr indent="-228600" lvl="1" marL="914400" algn="l">
              <a:lnSpc>
                <a:spcPct val="101000"/>
              </a:lnSpc>
              <a:spcBef>
                <a:spcPts val="1425"/>
              </a:spcBef>
              <a:spcAft>
                <a:spcPts val="0"/>
              </a:spcAft>
              <a:buSzPts val="2000"/>
              <a:buNone/>
              <a:defRPr b="1" sz="2000"/>
            </a:lvl2pPr>
            <a:lvl3pPr indent="-228600" lvl="2" marL="1371600" algn="l">
              <a:lnSpc>
                <a:spcPct val="101000"/>
              </a:lnSpc>
              <a:spcBef>
                <a:spcPts val="1138"/>
              </a:spcBef>
              <a:spcAft>
                <a:spcPts val="0"/>
              </a:spcAft>
              <a:buSzPts val="1800"/>
              <a:buNone/>
              <a:defRPr b="1" sz="1800"/>
            </a:lvl3pPr>
            <a:lvl4pPr indent="-228600" lvl="3" marL="1828800" algn="l">
              <a:lnSpc>
                <a:spcPct val="101000"/>
              </a:lnSpc>
              <a:spcBef>
                <a:spcPts val="850"/>
              </a:spcBef>
              <a:spcAft>
                <a:spcPts val="0"/>
              </a:spcAft>
              <a:buSzPts val="1600"/>
              <a:buNone/>
              <a:defRPr b="1" sz="1600"/>
            </a:lvl4pPr>
            <a:lvl5pPr indent="-228600" lvl="4" marL="2286000" algn="l">
              <a:lnSpc>
                <a:spcPct val="101000"/>
              </a:lnSpc>
              <a:spcBef>
                <a:spcPts val="575"/>
              </a:spcBef>
              <a:spcAft>
                <a:spcPts val="0"/>
              </a:spcAft>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6" name="Google Shape;66;p112"/>
          <p:cNvSpPr txBox="1"/>
          <p:nvPr>
            <p:ph idx="4" type="body"/>
          </p:nvPr>
        </p:nvSpPr>
        <p:spPr>
          <a:xfrm>
            <a:off x="5103813" y="2760663"/>
            <a:ext cx="4284662" cy="4062412"/>
          </a:xfrm>
          <a:prstGeom prst="rect">
            <a:avLst/>
          </a:prstGeom>
          <a:noFill/>
          <a:ln>
            <a:noFill/>
          </a:ln>
        </p:spPr>
        <p:txBody>
          <a:bodyPr anchorCtr="0" anchor="t" bIns="0" lIns="0" spcFirstLastPara="1" rIns="0" wrap="square" tIns="0">
            <a:noAutofit/>
          </a:bodyPr>
          <a:lstStyle>
            <a:lvl1pPr indent="-228600" lvl="0" marL="457200" algn="l">
              <a:lnSpc>
                <a:spcPct val="101000"/>
              </a:lnSpc>
              <a:spcBef>
                <a:spcPts val="0"/>
              </a:spcBef>
              <a:spcAft>
                <a:spcPts val="0"/>
              </a:spcAft>
              <a:buSzPts val="1400"/>
              <a:buNone/>
              <a:defRPr/>
            </a:lvl1pPr>
            <a:lvl2pPr indent="-228600" lvl="1" marL="914400" algn="l">
              <a:lnSpc>
                <a:spcPct val="101000"/>
              </a:lnSpc>
              <a:spcBef>
                <a:spcPts val="1425"/>
              </a:spcBef>
              <a:spcAft>
                <a:spcPts val="0"/>
              </a:spcAft>
              <a:buSzPts val="1400"/>
              <a:buNone/>
              <a:defRPr/>
            </a:lvl2pPr>
            <a:lvl3pPr indent="-228600" lvl="2" marL="1371600" algn="l">
              <a:lnSpc>
                <a:spcPct val="101000"/>
              </a:lnSpc>
              <a:spcBef>
                <a:spcPts val="1138"/>
              </a:spcBef>
              <a:spcAft>
                <a:spcPts val="0"/>
              </a:spcAft>
              <a:buSzPts val="1400"/>
              <a:buNone/>
              <a:defRPr/>
            </a:lvl3pPr>
            <a:lvl4pPr indent="-228600" lvl="3" marL="1828800" algn="l">
              <a:lnSpc>
                <a:spcPct val="101000"/>
              </a:lnSpc>
              <a:spcBef>
                <a:spcPts val="850"/>
              </a:spcBef>
              <a:spcAft>
                <a:spcPts val="0"/>
              </a:spcAft>
              <a:buSzPts val="1400"/>
              <a:buNone/>
              <a:defRPr/>
            </a:lvl4pPr>
            <a:lvl5pPr indent="-228600" lvl="4" marL="2286000" algn="l">
              <a:lnSpc>
                <a:spcPct val="101000"/>
              </a:lnSpc>
              <a:spcBef>
                <a:spcPts val="575"/>
              </a:spcBef>
              <a:spcAft>
                <a:spcPts val="0"/>
              </a:spcAft>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7" name="Google Shape;67;p112"/>
          <p:cNvSpPr txBox="1"/>
          <p:nvPr>
            <p:ph idx="10" type="dt"/>
          </p:nvPr>
        </p:nvSpPr>
        <p:spPr>
          <a:xfrm>
            <a:off x="503237" y="6886575"/>
            <a:ext cx="2346325" cy="519112"/>
          </a:xfrm>
          <a:prstGeom prst="rect">
            <a:avLst/>
          </a:prstGeom>
          <a:noFill/>
          <a:ln>
            <a:noFill/>
          </a:ln>
        </p:spPr>
        <p:txBody>
          <a:bodyPr anchorCtr="0" anchor="t" bIns="0" lIns="0" spcFirstLastPara="1" rIns="0" wrap="square" tIns="0">
            <a:noAutofit/>
          </a:bodyPr>
          <a:lstStyle>
            <a:lvl1pPr lvl="0" algn="l">
              <a:lnSpc>
                <a:spcPct val="93000"/>
              </a:lnSpc>
              <a:spcBef>
                <a:spcPts val="0"/>
              </a:spcBef>
              <a:spcAft>
                <a:spcPts val="0"/>
              </a:spcAft>
              <a:buSzPts val="1400"/>
              <a:buNone/>
              <a:defRPr sz="1400">
                <a:solidFill>
                  <a:srgbClr val="000000"/>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112"/>
          <p:cNvSpPr txBox="1"/>
          <p:nvPr>
            <p:ph idx="11" type="ftr"/>
          </p:nvPr>
        </p:nvSpPr>
        <p:spPr>
          <a:xfrm>
            <a:off x="3448050" y="6886575"/>
            <a:ext cx="3194050" cy="519112"/>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112"/>
          <p:cNvSpPr txBox="1"/>
          <p:nvPr>
            <p:ph idx="12" type="sldNum"/>
          </p:nvPr>
        </p:nvSpPr>
        <p:spPr>
          <a:xfrm>
            <a:off x="7227887" y="6886575"/>
            <a:ext cx="2346325" cy="519112"/>
          </a:xfrm>
          <a:prstGeom prst="rect">
            <a:avLst/>
          </a:prstGeom>
          <a:noFill/>
          <a:ln>
            <a:noFill/>
          </a:ln>
        </p:spPr>
        <p:txBody>
          <a:bodyPr anchorCtr="0" anchor="t" bIns="0" lIns="0" spcFirstLastPara="1" rIns="0" wrap="square" tIns="0">
            <a:noAutofit/>
          </a:bodyPr>
          <a:lstStyle>
            <a:lvl1pPr indent="0" lvl="0" marL="0" marR="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1pPr>
            <a:lvl2pPr indent="0" lvl="1" marL="0" marR="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2pPr>
            <a:lvl3pPr indent="0" lvl="2" marL="0" marR="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3pPr>
            <a:lvl4pPr indent="0" lvl="3" marL="0" marR="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4pPr>
            <a:lvl5pPr indent="0" lvl="4" marL="0" marR="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5pPr>
            <a:lvl6pPr indent="0" lvl="5" marL="0" marR="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6pPr>
            <a:lvl7pPr indent="0" lvl="6" marL="0" marR="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7pPr>
            <a:lvl8pPr indent="0" lvl="7" marL="0" marR="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8pPr>
            <a:lvl9pPr indent="0" lvl="8" marL="0" marR="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0" name="Shape 70"/>
        <p:cNvGrpSpPr/>
        <p:nvPr/>
      </p:nvGrpSpPr>
      <p:grpSpPr>
        <a:xfrm>
          <a:off x="0" y="0"/>
          <a:ext cx="0" cy="0"/>
          <a:chOff x="0" y="0"/>
          <a:chExt cx="0" cy="0"/>
        </a:xfrm>
      </p:grpSpPr>
      <p:sp>
        <p:nvSpPr>
          <p:cNvPr id="71" name="Google Shape;71;p113"/>
          <p:cNvSpPr txBox="1"/>
          <p:nvPr>
            <p:ph type="title"/>
          </p:nvPr>
        </p:nvSpPr>
        <p:spPr>
          <a:xfrm>
            <a:off x="503237" y="301625"/>
            <a:ext cx="9069387" cy="1260475"/>
          </a:xfrm>
          <a:prstGeom prst="rect">
            <a:avLst/>
          </a:prstGeom>
          <a:noFill/>
          <a:ln>
            <a:noFill/>
          </a:ln>
        </p:spPr>
        <p:txBody>
          <a:bodyPr anchorCtr="0" anchor="ctr" bIns="0" lIns="0" spcFirstLastPara="1" rIns="0" wrap="square" tIns="0">
            <a:noAutofit/>
          </a:bodyPr>
          <a:lstStyle>
            <a:lvl1pPr lvl="0" algn="l">
              <a:lnSpc>
                <a:spcPct val="101000"/>
              </a:lnSpc>
              <a:spcBef>
                <a:spcPts val="0"/>
              </a:spcBef>
              <a:spcAft>
                <a:spcPts val="0"/>
              </a:spcAft>
              <a:buSzPts val="1400"/>
              <a:buNone/>
              <a:defRPr/>
            </a:lvl1pPr>
            <a:lvl2pPr lvl="1" algn="l">
              <a:lnSpc>
                <a:spcPct val="101000"/>
              </a:lnSpc>
              <a:spcBef>
                <a:spcPts val="0"/>
              </a:spcBef>
              <a:spcAft>
                <a:spcPts val="0"/>
              </a:spcAft>
              <a:buSzPts val="1400"/>
              <a:buNone/>
              <a:defRPr/>
            </a:lvl2pPr>
            <a:lvl3pPr lvl="2" algn="l">
              <a:lnSpc>
                <a:spcPct val="101000"/>
              </a:lnSpc>
              <a:spcBef>
                <a:spcPts val="0"/>
              </a:spcBef>
              <a:spcAft>
                <a:spcPts val="0"/>
              </a:spcAft>
              <a:buSzPts val="1400"/>
              <a:buNone/>
              <a:defRPr/>
            </a:lvl3pPr>
            <a:lvl4pPr lvl="3" algn="l">
              <a:lnSpc>
                <a:spcPct val="101000"/>
              </a:lnSpc>
              <a:spcBef>
                <a:spcPts val="0"/>
              </a:spcBef>
              <a:spcAft>
                <a:spcPts val="0"/>
              </a:spcAft>
              <a:buSzPts val="1400"/>
              <a:buNone/>
              <a:defRPr/>
            </a:lvl4pPr>
            <a:lvl5pPr lvl="4" algn="l">
              <a:lnSpc>
                <a:spcPct val="101000"/>
              </a:lnSpc>
              <a:spcBef>
                <a:spcPts val="0"/>
              </a:spcBef>
              <a:spcAft>
                <a:spcPts val="0"/>
              </a:spcAft>
              <a:buSzPts val="1400"/>
              <a:buNone/>
              <a:defRPr/>
            </a:lvl5pPr>
            <a:lvl6pPr lvl="5" algn="l">
              <a:lnSpc>
                <a:spcPct val="101000"/>
              </a:lnSpc>
              <a:spcBef>
                <a:spcPts val="0"/>
              </a:spcBef>
              <a:spcAft>
                <a:spcPts val="0"/>
              </a:spcAft>
              <a:buSzPts val="1400"/>
              <a:buNone/>
              <a:defRPr/>
            </a:lvl6pPr>
            <a:lvl7pPr lvl="6" algn="l">
              <a:lnSpc>
                <a:spcPct val="101000"/>
              </a:lnSpc>
              <a:spcBef>
                <a:spcPts val="0"/>
              </a:spcBef>
              <a:spcAft>
                <a:spcPts val="0"/>
              </a:spcAft>
              <a:buSzPts val="1400"/>
              <a:buNone/>
              <a:defRPr/>
            </a:lvl7pPr>
            <a:lvl8pPr lvl="7" algn="l">
              <a:lnSpc>
                <a:spcPct val="101000"/>
              </a:lnSpc>
              <a:spcBef>
                <a:spcPts val="0"/>
              </a:spcBef>
              <a:spcAft>
                <a:spcPts val="0"/>
              </a:spcAft>
              <a:buSzPts val="1400"/>
              <a:buNone/>
              <a:defRPr/>
            </a:lvl8pPr>
            <a:lvl9pPr lvl="8" algn="l">
              <a:lnSpc>
                <a:spcPct val="101000"/>
              </a:lnSpc>
              <a:spcBef>
                <a:spcPts val="0"/>
              </a:spcBef>
              <a:spcAft>
                <a:spcPts val="0"/>
              </a:spcAft>
              <a:buSzPts val="1400"/>
              <a:buNone/>
              <a:defRPr/>
            </a:lvl9pPr>
          </a:lstStyle>
          <a:p/>
        </p:txBody>
      </p:sp>
      <p:sp>
        <p:nvSpPr>
          <p:cNvPr id="72" name="Google Shape;72;p113"/>
          <p:cNvSpPr txBox="1"/>
          <p:nvPr>
            <p:ph idx="1" type="body"/>
          </p:nvPr>
        </p:nvSpPr>
        <p:spPr>
          <a:xfrm>
            <a:off x="503238" y="1768475"/>
            <a:ext cx="4457700" cy="4383088"/>
          </a:xfrm>
          <a:prstGeom prst="rect">
            <a:avLst/>
          </a:prstGeom>
          <a:noFill/>
          <a:ln>
            <a:noFill/>
          </a:ln>
        </p:spPr>
        <p:txBody>
          <a:bodyPr anchorCtr="0" anchor="t" bIns="0" lIns="0" spcFirstLastPara="1" rIns="0" wrap="square" tIns="0">
            <a:noAutofit/>
          </a:bodyPr>
          <a:lstStyle>
            <a:lvl1pPr indent="-228600" lvl="0" marL="457200" algn="l">
              <a:lnSpc>
                <a:spcPct val="101000"/>
              </a:lnSpc>
              <a:spcBef>
                <a:spcPts val="0"/>
              </a:spcBef>
              <a:spcAft>
                <a:spcPts val="0"/>
              </a:spcAft>
              <a:buSzPts val="1400"/>
              <a:buNone/>
              <a:defRPr/>
            </a:lvl1pPr>
            <a:lvl2pPr indent="-228600" lvl="1" marL="914400" algn="l">
              <a:lnSpc>
                <a:spcPct val="101000"/>
              </a:lnSpc>
              <a:spcBef>
                <a:spcPts val="1425"/>
              </a:spcBef>
              <a:spcAft>
                <a:spcPts val="0"/>
              </a:spcAft>
              <a:buSzPts val="1400"/>
              <a:buNone/>
              <a:defRPr/>
            </a:lvl2pPr>
            <a:lvl3pPr indent="-228600" lvl="2" marL="1371600" algn="l">
              <a:lnSpc>
                <a:spcPct val="101000"/>
              </a:lnSpc>
              <a:spcBef>
                <a:spcPts val="1138"/>
              </a:spcBef>
              <a:spcAft>
                <a:spcPts val="0"/>
              </a:spcAft>
              <a:buSzPts val="1400"/>
              <a:buNone/>
              <a:defRPr/>
            </a:lvl3pPr>
            <a:lvl4pPr indent="-228600" lvl="3" marL="1828800" algn="l">
              <a:lnSpc>
                <a:spcPct val="101000"/>
              </a:lnSpc>
              <a:spcBef>
                <a:spcPts val="850"/>
              </a:spcBef>
              <a:spcAft>
                <a:spcPts val="0"/>
              </a:spcAft>
              <a:buSzPts val="1400"/>
              <a:buNone/>
              <a:defRPr/>
            </a:lvl4pPr>
            <a:lvl5pPr indent="-228600" lvl="4" marL="2286000" algn="l">
              <a:lnSpc>
                <a:spcPct val="101000"/>
              </a:lnSpc>
              <a:spcBef>
                <a:spcPts val="575"/>
              </a:spcBef>
              <a:spcAft>
                <a:spcPts val="0"/>
              </a:spcAft>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3" name="Google Shape;73;p113"/>
          <p:cNvSpPr txBox="1"/>
          <p:nvPr>
            <p:ph idx="2" type="body"/>
          </p:nvPr>
        </p:nvSpPr>
        <p:spPr>
          <a:xfrm>
            <a:off x="5113338" y="1768475"/>
            <a:ext cx="4459287" cy="4383088"/>
          </a:xfrm>
          <a:prstGeom prst="rect">
            <a:avLst/>
          </a:prstGeom>
          <a:noFill/>
          <a:ln>
            <a:noFill/>
          </a:ln>
        </p:spPr>
        <p:txBody>
          <a:bodyPr anchorCtr="0" anchor="t" bIns="0" lIns="0" spcFirstLastPara="1" rIns="0" wrap="square" tIns="0">
            <a:noAutofit/>
          </a:bodyPr>
          <a:lstStyle>
            <a:lvl1pPr indent="-228600" lvl="0" marL="457200" algn="l">
              <a:lnSpc>
                <a:spcPct val="101000"/>
              </a:lnSpc>
              <a:spcBef>
                <a:spcPts val="0"/>
              </a:spcBef>
              <a:spcAft>
                <a:spcPts val="0"/>
              </a:spcAft>
              <a:buSzPts val="1400"/>
              <a:buNone/>
              <a:defRPr/>
            </a:lvl1pPr>
            <a:lvl2pPr indent="-228600" lvl="1" marL="914400" algn="l">
              <a:lnSpc>
                <a:spcPct val="101000"/>
              </a:lnSpc>
              <a:spcBef>
                <a:spcPts val="1425"/>
              </a:spcBef>
              <a:spcAft>
                <a:spcPts val="0"/>
              </a:spcAft>
              <a:buSzPts val="1400"/>
              <a:buNone/>
              <a:defRPr/>
            </a:lvl2pPr>
            <a:lvl3pPr indent="-228600" lvl="2" marL="1371600" algn="l">
              <a:lnSpc>
                <a:spcPct val="101000"/>
              </a:lnSpc>
              <a:spcBef>
                <a:spcPts val="1138"/>
              </a:spcBef>
              <a:spcAft>
                <a:spcPts val="0"/>
              </a:spcAft>
              <a:buSzPts val="1400"/>
              <a:buNone/>
              <a:defRPr/>
            </a:lvl3pPr>
            <a:lvl4pPr indent="-228600" lvl="3" marL="1828800" algn="l">
              <a:lnSpc>
                <a:spcPct val="101000"/>
              </a:lnSpc>
              <a:spcBef>
                <a:spcPts val="850"/>
              </a:spcBef>
              <a:spcAft>
                <a:spcPts val="0"/>
              </a:spcAft>
              <a:buSzPts val="1400"/>
              <a:buNone/>
              <a:defRPr/>
            </a:lvl4pPr>
            <a:lvl5pPr indent="-228600" lvl="4" marL="2286000" algn="l">
              <a:lnSpc>
                <a:spcPct val="101000"/>
              </a:lnSpc>
              <a:spcBef>
                <a:spcPts val="575"/>
              </a:spcBef>
              <a:spcAft>
                <a:spcPts val="0"/>
              </a:spcAft>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4" name="Google Shape;74;p113"/>
          <p:cNvSpPr txBox="1"/>
          <p:nvPr>
            <p:ph idx="10" type="dt"/>
          </p:nvPr>
        </p:nvSpPr>
        <p:spPr>
          <a:xfrm>
            <a:off x="503237" y="6886575"/>
            <a:ext cx="2346325" cy="519112"/>
          </a:xfrm>
          <a:prstGeom prst="rect">
            <a:avLst/>
          </a:prstGeom>
          <a:noFill/>
          <a:ln>
            <a:noFill/>
          </a:ln>
        </p:spPr>
        <p:txBody>
          <a:bodyPr anchorCtr="0" anchor="t" bIns="0" lIns="0" spcFirstLastPara="1" rIns="0" wrap="square" tIns="0">
            <a:noAutofit/>
          </a:bodyPr>
          <a:lstStyle>
            <a:lvl1pPr lvl="0" algn="l">
              <a:lnSpc>
                <a:spcPct val="93000"/>
              </a:lnSpc>
              <a:spcBef>
                <a:spcPts val="0"/>
              </a:spcBef>
              <a:spcAft>
                <a:spcPts val="0"/>
              </a:spcAft>
              <a:buSzPts val="1400"/>
              <a:buNone/>
              <a:defRPr sz="1400">
                <a:solidFill>
                  <a:srgbClr val="000000"/>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113"/>
          <p:cNvSpPr txBox="1"/>
          <p:nvPr>
            <p:ph idx="11" type="ftr"/>
          </p:nvPr>
        </p:nvSpPr>
        <p:spPr>
          <a:xfrm>
            <a:off x="3448050" y="6886575"/>
            <a:ext cx="3194050" cy="519112"/>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13"/>
          <p:cNvSpPr txBox="1"/>
          <p:nvPr>
            <p:ph idx="12" type="sldNum"/>
          </p:nvPr>
        </p:nvSpPr>
        <p:spPr>
          <a:xfrm>
            <a:off x="7227887" y="6886575"/>
            <a:ext cx="2346325" cy="519112"/>
          </a:xfrm>
          <a:prstGeom prst="rect">
            <a:avLst/>
          </a:prstGeom>
          <a:noFill/>
          <a:ln>
            <a:noFill/>
          </a:ln>
        </p:spPr>
        <p:txBody>
          <a:bodyPr anchorCtr="0" anchor="t" bIns="0" lIns="0" spcFirstLastPara="1" rIns="0" wrap="square" tIns="0">
            <a:noAutofit/>
          </a:bodyPr>
          <a:lstStyle>
            <a:lvl1pPr indent="0" lvl="0" marL="0" marR="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1pPr>
            <a:lvl2pPr indent="0" lvl="1" marL="0" marR="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2pPr>
            <a:lvl3pPr indent="0" lvl="2" marL="0" marR="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3pPr>
            <a:lvl4pPr indent="0" lvl="3" marL="0" marR="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4pPr>
            <a:lvl5pPr indent="0" lvl="4" marL="0" marR="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5pPr>
            <a:lvl6pPr indent="0" lvl="5" marL="0" marR="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6pPr>
            <a:lvl7pPr indent="0" lvl="6" marL="0" marR="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7pPr>
            <a:lvl8pPr indent="0" lvl="7" marL="0" marR="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8pPr>
            <a:lvl9pPr indent="0" lvl="8" marL="0" marR="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7" name="Shape 77"/>
        <p:cNvGrpSpPr/>
        <p:nvPr/>
      </p:nvGrpSpPr>
      <p:grpSpPr>
        <a:xfrm>
          <a:off x="0" y="0"/>
          <a:ext cx="0" cy="0"/>
          <a:chOff x="0" y="0"/>
          <a:chExt cx="0" cy="0"/>
        </a:xfrm>
      </p:grpSpPr>
      <p:sp>
        <p:nvSpPr>
          <p:cNvPr id="78" name="Google Shape;78;p114"/>
          <p:cNvSpPr txBox="1"/>
          <p:nvPr>
            <p:ph type="title"/>
          </p:nvPr>
        </p:nvSpPr>
        <p:spPr>
          <a:xfrm>
            <a:off x="687388" y="1884363"/>
            <a:ext cx="8694737" cy="3144837"/>
          </a:xfrm>
          <a:prstGeom prst="rect">
            <a:avLst/>
          </a:prstGeom>
          <a:noFill/>
          <a:ln>
            <a:noFill/>
          </a:ln>
        </p:spPr>
        <p:txBody>
          <a:bodyPr anchorCtr="0" anchor="b" bIns="0" lIns="0" spcFirstLastPara="1" rIns="0" wrap="square" tIns="0">
            <a:noAutofit/>
          </a:bodyPr>
          <a:lstStyle>
            <a:lvl1pPr lvl="0" algn="l">
              <a:lnSpc>
                <a:spcPct val="101000"/>
              </a:lnSpc>
              <a:spcBef>
                <a:spcPts val="0"/>
              </a:spcBef>
              <a:spcAft>
                <a:spcPts val="0"/>
              </a:spcAft>
              <a:buSzPts val="1400"/>
              <a:buNone/>
              <a:defRPr sz="6000"/>
            </a:lvl1pPr>
            <a:lvl2pPr lvl="1" algn="l">
              <a:lnSpc>
                <a:spcPct val="101000"/>
              </a:lnSpc>
              <a:spcBef>
                <a:spcPts val="0"/>
              </a:spcBef>
              <a:spcAft>
                <a:spcPts val="0"/>
              </a:spcAft>
              <a:buSzPts val="1400"/>
              <a:buNone/>
              <a:defRPr/>
            </a:lvl2pPr>
            <a:lvl3pPr lvl="2" algn="l">
              <a:lnSpc>
                <a:spcPct val="101000"/>
              </a:lnSpc>
              <a:spcBef>
                <a:spcPts val="0"/>
              </a:spcBef>
              <a:spcAft>
                <a:spcPts val="0"/>
              </a:spcAft>
              <a:buSzPts val="1400"/>
              <a:buNone/>
              <a:defRPr/>
            </a:lvl3pPr>
            <a:lvl4pPr lvl="3" algn="l">
              <a:lnSpc>
                <a:spcPct val="101000"/>
              </a:lnSpc>
              <a:spcBef>
                <a:spcPts val="0"/>
              </a:spcBef>
              <a:spcAft>
                <a:spcPts val="0"/>
              </a:spcAft>
              <a:buSzPts val="1400"/>
              <a:buNone/>
              <a:defRPr/>
            </a:lvl4pPr>
            <a:lvl5pPr lvl="4" algn="l">
              <a:lnSpc>
                <a:spcPct val="101000"/>
              </a:lnSpc>
              <a:spcBef>
                <a:spcPts val="0"/>
              </a:spcBef>
              <a:spcAft>
                <a:spcPts val="0"/>
              </a:spcAft>
              <a:buSzPts val="1400"/>
              <a:buNone/>
              <a:defRPr/>
            </a:lvl5pPr>
            <a:lvl6pPr lvl="5" algn="l">
              <a:lnSpc>
                <a:spcPct val="101000"/>
              </a:lnSpc>
              <a:spcBef>
                <a:spcPts val="0"/>
              </a:spcBef>
              <a:spcAft>
                <a:spcPts val="0"/>
              </a:spcAft>
              <a:buSzPts val="1400"/>
              <a:buNone/>
              <a:defRPr/>
            </a:lvl6pPr>
            <a:lvl7pPr lvl="6" algn="l">
              <a:lnSpc>
                <a:spcPct val="101000"/>
              </a:lnSpc>
              <a:spcBef>
                <a:spcPts val="0"/>
              </a:spcBef>
              <a:spcAft>
                <a:spcPts val="0"/>
              </a:spcAft>
              <a:buSzPts val="1400"/>
              <a:buNone/>
              <a:defRPr/>
            </a:lvl7pPr>
            <a:lvl8pPr lvl="7" algn="l">
              <a:lnSpc>
                <a:spcPct val="101000"/>
              </a:lnSpc>
              <a:spcBef>
                <a:spcPts val="0"/>
              </a:spcBef>
              <a:spcAft>
                <a:spcPts val="0"/>
              </a:spcAft>
              <a:buSzPts val="1400"/>
              <a:buNone/>
              <a:defRPr/>
            </a:lvl8pPr>
            <a:lvl9pPr lvl="8" algn="l">
              <a:lnSpc>
                <a:spcPct val="101000"/>
              </a:lnSpc>
              <a:spcBef>
                <a:spcPts val="0"/>
              </a:spcBef>
              <a:spcAft>
                <a:spcPts val="0"/>
              </a:spcAft>
              <a:buSzPts val="1400"/>
              <a:buNone/>
              <a:defRPr/>
            </a:lvl9pPr>
          </a:lstStyle>
          <a:p/>
        </p:txBody>
      </p:sp>
      <p:sp>
        <p:nvSpPr>
          <p:cNvPr id="79" name="Google Shape;79;p114"/>
          <p:cNvSpPr txBox="1"/>
          <p:nvPr>
            <p:ph idx="1" type="body"/>
          </p:nvPr>
        </p:nvSpPr>
        <p:spPr>
          <a:xfrm>
            <a:off x="687388" y="5059363"/>
            <a:ext cx="8694737" cy="1652587"/>
          </a:xfrm>
          <a:prstGeom prst="rect">
            <a:avLst/>
          </a:prstGeom>
          <a:noFill/>
          <a:ln>
            <a:noFill/>
          </a:ln>
        </p:spPr>
        <p:txBody>
          <a:bodyPr anchorCtr="0" anchor="t" bIns="0" lIns="0" spcFirstLastPara="1" rIns="0" wrap="square" tIns="0">
            <a:noAutofit/>
          </a:bodyPr>
          <a:lstStyle>
            <a:lvl1pPr indent="-228600" lvl="0" marL="457200" algn="l">
              <a:lnSpc>
                <a:spcPct val="101000"/>
              </a:lnSpc>
              <a:spcBef>
                <a:spcPts val="0"/>
              </a:spcBef>
              <a:spcAft>
                <a:spcPts val="0"/>
              </a:spcAft>
              <a:buSzPts val="2400"/>
              <a:buNone/>
              <a:defRPr sz="2400"/>
            </a:lvl1pPr>
            <a:lvl2pPr indent="-228600" lvl="1" marL="914400" algn="l">
              <a:lnSpc>
                <a:spcPct val="101000"/>
              </a:lnSpc>
              <a:spcBef>
                <a:spcPts val="1425"/>
              </a:spcBef>
              <a:spcAft>
                <a:spcPts val="0"/>
              </a:spcAft>
              <a:buSzPts val="2000"/>
              <a:buNone/>
              <a:defRPr sz="2000"/>
            </a:lvl2pPr>
            <a:lvl3pPr indent="-228600" lvl="2" marL="1371600" algn="l">
              <a:lnSpc>
                <a:spcPct val="101000"/>
              </a:lnSpc>
              <a:spcBef>
                <a:spcPts val="1138"/>
              </a:spcBef>
              <a:spcAft>
                <a:spcPts val="0"/>
              </a:spcAft>
              <a:buSzPts val="1800"/>
              <a:buNone/>
              <a:defRPr sz="1800"/>
            </a:lvl3pPr>
            <a:lvl4pPr indent="-228600" lvl="3" marL="1828800" algn="l">
              <a:lnSpc>
                <a:spcPct val="101000"/>
              </a:lnSpc>
              <a:spcBef>
                <a:spcPts val="850"/>
              </a:spcBef>
              <a:spcAft>
                <a:spcPts val="0"/>
              </a:spcAft>
              <a:buSzPts val="1600"/>
              <a:buNone/>
              <a:defRPr sz="1600"/>
            </a:lvl4pPr>
            <a:lvl5pPr indent="-228600" lvl="4" marL="2286000" algn="l">
              <a:lnSpc>
                <a:spcPct val="101000"/>
              </a:lnSpc>
              <a:spcBef>
                <a:spcPts val="575"/>
              </a:spcBef>
              <a:spcAft>
                <a:spcPts val="0"/>
              </a:spcAft>
              <a:buSzPts val="1600"/>
              <a:buNone/>
              <a:defRPr sz="1600"/>
            </a:lvl5pPr>
            <a:lvl6pPr indent="-228600" lvl="5" marL="2743200" algn="l">
              <a:lnSpc>
                <a:spcPct val="90000"/>
              </a:lnSpc>
              <a:spcBef>
                <a:spcPts val="500"/>
              </a:spcBef>
              <a:spcAft>
                <a:spcPts val="0"/>
              </a:spcAft>
              <a:buClr>
                <a:schemeClr val="dk1"/>
              </a:buClr>
              <a:buSzPts val="1600"/>
              <a:buNone/>
              <a:defRPr sz="1600"/>
            </a:lvl6pPr>
            <a:lvl7pPr indent="-228600" lvl="6" marL="3200400" algn="l">
              <a:lnSpc>
                <a:spcPct val="90000"/>
              </a:lnSpc>
              <a:spcBef>
                <a:spcPts val="500"/>
              </a:spcBef>
              <a:spcAft>
                <a:spcPts val="0"/>
              </a:spcAft>
              <a:buClr>
                <a:schemeClr val="dk1"/>
              </a:buClr>
              <a:buSzPts val="1600"/>
              <a:buNone/>
              <a:defRPr sz="1600"/>
            </a:lvl7pPr>
            <a:lvl8pPr indent="-228600" lvl="7" marL="3657600" algn="l">
              <a:lnSpc>
                <a:spcPct val="90000"/>
              </a:lnSpc>
              <a:spcBef>
                <a:spcPts val="500"/>
              </a:spcBef>
              <a:spcAft>
                <a:spcPts val="0"/>
              </a:spcAft>
              <a:buClr>
                <a:schemeClr val="dk1"/>
              </a:buClr>
              <a:buSzPts val="1600"/>
              <a:buNone/>
              <a:defRPr sz="1600"/>
            </a:lvl8pPr>
            <a:lvl9pPr indent="-228600" lvl="8" marL="4114800" algn="l">
              <a:lnSpc>
                <a:spcPct val="90000"/>
              </a:lnSpc>
              <a:spcBef>
                <a:spcPts val="500"/>
              </a:spcBef>
              <a:spcAft>
                <a:spcPts val="0"/>
              </a:spcAft>
              <a:buClr>
                <a:schemeClr val="dk1"/>
              </a:buClr>
              <a:buSzPts val="1600"/>
              <a:buNone/>
              <a:defRPr sz="1600"/>
            </a:lvl9pPr>
          </a:lstStyle>
          <a:p/>
        </p:txBody>
      </p:sp>
      <p:sp>
        <p:nvSpPr>
          <p:cNvPr id="80" name="Google Shape;80;p114"/>
          <p:cNvSpPr txBox="1"/>
          <p:nvPr>
            <p:ph idx="10" type="dt"/>
          </p:nvPr>
        </p:nvSpPr>
        <p:spPr>
          <a:xfrm>
            <a:off x="503237" y="6886575"/>
            <a:ext cx="2346325" cy="519112"/>
          </a:xfrm>
          <a:prstGeom prst="rect">
            <a:avLst/>
          </a:prstGeom>
          <a:noFill/>
          <a:ln>
            <a:noFill/>
          </a:ln>
        </p:spPr>
        <p:txBody>
          <a:bodyPr anchorCtr="0" anchor="t" bIns="0" lIns="0" spcFirstLastPara="1" rIns="0" wrap="square" tIns="0">
            <a:noAutofit/>
          </a:bodyPr>
          <a:lstStyle>
            <a:lvl1pPr lvl="0" algn="l">
              <a:lnSpc>
                <a:spcPct val="93000"/>
              </a:lnSpc>
              <a:spcBef>
                <a:spcPts val="0"/>
              </a:spcBef>
              <a:spcAft>
                <a:spcPts val="0"/>
              </a:spcAft>
              <a:buSzPts val="1400"/>
              <a:buNone/>
              <a:defRPr sz="1400">
                <a:solidFill>
                  <a:srgbClr val="000000"/>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114"/>
          <p:cNvSpPr txBox="1"/>
          <p:nvPr>
            <p:ph idx="11" type="ftr"/>
          </p:nvPr>
        </p:nvSpPr>
        <p:spPr>
          <a:xfrm>
            <a:off x="3448050" y="6886575"/>
            <a:ext cx="3194050" cy="519112"/>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114"/>
          <p:cNvSpPr txBox="1"/>
          <p:nvPr>
            <p:ph idx="12" type="sldNum"/>
          </p:nvPr>
        </p:nvSpPr>
        <p:spPr>
          <a:xfrm>
            <a:off x="7227887" y="6886575"/>
            <a:ext cx="2346325" cy="519112"/>
          </a:xfrm>
          <a:prstGeom prst="rect">
            <a:avLst/>
          </a:prstGeom>
          <a:noFill/>
          <a:ln>
            <a:noFill/>
          </a:ln>
        </p:spPr>
        <p:txBody>
          <a:bodyPr anchorCtr="0" anchor="t" bIns="0" lIns="0" spcFirstLastPara="1" rIns="0" wrap="square" tIns="0">
            <a:noAutofit/>
          </a:bodyPr>
          <a:lstStyle>
            <a:lvl1pPr indent="0" lvl="0" marL="0" marR="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1pPr>
            <a:lvl2pPr indent="0" lvl="1" marL="0" marR="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2pPr>
            <a:lvl3pPr indent="0" lvl="2" marL="0" marR="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3pPr>
            <a:lvl4pPr indent="0" lvl="3" marL="0" marR="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4pPr>
            <a:lvl5pPr indent="0" lvl="4" marL="0" marR="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5pPr>
            <a:lvl6pPr indent="0" lvl="5" marL="0" marR="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6pPr>
            <a:lvl7pPr indent="0" lvl="6" marL="0" marR="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7pPr>
            <a:lvl8pPr indent="0" lvl="7" marL="0" marR="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8pPr>
            <a:lvl9pPr indent="0" lvl="8" marL="0" marR="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3" name="Shape 83"/>
        <p:cNvGrpSpPr/>
        <p:nvPr/>
      </p:nvGrpSpPr>
      <p:grpSpPr>
        <a:xfrm>
          <a:off x="0" y="0"/>
          <a:ext cx="0" cy="0"/>
          <a:chOff x="0" y="0"/>
          <a:chExt cx="0" cy="0"/>
        </a:xfrm>
      </p:grpSpPr>
      <p:sp>
        <p:nvSpPr>
          <p:cNvPr id="84" name="Google Shape;84;p115"/>
          <p:cNvSpPr txBox="1"/>
          <p:nvPr>
            <p:ph type="ctrTitle"/>
          </p:nvPr>
        </p:nvSpPr>
        <p:spPr>
          <a:xfrm>
            <a:off x="1260475" y="1236663"/>
            <a:ext cx="7559675" cy="2632075"/>
          </a:xfrm>
          <a:prstGeom prst="rect">
            <a:avLst/>
          </a:prstGeom>
          <a:noFill/>
          <a:ln>
            <a:noFill/>
          </a:ln>
        </p:spPr>
        <p:txBody>
          <a:bodyPr anchorCtr="0" anchor="b" bIns="0" lIns="0" spcFirstLastPara="1" rIns="0" wrap="square" tIns="0">
            <a:noAutofit/>
          </a:bodyPr>
          <a:lstStyle>
            <a:lvl1pPr lvl="0" algn="ctr">
              <a:lnSpc>
                <a:spcPct val="101000"/>
              </a:lnSpc>
              <a:spcBef>
                <a:spcPts val="0"/>
              </a:spcBef>
              <a:spcAft>
                <a:spcPts val="0"/>
              </a:spcAft>
              <a:buSzPts val="1400"/>
              <a:buNone/>
              <a:defRPr sz="6000"/>
            </a:lvl1pPr>
            <a:lvl2pPr lvl="1" algn="l">
              <a:lnSpc>
                <a:spcPct val="101000"/>
              </a:lnSpc>
              <a:spcBef>
                <a:spcPts val="0"/>
              </a:spcBef>
              <a:spcAft>
                <a:spcPts val="0"/>
              </a:spcAft>
              <a:buSzPts val="1400"/>
              <a:buNone/>
              <a:defRPr/>
            </a:lvl2pPr>
            <a:lvl3pPr lvl="2" algn="l">
              <a:lnSpc>
                <a:spcPct val="101000"/>
              </a:lnSpc>
              <a:spcBef>
                <a:spcPts val="0"/>
              </a:spcBef>
              <a:spcAft>
                <a:spcPts val="0"/>
              </a:spcAft>
              <a:buSzPts val="1400"/>
              <a:buNone/>
              <a:defRPr/>
            </a:lvl3pPr>
            <a:lvl4pPr lvl="3" algn="l">
              <a:lnSpc>
                <a:spcPct val="101000"/>
              </a:lnSpc>
              <a:spcBef>
                <a:spcPts val="0"/>
              </a:spcBef>
              <a:spcAft>
                <a:spcPts val="0"/>
              </a:spcAft>
              <a:buSzPts val="1400"/>
              <a:buNone/>
              <a:defRPr/>
            </a:lvl4pPr>
            <a:lvl5pPr lvl="4" algn="l">
              <a:lnSpc>
                <a:spcPct val="101000"/>
              </a:lnSpc>
              <a:spcBef>
                <a:spcPts val="0"/>
              </a:spcBef>
              <a:spcAft>
                <a:spcPts val="0"/>
              </a:spcAft>
              <a:buSzPts val="1400"/>
              <a:buNone/>
              <a:defRPr/>
            </a:lvl5pPr>
            <a:lvl6pPr lvl="5" algn="l">
              <a:lnSpc>
                <a:spcPct val="101000"/>
              </a:lnSpc>
              <a:spcBef>
                <a:spcPts val="0"/>
              </a:spcBef>
              <a:spcAft>
                <a:spcPts val="0"/>
              </a:spcAft>
              <a:buSzPts val="1400"/>
              <a:buNone/>
              <a:defRPr/>
            </a:lvl6pPr>
            <a:lvl7pPr lvl="6" algn="l">
              <a:lnSpc>
                <a:spcPct val="101000"/>
              </a:lnSpc>
              <a:spcBef>
                <a:spcPts val="0"/>
              </a:spcBef>
              <a:spcAft>
                <a:spcPts val="0"/>
              </a:spcAft>
              <a:buSzPts val="1400"/>
              <a:buNone/>
              <a:defRPr/>
            </a:lvl7pPr>
            <a:lvl8pPr lvl="7" algn="l">
              <a:lnSpc>
                <a:spcPct val="101000"/>
              </a:lnSpc>
              <a:spcBef>
                <a:spcPts val="0"/>
              </a:spcBef>
              <a:spcAft>
                <a:spcPts val="0"/>
              </a:spcAft>
              <a:buSzPts val="1400"/>
              <a:buNone/>
              <a:defRPr/>
            </a:lvl8pPr>
            <a:lvl9pPr lvl="8" algn="l">
              <a:lnSpc>
                <a:spcPct val="101000"/>
              </a:lnSpc>
              <a:spcBef>
                <a:spcPts val="0"/>
              </a:spcBef>
              <a:spcAft>
                <a:spcPts val="0"/>
              </a:spcAft>
              <a:buSzPts val="1400"/>
              <a:buNone/>
              <a:defRPr/>
            </a:lvl9pPr>
          </a:lstStyle>
          <a:p/>
        </p:txBody>
      </p:sp>
      <p:sp>
        <p:nvSpPr>
          <p:cNvPr id="85" name="Google Shape;85;p115"/>
          <p:cNvSpPr txBox="1"/>
          <p:nvPr>
            <p:ph idx="1" type="subTitle"/>
          </p:nvPr>
        </p:nvSpPr>
        <p:spPr>
          <a:xfrm>
            <a:off x="1260475" y="3970338"/>
            <a:ext cx="7559675" cy="1825625"/>
          </a:xfrm>
          <a:prstGeom prst="rect">
            <a:avLst/>
          </a:prstGeom>
          <a:noFill/>
          <a:ln>
            <a:noFill/>
          </a:ln>
        </p:spPr>
        <p:txBody>
          <a:bodyPr anchorCtr="0" anchor="t" bIns="0" lIns="0" spcFirstLastPara="1" rIns="0" wrap="square" tIns="0">
            <a:noAutofit/>
          </a:bodyPr>
          <a:lstStyle>
            <a:lvl1pPr lvl="0" algn="ctr">
              <a:lnSpc>
                <a:spcPct val="101000"/>
              </a:lnSpc>
              <a:spcBef>
                <a:spcPts val="0"/>
              </a:spcBef>
              <a:spcAft>
                <a:spcPts val="0"/>
              </a:spcAft>
              <a:buSzPts val="2400"/>
              <a:buNone/>
              <a:defRPr sz="2400"/>
            </a:lvl1pPr>
            <a:lvl2pPr lvl="1" algn="ctr">
              <a:lnSpc>
                <a:spcPct val="101000"/>
              </a:lnSpc>
              <a:spcBef>
                <a:spcPts val="1425"/>
              </a:spcBef>
              <a:spcAft>
                <a:spcPts val="0"/>
              </a:spcAft>
              <a:buSzPts val="2000"/>
              <a:buNone/>
              <a:defRPr sz="2000"/>
            </a:lvl2pPr>
            <a:lvl3pPr lvl="2" algn="ctr">
              <a:lnSpc>
                <a:spcPct val="101000"/>
              </a:lnSpc>
              <a:spcBef>
                <a:spcPts val="1138"/>
              </a:spcBef>
              <a:spcAft>
                <a:spcPts val="0"/>
              </a:spcAft>
              <a:buSzPts val="1800"/>
              <a:buNone/>
              <a:defRPr sz="1800"/>
            </a:lvl3pPr>
            <a:lvl4pPr lvl="3" algn="ctr">
              <a:lnSpc>
                <a:spcPct val="101000"/>
              </a:lnSpc>
              <a:spcBef>
                <a:spcPts val="850"/>
              </a:spcBef>
              <a:spcAft>
                <a:spcPts val="0"/>
              </a:spcAft>
              <a:buSzPts val="1600"/>
              <a:buNone/>
              <a:defRPr sz="1600"/>
            </a:lvl4pPr>
            <a:lvl5pPr lvl="4" algn="ctr">
              <a:lnSpc>
                <a:spcPct val="101000"/>
              </a:lnSpc>
              <a:spcBef>
                <a:spcPts val="575"/>
              </a:spcBef>
              <a:spcAft>
                <a:spcPts val="0"/>
              </a:spcAft>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86" name="Google Shape;86;p115"/>
          <p:cNvSpPr txBox="1"/>
          <p:nvPr>
            <p:ph idx="10" type="dt"/>
          </p:nvPr>
        </p:nvSpPr>
        <p:spPr>
          <a:xfrm>
            <a:off x="503237" y="6886575"/>
            <a:ext cx="2346325" cy="519112"/>
          </a:xfrm>
          <a:prstGeom prst="rect">
            <a:avLst/>
          </a:prstGeom>
          <a:noFill/>
          <a:ln>
            <a:noFill/>
          </a:ln>
        </p:spPr>
        <p:txBody>
          <a:bodyPr anchorCtr="0" anchor="t" bIns="0" lIns="0" spcFirstLastPara="1" rIns="0" wrap="square" tIns="0">
            <a:noAutofit/>
          </a:bodyPr>
          <a:lstStyle>
            <a:lvl1pPr lvl="0" algn="l">
              <a:lnSpc>
                <a:spcPct val="93000"/>
              </a:lnSpc>
              <a:spcBef>
                <a:spcPts val="0"/>
              </a:spcBef>
              <a:spcAft>
                <a:spcPts val="0"/>
              </a:spcAft>
              <a:buSzPts val="1400"/>
              <a:buNone/>
              <a:defRPr sz="1400">
                <a:solidFill>
                  <a:srgbClr val="000000"/>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115"/>
          <p:cNvSpPr txBox="1"/>
          <p:nvPr>
            <p:ph idx="11" type="ftr"/>
          </p:nvPr>
        </p:nvSpPr>
        <p:spPr>
          <a:xfrm>
            <a:off x="3448050" y="6886575"/>
            <a:ext cx="3194050" cy="519112"/>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115"/>
          <p:cNvSpPr txBox="1"/>
          <p:nvPr>
            <p:ph idx="12" type="sldNum"/>
          </p:nvPr>
        </p:nvSpPr>
        <p:spPr>
          <a:xfrm>
            <a:off x="7227887" y="6886575"/>
            <a:ext cx="2346325" cy="519112"/>
          </a:xfrm>
          <a:prstGeom prst="rect">
            <a:avLst/>
          </a:prstGeom>
          <a:noFill/>
          <a:ln>
            <a:noFill/>
          </a:ln>
        </p:spPr>
        <p:txBody>
          <a:bodyPr anchorCtr="0" anchor="t" bIns="0" lIns="0" spcFirstLastPara="1" rIns="0" wrap="square" tIns="0">
            <a:noAutofit/>
          </a:bodyPr>
          <a:lstStyle>
            <a:lvl1pPr indent="0" lvl="0" marL="0" marR="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1pPr>
            <a:lvl2pPr indent="0" lvl="1" marL="0" marR="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2pPr>
            <a:lvl3pPr indent="0" lvl="2" marL="0" marR="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3pPr>
            <a:lvl4pPr indent="0" lvl="3" marL="0" marR="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4pPr>
            <a:lvl5pPr indent="0" lvl="4" marL="0" marR="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5pPr>
            <a:lvl6pPr indent="0" lvl="5" marL="0" marR="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6pPr>
            <a:lvl7pPr indent="0" lvl="6" marL="0" marR="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7pPr>
            <a:lvl8pPr indent="0" lvl="7" marL="0" marR="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8pPr>
            <a:lvl9pPr indent="0" lvl="8" marL="0" marR="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5" name="Shape 95"/>
        <p:cNvGrpSpPr/>
        <p:nvPr/>
      </p:nvGrpSpPr>
      <p:grpSpPr>
        <a:xfrm>
          <a:off x="0" y="0"/>
          <a:ext cx="0" cy="0"/>
          <a:chOff x="0" y="0"/>
          <a:chExt cx="0" cy="0"/>
        </a:xfrm>
      </p:grpSpPr>
      <p:sp>
        <p:nvSpPr>
          <p:cNvPr id="96" name="Google Shape;96;p103"/>
          <p:cNvSpPr txBox="1"/>
          <p:nvPr>
            <p:ph type="title"/>
          </p:nvPr>
        </p:nvSpPr>
        <p:spPr>
          <a:xfrm>
            <a:off x="503237" y="301625"/>
            <a:ext cx="9069387" cy="1260475"/>
          </a:xfrm>
          <a:prstGeom prst="rect">
            <a:avLst/>
          </a:prstGeom>
          <a:noFill/>
          <a:ln>
            <a:noFill/>
          </a:ln>
        </p:spPr>
        <p:txBody>
          <a:bodyPr anchorCtr="0" anchor="ctr" bIns="0" lIns="0" spcFirstLastPara="1" rIns="0" wrap="square" tIns="0">
            <a:noAutofit/>
          </a:bodyPr>
          <a:lstStyle>
            <a:lvl1pPr lvl="0" algn="l">
              <a:lnSpc>
                <a:spcPct val="101000"/>
              </a:lnSpc>
              <a:spcBef>
                <a:spcPts val="0"/>
              </a:spcBef>
              <a:spcAft>
                <a:spcPts val="0"/>
              </a:spcAft>
              <a:buSzPts val="1400"/>
              <a:buNone/>
              <a:defRPr/>
            </a:lvl1pPr>
            <a:lvl2pPr lvl="1" algn="l">
              <a:lnSpc>
                <a:spcPct val="101000"/>
              </a:lnSpc>
              <a:spcBef>
                <a:spcPts val="0"/>
              </a:spcBef>
              <a:spcAft>
                <a:spcPts val="0"/>
              </a:spcAft>
              <a:buSzPts val="1400"/>
              <a:buNone/>
              <a:defRPr/>
            </a:lvl2pPr>
            <a:lvl3pPr lvl="2" algn="l">
              <a:lnSpc>
                <a:spcPct val="101000"/>
              </a:lnSpc>
              <a:spcBef>
                <a:spcPts val="0"/>
              </a:spcBef>
              <a:spcAft>
                <a:spcPts val="0"/>
              </a:spcAft>
              <a:buSzPts val="1400"/>
              <a:buNone/>
              <a:defRPr/>
            </a:lvl3pPr>
            <a:lvl4pPr lvl="3" algn="l">
              <a:lnSpc>
                <a:spcPct val="101000"/>
              </a:lnSpc>
              <a:spcBef>
                <a:spcPts val="0"/>
              </a:spcBef>
              <a:spcAft>
                <a:spcPts val="0"/>
              </a:spcAft>
              <a:buSzPts val="1400"/>
              <a:buNone/>
              <a:defRPr/>
            </a:lvl4pPr>
            <a:lvl5pPr lvl="4" algn="l">
              <a:lnSpc>
                <a:spcPct val="101000"/>
              </a:lnSpc>
              <a:spcBef>
                <a:spcPts val="0"/>
              </a:spcBef>
              <a:spcAft>
                <a:spcPts val="0"/>
              </a:spcAft>
              <a:buSzPts val="1400"/>
              <a:buNone/>
              <a:defRPr/>
            </a:lvl5pPr>
            <a:lvl6pPr lvl="5" algn="l">
              <a:lnSpc>
                <a:spcPct val="101000"/>
              </a:lnSpc>
              <a:spcBef>
                <a:spcPts val="0"/>
              </a:spcBef>
              <a:spcAft>
                <a:spcPts val="0"/>
              </a:spcAft>
              <a:buSzPts val="1400"/>
              <a:buNone/>
              <a:defRPr/>
            </a:lvl6pPr>
            <a:lvl7pPr lvl="6" algn="l">
              <a:lnSpc>
                <a:spcPct val="101000"/>
              </a:lnSpc>
              <a:spcBef>
                <a:spcPts val="0"/>
              </a:spcBef>
              <a:spcAft>
                <a:spcPts val="0"/>
              </a:spcAft>
              <a:buSzPts val="1400"/>
              <a:buNone/>
              <a:defRPr/>
            </a:lvl7pPr>
            <a:lvl8pPr lvl="7" algn="l">
              <a:lnSpc>
                <a:spcPct val="101000"/>
              </a:lnSpc>
              <a:spcBef>
                <a:spcPts val="0"/>
              </a:spcBef>
              <a:spcAft>
                <a:spcPts val="0"/>
              </a:spcAft>
              <a:buSzPts val="1400"/>
              <a:buNone/>
              <a:defRPr/>
            </a:lvl8pPr>
            <a:lvl9pPr lvl="8" algn="l">
              <a:lnSpc>
                <a:spcPct val="101000"/>
              </a:lnSpc>
              <a:spcBef>
                <a:spcPts val="0"/>
              </a:spcBef>
              <a:spcAft>
                <a:spcPts val="0"/>
              </a:spcAft>
              <a:buSzPts val="1400"/>
              <a:buNone/>
              <a:defRPr/>
            </a:lvl9pPr>
          </a:lstStyle>
          <a:p/>
        </p:txBody>
      </p:sp>
      <p:sp>
        <p:nvSpPr>
          <p:cNvPr id="97" name="Google Shape;97;p103"/>
          <p:cNvSpPr txBox="1"/>
          <p:nvPr>
            <p:ph idx="1" type="body"/>
          </p:nvPr>
        </p:nvSpPr>
        <p:spPr>
          <a:xfrm>
            <a:off x="503237" y="1768475"/>
            <a:ext cx="9069387" cy="4383087"/>
          </a:xfrm>
          <a:prstGeom prst="rect">
            <a:avLst/>
          </a:prstGeom>
          <a:noFill/>
          <a:ln>
            <a:noFill/>
          </a:ln>
        </p:spPr>
        <p:txBody>
          <a:bodyPr anchorCtr="0" anchor="t" bIns="0" lIns="0" spcFirstLastPara="1" rIns="0" wrap="square" tIns="0">
            <a:noAutofit/>
          </a:bodyPr>
          <a:lstStyle>
            <a:lvl1pPr indent="-228600" lvl="0" marL="457200" algn="l">
              <a:lnSpc>
                <a:spcPct val="101000"/>
              </a:lnSpc>
              <a:spcBef>
                <a:spcPts val="0"/>
              </a:spcBef>
              <a:spcAft>
                <a:spcPts val="0"/>
              </a:spcAft>
              <a:buSzPts val="1400"/>
              <a:buNone/>
              <a:defRPr/>
            </a:lvl1pPr>
            <a:lvl2pPr indent="-228600" lvl="1" marL="914400" algn="l">
              <a:lnSpc>
                <a:spcPct val="101000"/>
              </a:lnSpc>
              <a:spcBef>
                <a:spcPts val="1425"/>
              </a:spcBef>
              <a:spcAft>
                <a:spcPts val="0"/>
              </a:spcAft>
              <a:buSzPts val="1400"/>
              <a:buNone/>
              <a:defRPr/>
            </a:lvl2pPr>
            <a:lvl3pPr indent="-228600" lvl="2" marL="1371600" algn="l">
              <a:lnSpc>
                <a:spcPct val="101000"/>
              </a:lnSpc>
              <a:spcBef>
                <a:spcPts val="1138"/>
              </a:spcBef>
              <a:spcAft>
                <a:spcPts val="0"/>
              </a:spcAft>
              <a:buSzPts val="1400"/>
              <a:buNone/>
              <a:defRPr/>
            </a:lvl3pPr>
            <a:lvl4pPr indent="-228600" lvl="3" marL="1828800" algn="l">
              <a:lnSpc>
                <a:spcPct val="101000"/>
              </a:lnSpc>
              <a:spcBef>
                <a:spcPts val="850"/>
              </a:spcBef>
              <a:spcAft>
                <a:spcPts val="0"/>
              </a:spcAft>
              <a:buSzPts val="1400"/>
              <a:buNone/>
              <a:defRPr/>
            </a:lvl4pPr>
            <a:lvl5pPr indent="-228600" lvl="4" marL="2286000" algn="l">
              <a:lnSpc>
                <a:spcPct val="101000"/>
              </a:lnSpc>
              <a:spcBef>
                <a:spcPts val="575"/>
              </a:spcBef>
              <a:spcAft>
                <a:spcPts val="0"/>
              </a:spcAft>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8" name="Shape 98"/>
        <p:cNvGrpSpPr/>
        <p:nvPr/>
      </p:nvGrpSpPr>
      <p:grpSpPr>
        <a:xfrm>
          <a:off x="0" y="0"/>
          <a:ext cx="0" cy="0"/>
          <a:chOff x="0" y="0"/>
          <a:chExt cx="0" cy="0"/>
        </a:xfrm>
      </p:grpSpPr>
      <p:sp>
        <p:nvSpPr>
          <p:cNvPr id="99" name="Google Shape;99;p116"/>
          <p:cNvSpPr txBox="1"/>
          <p:nvPr>
            <p:ph type="title"/>
          </p:nvPr>
        </p:nvSpPr>
        <p:spPr>
          <a:xfrm rot="5400000">
            <a:off x="5514181" y="2093119"/>
            <a:ext cx="5849938" cy="2266950"/>
          </a:xfrm>
          <a:prstGeom prst="rect">
            <a:avLst/>
          </a:prstGeom>
          <a:noFill/>
          <a:ln>
            <a:noFill/>
          </a:ln>
        </p:spPr>
        <p:txBody>
          <a:bodyPr anchorCtr="0" anchor="ctr" bIns="0" lIns="0" spcFirstLastPara="1" rIns="0" wrap="square" tIns="0">
            <a:noAutofit/>
          </a:bodyPr>
          <a:lstStyle>
            <a:lvl1pPr lvl="0" algn="l">
              <a:lnSpc>
                <a:spcPct val="101000"/>
              </a:lnSpc>
              <a:spcBef>
                <a:spcPts val="0"/>
              </a:spcBef>
              <a:spcAft>
                <a:spcPts val="0"/>
              </a:spcAft>
              <a:buSzPts val="1400"/>
              <a:buNone/>
              <a:defRPr/>
            </a:lvl1pPr>
            <a:lvl2pPr lvl="1" algn="l">
              <a:lnSpc>
                <a:spcPct val="101000"/>
              </a:lnSpc>
              <a:spcBef>
                <a:spcPts val="0"/>
              </a:spcBef>
              <a:spcAft>
                <a:spcPts val="0"/>
              </a:spcAft>
              <a:buSzPts val="1400"/>
              <a:buNone/>
              <a:defRPr/>
            </a:lvl2pPr>
            <a:lvl3pPr lvl="2" algn="l">
              <a:lnSpc>
                <a:spcPct val="101000"/>
              </a:lnSpc>
              <a:spcBef>
                <a:spcPts val="0"/>
              </a:spcBef>
              <a:spcAft>
                <a:spcPts val="0"/>
              </a:spcAft>
              <a:buSzPts val="1400"/>
              <a:buNone/>
              <a:defRPr/>
            </a:lvl3pPr>
            <a:lvl4pPr lvl="3" algn="l">
              <a:lnSpc>
                <a:spcPct val="101000"/>
              </a:lnSpc>
              <a:spcBef>
                <a:spcPts val="0"/>
              </a:spcBef>
              <a:spcAft>
                <a:spcPts val="0"/>
              </a:spcAft>
              <a:buSzPts val="1400"/>
              <a:buNone/>
              <a:defRPr/>
            </a:lvl4pPr>
            <a:lvl5pPr lvl="4" algn="l">
              <a:lnSpc>
                <a:spcPct val="101000"/>
              </a:lnSpc>
              <a:spcBef>
                <a:spcPts val="0"/>
              </a:spcBef>
              <a:spcAft>
                <a:spcPts val="0"/>
              </a:spcAft>
              <a:buSzPts val="1400"/>
              <a:buNone/>
              <a:defRPr/>
            </a:lvl5pPr>
            <a:lvl6pPr lvl="5" algn="l">
              <a:lnSpc>
                <a:spcPct val="101000"/>
              </a:lnSpc>
              <a:spcBef>
                <a:spcPts val="0"/>
              </a:spcBef>
              <a:spcAft>
                <a:spcPts val="0"/>
              </a:spcAft>
              <a:buSzPts val="1400"/>
              <a:buNone/>
              <a:defRPr/>
            </a:lvl6pPr>
            <a:lvl7pPr lvl="6" algn="l">
              <a:lnSpc>
                <a:spcPct val="101000"/>
              </a:lnSpc>
              <a:spcBef>
                <a:spcPts val="0"/>
              </a:spcBef>
              <a:spcAft>
                <a:spcPts val="0"/>
              </a:spcAft>
              <a:buSzPts val="1400"/>
              <a:buNone/>
              <a:defRPr/>
            </a:lvl7pPr>
            <a:lvl8pPr lvl="7" algn="l">
              <a:lnSpc>
                <a:spcPct val="101000"/>
              </a:lnSpc>
              <a:spcBef>
                <a:spcPts val="0"/>
              </a:spcBef>
              <a:spcAft>
                <a:spcPts val="0"/>
              </a:spcAft>
              <a:buSzPts val="1400"/>
              <a:buNone/>
              <a:defRPr/>
            </a:lvl8pPr>
            <a:lvl9pPr lvl="8" algn="l">
              <a:lnSpc>
                <a:spcPct val="101000"/>
              </a:lnSpc>
              <a:spcBef>
                <a:spcPts val="0"/>
              </a:spcBef>
              <a:spcAft>
                <a:spcPts val="0"/>
              </a:spcAft>
              <a:buSzPts val="1400"/>
              <a:buNone/>
              <a:defRPr/>
            </a:lvl9pPr>
          </a:lstStyle>
          <a:p/>
        </p:txBody>
      </p:sp>
      <p:sp>
        <p:nvSpPr>
          <p:cNvPr id="100" name="Google Shape;100;p116"/>
          <p:cNvSpPr txBox="1"/>
          <p:nvPr>
            <p:ph idx="1" type="body"/>
          </p:nvPr>
        </p:nvSpPr>
        <p:spPr>
          <a:xfrm rot="5400000">
            <a:off x="903287" y="-98425"/>
            <a:ext cx="5849938" cy="6650037"/>
          </a:xfrm>
          <a:prstGeom prst="rect">
            <a:avLst/>
          </a:prstGeom>
          <a:noFill/>
          <a:ln>
            <a:noFill/>
          </a:ln>
        </p:spPr>
        <p:txBody>
          <a:bodyPr anchorCtr="0" anchor="t" bIns="0" lIns="0" spcFirstLastPara="1" rIns="0" wrap="square" tIns="0">
            <a:noAutofit/>
          </a:bodyPr>
          <a:lstStyle>
            <a:lvl1pPr indent="-228600" lvl="0" marL="457200" algn="l">
              <a:lnSpc>
                <a:spcPct val="101000"/>
              </a:lnSpc>
              <a:spcBef>
                <a:spcPts val="0"/>
              </a:spcBef>
              <a:spcAft>
                <a:spcPts val="0"/>
              </a:spcAft>
              <a:buSzPts val="1400"/>
              <a:buNone/>
              <a:defRPr/>
            </a:lvl1pPr>
            <a:lvl2pPr indent="-228600" lvl="1" marL="914400" algn="l">
              <a:lnSpc>
                <a:spcPct val="101000"/>
              </a:lnSpc>
              <a:spcBef>
                <a:spcPts val="1425"/>
              </a:spcBef>
              <a:spcAft>
                <a:spcPts val="0"/>
              </a:spcAft>
              <a:buSzPts val="1400"/>
              <a:buNone/>
              <a:defRPr/>
            </a:lvl2pPr>
            <a:lvl3pPr indent="-228600" lvl="2" marL="1371600" algn="l">
              <a:lnSpc>
                <a:spcPct val="101000"/>
              </a:lnSpc>
              <a:spcBef>
                <a:spcPts val="1138"/>
              </a:spcBef>
              <a:spcAft>
                <a:spcPts val="0"/>
              </a:spcAft>
              <a:buSzPts val="1400"/>
              <a:buNone/>
              <a:defRPr/>
            </a:lvl3pPr>
            <a:lvl4pPr indent="-228600" lvl="3" marL="1828800" algn="l">
              <a:lnSpc>
                <a:spcPct val="101000"/>
              </a:lnSpc>
              <a:spcBef>
                <a:spcPts val="850"/>
              </a:spcBef>
              <a:spcAft>
                <a:spcPts val="0"/>
              </a:spcAft>
              <a:buSzPts val="1400"/>
              <a:buNone/>
              <a:defRPr/>
            </a:lvl4pPr>
            <a:lvl5pPr indent="-228600" lvl="4" marL="2286000" algn="l">
              <a:lnSpc>
                <a:spcPct val="101000"/>
              </a:lnSpc>
              <a:spcBef>
                <a:spcPts val="575"/>
              </a:spcBef>
              <a:spcAft>
                <a:spcPts val="0"/>
              </a:spcAft>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01" name="Shape 101"/>
        <p:cNvGrpSpPr/>
        <p:nvPr/>
      </p:nvGrpSpPr>
      <p:grpSpPr>
        <a:xfrm>
          <a:off x="0" y="0"/>
          <a:ext cx="0" cy="0"/>
          <a:chOff x="0" y="0"/>
          <a:chExt cx="0" cy="0"/>
        </a:xfrm>
      </p:grpSpPr>
      <p:sp>
        <p:nvSpPr>
          <p:cNvPr id="102" name="Google Shape;102;p117"/>
          <p:cNvSpPr txBox="1"/>
          <p:nvPr>
            <p:ph type="title"/>
          </p:nvPr>
        </p:nvSpPr>
        <p:spPr>
          <a:xfrm>
            <a:off x="503237" y="301625"/>
            <a:ext cx="9069387" cy="1260475"/>
          </a:xfrm>
          <a:prstGeom prst="rect">
            <a:avLst/>
          </a:prstGeom>
          <a:noFill/>
          <a:ln>
            <a:noFill/>
          </a:ln>
        </p:spPr>
        <p:txBody>
          <a:bodyPr anchorCtr="0" anchor="ctr" bIns="0" lIns="0" spcFirstLastPara="1" rIns="0" wrap="square" tIns="0">
            <a:noAutofit/>
          </a:bodyPr>
          <a:lstStyle>
            <a:lvl1pPr lvl="0" algn="l">
              <a:lnSpc>
                <a:spcPct val="101000"/>
              </a:lnSpc>
              <a:spcBef>
                <a:spcPts val="0"/>
              </a:spcBef>
              <a:spcAft>
                <a:spcPts val="0"/>
              </a:spcAft>
              <a:buSzPts val="1400"/>
              <a:buNone/>
              <a:defRPr/>
            </a:lvl1pPr>
            <a:lvl2pPr lvl="1" algn="l">
              <a:lnSpc>
                <a:spcPct val="101000"/>
              </a:lnSpc>
              <a:spcBef>
                <a:spcPts val="0"/>
              </a:spcBef>
              <a:spcAft>
                <a:spcPts val="0"/>
              </a:spcAft>
              <a:buSzPts val="1400"/>
              <a:buNone/>
              <a:defRPr/>
            </a:lvl2pPr>
            <a:lvl3pPr lvl="2" algn="l">
              <a:lnSpc>
                <a:spcPct val="101000"/>
              </a:lnSpc>
              <a:spcBef>
                <a:spcPts val="0"/>
              </a:spcBef>
              <a:spcAft>
                <a:spcPts val="0"/>
              </a:spcAft>
              <a:buSzPts val="1400"/>
              <a:buNone/>
              <a:defRPr/>
            </a:lvl3pPr>
            <a:lvl4pPr lvl="3" algn="l">
              <a:lnSpc>
                <a:spcPct val="101000"/>
              </a:lnSpc>
              <a:spcBef>
                <a:spcPts val="0"/>
              </a:spcBef>
              <a:spcAft>
                <a:spcPts val="0"/>
              </a:spcAft>
              <a:buSzPts val="1400"/>
              <a:buNone/>
              <a:defRPr/>
            </a:lvl4pPr>
            <a:lvl5pPr lvl="4" algn="l">
              <a:lnSpc>
                <a:spcPct val="101000"/>
              </a:lnSpc>
              <a:spcBef>
                <a:spcPts val="0"/>
              </a:spcBef>
              <a:spcAft>
                <a:spcPts val="0"/>
              </a:spcAft>
              <a:buSzPts val="1400"/>
              <a:buNone/>
              <a:defRPr/>
            </a:lvl5pPr>
            <a:lvl6pPr lvl="5" algn="l">
              <a:lnSpc>
                <a:spcPct val="101000"/>
              </a:lnSpc>
              <a:spcBef>
                <a:spcPts val="0"/>
              </a:spcBef>
              <a:spcAft>
                <a:spcPts val="0"/>
              </a:spcAft>
              <a:buSzPts val="1400"/>
              <a:buNone/>
              <a:defRPr/>
            </a:lvl6pPr>
            <a:lvl7pPr lvl="6" algn="l">
              <a:lnSpc>
                <a:spcPct val="101000"/>
              </a:lnSpc>
              <a:spcBef>
                <a:spcPts val="0"/>
              </a:spcBef>
              <a:spcAft>
                <a:spcPts val="0"/>
              </a:spcAft>
              <a:buSzPts val="1400"/>
              <a:buNone/>
              <a:defRPr/>
            </a:lvl7pPr>
            <a:lvl8pPr lvl="7" algn="l">
              <a:lnSpc>
                <a:spcPct val="101000"/>
              </a:lnSpc>
              <a:spcBef>
                <a:spcPts val="0"/>
              </a:spcBef>
              <a:spcAft>
                <a:spcPts val="0"/>
              </a:spcAft>
              <a:buSzPts val="1400"/>
              <a:buNone/>
              <a:defRPr/>
            </a:lvl8pPr>
            <a:lvl9pPr lvl="8" algn="l">
              <a:lnSpc>
                <a:spcPct val="101000"/>
              </a:lnSpc>
              <a:spcBef>
                <a:spcPts val="0"/>
              </a:spcBef>
              <a:spcAft>
                <a:spcPts val="0"/>
              </a:spcAft>
              <a:buSzPts val="1400"/>
              <a:buNone/>
              <a:defRPr/>
            </a:lvl9pPr>
          </a:lstStyle>
          <a:p/>
        </p:txBody>
      </p:sp>
      <p:sp>
        <p:nvSpPr>
          <p:cNvPr id="103" name="Google Shape;103;p117"/>
          <p:cNvSpPr txBox="1"/>
          <p:nvPr>
            <p:ph idx="1" type="body"/>
          </p:nvPr>
        </p:nvSpPr>
        <p:spPr>
          <a:xfrm rot="5400000">
            <a:off x="2846387" y="-574675"/>
            <a:ext cx="4383087" cy="9069387"/>
          </a:xfrm>
          <a:prstGeom prst="rect">
            <a:avLst/>
          </a:prstGeom>
          <a:noFill/>
          <a:ln>
            <a:noFill/>
          </a:ln>
        </p:spPr>
        <p:txBody>
          <a:bodyPr anchorCtr="0" anchor="t" bIns="0" lIns="0" spcFirstLastPara="1" rIns="0" wrap="square" tIns="0">
            <a:noAutofit/>
          </a:bodyPr>
          <a:lstStyle>
            <a:lvl1pPr indent="-228600" lvl="0" marL="457200" algn="l">
              <a:lnSpc>
                <a:spcPct val="101000"/>
              </a:lnSpc>
              <a:spcBef>
                <a:spcPts val="0"/>
              </a:spcBef>
              <a:spcAft>
                <a:spcPts val="0"/>
              </a:spcAft>
              <a:buSzPts val="1400"/>
              <a:buNone/>
              <a:defRPr/>
            </a:lvl1pPr>
            <a:lvl2pPr indent="-228600" lvl="1" marL="914400" algn="l">
              <a:lnSpc>
                <a:spcPct val="101000"/>
              </a:lnSpc>
              <a:spcBef>
                <a:spcPts val="1425"/>
              </a:spcBef>
              <a:spcAft>
                <a:spcPts val="0"/>
              </a:spcAft>
              <a:buSzPts val="1400"/>
              <a:buNone/>
              <a:defRPr/>
            </a:lvl2pPr>
            <a:lvl3pPr indent="-228600" lvl="2" marL="1371600" algn="l">
              <a:lnSpc>
                <a:spcPct val="101000"/>
              </a:lnSpc>
              <a:spcBef>
                <a:spcPts val="1138"/>
              </a:spcBef>
              <a:spcAft>
                <a:spcPts val="0"/>
              </a:spcAft>
              <a:buSzPts val="1400"/>
              <a:buNone/>
              <a:defRPr/>
            </a:lvl3pPr>
            <a:lvl4pPr indent="-228600" lvl="3" marL="1828800" algn="l">
              <a:lnSpc>
                <a:spcPct val="101000"/>
              </a:lnSpc>
              <a:spcBef>
                <a:spcPts val="850"/>
              </a:spcBef>
              <a:spcAft>
                <a:spcPts val="0"/>
              </a:spcAft>
              <a:buSzPts val="1400"/>
              <a:buNone/>
              <a:defRPr/>
            </a:lvl4pPr>
            <a:lvl5pPr indent="-228600" lvl="4" marL="2286000" algn="l">
              <a:lnSpc>
                <a:spcPct val="101000"/>
              </a:lnSpc>
              <a:spcBef>
                <a:spcPts val="575"/>
              </a:spcBef>
              <a:spcAft>
                <a:spcPts val="0"/>
              </a:spcAft>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4" name="Shape 104"/>
        <p:cNvGrpSpPr/>
        <p:nvPr/>
      </p:nvGrpSpPr>
      <p:grpSpPr>
        <a:xfrm>
          <a:off x="0" y="0"/>
          <a:ext cx="0" cy="0"/>
          <a:chOff x="0" y="0"/>
          <a:chExt cx="0" cy="0"/>
        </a:xfrm>
      </p:grpSpPr>
      <p:sp>
        <p:nvSpPr>
          <p:cNvPr id="105" name="Google Shape;105;p118"/>
          <p:cNvSpPr txBox="1"/>
          <p:nvPr>
            <p:ph type="title"/>
          </p:nvPr>
        </p:nvSpPr>
        <p:spPr>
          <a:xfrm>
            <a:off x="693738" y="503238"/>
            <a:ext cx="3251200" cy="1765300"/>
          </a:xfrm>
          <a:prstGeom prst="rect">
            <a:avLst/>
          </a:prstGeom>
          <a:noFill/>
          <a:ln>
            <a:noFill/>
          </a:ln>
        </p:spPr>
        <p:txBody>
          <a:bodyPr anchorCtr="0" anchor="b" bIns="0" lIns="0" spcFirstLastPara="1" rIns="0" wrap="square" tIns="0">
            <a:noAutofit/>
          </a:bodyPr>
          <a:lstStyle>
            <a:lvl1pPr lvl="0" algn="l">
              <a:lnSpc>
                <a:spcPct val="101000"/>
              </a:lnSpc>
              <a:spcBef>
                <a:spcPts val="0"/>
              </a:spcBef>
              <a:spcAft>
                <a:spcPts val="0"/>
              </a:spcAft>
              <a:buSzPts val="1400"/>
              <a:buNone/>
              <a:defRPr sz="3200"/>
            </a:lvl1pPr>
            <a:lvl2pPr lvl="1" algn="l">
              <a:lnSpc>
                <a:spcPct val="101000"/>
              </a:lnSpc>
              <a:spcBef>
                <a:spcPts val="0"/>
              </a:spcBef>
              <a:spcAft>
                <a:spcPts val="0"/>
              </a:spcAft>
              <a:buSzPts val="1400"/>
              <a:buNone/>
              <a:defRPr/>
            </a:lvl2pPr>
            <a:lvl3pPr lvl="2" algn="l">
              <a:lnSpc>
                <a:spcPct val="101000"/>
              </a:lnSpc>
              <a:spcBef>
                <a:spcPts val="0"/>
              </a:spcBef>
              <a:spcAft>
                <a:spcPts val="0"/>
              </a:spcAft>
              <a:buSzPts val="1400"/>
              <a:buNone/>
              <a:defRPr/>
            </a:lvl3pPr>
            <a:lvl4pPr lvl="3" algn="l">
              <a:lnSpc>
                <a:spcPct val="101000"/>
              </a:lnSpc>
              <a:spcBef>
                <a:spcPts val="0"/>
              </a:spcBef>
              <a:spcAft>
                <a:spcPts val="0"/>
              </a:spcAft>
              <a:buSzPts val="1400"/>
              <a:buNone/>
              <a:defRPr/>
            </a:lvl4pPr>
            <a:lvl5pPr lvl="4" algn="l">
              <a:lnSpc>
                <a:spcPct val="101000"/>
              </a:lnSpc>
              <a:spcBef>
                <a:spcPts val="0"/>
              </a:spcBef>
              <a:spcAft>
                <a:spcPts val="0"/>
              </a:spcAft>
              <a:buSzPts val="1400"/>
              <a:buNone/>
              <a:defRPr/>
            </a:lvl5pPr>
            <a:lvl6pPr lvl="5" algn="l">
              <a:lnSpc>
                <a:spcPct val="101000"/>
              </a:lnSpc>
              <a:spcBef>
                <a:spcPts val="0"/>
              </a:spcBef>
              <a:spcAft>
                <a:spcPts val="0"/>
              </a:spcAft>
              <a:buSzPts val="1400"/>
              <a:buNone/>
              <a:defRPr/>
            </a:lvl6pPr>
            <a:lvl7pPr lvl="6" algn="l">
              <a:lnSpc>
                <a:spcPct val="101000"/>
              </a:lnSpc>
              <a:spcBef>
                <a:spcPts val="0"/>
              </a:spcBef>
              <a:spcAft>
                <a:spcPts val="0"/>
              </a:spcAft>
              <a:buSzPts val="1400"/>
              <a:buNone/>
              <a:defRPr/>
            </a:lvl7pPr>
            <a:lvl8pPr lvl="7" algn="l">
              <a:lnSpc>
                <a:spcPct val="101000"/>
              </a:lnSpc>
              <a:spcBef>
                <a:spcPts val="0"/>
              </a:spcBef>
              <a:spcAft>
                <a:spcPts val="0"/>
              </a:spcAft>
              <a:buSzPts val="1400"/>
              <a:buNone/>
              <a:defRPr/>
            </a:lvl8pPr>
            <a:lvl9pPr lvl="8" algn="l">
              <a:lnSpc>
                <a:spcPct val="101000"/>
              </a:lnSpc>
              <a:spcBef>
                <a:spcPts val="0"/>
              </a:spcBef>
              <a:spcAft>
                <a:spcPts val="0"/>
              </a:spcAft>
              <a:buSzPts val="1400"/>
              <a:buNone/>
              <a:defRPr/>
            </a:lvl9pPr>
          </a:lstStyle>
          <a:p/>
        </p:txBody>
      </p:sp>
      <p:sp>
        <p:nvSpPr>
          <p:cNvPr id="106" name="Google Shape;106;p118"/>
          <p:cNvSpPr/>
          <p:nvPr>
            <p:ph idx="2" type="pic"/>
          </p:nvPr>
        </p:nvSpPr>
        <p:spPr>
          <a:xfrm>
            <a:off x="4286250" y="1089025"/>
            <a:ext cx="5102225" cy="5372100"/>
          </a:xfrm>
          <a:prstGeom prst="rect">
            <a:avLst/>
          </a:prstGeom>
          <a:noFill/>
          <a:ln>
            <a:noFill/>
          </a:ln>
        </p:spPr>
        <p:txBody>
          <a:bodyPr anchorCtr="0" anchor="t" bIns="0" lIns="0" spcFirstLastPara="1" rIns="0" wrap="square" tIns="0">
            <a:noAutofit/>
          </a:bodyPr>
          <a:lstStyle>
            <a:lvl1pPr lvl="0" marR="0" rtl="0" algn="l">
              <a:lnSpc>
                <a:spcPct val="101000"/>
              </a:lnSpc>
              <a:spcBef>
                <a:spcPts val="0"/>
              </a:spcBef>
              <a:spcAft>
                <a:spcPts val="0"/>
              </a:spcAft>
              <a:buClr>
                <a:srgbClr val="000000"/>
              </a:buClr>
              <a:buSzPts val="3200"/>
              <a:buFont typeface="Times New Roman"/>
              <a:buNone/>
              <a:defRPr b="0" i="0" sz="3200" u="none" cap="none" strike="noStrike">
                <a:solidFill>
                  <a:srgbClr val="000000"/>
                </a:solidFill>
                <a:latin typeface="Arial"/>
                <a:ea typeface="Arial"/>
                <a:cs typeface="Arial"/>
                <a:sym typeface="Arial"/>
              </a:defRPr>
            </a:lvl1pPr>
            <a:lvl2pPr lvl="1" marR="0" rtl="0" algn="l">
              <a:lnSpc>
                <a:spcPct val="101000"/>
              </a:lnSpc>
              <a:spcBef>
                <a:spcPts val="1425"/>
              </a:spcBef>
              <a:spcAft>
                <a:spcPts val="0"/>
              </a:spcAft>
              <a:buClr>
                <a:srgbClr val="000000"/>
              </a:buClr>
              <a:buSzPts val="2800"/>
              <a:buFont typeface="Times New Roman"/>
              <a:buNone/>
              <a:defRPr b="0" i="0" sz="2800" u="none" cap="none" strike="noStrike">
                <a:solidFill>
                  <a:srgbClr val="000000"/>
                </a:solidFill>
                <a:latin typeface="Arial"/>
                <a:ea typeface="Arial"/>
                <a:cs typeface="Arial"/>
                <a:sym typeface="Arial"/>
              </a:defRPr>
            </a:lvl2pPr>
            <a:lvl3pPr lvl="2" marR="0" rtl="0" algn="l">
              <a:lnSpc>
                <a:spcPct val="101000"/>
              </a:lnSpc>
              <a:spcBef>
                <a:spcPts val="1138"/>
              </a:spcBef>
              <a:spcAft>
                <a:spcPts val="0"/>
              </a:spcAft>
              <a:buClr>
                <a:srgbClr val="000000"/>
              </a:buClr>
              <a:buSzPts val="2400"/>
              <a:buFont typeface="Times New Roman"/>
              <a:buNone/>
              <a:defRPr b="0" i="0" sz="2400" u="none" cap="none" strike="noStrike">
                <a:solidFill>
                  <a:srgbClr val="000000"/>
                </a:solidFill>
                <a:latin typeface="Arial"/>
                <a:ea typeface="Arial"/>
                <a:cs typeface="Arial"/>
                <a:sym typeface="Arial"/>
              </a:defRPr>
            </a:lvl3pPr>
            <a:lvl4pPr lvl="3" marR="0" rtl="0" algn="l">
              <a:lnSpc>
                <a:spcPct val="101000"/>
              </a:lnSpc>
              <a:spcBef>
                <a:spcPts val="850"/>
              </a:spcBef>
              <a:spcAft>
                <a:spcPts val="0"/>
              </a:spcAft>
              <a:buClr>
                <a:srgbClr val="000000"/>
              </a:buClr>
              <a:buSzPts val="2000"/>
              <a:buFont typeface="Times New Roman"/>
              <a:buNone/>
              <a:defRPr b="0" i="0" sz="2000" u="none" cap="none" strike="noStrike">
                <a:solidFill>
                  <a:srgbClr val="000000"/>
                </a:solidFill>
                <a:latin typeface="Arial"/>
                <a:ea typeface="Arial"/>
                <a:cs typeface="Arial"/>
                <a:sym typeface="Arial"/>
              </a:defRPr>
            </a:lvl4pPr>
            <a:lvl5pPr lvl="4" marR="0" rtl="0" algn="l">
              <a:lnSpc>
                <a:spcPct val="101000"/>
              </a:lnSpc>
              <a:spcBef>
                <a:spcPts val="575"/>
              </a:spcBef>
              <a:spcAft>
                <a:spcPts val="0"/>
              </a:spcAft>
              <a:buClr>
                <a:srgbClr val="000000"/>
              </a:buClr>
              <a:buSzPts val="2000"/>
              <a:buFont typeface="Times New Roman"/>
              <a:buNone/>
              <a:defRPr b="0" i="0" sz="2000" u="none" cap="none" strike="noStrike">
                <a:solidFill>
                  <a:srgbClr val="000000"/>
                </a:solidFill>
                <a:latin typeface="Arial"/>
                <a:ea typeface="Arial"/>
                <a:cs typeface="Arial"/>
                <a:sym typeface="Arial"/>
              </a:defRPr>
            </a:lvl5pPr>
            <a:lvl6pPr lvl="5"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9pPr>
          </a:lstStyle>
          <a:p/>
        </p:txBody>
      </p:sp>
      <p:sp>
        <p:nvSpPr>
          <p:cNvPr id="107" name="Google Shape;107;p118"/>
          <p:cNvSpPr txBox="1"/>
          <p:nvPr>
            <p:ph idx="1" type="body"/>
          </p:nvPr>
        </p:nvSpPr>
        <p:spPr>
          <a:xfrm>
            <a:off x="693738" y="2268538"/>
            <a:ext cx="3251200" cy="4200525"/>
          </a:xfrm>
          <a:prstGeom prst="rect">
            <a:avLst/>
          </a:prstGeom>
          <a:noFill/>
          <a:ln>
            <a:noFill/>
          </a:ln>
        </p:spPr>
        <p:txBody>
          <a:bodyPr anchorCtr="0" anchor="t" bIns="0" lIns="0" spcFirstLastPara="1" rIns="0" wrap="square" tIns="0">
            <a:noAutofit/>
          </a:bodyPr>
          <a:lstStyle>
            <a:lvl1pPr indent="-228600" lvl="0" marL="457200" algn="l">
              <a:lnSpc>
                <a:spcPct val="101000"/>
              </a:lnSpc>
              <a:spcBef>
                <a:spcPts val="0"/>
              </a:spcBef>
              <a:spcAft>
                <a:spcPts val="0"/>
              </a:spcAft>
              <a:buSzPts val="1600"/>
              <a:buNone/>
              <a:defRPr sz="1600"/>
            </a:lvl1pPr>
            <a:lvl2pPr indent="-228600" lvl="1" marL="914400" algn="l">
              <a:lnSpc>
                <a:spcPct val="101000"/>
              </a:lnSpc>
              <a:spcBef>
                <a:spcPts val="1425"/>
              </a:spcBef>
              <a:spcAft>
                <a:spcPts val="0"/>
              </a:spcAft>
              <a:buSzPts val="1400"/>
              <a:buNone/>
              <a:defRPr sz="1400"/>
            </a:lvl2pPr>
            <a:lvl3pPr indent="-228600" lvl="2" marL="1371600" algn="l">
              <a:lnSpc>
                <a:spcPct val="101000"/>
              </a:lnSpc>
              <a:spcBef>
                <a:spcPts val="1138"/>
              </a:spcBef>
              <a:spcAft>
                <a:spcPts val="0"/>
              </a:spcAft>
              <a:buSzPts val="1200"/>
              <a:buNone/>
              <a:defRPr sz="1200"/>
            </a:lvl3pPr>
            <a:lvl4pPr indent="-228600" lvl="3" marL="1828800" algn="l">
              <a:lnSpc>
                <a:spcPct val="101000"/>
              </a:lnSpc>
              <a:spcBef>
                <a:spcPts val="850"/>
              </a:spcBef>
              <a:spcAft>
                <a:spcPts val="0"/>
              </a:spcAft>
              <a:buSzPts val="1000"/>
              <a:buNone/>
              <a:defRPr sz="1000"/>
            </a:lvl4pPr>
            <a:lvl5pPr indent="-228600" lvl="4" marL="2286000" algn="l">
              <a:lnSpc>
                <a:spcPct val="101000"/>
              </a:lnSpc>
              <a:spcBef>
                <a:spcPts val="575"/>
              </a:spcBef>
              <a:spcAft>
                <a:spcPts val="0"/>
              </a:spcAft>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08" name="Shape 108"/>
        <p:cNvGrpSpPr/>
        <p:nvPr/>
      </p:nvGrpSpPr>
      <p:grpSpPr>
        <a:xfrm>
          <a:off x="0" y="0"/>
          <a:ext cx="0" cy="0"/>
          <a:chOff x="0" y="0"/>
          <a:chExt cx="0" cy="0"/>
        </a:xfrm>
      </p:grpSpPr>
      <p:sp>
        <p:nvSpPr>
          <p:cNvPr id="109" name="Google Shape;109;p119"/>
          <p:cNvSpPr txBox="1"/>
          <p:nvPr>
            <p:ph type="title"/>
          </p:nvPr>
        </p:nvSpPr>
        <p:spPr>
          <a:xfrm>
            <a:off x="693738" y="503238"/>
            <a:ext cx="3251200" cy="1765300"/>
          </a:xfrm>
          <a:prstGeom prst="rect">
            <a:avLst/>
          </a:prstGeom>
          <a:noFill/>
          <a:ln>
            <a:noFill/>
          </a:ln>
        </p:spPr>
        <p:txBody>
          <a:bodyPr anchorCtr="0" anchor="b" bIns="0" lIns="0" spcFirstLastPara="1" rIns="0" wrap="square" tIns="0">
            <a:noAutofit/>
          </a:bodyPr>
          <a:lstStyle>
            <a:lvl1pPr lvl="0" algn="l">
              <a:lnSpc>
                <a:spcPct val="101000"/>
              </a:lnSpc>
              <a:spcBef>
                <a:spcPts val="0"/>
              </a:spcBef>
              <a:spcAft>
                <a:spcPts val="0"/>
              </a:spcAft>
              <a:buSzPts val="1400"/>
              <a:buNone/>
              <a:defRPr sz="3200"/>
            </a:lvl1pPr>
            <a:lvl2pPr lvl="1" algn="l">
              <a:lnSpc>
                <a:spcPct val="101000"/>
              </a:lnSpc>
              <a:spcBef>
                <a:spcPts val="0"/>
              </a:spcBef>
              <a:spcAft>
                <a:spcPts val="0"/>
              </a:spcAft>
              <a:buSzPts val="1400"/>
              <a:buNone/>
              <a:defRPr/>
            </a:lvl2pPr>
            <a:lvl3pPr lvl="2" algn="l">
              <a:lnSpc>
                <a:spcPct val="101000"/>
              </a:lnSpc>
              <a:spcBef>
                <a:spcPts val="0"/>
              </a:spcBef>
              <a:spcAft>
                <a:spcPts val="0"/>
              </a:spcAft>
              <a:buSzPts val="1400"/>
              <a:buNone/>
              <a:defRPr/>
            </a:lvl3pPr>
            <a:lvl4pPr lvl="3" algn="l">
              <a:lnSpc>
                <a:spcPct val="101000"/>
              </a:lnSpc>
              <a:spcBef>
                <a:spcPts val="0"/>
              </a:spcBef>
              <a:spcAft>
                <a:spcPts val="0"/>
              </a:spcAft>
              <a:buSzPts val="1400"/>
              <a:buNone/>
              <a:defRPr/>
            </a:lvl4pPr>
            <a:lvl5pPr lvl="4" algn="l">
              <a:lnSpc>
                <a:spcPct val="101000"/>
              </a:lnSpc>
              <a:spcBef>
                <a:spcPts val="0"/>
              </a:spcBef>
              <a:spcAft>
                <a:spcPts val="0"/>
              </a:spcAft>
              <a:buSzPts val="1400"/>
              <a:buNone/>
              <a:defRPr/>
            </a:lvl5pPr>
            <a:lvl6pPr lvl="5" algn="l">
              <a:lnSpc>
                <a:spcPct val="101000"/>
              </a:lnSpc>
              <a:spcBef>
                <a:spcPts val="0"/>
              </a:spcBef>
              <a:spcAft>
                <a:spcPts val="0"/>
              </a:spcAft>
              <a:buSzPts val="1400"/>
              <a:buNone/>
              <a:defRPr/>
            </a:lvl6pPr>
            <a:lvl7pPr lvl="6" algn="l">
              <a:lnSpc>
                <a:spcPct val="101000"/>
              </a:lnSpc>
              <a:spcBef>
                <a:spcPts val="0"/>
              </a:spcBef>
              <a:spcAft>
                <a:spcPts val="0"/>
              </a:spcAft>
              <a:buSzPts val="1400"/>
              <a:buNone/>
              <a:defRPr/>
            </a:lvl7pPr>
            <a:lvl8pPr lvl="7" algn="l">
              <a:lnSpc>
                <a:spcPct val="101000"/>
              </a:lnSpc>
              <a:spcBef>
                <a:spcPts val="0"/>
              </a:spcBef>
              <a:spcAft>
                <a:spcPts val="0"/>
              </a:spcAft>
              <a:buSzPts val="1400"/>
              <a:buNone/>
              <a:defRPr/>
            </a:lvl8pPr>
            <a:lvl9pPr lvl="8" algn="l">
              <a:lnSpc>
                <a:spcPct val="101000"/>
              </a:lnSpc>
              <a:spcBef>
                <a:spcPts val="0"/>
              </a:spcBef>
              <a:spcAft>
                <a:spcPts val="0"/>
              </a:spcAft>
              <a:buSzPts val="1400"/>
              <a:buNone/>
              <a:defRPr/>
            </a:lvl9pPr>
          </a:lstStyle>
          <a:p/>
        </p:txBody>
      </p:sp>
      <p:sp>
        <p:nvSpPr>
          <p:cNvPr id="110" name="Google Shape;110;p119"/>
          <p:cNvSpPr txBox="1"/>
          <p:nvPr>
            <p:ph idx="1" type="body"/>
          </p:nvPr>
        </p:nvSpPr>
        <p:spPr>
          <a:xfrm>
            <a:off x="4286250" y="1089025"/>
            <a:ext cx="5102225" cy="5372100"/>
          </a:xfrm>
          <a:prstGeom prst="rect">
            <a:avLst/>
          </a:prstGeom>
          <a:noFill/>
          <a:ln>
            <a:noFill/>
          </a:ln>
        </p:spPr>
        <p:txBody>
          <a:bodyPr anchorCtr="0" anchor="t" bIns="0" lIns="0" spcFirstLastPara="1" rIns="0" wrap="square" tIns="0">
            <a:noAutofit/>
          </a:bodyPr>
          <a:lstStyle>
            <a:lvl1pPr indent="-228600" lvl="0" marL="457200" algn="l">
              <a:lnSpc>
                <a:spcPct val="101000"/>
              </a:lnSpc>
              <a:spcBef>
                <a:spcPts val="0"/>
              </a:spcBef>
              <a:spcAft>
                <a:spcPts val="0"/>
              </a:spcAft>
              <a:buSzPts val="1400"/>
              <a:buNone/>
              <a:defRPr sz="3200"/>
            </a:lvl1pPr>
            <a:lvl2pPr indent="-228600" lvl="1" marL="914400" algn="l">
              <a:lnSpc>
                <a:spcPct val="101000"/>
              </a:lnSpc>
              <a:spcBef>
                <a:spcPts val="1425"/>
              </a:spcBef>
              <a:spcAft>
                <a:spcPts val="0"/>
              </a:spcAft>
              <a:buSzPts val="1400"/>
              <a:buNone/>
              <a:defRPr sz="2800"/>
            </a:lvl2pPr>
            <a:lvl3pPr indent="-228600" lvl="2" marL="1371600" algn="l">
              <a:lnSpc>
                <a:spcPct val="101000"/>
              </a:lnSpc>
              <a:spcBef>
                <a:spcPts val="1138"/>
              </a:spcBef>
              <a:spcAft>
                <a:spcPts val="0"/>
              </a:spcAft>
              <a:buSzPts val="1400"/>
              <a:buNone/>
              <a:defRPr sz="2400"/>
            </a:lvl3pPr>
            <a:lvl4pPr indent="-228600" lvl="3" marL="1828800" algn="l">
              <a:lnSpc>
                <a:spcPct val="101000"/>
              </a:lnSpc>
              <a:spcBef>
                <a:spcPts val="850"/>
              </a:spcBef>
              <a:spcAft>
                <a:spcPts val="0"/>
              </a:spcAft>
              <a:buSzPts val="1400"/>
              <a:buNone/>
              <a:defRPr sz="2000"/>
            </a:lvl4pPr>
            <a:lvl5pPr indent="-228600" lvl="4" marL="2286000" algn="l">
              <a:lnSpc>
                <a:spcPct val="101000"/>
              </a:lnSpc>
              <a:spcBef>
                <a:spcPts val="575"/>
              </a:spcBef>
              <a:spcAft>
                <a:spcPts val="0"/>
              </a:spcAft>
              <a:buSzPts val="1400"/>
              <a:buNone/>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111" name="Google Shape;111;p119"/>
          <p:cNvSpPr txBox="1"/>
          <p:nvPr>
            <p:ph idx="2" type="body"/>
          </p:nvPr>
        </p:nvSpPr>
        <p:spPr>
          <a:xfrm>
            <a:off x="693738" y="2268538"/>
            <a:ext cx="3251200" cy="4200525"/>
          </a:xfrm>
          <a:prstGeom prst="rect">
            <a:avLst/>
          </a:prstGeom>
          <a:noFill/>
          <a:ln>
            <a:noFill/>
          </a:ln>
        </p:spPr>
        <p:txBody>
          <a:bodyPr anchorCtr="0" anchor="t" bIns="0" lIns="0" spcFirstLastPara="1" rIns="0" wrap="square" tIns="0">
            <a:noAutofit/>
          </a:bodyPr>
          <a:lstStyle>
            <a:lvl1pPr indent="-228600" lvl="0" marL="457200" algn="l">
              <a:lnSpc>
                <a:spcPct val="101000"/>
              </a:lnSpc>
              <a:spcBef>
                <a:spcPts val="0"/>
              </a:spcBef>
              <a:spcAft>
                <a:spcPts val="0"/>
              </a:spcAft>
              <a:buSzPts val="1600"/>
              <a:buNone/>
              <a:defRPr sz="1600"/>
            </a:lvl1pPr>
            <a:lvl2pPr indent="-228600" lvl="1" marL="914400" algn="l">
              <a:lnSpc>
                <a:spcPct val="101000"/>
              </a:lnSpc>
              <a:spcBef>
                <a:spcPts val="1425"/>
              </a:spcBef>
              <a:spcAft>
                <a:spcPts val="0"/>
              </a:spcAft>
              <a:buSzPts val="1400"/>
              <a:buNone/>
              <a:defRPr sz="1400"/>
            </a:lvl2pPr>
            <a:lvl3pPr indent="-228600" lvl="2" marL="1371600" algn="l">
              <a:lnSpc>
                <a:spcPct val="101000"/>
              </a:lnSpc>
              <a:spcBef>
                <a:spcPts val="1138"/>
              </a:spcBef>
              <a:spcAft>
                <a:spcPts val="0"/>
              </a:spcAft>
              <a:buSzPts val="1200"/>
              <a:buNone/>
              <a:defRPr sz="1200"/>
            </a:lvl3pPr>
            <a:lvl4pPr indent="-228600" lvl="3" marL="1828800" algn="l">
              <a:lnSpc>
                <a:spcPct val="101000"/>
              </a:lnSpc>
              <a:spcBef>
                <a:spcPts val="850"/>
              </a:spcBef>
              <a:spcAft>
                <a:spcPts val="0"/>
              </a:spcAft>
              <a:buSzPts val="1000"/>
              <a:buNone/>
              <a:defRPr sz="1000"/>
            </a:lvl4pPr>
            <a:lvl5pPr indent="-228600" lvl="4" marL="2286000" algn="l">
              <a:lnSpc>
                <a:spcPct val="101000"/>
              </a:lnSpc>
              <a:spcBef>
                <a:spcPts val="575"/>
              </a:spcBef>
              <a:spcAft>
                <a:spcPts val="0"/>
              </a:spcAft>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2" name="Shape 112"/>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3" name="Shape 113"/>
        <p:cNvGrpSpPr/>
        <p:nvPr/>
      </p:nvGrpSpPr>
      <p:grpSpPr>
        <a:xfrm>
          <a:off x="0" y="0"/>
          <a:ext cx="0" cy="0"/>
          <a:chOff x="0" y="0"/>
          <a:chExt cx="0" cy="0"/>
        </a:xfrm>
      </p:grpSpPr>
      <p:sp>
        <p:nvSpPr>
          <p:cNvPr id="114" name="Google Shape;114;p121"/>
          <p:cNvSpPr txBox="1"/>
          <p:nvPr>
            <p:ph type="title"/>
          </p:nvPr>
        </p:nvSpPr>
        <p:spPr>
          <a:xfrm>
            <a:off x="503237" y="301625"/>
            <a:ext cx="9069387" cy="1260475"/>
          </a:xfrm>
          <a:prstGeom prst="rect">
            <a:avLst/>
          </a:prstGeom>
          <a:noFill/>
          <a:ln>
            <a:noFill/>
          </a:ln>
        </p:spPr>
        <p:txBody>
          <a:bodyPr anchorCtr="0" anchor="ctr" bIns="0" lIns="0" spcFirstLastPara="1" rIns="0" wrap="square" tIns="0">
            <a:noAutofit/>
          </a:bodyPr>
          <a:lstStyle>
            <a:lvl1pPr lvl="0" algn="l">
              <a:lnSpc>
                <a:spcPct val="101000"/>
              </a:lnSpc>
              <a:spcBef>
                <a:spcPts val="0"/>
              </a:spcBef>
              <a:spcAft>
                <a:spcPts val="0"/>
              </a:spcAft>
              <a:buSzPts val="1400"/>
              <a:buNone/>
              <a:defRPr/>
            </a:lvl1pPr>
            <a:lvl2pPr lvl="1" algn="l">
              <a:lnSpc>
                <a:spcPct val="101000"/>
              </a:lnSpc>
              <a:spcBef>
                <a:spcPts val="0"/>
              </a:spcBef>
              <a:spcAft>
                <a:spcPts val="0"/>
              </a:spcAft>
              <a:buSzPts val="1400"/>
              <a:buNone/>
              <a:defRPr/>
            </a:lvl2pPr>
            <a:lvl3pPr lvl="2" algn="l">
              <a:lnSpc>
                <a:spcPct val="101000"/>
              </a:lnSpc>
              <a:spcBef>
                <a:spcPts val="0"/>
              </a:spcBef>
              <a:spcAft>
                <a:spcPts val="0"/>
              </a:spcAft>
              <a:buSzPts val="1400"/>
              <a:buNone/>
              <a:defRPr/>
            </a:lvl3pPr>
            <a:lvl4pPr lvl="3" algn="l">
              <a:lnSpc>
                <a:spcPct val="101000"/>
              </a:lnSpc>
              <a:spcBef>
                <a:spcPts val="0"/>
              </a:spcBef>
              <a:spcAft>
                <a:spcPts val="0"/>
              </a:spcAft>
              <a:buSzPts val="1400"/>
              <a:buNone/>
              <a:defRPr/>
            </a:lvl4pPr>
            <a:lvl5pPr lvl="4" algn="l">
              <a:lnSpc>
                <a:spcPct val="101000"/>
              </a:lnSpc>
              <a:spcBef>
                <a:spcPts val="0"/>
              </a:spcBef>
              <a:spcAft>
                <a:spcPts val="0"/>
              </a:spcAft>
              <a:buSzPts val="1400"/>
              <a:buNone/>
              <a:defRPr/>
            </a:lvl5pPr>
            <a:lvl6pPr lvl="5" algn="l">
              <a:lnSpc>
                <a:spcPct val="101000"/>
              </a:lnSpc>
              <a:spcBef>
                <a:spcPts val="0"/>
              </a:spcBef>
              <a:spcAft>
                <a:spcPts val="0"/>
              </a:spcAft>
              <a:buSzPts val="1400"/>
              <a:buNone/>
              <a:defRPr/>
            </a:lvl6pPr>
            <a:lvl7pPr lvl="6" algn="l">
              <a:lnSpc>
                <a:spcPct val="101000"/>
              </a:lnSpc>
              <a:spcBef>
                <a:spcPts val="0"/>
              </a:spcBef>
              <a:spcAft>
                <a:spcPts val="0"/>
              </a:spcAft>
              <a:buSzPts val="1400"/>
              <a:buNone/>
              <a:defRPr/>
            </a:lvl7pPr>
            <a:lvl8pPr lvl="7" algn="l">
              <a:lnSpc>
                <a:spcPct val="101000"/>
              </a:lnSpc>
              <a:spcBef>
                <a:spcPts val="0"/>
              </a:spcBef>
              <a:spcAft>
                <a:spcPts val="0"/>
              </a:spcAft>
              <a:buSzPts val="1400"/>
              <a:buNone/>
              <a:defRPr/>
            </a:lvl8pPr>
            <a:lvl9pPr lvl="8" algn="l">
              <a:lnSpc>
                <a:spcPct val="101000"/>
              </a:lnSpc>
              <a:spcBef>
                <a:spcPts val="0"/>
              </a:spcBef>
              <a:spcAft>
                <a:spcPts val="0"/>
              </a:spcAft>
              <a:buSzPts val="14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15" name="Shape 115"/>
        <p:cNvGrpSpPr/>
        <p:nvPr/>
      </p:nvGrpSpPr>
      <p:grpSpPr>
        <a:xfrm>
          <a:off x="0" y="0"/>
          <a:ext cx="0" cy="0"/>
          <a:chOff x="0" y="0"/>
          <a:chExt cx="0" cy="0"/>
        </a:xfrm>
      </p:grpSpPr>
      <p:sp>
        <p:nvSpPr>
          <p:cNvPr id="116" name="Google Shape;116;p122"/>
          <p:cNvSpPr txBox="1"/>
          <p:nvPr>
            <p:ph type="title"/>
          </p:nvPr>
        </p:nvSpPr>
        <p:spPr>
          <a:xfrm>
            <a:off x="693738" y="403225"/>
            <a:ext cx="8694737" cy="1460500"/>
          </a:xfrm>
          <a:prstGeom prst="rect">
            <a:avLst/>
          </a:prstGeom>
          <a:noFill/>
          <a:ln>
            <a:noFill/>
          </a:ln>
        </p:spPr>
        <p:txBody>
          <a:bodyPr anchorCtr="0" anchor="ctr" bIns="0" lIns="0" spcFirstLastPara="1" rIns="0" wrap="square" tIns="0">
            <a:noAutofit/>
          </a:bodyPr>
          <a:lstStyle>
            <a:lvl1pPr lvl="0" algn="l">
              <a:lnSpc>
                <a:spcPct val="101000"/>
              </a:lnSpc>
              <a:spcBef>
                <a:spcPts val="0"/>
              </a:spcBef>
              <a:spcAft>
                <a:spcPts val="0"/>
              </a:spcAft>
              <a:buSzPts val="1400"/>
              <a:buNone/>
              <a:defRPr/>
            </a:lvl1pPr>
            <a:lvl2pPr lvl="1" algn="l">
              <a:lnSpc>
                <a:spcPct val="101000"/>
              </a:lnSpc>
              <a:spcBef>
                <a:spcPts val="0"/>
              </a:spcBef>
              <a:spcAft>
                <a:spcPts val="0"/>
              </a:spcAft>
              <a:buSzPts val="1400"/>
              <a:buNone/>
              <a:defRPr/>
            </a:lvl2pPr>
            <a:lvl3pPr lvl="2" algn="l">
              <a:lnSpc>
                <a:spcPct val="101000"/>
              </a:lnSpc>
              <a:spcBef>
                <a:spcPts val="0"/>
              </a:spcBef>
              <a:spcAft>
                <a:spcPts val="0"/>
              </a:spcAft>
              <a:buSzPts val="1400"/>
              <a:buNone/>
              <a:defRPr/>
            </a:lvl3pPr>
            <a:lvl4pPr lvl="3" algn="l">
              <a:lnSpc>
                <a:spcPct val="101000"/>
              </a:lnSpc>
              <a:spcBef>
                <a:spcPts val="0"/>
              </a:spcBef>
              <a:spcAft>
                <a:spcPts val="0"/>
              </a:spcAft>
              <a:buSzPts val="1400"/>
              <a:buNone/>
              <a:defRPr/>
            </a:lvl4pPr>
            <a:lvl5pPr lvl="4" algn="l">
              <a:lnSpc>
                <a:spcPct val="101000"/>
              </a:lnSpc>
              <a:spcBef>
                <a:spcPts val="0"/>
              </a:spcBef>
              <a:spcAft>
                <a:spcPts val="0"/>
              </a:spcAft>
              <a:buSzPts val="1400"/>
              <a:buNone/>
              <a:defRPr/>
            </a:lvl5pPr>
            <a:lvl6pPr lvl="5" algn="l">
              <a:lnSpc>
                <a:spcPct val="101000"/>
              </a:lnSpc>
              <a:spcBef>
                <a:spcPts val="0"/>
              </a:spcBef>
              <a:spcAft>
                <a:spcPts val="0"/>
              </a:spcAft>
              <a:buSzPts val="1400"/>
              <a:buNone/>
              <a:defRPr/>
            </a:lvl6pPr>
            <a:lvl7pPr lvl="6" algn="l">
              <a:lnSpc>
                <a:spcPct val="101000"/>
              </a:lnSpc>
              <a:spcBef>
                <a:spcPts val="0"/>
              </a:spcBef>
              <a:spcAft>
                <a:spcPts val="0"/>
              </a:spcAft>
              <a:buSzPts val="1400"/>
              <a:buNone/>
              <a:defRPr/>
            </a:lvl7pPr>
            <a:lvl8pPr lvl="7" algn="l">
              <a:lnSpc>
                <a:spcPct val="101000"/>
              </a:lnSpc>
              <a:spcBef>
                <a:spcPts val="0"/>
              </a:spcBef>
              <a:spcAft>
                <a:spcPts val="0"/>
              </a:spcAft>
              <a:buSzPts val="1400"/>
              <a:buNone/>
              <a:defRPr/>
            </a:lvl8pPr>
            <a:lvl9pPr lvl="8" algn="l">
              <a:lnSpc>
                <a:spcPct val="101000"/>
              </a:lnSpc>
              <a:spcBef>
                <a:spcPts val="0"/>
              </a:spcBef>
              <a:spcAft>
                <a:spcPts val="0"/>
              </a:spcAft>
              <a:buSzPts val="1400"/>
              <a:buNone/>
              <a:defRPr/>
            </a:lvl9pPr>
          </a:lstStyle>
          <a:p/>
        </p:txBody>
      </p:sp>
      <p:sp>
        <p:nvSpPr>
          <p:cNvPr id="117" name="Google Shape;117;p122"/>
          <p:cNvSpPr txBox="1"/>
          <p:nvPr>
            <p:ph idx="1" type="body"/>
          </p:nvPr>
        </p:nvSpPr>
        <p:spPr>
          <a:xfrm>
            <a:off x="693738" y="1852613"/>
            <a:ext cx="4265612" cy="908050"/>
          </a:xfrm>
          <a:prstGeom prst="rect">
            <a:avLst/>
          </a:prstGeom>
          <a:noFill/>
          <a:ln>
            <a:noFill/>
          </a:ln>
        </p:spPr>
        <p:txBody>
          <a:bodyPr anchorCtr="0" anchor="b" bIns="0" lIns="0" spcFirstLastPara="1" rIns="0" wrap="square" tIns="0">
            <a:noAutofit/>
          </a:bodyPr>
          <a:lstStyle>
            <a:lvl1pPr indent="-228600" lvl="0" marL="457200" algn="l">
              <a:lnSpc>
                <a:spcPct val="101000"/>
              </a:lnSpc>
              <a:spcBef>
                <a:spcPts val="0"/>
              </a:spcBef>
              <a:spcAft>
                <a:spcPts val="0"/>
              </a:spcAft>
              <a:buSzPts val="2400"/>
              <a:buNone/>
              <a:defRPr b="1" sz="2400"/>
            </a:lvl1pPr>
            <a:lvl2pPr indent="-228600" lvl="1" marL="914400" algn="l">
              <a:lnSpc>
                <a:spcPct val="101000"/>
              </a:lnSpc>
              <a:spcBef>
                <a:spcPts val="1425"/>
              </a:spcBef>
              <a:spcAft>
                <a:spcPts val="0"/>
              </a:spcAft>
              <a:buSzPts val="2000"/>
              <a:buNone/>
              <a:defRPr b="1" sz="2000"/>
            </a:lvl2pPr>
            <a:lvl3pPr indent="-228600" lvl="2" marL="1371600" algn="l">
              <a:lnSpc>
                <a:spcPct val="101000"/>
              </a:lnSpc>
              <a:spcBef>
                <a:spcPts val="1138"/>
              </a:spcBef>
              <a:spcAft>
                <a:spcPts val="0"/>
              </a:spcAft>
              <a:buSzPts val="1800"/>
              <a:buNone/>
              <a:defRPr b="1" sz="1800"/>
            </a:lvl3pPr>
            <a:lvl4pPr indent="-228600" lvl="3" marL="1828800" algn="l">
              <a:lnSpc>
                <a:spcPct val="101000"/>
              </a:lnSpc>
              <a:spcBef>
                <a:spcPts val="850"/>
              </a:spcBef>
              <a:spcAft>
                <a:spcPts val="0"/>
              </a:spcAft>
              <a:buSzPts val="1600"/>
              <a:buNone/>
              <a:defRPr b="1" sz="1600"/>
            </a:lvl4pPr>
            <a:lvl5pPr indent="-228600" lvl="4" marL="2286000" algn="l">
              <a:lnSpc>
                <a:spcPct val="101000"/>
              </a:lnSpc>
              <a:spcBef>
                <a:spcPts val="575"/>
              </a:spcBef>
              <a:spcAft>
                <a:spcPts val="0"/>
              </a:spcAft>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18" name="Google Shape;118;p122"/>
          <p:cNvSpPr txBox="1"/>
          <p:nvPr>
            <p:ph idx="2" type="body"/>
          </p:nvPr>
        </p:nvSpPr>
        <p:spPr>
          <a:xfrm>
            <a:off x="693738" y="2760663"/>
            <a:ext cx="4265612" cy="4062412"/>
          </a:xfrm>
          <a:prstGeom prst="rect">
            <a:avLst/>
          </a:prstGeom>
          <a:noFill/>
          <a:ln>
            <a:noFill/>
          </a:ln>
        </p:spPr>
        <p:txBody>
          <a:bodyPr anchorCtr="0" anchor="t" bIns="0" lIns="0" spcFirstLastPara="1" rIns="0" wrap="square" tIns="0">
            <a:noAutofit/>
          </a:bodyPr>
          <a:lstStyle>
            <a:lvl1pPr indent="-228600" lvl="0" marL="457200" algn="l">
              <a:lnSpc>
                <a:spcPct val="101000"/>
              </a:lnSpc>
              <a:spcBef>
                <a:spcPts val="0"/>
              </a:spcBef>
              <a:spcAft>
                <a:spcPts val="0"/>
              </a:spcAft>
              <a:buSzPts val="1400"/>
              <a:buNone/>
              <a:defRPr/>
            </a:lvl1pPr>
            <a:lvl2pPr indent="-228600" lvl="1" marL="914400" algn="l">
              <a:lnSpc>
                <a:spcPct val="101000"/>
              </a:lnSpc>
              <a:spcBef>
                <a:spcPts val="1425"/>
              </a:spcBef>
              <a:spcAft>
                <a:spcPts val="0"/>
              </a:spcAft>
              <a:buSzPts val="1400"/>
              <a:buNone/>
              <a:defRPr/>
            </a:lvl2pPr>
            <a:lvl3pPr indent="-228600" lvl="2" marL="1371600" algn="l">
              <a:lnSpc>
                <a:spcPct val="101000"/>
              </a:lnSpc>
              <a:spcBef>
                <a:spcPts val="1138"/>
              </a:spcBef>
              <a:spcAft>
                <a:spcPts val="0"/>
              </a:spcAft>
              <a:buSzPts val="1400"/>
              <a:buNone/>
              <a:defRPr/>
            </a:lvl3pPr>
            <a:lvl4pPr indent="-228600" lvl="3" marL="1828800" algn="l">
              <a:lnSpc>
                <a:spcPct val="101000"/>
              </a:lnSpc>
              <a:spcBef>
                <a:spcPts val="850"/>
              </a:spcBef>
              <a:spcAft>
                <a:spcPts val="0"/>
              </a:spcAft>
              <a:buSzPts val="1400"/>
              <a:buNone/>
              <a:defRPr/>
            </a:lvl4pPr>
            <a:lvl5pPr indent="-228600" lvl="4" marL="2286000" algn="l">
              <a:lnSpc>
                <a:spcPct val="101000"/>
              </a:lnSpc>
              <a:spcBef>
                <a:spcPts val="575"/>
              </a:spcBef>
              <a:spcAft>
                <a:spcPts val="0"/>
              </a:spcAft>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9" name="Google Shape;119;p122"/>
          <p:cNvSpPr txBox="1"/>
          <p:nvPr>
            <p:ph idx="3" type="body"/>
          </p:nvPr>
        </p:nvSpPr>
        <p:spPr>
          <a:xfrm>
            <a:off x="5103813" y="1852613"/>
            <a:ext cx="4284662" cy="908050"/>
          </a:xfrm>
          <a:prstGeom prst="rect">
            <a:avLst/>
          </a:prstGeom>
          <a:noFill/>
          <a:ln>
            <a:noFill/>
          </a:ln>
        </p:spPr>
        <p:txBody>
          <a:bodyPr anchorCtr="0" anchor="b" bIns="0" lIns="0" spcFirstLastPara="1" rIns="0" wrap="square" tIns="0">
            <a:noAutofit/>
          </a:bodyPr>
          <a:lstStyle>
            <a:lvl1pPr indent="-228600" lvl="0" marL="457200" algn="l">
              <a:lnSpc>
                <a:spcPct val="101000"/>
              </a:lnSpc>
              <a:spcBef>
                <a:spcPts val="0"/>
              </a:spcBef>
              <a:spcAft>
                <a:spcPts val="0"/>
              </a:spcAft>
              <a:buSzPts val="2400"/>
              <a:buNone/>
              <a:defRPr b="1" sz="2400"/>
            </a:lvl1pPr>
            <a:lvl2pPr indent="-228600" lvl="1" marL="914400" algn="l">
              <a:lnSpc>
                <a:spcPct val="101000"/>
              </a:lnSpc>
              <a:spcBef>
                <a:spcPts val="1425"/>
              </a:spcBef>
              <a:spcAft>
                <a:spcPts val="0"/>
              </a:spcAft>
              <a:buSzPts val="2000"/>
              <a:buNone/>
              <a:defRPr b="1" sz="2000"/>
            </a:lvl2pPr>
            <a:lvl3pPr indent="-228600" lvl="2" marL="1371600" algn="l">
              <a:lnSpc>
                <a:spcPct val="101000"/>
              </a:lnSpc>
              <a:spcBef>
                <a:spcPts val="1138"/>
              </a:spcBef>
              <a:spcAft>
                <a:spcPts val="0"/>
              </a:spcAft>
              <a:buSzPts val="1800"/>
              <a:buNone/>
              <a:defRPr b="1" sz="1800"/>
            </a:lvl3pPr>
            <a:lvl4pPr indent="-228600" lvl="3" marL="1828800" algn="l">
              <a:lnSpc>
                <a:spcPct val="101000"/>
              </a:lnSpc>
              <a:spcBef>
                <a:spcPts val="850"/>
              </a:spcBef>
              <a:spcAft>
                <a:spcPts val="0"/>
              </a:spcAft>
              <a:buSzPts val="1600"/>
              <a:buNone/>
              <a:defRPr b="1" sz="1600"/>
            </a:lvl4pPr>
            <a:lvl5pPr indent="-228600" lvl="4" marL="2286000" algn="l">
              <a:lnSpc>
                <a:spcPct val="101000"/>
              </a:lnSpc>
              <a:spcBef>
                <a:spcPts val="575"/>
              </a:spcBef>
              <a:spcAft>
                <a:spcPts val="0"/>
              </a:spcAft>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20" name="Google Shape;120;p122"/>
          <p:cNvSpPr txBox="1"/>
          <p:nvPr>
            <p:ph idx="4" type="body"/>
          </p:nvPr>
        </p:nvSpPr>
        <p:spPr>
          <a:xfrm>
            <a:off x="5103813" y="2760663"/>
            <a:ext cx="4284662" cy="4062412"/>
          </a:xfrm>
          <a:prstGeom prst="rect">
            <a:avLst/>
          </a:prstGeom>
          <a:noFill/>
          <a:ln>
            <a:noFill/>
          </a:ln>
        </p:spPr>
        <p:txBody>
          <a:bodyPr anchorCtr="0" anchor="t" bIns="0" lIns="0" spcFirstLastPara="1" rIns="0" wrap="square" tIns="0">
            <a:noAutofit/>
          </a:bodyPr>
          <a:lstStyle>
            <a:lvl1pPr indent="-228600" lvl="0" marL="457200" algn="l">
              <a:lnSpc>
                <a:spcPct val="101000"/>
              </a:lnSpc>
              <a:spcBef>
                <a:spcPts val="0"/>
              </a:spcBef>
              <a:spcAft>
                <a:spcPts val="0"/>
              </a:spcAft>
              <a:buSzPts val="1400"/>
              <a:buNone/>
              <a:defRPr/>
            </a:lvl1pPr>
            <a:lvl2pPr indent="-228600" lvl="1" marL="914400" algn="l">
              <a:lnSpc>
                <a:spcPct val="101000"/>
              </a:lnSpc>
              <a:spcBef>
                <a:spcPts val="1425"/>
              </a:spcBef>
              <a:spcAft>
                <a:spcPts val="0"/>
              </a:spcAft>
              <a:buSzPts val="1400"/>
              <a:buNone/>
              <a:defRPr/>
            </a:lvl2pPr>
            <a:lvl3pPr indent="-228600" lvl="2" marL="1371600" algn="l">
              <a:lnSpc>
                <a:spcPct val="101000"/>
              </a:lnSpc>
              <a:spcBef>
                <a:spcPts val="1138"/>
              </a:spcBef>
              <a:spcAft>
                <a:spcPts val="0"/>
              </a:spcAft>
              <a:buSzPts val="1400"/>
              <a:buNone/>
              <a:defRPr/>
            </a:lvl3pPr>
            <a:lvl4pPr indent="-228600" lvl="3" marL="1828800" algn="l">
              <a:lnSpc>
                <a:spcPct val="101000"/>
              </a:lnSpc>
              <a:spcBef>
                <a:spcPts val="850"/>
              </a:spcBef>
              <a:spcAft>
                <a:spcPts val="0"/>
              </a:spcAft>
              <a:buSzPts val="1400"/>
              <a:buNone/>
              <a:defRPr/>
            </a:lvl4pPr>
            <a:lvl5pPr indent="-228600" lvl="4" marL="2286000" algn="l">
              <a:lnSpc>
                <a:spcPct val="101000"/>
              </a:lnSpc>
              <a:spcBef>
                <a:spcPts val="575"/>
              </a:spcBef>
              <a:spcAft>
                <a:spcPts val="0"/>
              </a:spcAft>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21" name="Shape 121"/>
        <p:cNvGrpSpPr/>
        <p:nvPr/>
      </p:nvGrpSpPr>
      <p:grpSpPr>
        <a:xfrm>
          <a:off x="0" y="0"/>
          <a:ext cx="0" cy="0"/>
          <a:chOff x="0" y="0"/>
          <a:chExt cx="0" cy="0"/>
        </a:xfrm>
      </p:grpSpPr>
      <p:sp>
        <p:nvSpPr>
          <p:cNvPr id="122" name="Google Shape;122;p123"/>
          <p:cNvSpPr txBox="1"/>
          <p:nvPr>
            <p:ph type="title"/>
          </p:nvPr>
        </p:nvSpPr>
        <p:spPr>
          <a:xfrm>
            <a:off x="503237" y="301625"/>
            <a:ext cx="9069387" cy="1260475"/>
          </a:xfrm>
          <a:prstGeom prst="rect">
            <a:avLst/>
          </a:prstGeom>
          <a:noFill/>
          <a:ln>
            <a:noFill/>
          </a:ln>
        </p:spPr>
        <p:txBody>
          <a:bodyPr anchorCtr="0" anchor="ctr" bIns="0" lIns="0" spcFirstLastPara="1" rIns="0" wrap="square" tIns="0">
            <a:noAutofit/>
          </a:bodyPr>
          <a:lstStyle>
            <a:lvl1pPr lvl="0" algn="l">
              <a:lnSpc>
                <a:spcPct val="101000"/>
              </a:lnSpc>
              <a:spcBef>
                <a:spcPts val="0"/>
              </a:spcBef>
              <a:spcAft>
                <a:spcPts val="0"/>
              </a:spcAft>
              <a:buSzPts val="1400"/>
              <a:buNone/>
              <a:defRPr/>
            </a:lvl1pPr>
            <a:lvl2pPr lvl="1" algn="l">
              <a:lnSpc>
                <a:spcPct val="101000"/>
              </a:lnSpc>
              <a:spcBef>
                <a:spcPts val="0"/>
              </a:spcBef>
              <a:spcAft>
                <a:spcPts val="0"/>
              </a:spcAft>
              <a:buSzPts val="1400"/>
              <a:buNone/>
              <a:defRPr/>
            </a:lvl2pPr>
            <a:lvl3pPr lvl="2" algn="l">
              <a:lnSpc>
                <a:spcPct val="101000"/>
              </a:lnSpc>
              <a:spcBef>
                <a:spcPts val="0"/>
              </a:spcBef>
              <a:spcAft>
                <a:spcPts val="0"/>
              </a:spcAft>
              <a:buSzPts val="1400"/>
              <a:buNone/>
              <a:defRPr/>
            </a:lvl3pPr>
            <a:lvl4pPr lvl="3" algn="l">
              <a:lnSpc>
                <a:spcPct val="101000"/>
              </a:lnSpc>
              <a:spcBef>
                <a:spcPts val="0"/>
              </a:spcBef>
              <a:spcAft>
                <a:spcPts val="0"/>
              </a:spcAft>
              <a:buSzPts val="1400"/>
              <a:buNone/>
              <a:defRPr/>
            </a:lvl4pPr>
            <a:lvl5pPr lvl="4" algn="l">
              <a:lnSpc>
                <a:spcPct val="101000"/>
              </a:lnSpc>
              <a:spcBef>
                <a:spcPts val="0"/>
              </a:spcBef>
              <a:spcAft>
                <a:spcPts val="0"/>
              </a:spcAft>
              <a:buSzPts val="1400"/>
              <a:buNone/>
              <a:defRPr/>
            </a:lvl5pPr>
            <a:lvl6pPr lvl="5" algn="l">
              <a:lnSpc>
                <a:spcPct val="101000"/>
              </a:lnSpc>
              <a:spcBef>
                <a:spcPts val="0"/>
              </a:spcBef>
              <a:spcAft>
                <a:spcPts val="0"/>
              </a:spcAft>
              <a:buSzPts val="1400"/>
              <a:buNone/>
              <a:defRPr/>
            </a:lvl6pPr>
            <a:lvl7pPr lvl="6" algn="l">
              <a:lnSpc>
                <a:spcPct val="101000"/>
              </a:lnSpc>
              <a:spcBef>
                <a:spcPts val="0"/>
              </a:spcBef>
              <a:spcAft>
                <a:spcPts val="0"/>
              </a:spcAft>
              <a:buSzPts val="1400"/>
              <a:buNone/>
              <a:defRPr/>
            </a:lvl7pPr>
            <a:lvl8pPr lvl="7" algn="l">
              <a:lnSpc>
                <a:spcPct val="101000"/>
              </a:lnSpc>
              <a:spcBef>
                <a:spcPts val="0"/>
              </a:spcBef>
              <a:spcAft>
                <a:spcPts val="0"/>
              </a:spcAft>
              <a:buSzPts val="1400"/>
              <a:buNone/>
              <a:defRPr/>
            </a:lvl8pPr>
            <a:lvl9pPr lvl="8" algn="l">
              <a:lnSpc>
                <a:spcPct val="101000"/>
              </a:lnSpc>
              <a:spcBef>
                <a:spcPts val="0"/>
              </a:spcBef>
              <a:spcAft>
                <a:spcPts val="0"/>
              </a:spcAft>
              <a:buSzPts val="1400"/>
              <a:buNone/>
              <a:defRPr/>
            </a:lvl9pPr>
          </a:lstStyle>
          <a:p/>
        </p:txBody>
      </p:sp>
      <p:sp>
        <p:nvSpPr>
          <p:cNvPr id="123" name="Google Shape;123;p123"/>
          <p:cNvSpPr txBox="1"/>
          <p:nvPr>
            <p:ph idx="1" type="body"/>
          </p:nvPr>
        </p:nvSpPr>
        <p:spPr>
          <a:xfrm>
            <a:off x="503238" y="1768475"/>
            <a:ext cx="4457700" cy="4383088"/>
          </a:xfrm>
          <a:prstGeom prst="rect">
            <a:avLst/>
          </a:prstGeom>
          <a:noFill/>
          <a:ln>
            <a:noFill/>
          </a:ln>
        </p:spPr>
        <p:txBody>
          <a:bodyPr anchorCtr="0" anchor="t" bIns="0" lIns="0" spcFirstLastPara="1" rIns="0" wrap="square" tIns="0">
            <a:noAutofit/>
          </a:bodyPr>
          <a:lstStyle>
            <a:lvl1pPr indent="-228600" lvl="0" marL="457200" algn="l">
              <a:lnSpc>
                <a:spcPct val="101000"/>
              </a:lnSpc>
              <a:spcBef>
                <a:spcPts val="0"/>
              </a:spcBef>
              <a:spcAft>
                <a:spcPts val="0"/>
              </a:spcAft>
              <a:buSzPts val="1400"/>
              <a:buNone/>
              <a:defRPr/>
            </a:lvl1pPr>
            <a:lvl2pPr indent="-228600" lvl="1" marL="914400" algn="l">
              <a:lnSpc>
                <a:spcPct val="101000"/>
              </a:lnSpc>
              <a:spcBef>
                <a:spcPts val="1425"/>
              </a:spcBef>
              <a:spcAft>
                <a:spcPts val="0"/>
              </a:spcAft>
              <a:buSzPts val="1400"/>
              <a:buNone/>
              <a:defRPr/>
            </a:lvl2pPr>
            <a:lvl3pPr indent="-228600" lvl="2" marL="1371600" algn="l">
              <a:lnSpc>
                <a:spcPct val="101000"/>
              </a:lnSpc>
              <a:spcBef>
                <a:spcPts val="1138"/>
              </a:spcBef>
              <a:spcAft>
                <a:spcPts val="0"/>
              </a:spcAft>
              <a:buSzPts val="1400"/>
              <a:buNone/>
              <a:defRPr/>
            </a:lvl3pPr>
            <a:lvl4pPr indent="-228600" lvl="3" marL="1828800" algn="l">
              <a:lnSpc>
                <a:spcPct val="101000"/>
              </a:lnSpc>
              <a:spcBef>
                <a:spcPts val="850"/>
              </a:spcBef>
              <a:spcAft>
                <a:spcPts val="0"/>
              </a:spcAft>
              <a:buSzPts val="1400"/>
              <a:buNone/>
              <a:defRPr/>
            </a:lvl4pPr>
            <a:lvl5pPr indent="-228600" lvl="4" marL="2286000" algn="l">
              <a:lnSpc>
                <a:spcPct val="101000"/>
              </a:lnSpc>
              <a:spcBef>
                <a:spcPts val="575"/>
              </a:spcBef>
              <a:spcAft>
                <a:spcPts val="0"/>
              </a:spcAft>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4" name="Google Shape;124;p123"/>
          <p:cNvSpPr txBox="1"/>
          <p:nvPr>
            <p:ph idx="2" type="body"/>
          </p:nvPr>
        </p:nvSpPr>
        <p:spPr>
          <a:xfrm>
            <a:off x="5113338" y="1768475"/>
            <a:ext cx="4459287" cy="4383088"/>
          </a:xfrm>
          <a:prstGeom prst="rect">
            <a:avLst/>
          </a:prstGeom>
          <a:noFill/>
          <a:ln>
            <a:noFill/>
          </a:ln>
        </p:spPr>
        <p:txBody>
          <a:bodyPr anchorCtr="0" anchor="t" bIns="0" lIns="0" spcFirstLastPara="1" rIns="0" wrap="square" tIns="0">
            <a:noAutofit/>
          </a:bodyPr>
          <a:lstStyle>
            <a:lvl1pPr indent="-228600" lvl="0" marL="457200" algn="l">
              <a:lnSpc>
                <a:spcPct val="101000"/>
              </a:lnSpc>
              <a:spcBef>
                <a:spcPts val="0"/>
              </a:spcBef>
              <a:spcAft>
                <a:spcPts val="0"/>
              </a:spcAft>
              <a:buSzPts val="1400"/>
              <a:buNone/>
              <a:defRPr/>
            </a:lvl1pPr>
            <a:lvl2pPr indent="-228600" lvl="1" marL="914400" algn="l">
              <a:lnSpc>
                <a:spcPct val="101000"/>
              </a:lnSpc>
              <a:spcBef>
                <a:spcPts val="1425"/>
              </a:spcBef>
              <a:spcAft>
                <a:spcPts val="0"/>
              </a:spcAft>
              <a:buSzPts val="1400"/>
              <a:buNone/>
              <a:defRPr/>
            </a:lvl2pPr>
            <a:lvl3pPr indent="-228600" lvl="2" marL="1371600" algn="l">
              <a:lnSpc>
                <a:spcPct val="101000"/>
              </a:lnSpc>
              <a:spcBef>
                <a:spcPts val="1138"/>
              </a:spcBef>
              <a:spcAft>
                <a:spcPts val="0"/>
              </a:spcAft>
              <a:buSzPts val="1400"/>
              <a:buNone/>
              <a:defRPr/>
            </a:lvl3pPr>
            <a:lvl4pPr indent="-228600" lvl="3" marL="1828800" algn="l">
              <a:lnSpc>
                <a:spcPct val="101000"/>
              </a:lnSpc>
              <a:spcBef>
                <a:spcPts val="850"/>
              </a:spcBef>
              <a:spcAft>
                <a:spcPts val="0"/>
              </a:spcAft>
              <a:buSzPts val="1400"/>
              <a:buNone/>
              <a:defRPr/>
            </a:lvl4pPr>
            <a:lvl5pPr indent="-228600" lvl="4" marL="2286000" algn="l">
              <a:lnSpc>
                <a:spcPct val="101000"/>
              </a:lnSpc>
              <a:spcBef>
                <a:spcPts val="575"/>
              </a:spcBef>
              <a:spcAft>
                <a:spcPts val="0"/>
              </a:spcAft>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25" name="Shape 125"/>
        <p:cNvGrpSpPr/>
        <p:nvPr/>
      </p:nvGrpSpPr>
      <p:grpSpPr>
        <a:xfrm>
          <a:off x="0" y="0"/>
          <a:ext cx="0" cy="0"/>
          <a:chOff x="0" y="0"/>
          <a:chExt cx="0" cy="0"/>
        </a:xfrm>
      </p:grpSpPr>
      <p:sp>
        <p:nvSpPr>
          <p:cNvPr id="126" name="Google Shape;126;p124"/>
          <p:cNvSpPr txBox="1"/>
          <p:nvPr>
            <p:ph type="title"/>
          </p:nvPr>
        </p:nvSpPr>
        <p:spPr>
          <a:xfrm>
            <a:off x="687388" y="1884363"/>
            <a:ext cx="8694737" cy="3144837"/>
          </a:xfrm>
          <a:prstGeom prst="rect">
            <a:avLst/>
          </a:prstGeom>
          <a:noFill/>
          <a:ln>
            <a:noFill/>
          </a:ln>
        </p:spPr>
        <p:txBody>
          <a:bodyPr anchorCtr="0" anchor="b" bIns="0" lIns="0" spcFirstLastPara="1" rIns="0" wrap="square" tIns="0">
            <a:noAutofit/>
          </a:bodyPr>
          <a:lstStyle>
            <a:lvl1pPr lvl="0" algn="l">
              <a:lnSpc>
                <a:spcPct val="101000"/>
              </a:lnSpc>
              <a:spcBef>
                <a:spcPts val="0"/>
              </a:spcBef>
              <a:spcAft>
                <a:spcPts val="0"/>
              </a:spcAft>
              <a:buSzPts val="1400"/>
              <a:buNone/>
              <a:defRPr sz="6000"/>
            </a:lvl1pPr>
            <a:lvl2pPr lvl="1" algn="l">
              <a:lnSpc>
                <a:spcPct val="101000"/>
              </a:lnSpc>
              <a:spcBef>
                <a:spcPts val="0"/>
              </a:spcBef>
              <a:spcAft>
                <a:spcPts val="0"/>
              </a:spcAft>
              <a:buSzPts val="1400"/>
              <a:buNone/>
              <a:defRPr/>
            </a:lvl2pPr>
            <a:lvl3pPr lvl="2" algn="l">
              <a:lnSpc>
                <a:spcPct val="101000"/>
              </a:lnSpc>
              <a:spcBef>
                <a:spcPts val="0"/>
              </a:spcBef>
              <a:spcAft>
                <a:spcPts val="0"/>
              </a:spcAft>
              <a:buSzPts val="1400"/>
              <a:buNone/>
              <a:defRPr/>
            </a:lvl3pPr>
            <a:lvl4pPr lvl="3" algn="l">
              <a:lnSpc>
                <a:spcPct val="101000"/>
              </a:lnSpc>
              <a:spcBef>
                <a:spcPts val="0"/>
              </a:spcBef>
              <a:spcAft>
                <a:spcPts val="0"/>
              </a:spcAft>
              <a:buSzPts val="1400"/>
              <a:buNone/>
              <a:defRPr/>
            </a:lvl4pPr>
            <a:lvl5pPr lvl="4" algn="l">
              <a:lnSpc>
                <a:spcPct val="101000"/>
              </a:lnSpc>
              <a:spcBef>
                <a:spcPts val="0"/>
              </a:spcBef>
              <a:spcAft>
                <a:spcPts val="0"/>
              </a:spcAft>
              <a:buSzPts val="1400"/>
              <a:buNone/>
              <a:defRPr/>
            </a:lvl5pPr>
            <a:lvl6pPr lvl="5" algn="l">
              <a:lnSpc>
                <a:spcPct val="101000"/>
              </a:lnSpc>
              <a:spcBef>
                <a:spcPts val="0"/>
              </a:spcBef>
              <a:spcAft>
                <a:spcPts val="0"/>
              </a:spcAft>
              <a:buSzPts val="1400"/>
              <a:buNone/>
              <a:defRPr/>
            </a:lvl6pPr>
            <a:lvl7pPr lvl="6" algn="l">
              <a:lnSpc>
                <a:spcPct val="101000"/>
              </a:lnSpc>
              <a:spcBef>
                <a:spcPts val="0"/>
              </a:spcBef>
              <a:spcAft>
                <a:spcPts val="0"/>
              </a:spcAft>
              <a:buSzPts val="1400"/>
              <a:buNone/>
              <a:defRPr/>
            </a:lvl7pPr>
            <a:lvl8pPr lvl="7" algn="l">
              <a:lnSpc>
                <a:spcPct val="101000"/>
              </a:lnSpc>
              <a:spcBef>
                <a:spcPts val="0"/>
              </a:spcBef>
              <a:spcAft>
                <a:spcPts val="0"/>
              </a:spcAft>
              <a:buSzPts val="1400"/>
              <a:buNone/>
              <a:defRPr/>
            </a:lvl8pPr>
            <a:lvl9pPr lvl="8" algn="l">
              <a:lnSpc>
                <a:spcPct val="101000"/>
              </a:lnSpc>
              <a:spcBef>
                <a:spcPts val="0"/>
              </a:spcBef>
              <a:spcAft>
                <a:spcPts val="0"/>
              </a:spcAft>
              <a:buSzPts val="1400"/>
              <a:buNone/>
              <a:defRPr/>
            </a:lvl9pPr>
          </a:lstStyle>
          <a:p/>
        </p:txBody>
      </p:sp>
      <p:sp>
        <p:nvSpPr>
          <p:cNvPr id="127" name="Google Shape;127;p124"/>
          <p:cNvSpPr txBox="1"/>
          <p:nvPr>
            <p:ph idx="1" type="body"/>
          </p:nvPr>
        </p:nvSpPr>
        <p:spPr>
          <a:xfrm>
            <a:off x="687388" y="5059363"/>
            <a:ext cx="8694737" cy="1652587"/>
          </a:xfrm>
          <a:prstGeom prst="rect">
            <a:avLst/>
          </a:prstGeom>
          <a:noFill/>
          <a:ln>
            <a:noFill/>
          </a:ln>
        </p:spPr>
        <p:txBody>
          <a:bodyPr anchorCtr="0" anchor="t" bIns="0" lIns="0" spcFirstLastPara="1" rIns="0" wrap="square" tIns="0">
            <a:noAutofit/>
          </a:bodyPr>
          <a:lstStyle>
            <a:lvl1pPr indent="-228600" lvl="0" marL="457200" algn="l">
              <a:lnSpc>
                <a:spcPct val="101000"/>
              </a:lnSpc>
              <a:spcBef>
                <a:spcPts val="0"/>
              </a:spcBef>
              <a:spcAft>
                <a:spcPts val="0"/>
              </a:spcAft>
              <a:buSzPts val="2400"/>
              <a:buNone/>
              <a:defRPr sz="2400"/>
            </a:lvl1pPr>
            <a:lvl2pPr indent="-228600" lvl="1" marL="914400" algn="l">
              <a:lnSpc>
                <a:spcPct val="101000"/>
              </a:lnSpc>
              <a:spcBef>
                <a:spcPts val="1425"/>
              </a:spcBef>
              <a:spcAft>
                <a:spcPts val="0"/>
              </a:spcAft>
              <a:buSzPts val="2000"/>
              <a:buNone/>
              <a:defRPr sz="2000"/>
            </a:lvl2pPr>
            <a:lvl3pPr indent="-228600" lvl="2" marL="1371600" algn="l">
              <a:lnSpc>
                <a:spcPct val="101000"/>
              </a:lnSpc>
              <a:spcBef>
                <a:spcPts val="1138"/>
              </a:spcBef>
              <a:spcAft>
                <a:spcPts val="0"/>
              </a:spcAft>
              <a:buSzPts val="1800"/>
              <a:buNone/>
              <a:defRPr sz="1800"/>
            </a:lvl3pPr>
            <a:lvl4pPr indent="-228600" lvl="3" marL="1828800" algn="l">
              <a:lnSpc>
                <a:spcPct val="101000"/>
              </a:lnSpc>
              <a:spcBef>
                <a:spcPts val="850"/>
              </a:spcBef>
              <a:spcAft>
                <a:spcPts val="0"/>
              </a:spcAft>
              <a:buSzPts val="1600"/>
              <a:buNone/>
              <a:defRPr sz="1600"/>
            </a:lvl4pPr>
            <a:lvl5pPr indent="-228600" lvl="4" marL="2286000" algn="l">
              <a:lnSpc>
                <a:spcPct val="101000"/>
              </a:lnSpc>
              <a:spcBef>
                <a:spcPts val="575"/>
              </a:spcBef>
              <a:spcAft>
                <a:spcPts val="0"/>
              </a:spcAft>
              <a:buSzPts val="1600"/>
              <a:buNone/>
              <a:defRPr sz="1600"/>
            </a:lvl5pPr>
            <a:lvl6pPr indent="-228600" lvl="5" marL="2743200" algn="l">
              <a:lnSpc>
                <a:spcPct val="90000"/>
              </a:lnSpc>
              <a:spcBef>
                <a:spcPts val="500"/>
              </a:spcBef>
              <a:spcAft>
                <a:spcPts val="0"/>
              </a:spcAft>
              <a:buClr>
                <a:schemeClr val="dk1"/>
              </a:buClr>
              <a:buSzPts val="1600"/>
              <a:buNone/>
              <a:defRPr sz="1600"/>
            </a:lvl6pPr>
            <a:lvl7pPr indent="-228600" lvl="6" marL="3200400" algn="l">
              <a:lnSpc>
                <a:spcPct val="90000"/>
              </a:lnSpc>
              <a:spcBef>
                <a:spcPts val="500"/>
              </a:spcBef>
              <a:spcAft>
                <a:spcPts val="0"/>
              </a:spcAft>
              <a:buClr>
                <a:schemeClr val="dk1"/>
              </a:buClr>
              <a:buSzPts val="1600"/>
              <a:buNone/>
              <a:defRPr sz="1600"/>
            </a:lvl7pPr>
            <a:lvl8pPr indent="-228600" lvl="7" marL="3657600" algn="l">
              <a:lnSpc>
                <a:spcPct val="90000"/>
              </a:lnSpc>
              <a:spcBef>
                <a:spcPts val="500"/>
              </a:spcBef>
              <a:spcAft>
                <a:spcPts val="0"/>
              </a:spcAft>
              <a:buClr>
                <a:schemeClr val="dk1"/>
              </a:buClr>
              <a:buSzPts val="1600"/>
              <a:buNone/>
              <a:defRPr sz="1600"/>
            </a:lvl8pPr>
            <a:lvl9pPr indent="-228600" lvl="8" marL="4114800" algn="l">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8" name="Shape 128"/>
        <p:cNvGrpSpPr/>
        <p:nvPr/>
      </p:nvGrpSpPr>
      <p:grpSpPr>
        <a:xfrm>
          <a:off x="0" y="0"/>
          <a:ext cx="0" cy="0"/>
          <a:chOff x="0" y="0"/>
          <a:chExt cx="0" cy="0"/>
        </a:xfrm>
      </p:grpSpPr>
      <p:sp>
        <p:nvSpPr>
          <p:cNvPr id="129" name="Google Shape;129;p125"/>
          <p:cNvSpPr txBox="1"/>
          <p:nvPr>
            <p:ph type="ctrTitle"/>
          </p:nvPr>
        </p:nvSpPr>
        <p:spPr>
          <a:xfrm>
            <a:off x="1260475" y="1236663"/>
            <a:ext cx="7559675" cy="2632075"/>
          </a:xfrm>
          <a:prstGeom prst="rect">
            <a:avLst/>
          </a:prstGeom>
          <a:noFill/>
          <a:ln>
            <a:noFill/>
          </a:ln>
        </p:spPr>
        <p:txBody>
          <a:bodyPr anchorCtr="0" anchor="b" bIns="0" lIns="0" spcFirstLastPara="1" rIns="0" wrap="square" tIns="0">
            <a:noAutofit/>
          </a:bodyPr>
          <a:lstStyle>
            <a:lvl1pPr lvl="0" algn="ctr">
              <a:lnSpc>
                <a:spcPct val="101000"/>
              </a:lnSpc>
              <a:spcBef>
                <a:spcPts val="0"/>
              </a:spcBef>
              <a:spcAft>
                <a:spcPts val="0"/>
              </a:spcAft>
              <a:buSzPts val="1400"/>
              <a:buNone/>
              <a:defRPr sz="6000"/>
            </a:lvl1pPr>
            <a:lvl2pPr lvl="1" algn="l">
              <a:lnSpc>
                <a:spcPct val="101000"/>
              </a:lnSpc>
              <a:spcBef>
                <a:spcPts val="0"/>
              </a:spcBef>
              <a:spcAft>
                <a:spcPts val="0"/>
              </a:spcAft>
              <a:buSzPts val="1400"/>
              <a:buNone/>
              <a:defRPr/>
            </a:lvl2pPr>
            <a:lvl3pPr lvl="2" algn="l">
              <a:lnSpc>
                <a:spcPct val="101000"/>
              </a:lnSpc>
              <a:spcBef>
                <a:spcPts val="0"/>
              </a:spcBef>
              <a:spcAft>
                <a:spcPts val="0"/>
              </a:spcAft>
              <a:buSzPts val="1400"/>
              <a:buNone/>
              <a:defRPr/>
            </a:lvl3pPr>
            <a:lvl4pPr lvl="3" algn="l">
              <a:lnSpc>
                <a:spcPct val="101000"/>
              </a:lnSpc>
              <a:spcBef>
                <a:spcPts val="0"/>
              </a:spcBef>
              <a:spcAft>
                <a:spcPts val="0"/>
              </a:spcAft>
              <a:buSzPts val="1400"/>
              <a:buNone/>
              <a:defRPr/>
            </a:lvl4pPr>
            <a:lvl5pPr lvl="4" algn="l">
              <a:lnSpc>
                <a:spcPct val="101000"/>
              </a:lnSpc>
              <a:spcBef>
                <a:spcPts val="0"/>
              </a:spcBef>
              <a:spcAft>
                <a:spcPts val="0"/>
              </a:spcAft>
              <a:buSzPts val="1400"/>
              <a:buNone/>
              <a:defRPr/>
            </a:lvl5pPr>
            <a:lvl6pPr lvl="5" algn="l">
              <a:lnSpc>
                <a:spcPct val="101000"/>
              </a:lnSpc>
              <a:spcBef>
                <a:spcPts val="0"/>
              </a:spcBef>
              <a:spcAft>
                <a:spcPts val="0"/>
              </a:spcAft>
              <a:buSzPts val="1400"/>
              <a:buNone/>
              <a:defRPr/>
            </a:lvl6pPr>
            <a:lvl7pPr lvl="6" algn="l">
              <a:lnSpc>
                <a:spcPct val="101000"/>
              </a:lnSpc>
              <a:spcBef>
                <a:spcPts val="0"/>
              </a:spcBef>
              <a:spcAft>
                <a:spcPts val="0"/>
              </a:spcAft>
              <a:buSzPts val="1400"/>
              <a:buNone/>
              <a:defRPr/>
            </a:lvl7pPr>
            <a:lvl8pPr lvl="7" algn="l">
              <a:lnSpc>
                <a:spcPct val="101000"/>
              </a:lnSpc>
              <a:spcBef>
                <a:spcPts val="0"/>
              </a:spcBef>
              <a:spcAft>
                <a:spcPts val="0"/>
              </a:spcAft>
              <a:buSzPts val="1400"/>
              <a:buNone/>
              <a:defRPr/>
            </a:lvl8pPr>
            <a:lvl9pPr lvl="8" algn="l">
              <a:lnSpc>
                <a:spcPct val="101000"/>
              </a:lnSpc>
              <a:spcBef>
                <a:spcPts val="0"/>
              </a:spcBef>
              <a:spcAft>
                <a:spcPts val="0"/>
              </a:spcAft>
              <a:buSzPts val="1400"/>
              <a:buNone/>
              <a:defRPr/>
            </a:lvl9pPr>
          </a:lstStyle>
          <a:p/>
        </p:txBody>
      </p:sp>
      <p:sp>
        <p:nvSpPr>
          <p:cNvPr id="130" name="Google Shape;130;p125"/>
          <p:cNvSpPr txBox="1"/>
          <p:nvPr>
            <p:ph idx="1" type="subTitle"/>
          </p:nvPr>
        </p:nvSpPr>
        <p:spPr>
          <a:xfrm>
            <a:off x="1260475" y="3970338"/>
            <a:ext cx="7559675" cy="1825625"/>
          </a:xfrm>
          <a:prstGeom prst="rect">
            <a:avLst/>
          </a:prstGeom>
          <a:noFill/>
          <a:ln>
            <a:noFill/>
          </a:ln>
        </p:spPr>
        <p:txBody>
          <a:bodyPr anchorCtr="0" anchor="t" bIns="0" lIns="0" spcFirstLastPara="1" rIns="0" wrap="square" tIns="0">
            <a:noAutofit/>
          </a:bodyPr>
          <a:lstStyle>
            <a:lvl1pPr lvl="0" algn="ctr">
              <a:lnSpc>
                <a:spcPct val="101000"/>
              </a:lnSpc>
              <a:spcBef>
                <a:spcPts val="0"/>
              </a:spcBef>
              <a:spcAft>
                <a:spcPts val="0"/>
              </a:spcAft>
              <a:buSzPts val="2400"/>
              <a:buNone/>
              <a:defRPr sz="2400"/>
            </a:lvl1pPr>
            <a:lvl2pPr lvl="1" algn="ctr">
              <a:lnSpc>
                <a:spcPct val="101000"/>
              </a:lnSpc>
              <a:spcBef>
                <a:spcPts val="1425"/>
              </a:spcBef>
              <a:spcAft>
                <a:spcPts val="0"/>
              </a:spcAft>
              <a:buSzPts val="2000"/>
              <a:buNone/>
              <a:defRPr sz="2000"/>
            </a:lvl2pPr>
            <a:lvl3pPr lvl="2" algn="ctr">
              <a:lnSpc>
                <a:spcPct val="101000"/>
              </a:lnSpc>
              <a:spcBef>
                <a:spcPts val="1138"/>
              </a:spcBef>
              <a:spcAft>
                <a:spcPts val="0"/>
              </a:spcAft>
              <a:buSzPts val="1800"/>
              <a:buNone/>
              <a:defRPr sz="1800"/>
            </a:lvl3pPr>
            <a:lvl4pPr lvl="3" algn="ctr">
              <a:lnSpc>
                <a:spcPct val="101000"/>
              </a:lnSpc>
              <a:spcBef>
                <a:spcPts val="850"/>
              </a:spcBef>
              <a:spcAft>
                <a:spcPts val="0"/>
              </a:spcAft>
              <a:buSzPts val="1600"/>
              <a:buNone/>
              <a:defRPr sz="1600"/>
            </a:lvl4pPr>
            <a:lvl5pPr lvl="4" algn="ctr">
              <a:lnSpc>
                <a:spcPct val="101000"/>
              </a:lnSpc>
              <a:spcBef>
                <a:spcPts val="575"/>
              </a:spcBef>
              <a:spcAft>
                <a:spcPts val="0"/>
              </a:spcAft>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37" name="Shape 137"/>
        <p:cNvGrpSpPr/>
        <p:nvPr/>
      </p:nvGrpSpPr>
      <p:grpSpPr>
        <a:xfrm>
          <a:off x="0" y="0"/>
          <a:ext cx="0" cy="0"/>
          <a:chOff x="0" y="0"/>
          <a:chExt cx="0" cy="0"/>
        </a:xfrm>
      </p:grpSpPr>
      <p:sp>
        <p:nvSpPr>
          <p:cNvPr id="138" name="Google Shape;138;p105"/>
          <p:cNvSpPr txBox="1"/>
          <p:nvPr>
            <p:ph type="title"/>
          </p:nvPr>
        </p:nvSpPr>
        <p:spPr>
          <a:xfrm>
            <a:off x="503237" y="301625"/>
            <a:ext cx="9069387" cy="1260475"/>
          </a:xfrm>
          <a:prstGeom prst="rect">
            <a:avLst/>
          </a:prstGeom>
          <a:noFill/>
          <a:ln>
            <a:noFill/>
          </a:ln>
        </p:spPr>
        <p:txBody>
          <a:bodyPr anchorCtr="0" anchor="ctr" bIns="0" lIns="0" spcFirstLastPara="1" rIns="0" wrap="square" tIns="0">
            <a:noAutofit/>
          </a:bodyPr>
          <a:lstStyle>
            <a:lvl1pPr lvl="0" algn="l">
              <a:lnSpc>
                <a:spcPct val="101000"/>
              </a:lnSpc>
              <a:spcBef>
                <a:spcPts val="0"/>
              </a:spcBef>
              <a:spcAft>
                <a:spcPts val="0"/>
              </a:spcAft>
              <a:buSzPts val="1400"/>
              <a:buNone/>
              <a:defRPr/>
            </a:lvl1pPr>
            <a:lvl2pPr lvl="1" algn="l">
              <a:lnSpc>
                <a:spcPct val="101000"/>
              </a:lnSpc>
              <a:spcBef>
                <a:spcPts val="0"/>
              </a:spcBef>
              <a:spcAft>
                <a:spcPts val="0"/>
              </a:spcAft>
              <a:buSzPts val="1400"/>
              <a:buNone/>
              <a:defRPr/>
            </a:lvl2pPr>
            <a:lvl3pPr lvl="2" algn="l">
              <a:lnSpc>
                <a:spcPct val="101000"/>
              </a:lnSpc>
              <a:spcBef>
                <a:spcPts val="0"/>
              </a:spcBef>
              <a:spcAft>
                <a:spcPts val="0"/>
              </a:spcAft>
              <a:buSzPts val="1400"/>
              <a:buNone/>
              <a:defRPr/>
            </a:lvl3pPr>
            <a:lvl4pPr lvl="3" algn="l">
              <a:lnSpc>
                <a:spcPct val="101000"/>
              </a:lnSpc>
              <a:spcBef>
                <a:spcPts val="0"/>
              </a:spcBef>
              <a:spcAft>
                <a:spcPts val="0"/>
              </a:spcAft>
              <a:buSzPts val="1400"/>
              <a:buNone/>
              <a:defRPr/>
            </a:lvl4pPr>
            <a:lvl5pPr lvl="4" algn="l">
              <a:lnSpc>
                <a:spcPct val="101000"/>
              </a:lnSpc>
              <a:spcBef>
                <a:spcPts val="0"/>
              </a:spcBef>
              <a:spcAft>
                <a:spcPts val="0"/>
              </a:spcAft>
              <a:buSzPts val="1400"/>
              <a:buNone/>
              <a:defRPr/>
            </a:lvl5pPr>
            <a:lvl6pPr lvl="5" algn="l">
              <a:lnSpc>
                <a:spcPct val="101000"/>
              </a:lnSpc>
              <a:spcBef>
                <a:spcPts val="0"/>
              </a:spcBef>
              <a:spcAft>
                <a:spcPts val="0"/>
              </a:spcAft>
              <a:buSzPts val="1400"/>
              <a:buNone/>
              <a:defRPr/>
            </a:lvl6pPr>
            <a:lvl7pPr lvl="6" algn="l">
              <a:lnSpc>
                <a:spcPct val="101000"/>
              </a:lnSpc>
              <a:spcBef>
                <a:spcPts val="0"/>
              </a:spcBef>
              <a:spcAft>
                <a:spcPts val="0"/>
              </a:spcAft>
              <a:buSzPts val="1400"/>
              <a:buNone/>
              <a:defRPr/>
            </a:lvl7pPr>
            <a:lvl8pPr lvl="7" algn="l">
              <a:lnSpc>
                <a:spcPct val="101000"/>
              </a:lnSpc>
              <a:spcBef>
                <a:spcPts val="0"/>
              </a:spcBef>
              <a:spcAft>
                <a:spcPts val="0"/>
              </a:spcAft>
              <a:buSzPts val="1400"/>
              <a:buNone/>
              <a:defRPr/>
            </a:lvl8pPr>
            <a:lvl9pPr lvl="8" algn="l">
              <a:lnSpc>
                <a:spcPct val="101000"/>
              </a:lnSpc>
              <a:spcBef>
                <a:spcPts val="0"/>
              </a:spcBef>
              <a:spcAft>
                <a:spcPts val="0"/>
              </a:spcAft>
              <a:buSzPts val="1400"/>
              <a:buNone/>
              <a:defRPr/>
            </a:lvl9pPr>
          </a:lstStyle>
          <a:p/>
        </p:txBody>
      </p:sp>
      <p:sp>
        <p:nvSpPr>
          <p:cNvPr id="139" name="Google Shape;139;p105"/>
          <p:cNvSpPr txBox="1"/>
          <p:nvPr>
            <p:ph idx="1" type="body"/>
          </p:nvPr>
        </p:nvSpPr>
        <p:spPr>
          <a:xfrm>
            <a:off x="503237" y="1768475"/>
            <a:ext cx="9069387" cy="4383087"/>
          </a:xfrm>
          <a:prstGeom prst="rect">
            <a:avLst/>
          </a:prstGeom>
          <a:noFill/>
          <a:ln>
            <a:noFill/>
          </a:ln>
        </p:spPr>
        <p:txBody>
          <a:bodyPr anchorCtr="0" anchor="t" bIns="0" lIns="0" spcFirstLastPara="1" rIns="0" wrap="square" tIns="0">
            <a:noAutofit/>
          </a:bodyPr>
          <a:lstStyle>
            <a:lvl1pPr indent="-228600" lvl="0" marL="457200" algn="l">
              <a:lnSpc>
                <a:spcPct val="101000"/>
              </a:lnSpc>
              <a:spcBef>
                <a:spcPts val="0"/>
              </a:spcBef>
              <a:spcAft>
                <a:spcPts val="0"/>
              </a:spcAft>
              <a:buSzPts val="1400"/>
              <a:buNone/>
              <a:defRPr/>
            </a:lvl1pPr>
            <a:lvl2pPr indent="-228600" lvl="1" marL="914400" algn="l">
              <a:lnSpc>
                <a:spcPct val="101000"/>
              </a:lnSpc>
              <a:spcBef>
                <a:spcPts val="1425"/>
              </a:spcBef>
              <a:spcAft>
                <a:spcPts val="0"/>
              </a:spcAft>
              <a:buSzPts val="1400"/>
              <a:buNone/>
              <a:defRPr/>
            </a:lvl2pPr>
            <a:lvl3pPr indent="-228600" lvl="2" marL="1371600" algn="l">
              <a:lnSpc>
                <a:spcPct val="101000"/>
              </a:lnSpc>
              <a:spcBef>
                <a:spcPts val="1138"/>
              </a:spcBef>
              <a:spcAft>
                <a:spcPts val="0"/>
              </a:spcAft>
              <a:buSzPts val="1400"/>
              <a:buNone/>
              <a:defRPr/>
            </a:lvl3pPr>
            <a:lvl4pPr indent="-228600" lvl="3" marL="1828800" algn="l">
              <a:lnSpc>
                <a:spcPct val="101000"/>
              </a:lnSpc>
              <a:spcBef>
                <a:spcPts val="850"/>
              </a:spcBef>
              <a:spcAft>
                <a:spcPts val="0"/>
              </a:spcAft>
              <a:buSzPts val="1400"/>
              <a:buNone/>
              <a:defRPr/>
            </a:lvl4pPr>
            <a:lvl5pPr indent="-228600" lvl="4" marL="2286000" algn="l">
              <a:lnSpc>
                <a:spcPct val="101000"/>
              </a:lnSpc>
              <a:spcBef>
                <a:spcPts val="575"/>
              </a:spcBef>
              <a:spcAft>
                <a:spcPts val="0"/>
              </a:spcAft>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40" name="Shape 140"/>
        <p:cNvGrpSpPr/>
        <p:nvPr/>
      </p:nvGrpSpPr>
      <p:grpSpPr>
        <a:xfrm>
          <a:off x="0" y="0"/>
          <a:ext cx="0" cy="0"/>
          <a:chOff x="0" y="0"/>
          <a:chExt cx="0" cy="0"/>
        </a:xfrm>
      </p:grpSpPr>
      <p:sp>
        <p:nvSpPr>
          <p:cNvPr id="141" name="Google Shape;141;p126"/>
          <p:cNvSpPr txBox="1"/>
          <p:nvPr>
            <p:ph type="title"/>
          </p:nvPr>
        </p:nvSpPr>
        <p:spPr>
          <a:xfrm rot="5400000">
            <a:off x="5514181" y="2093119"/>
            <a:ext cx="5849938" cy="2266950"/>
          </a:xfrm>
          <a:prstGeom prst="rect">
            <a:avLst/>
          </a:prstGeom>
          <a:noFill/>
          <a:ln>
            <a:noFill/>
          </a:ln>
        </p:spPr>
        <p:txBody>
          <a:bodyPr anchorCtr="0" anchor="ctr" bIns="0" lIns="0" spcFirstLastPara="1" rIns="0" wrap="square" tIns="0">
            <a:noAutofit/>
          </a:bodyPr>
          <a:lstStyle>
            <a:lvl1pPr lvl="0" algn="l">
              <a:lnSpc>
                <a:spcPct val="101000"/>
              </a:lnSpc>
              <a:spcBef>
                <a:spcPts val="0"/>
              </a:spcBef>
              <a:spcAft>
                <a:spcPts val="0"/>
              </a:spcAft>
              <a:buSzPts val="1400"/>
              <a:buNone/>
              <a:defRPr/>
            </a:lvl1pPr>
            <a:lvl2pPr lvl="1" algn="l">
              <a:lnSpc>
                <a:spcPct val="101000"/>
              </a:lnSpc>
              <a:spcBef>
                <a:spcPts val="0"/>
              </a:spcBef>
              <a:spcAft>
                <a:spcPts val="0"/>
              </a:spcAft>
              <a:buSzPts val="1400"/>
              <a:buNone/>
              <a:defRPr/>
            </a:lvl2pPr>
            <a:lvl3pPr lvl="2" algn="l">
              <a:lnSpc>
                <a:spcPct val="101000"/>
              </a:lnSpc>
              <a:spcBef>
                <a:spcPts val="0"/>
              </a:spcBef>
              <a:spcAft>
                <a:spcPts val="0"/>
              </a:spcAft>
              <a:buSzPts val="1400"/>
              <a:buNone/>
              <a:defRPr/>
            </a:lvl3pPr>
            <a:lvl4pPr lvl="3" algn="l">
              <a:lnSpc>
                <a:spcPct val="101000"/>
              </a:lnSpc>
              <a:spcBef>
                <a:spcPts val="0"/>
              </a:spcBef>
              <a:spcAft>
                <a:spcPts val="0"/>
              </a:spcAft>
              <a:buSzPts val="1400"/>
              <a:buNone/>
              <a:defRPr/>
            </a:lvl4pPr>
            <a:lvl5pPr lvl="4" algn="l">
              <a:lnSpc>
                <a:spcPct val="101000"/>
              </a:lnSpc>
              <a:spcBef>
                <a:spcPts val="0"/>
              </a:spcBef>
              <a:spcAft>
                <a:spcPts val="0"/>
              </a:spcAft>
              <a:buSzPts val="1400"/>
              <a:buNone/>
              <a:defRPr/>
            </a:lvl5pPr>
            <a:lvl6pPr lvl="5" algn="l">
              <a:lnSpc>
                <a:spcPct val="101000"/>
              </a:lnSpc>
              <a:spcBef>
                <a:spcPts val="0"/>
              </a:spcBef>
              <a:spcAft>
                <a:spcPts val="0"/>
              </a:spcAft>
              <a:buSzPts val="1400"/>
              <a:buNone/>
              <a:defRPr/>
            </a:lvl6pPr>
            <a:lvl7pPr lvl="6" algn="l">
              <a:lnSpc>
                <a:spcPct val="101000"/>
              </a:lnSpc>
              <a:spcBef>
                <a:spcPts val="0"/>
              </a:spcBef>
              <a:spcAft>
                <a:spcPts val="0"/>
              </a:spcAft>
              <a:buSzPts val="1400"/>
              <a:buNone/>
              <a:defRPr/>
            </a:lvl7pPr>
            <a:lvl8pPr lvl="7" algn="l">
              <a:lnSpc>
                <a:spcPct val="101000"/>
              </a:lnSpc>
              <a:spcBef>
                <a:spcPts val="0"/>
              </a:spcBef>
              <a:spcAft>
                <a:spcPts val="0"/>
              </a:spcAft>
              <a:buSzPts val="1400"/>
              <a:buNone/>
              <a:defRPr/>
            </a:lvl8pPr>
            <a:lvl9pPr lvl="8" algn="l">
              <a:lnSpc>
                <a:spcPct val="101000"/>
              </a:lnSpc>
              <a:spcBef>
                <a:spcPts val="0"/>
              </a:spcBef>
              <a:spcAft>
                <a:spcPts val="0"/>
              </a:spcAft>
              <a:buSzPts val="1400"/>
              <a:buNone/>
              <a:defRPr/>
            </a:lvl9pPr>
          </a:lstStyle>
          <a:p/>
        </p:txBody>
      </p:sp>
      <p:sp>
        <p:nvSpPr>
          <p:cNvPr id="142" name="Google Shape;142;p126"/>
          <p:cNvSpPr txBox="1"/>
          <p:nvPr>
            <p:ph idx="1" type="body"/>
          </p:nvPr>
        </p:nvSpPr>
        <p:spPr>
          <a:xfrm rot="5400000">
            <a:off x="903287" y="-98425"/>
            <a:ext cx="5849938" cy="6650037"/>
          </a:xfrm>
          <a:prstGeom prst="rect">
            <a:avLst/>
          </a:prstGeom>
          <a:noFill/>
          <a:ln>
            <a:noFill/>
          </a:ln>
        </p:spPr>
        <p:txBody>
          <a:bodyPr anchorCtr="0" anchor="t" bIns="0" lIns="0" spcFirstLastPara="1" rIns="0" wrap="square" tIns="0">
            <a:noAutofit/>
          </a:bodyPr>
          <a:lstStyle>
            <a:lvl1pPr indent="-228600" lvl="0" marL="457200" algn="l">
              <a:lnSpc>
                <a:spcPct val="101000"/>
              </a:lnSpc>
              <a:spcBef>
                <a:spcPts val="0"/>
              </a:spcBef>
              <a:spcAft>
                <a:spcPts val="0"/>
              </a:spcAft>
              <a:buSzPts val="1400"/>
              <a:buNone/>
              <a:defRPr/>
            </a:lvl1pPr>
            <a:lvl2pPr indent="-228600" lvl="1" marL="914400" algn="l">
              <a:lnSpc>
                <a:spcPct val="101000"/>
              </a:lnSpc>
              <a:spcBef>
                <a:spcPts val="1425"/>
              </a:spcBef>
              <a:spcAft>
                <a:spcPts val="0"/>
              </a:spcAft>
              <a:buSzPts val="1400"/>
              <a:buNone/>
              <a:defRPr/>
            </a:lvl2pPr>
            <a:lvl3pPr indent="-228600" lvl="2" marL="1371600" algn="l">
              <a:lnSpc>
                <a:spcPct val="101000"/>
              </a:lnSpc>
              <a:spcBef>
                <a:spcPts val="1138"/>
              </a:spcBef>
              <a:spcAft>
                <a:spcPts val="0"/>
              </a:spcAft>
              <a:buSzPts val="1400"/>
              <a:buNone/>
              <a:defRPr/>
            </a:lvl3pPr>
            <a:lvl4pPr indent="-228600" lvl="3" marL="1828800" algn="l">
              <a:lnSpc>
                <a:spcPct val="101000"/>
              </a:lnSpc>
              <a:spcBef>
                <a:spcPts val="850"/>
              </a:spcBef>
              <a:spcAft>
                <a:spcPts val="0"/>
              </a:spcAft>
              <a:buSzPts val="1400"/>
              <a:buNone/>
              <a:defRPr/>
            </a:lvl4pPr>
            <a:lvl5pPr indent="-228600" lvl="4" marL="2286000" algn="l">
              <a:lnSpc>
                <a:spcPct val="101000"/>
              </a:lnSpc>
              <a:spcBef>
                <a:spcPts val="575"/>
              </a:spcBef>
              <a:spcAft>
                <a:spcPts val="0"/>
              </a:spcAft>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3" name="Shape 143"/>
        <p:cNvGrpSpPr/>
        <p:nvPr/>
      </p:nvGrpSpPr>
      <p:grpSpPr>
        <a:xfrm>
          <a:off x="0" y="0"/>
          <a:ext cx="0" cy="0"/>
          <a:chOff x="0" y="0"/>
          <a:chExt cx="0" cy="0"/>
        </a:xfrm>
      </p:grpSpPr>
      <p:sp>
        <p:nvSpPr>
          <p:cNvPr id="144" name="Google Shape;144;p127"/>
          <p:cNvSpPr txBox="1"/>
          <p:nvPr>
            <p:ph type="title"/>
          </p:nvPr>
        </p:nvSpPr>
        <p:spPr>
          <a:xfrm>
            <a:off x="503237" y="301625"/>
            <a:ext cx="9069387" cy="1260475"/>
          </a:xfrm>
          <a:prstGeom prst="rect">
            <a:avLst/>
          </a:prstGeom>
          <a:noFill/>
          <a:ln>
            <a:noFill/>
          </a:ln>
        </p:spPr>
        <p:txBody>
          <a:bodyPr anchorCtr="0" anchor="ctr" bIns="0" lIns="0" spcFirstLastPara="1" rIns="0" wrap="square" tIns="0">
            <a:noAutofit/>
          </a:bodyPr>
          <a:lstStyle>
            <a:lvl1pPr lvl="0" algn="l">
              <a:lnSpc>
                <a:spcPct val="101000"/>
              </a:lnSpc>
              <a:spcBef>
                <a:spcPts val="0"/>
              </a:spcBef>
              <a:spcAft>
                <a:spcPts val="0"/>
              </a:spcAft>
              <a:buSzPts val="1400"/>
              <a:buNone/>
              <a:defRPr/>
            </a:lvl1pPr>
            <a:lvl2pPr lvl="1" algn="l">
              <a:lnSpc>
                <a:spcPct val="101000"/>
              </a:lnSpc>
              <a:spcBef>
                <a:spcPts val="0"/>
              </a:spcBef>
              <a:spcAft>
                <a:spcPts val="0"/>
              </a:spcAft>
              <a:buSzPts val="1400"/>
              <a:buNone/>
              <a:defRPr/>
            </a:lvl2pPr>
            <a:lvl3pPr lvl="2" algn="l">
              <a:lnSpc>
                <a:spcPct val="101000"/>
              </a:lnSpc>
              <a:spcBef>
                <a:spcPts val="0"/>
              </a:spcBef>
              <a:spcAft>
                <a:spcPts val="0"/>
              </a:spcAft>
              <a:buSzPts val="1400"/>
              <a:buNone/>
              <a:defRPr/>
            </a:lvl3pPr>
            <a:lvl4pPr lvl="3" algn="l">
              <a:lnSpc>
                <a:spcPct val="101000"/>
              </a:lnSpc>
              <a:spcBef>
                <a:spcPts val="0"/>
              </a:spcBef>
              <a:spcAft>
                <a:spcPts val="0"/>
              </a:spcAft>
              <a:buSzPts val="1400"/>
              <a:buNone/>
              <a:defRPr/>
            </a:lvl4pPr>
            <a:lvl5pPr lvl="4" algn="l">
              <a:lnSpc>
                <a:spcPct val="101000"/>
              </a:lnSpc>
              <a:spcBef>
                <a:spcPts val="0"/>
              </a:spcBef>
              <a:spcAft>
                <a:spcPts val="0"/>
              </a:spcAft>
              <a:buSzPts val="1400"/>
              <a:buNone/>
              <a:defRPr/>
            </a:lvl5pPr>
            <a:lvl6pPr lvl="5" algn="l">
              <a:lnSpc>
                <a:spcPct val="101000"/>
              </a:lnSpc>
              <a:spcBef>
                <a:spcPts val="0"/>
              </a:spcBef>
              <a:spcAft>
                <a:spcPts val="0"/>
              </a:spcAft>
              <a:buSzPts val="1400"/>
              <a:buNone/>
              <a:defRPr/>
            </a:lvl6pPr>
            <a:lvl7pPr lvl="6" algn="l">
              <a:lnSpc>
                <a:spcPct val="101000"/>
              </a:lnSpc>
              <a:spcBef>
                <a:spcPts val="0"/>
              </a:spcBef>
              <a:spcAft>
                <a:spcPts val="0"/>
              </a:spcAft>
              <a:buSzPts val="1400"/>
              <a:buNone/>
              <a:defRPr/>
            </a:lvl7pPr>
            <a:lvl8pPr lvl="7" algn="l">
              <a:lnSpc>
                <a:spcPct val="101000"/>
              </a:lnSpc>
              <a:spcBef>
                <a:spcPts val="0"/>
              </a:spcBef>
              <a:spcAft>
                <a:spcPts val="0"/>
              </a:spcAft>
              <a:buSzPts val="1400"/>
              <a:buNone/>
              <a:defRPr/>
            </a:lvl8pPr>
            <a:lvl9pPr lvl="8" algn="l">
              <a:lnSpc>
                <a:spcPct val="101000"/>
              </a:lnSpc>
              <a:spcBef>
                <a:spcPts val="0"/>
              </a:spcBef>
              <a:spcAft>
                <a:spcPts val="0"/>
              </a:spcAft>
              <a:buSzPts val="1400"/>
              <a:buNone/>
              <a:defRPr/>
            </a:lvl9pPr>
          </a:lstStyle>
          <a:p/>
        </p:txBody>
      </p:sp>
      <p:sp>
        <p:nvSpPr>
          <p:cNvPr id="145" name="Google Shape;145;p127"/>
          <p:cNvSpPr txBox="1"/>
          <p:nvPr>
            <p:ph idx="1" type="body"/>
          </p:nvPr>
        </p:nvSpPr>
        <p:spPr>
          <a:xfrm rot="5400000">
            <a:off x="2846387" y="-574675"/>
            <a:ext cx="4383087" cy="9069387"/>
          </a:xfrm>
          <a:prstGeom prst="rect">
            <a:avLst/>
          </a:prstGeom>
          <a:noFill/>
          <a:ln>
            <a:noFill/>
          </a:ln>
        </p:spPr>
        <p:txBody>
          <a:bodyPr anchorCtr="0" anchor="t" bIns="0" lIns="0" spcFirstLastPara="1" rIns="0" wrap="square" tIns="0">
            <a:noAutofit/>
          </a:bodyPr>
          <a:lstStyle>
            <a:lvl1pPr indent="-228600" lvl="0" marL="457200" algn="l">
              <a:lnSpc>
                <a:spcPct val="101000"/>
              </a:lnSpc>
              <a:spcBef>
                <a:spcPts val="0"/>
              </a:spcBef>
              <a:spcAft>
                <a:spcPts val="0"/>
              </a:spcAft>
              <a:buSzPts val="1400"/>
              <a:buNone/>
              <a:defRPr/>
            </a:lvl1pPr>
            <a:lvl2pPr indent="-228600" lvl="1" marL="914400" algn="l">
              <a:lnSpc>
                <a:spcPct val="101000"/>
              </a:lnSpc>
              <a:spcBef>
                <a:spcPts val="1425"/>
              </a:spcBef>
              <a:spcAft>
                <a:spcPts val="0"/>
              </a:spcAft>
              <a:buSzPts val="1400"/>
              <a:buNone/>
              <a:defRPr/>
            </a:lvl2pPr>
            <a:lvl3pPr indent="-228600" lvl="2" marL="1371600" algn="l">
              <a:lnSpc>
                <a:spcPct val="101000"/>
              </a:lnSpc>
              <a:spcBef>
                <a:spcPts val="1138"/>
              </a:spcBef>
              <a:spcAft>
                <a:spcPts val="0"/>
              </a:spcAft>
              <a:buSzPts val="1400"/>
              <a:buNone/>
              <a:defRPr/>
            </a:lvl3pPr>
            <a:lvl4pPr indent="-228600" lvl="3" marL="1828800" algn="l">
              <a:lnSpc>
                <a:spcPct val="101000"/>
              </a:lnSpc>
              <a:spcBef>
                <a:spcPts val="850"/>
              </a:spcBef>
              <a:spcAft>
                <a:spcPts val="0"/>
              </a:spcAft>
              <a:buSzPts val="1400"/>
              <a:buNone/>
              <a:defRPr/>
            </a:lvl4pPr>
            <a:lvl5pPr indent="-228600" lvl="4" marL="2286000" algn="l">
              <a:lnSpc>
                <a:spcPct val="101000"/>
              </a:lnSpc>
              <a:spcBef>
                <a:spcPts val="575"/>
              </a:spcBef>
              <a:spcAft>
                <a:spcPts val="0"/>
              </a:spcAft>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46" name="Shape 146"/>
        <p:cNvGrpSpPr/>
        <p:nvPr/>
      </p:nvGrpSpPr>
      <p:grpSpPr>
        <a:xfrm>
          <a:off x="0" y="0"/>
          <a:ext cx="0" cy="0"/>
          <a:chOff x="0" y="0"/>
          <a:chExt cx="0" cy="0"/>
        </a:xfrm>
      </p:grpSpPr>
      <p:sp>
        <p:nvSpPr>
          <p:cNvPr id="147" name="Google Shape;147;p128"/>
          <p:cNvSpPr txBox="1"/>
          <p:nvPr>
            <p:ph type="title"/>
          </p:nvPr>
        </p:nvSpPr>
        <p:spPr>
          <a:xfrm>
            <a:off x="693738" y="503238"/>
            <a:ext cx="3251200" cy="1765300"/>
          </a:xfrm>
          <a:prstGeom prst="rect">
            <a:avLst/>
          </a:prstGeom>
          <a:noFill/>
          <a:ln>
            <a:noFill/>
          </a:ln>
        </p:spPr>
        <p:txBody>
          <a:bodyPr anchorCtr="0" anchor="b" bIns="0" lIns="0" spcFirstLastPara="1" rIns="0" wrap="square" tIns="0">
            <a:noAutofit/>
          </a:bodyPr>
          <a:lstStyle>
            <a:lvl1pPr lvl="0" algn="l">
              <a:lnSpc>
                <a:spcPct val="101000"/>
              </a:lnSpc>
              <a:spcBef>
                <a:spcPts val="0"/>
              </a:spcBef>
              <a:spcAft>
                <a:spcPts val="0"/>
              </a:spcAft>
              <a:buSzPts val="1400"/>
              <a:buNone/>
              <a:defRPr sz="3200"/>
            </a:lvl1pPr>
            <a:lvl2pPr lvl="1" algn="l">
              <a:lnSpc>
                <a:spcPct val="101000"/>
              </a:lnSpc>
              <a:spcBef>
                <a:spcPts val="0"/>
              </a:spcBef>
              <a:spcAft>
                <a:spcPts val="0"/>
              </a:spcAft>
              <a:buSzPts val="1400"/>
              <a:buNone/>
              <a:defRPr/>
            </a:lvl2pPr>
            <a:lvl3pPr lvl="2" algn="l">
              <a:lnSpc>
                <a:spcPct val="101000"/>
              </a:lnSpc>
              <a:spcBef>
                <a:spcPts val="0"/>
              </a:spcBef>
              <a:spcAft>
                <a:spcPts val="0"/>
              </a:spcAft>
              <a:buSzPts val="1400"/>
              <a:buNone/>
              <a:defRPr/>
            </a:lvl3pPr>
            <a:lvl4pPr lvl="3" algn="l">
              <a:lnSpc>
                <a:spcPct val="101000"/>
              </a:lnSpc>
              <a:spcBef>
                <a:spcPts val="0"/>
              </a:spcBef>
              <a:spcAft>
                <a:spcPts val="0"/>
              </a:spcAft>
              <a:buSzPts val="1400"/>
              <a:buNone/>
              <a:defRPr/>
            </a:lvl4pPr>
            <a:lvl5pPr lvl="4" algn="l">
              <a:lnSpc>
                <a:spcPct val="101000"/>
              </a:lnSpc>
              <a:spcBef>
                <a:spcPts val="0"/>
              </a:spcBef>
              <a:spcAft>
                <a:spcPts val="0"/>
              </a:spcAft>
              <a:buSzPts val="1400"/>
              <a:buNone/>
              <a:defRPr/>
            </a:lvl5pPr>
            <a:lvl6pPr lvl="5" algn="l">
              <a:lnSpc>
                <a:spcPct val="101000"/>
              </a:lnSpc>
              <a:spcBef>
                <a:spcPts val="0"/>
              </a:spcBef>
              <a:spcAft>
                <a:spcPts val="0"/>
              </a:spcAft>
              <a:buSzPts val="1400"/>
              <a:buNone/>
              <a:defRPr/>
            </a:lvl6pPr>
            <a:lvl7pPr lvl="6" algn="l">
              <a:lnSpc>
                <a:spcPct val="101000"/>
              </a:lnSpc>
              <a:spcBef>
                <a:spcPts val="0"/>
              </a:spcBef>
              <a:spcAft>
                <a:spcPts val="0"/>
              </a:spcAft>
              <a:buSzPts val="1400"/>
              <a:buNone/>
              <a:defRPr/>
            </a:lvl7pPr>
            <a:lvl8pPr lvl="7" algn="l">
              <a:lnSpc>
                <a:spcPct val="101000"/>
              </a:lnSpc>
              <a:spcBef>
                <a:spcPts val="0"/>
              </a:spcBef>
              <a:spcAft>
                <a:spcPts val="0"/>
              </a:spcAft>
              <a:buSzPts val="1400"/>
              <a:buNone/>
              <a:defRPr/>
            </a:lvl8pPr>
            <a:lvl9pPr lvl="8" algn="l">
              <a:lnSpc>
                <a:spcPct val="101000"/>
              </a:lnSpc>
              <a:spcBef>
                <a:spcPts val="0"/>
              </a:spcBef>
              <a:spcAft>
                <a:spcPts val="0"/>
              </a:spcAft>
              <a:buSzPts val="1400"/>
              <a:buNone/>
              <a:defRPr/>
            </a:lvl9pPr>
          </a:lstStyle>
          <a:p/>
        </p:txBody>
      </p:sp>
      <p:sp>
        <p:nvSpPr>
          <p:cNvPr id="148" name="Google Shape;148;p128"/>
          <p:cNvSpPr/>
          <p:nvPr>
            <p:ph idx="2" type="pic"/>
          </p:nvPr>
        </p:nvSpPr>
        <p:spPr>
          <a:xfrm>
            <a:off x="4286250" y="1089025"/>
            <a:ext cx="5102225" cy="5372100"/>
          </a:xfrm>
          <a:prstGeom prst="rect">
            <a:avLst/>
          </a:prstGeom>
          <a:noFill/>
          <a:ln>
            <a:noFill/>
          </a:ln>
        </p:spPr>
        <p:txBody>
          <a:bodyPr anchorCtr="0" anchor="t" bIns="0" lIns="0" spcFirstLastPara="1" rIns="0" wrap="square" tIns="0">
            <a:noAutofit/>
          </a:bodyPr>
          <a:lstStyle>
            <a:lvl1pPr lvl="0" marR="0" rtl="0" algn="l">
              <a:lnSpc>
                <a:spcPct val="101000"/>
              </a:lnSpc>
              <a:spcBef>
                <a:spcPts val="0"/>
              </a:spcBef>
              <a:spcAft>
                <a:spcPts val="0"/>
              </a:spcAft>
              <a:buClr>
                <a:srgbClr val="000000"/>
              </a:buClr>
              <a:buSzPts val="3200"/>
              <a:buFont typeface="Times New Roman"/>
              <a:buNone/>
              <a:defRPr b="0" i="0" sz="3200" u="none" cap="none" strike="noStrike">
                <a:solidFill>
                  <a:srgbClr val="000000"/>
                </a:solidFill>
                <a:latin typeface="Arial"/>
                <a:ea typeface="Arial"/>
                <a:cs typeface="Arial"/>
                <a:sym typeface="Arial"/>
              </a:defRPr>
            </a:lvl1pPr>
            <a:lvl2pPr lvl="1" marR="0" rtl="0" algn="l">
              <a:lnSpc>
                <a:spcPct val="101000"/>
              </a:lnSpc>
              <a:spcBef>
                <a:spcPts val="1425"/>
              </a:spcBef>
              <a:spcAft>
                <a:spcPts val="0"/>
              </a:spcAft>
              <a:buClr>
                <a:srgbClr val="000000"/>
              </a:buClr>
              <a:buSzPts val="2800"/>
              <a:buFont typeface="Times New Roman"/>
              <a:buNone/>
              <a:defRPr b="0" i="0" sz="2800" u="none" cap="none" strike="noStrike">
                <a:solidFill>
                  <a:srgbClr val="000000"/>
                </a:solidFill>
                <a:latin typeface="Arial"/>
                <a:ea typeface="Arial"/>
                <a:cs typeface="Arial"/>
                <a:sym typeface="Arial"/>
              </a:defRPr>
            </a:lvl2pPr>
            <a:lvl3pPr lvl="2" marR="0" rtl="0" algn="l">
              <a:lnSpc>
                <a:spcPct val="101000"/>
              </a:lnSpc>
              <a:spcBef>
                <a:spcPts val="1138"/>
              </a:spcBef>
              <a:spcAft>
                <a:spcPts val="0"/>
              </a:spcAft>
              <a:buClr>
                <a:srgbClr val="000000"/>
              </a:buClr>
              <a:buSzPts val="2400"/>
              <a:buFont typeface="Times New Roman"/>
              <a:buNone/>
              <a:defRPr b="0" i="0" sz="2400" u="none" cap="none" strike="noStrike">
                <a:solidFill>
                  <a:srgbClr val="000000"/>
                </a:solidFill>
                <a:latin typeface="Arial"/>
                <a:ea typeface="Arial"/>
                <a:cs typeface="Arial"/>
                <a:sym typeface="Arial"/>
              </a:defRPr>
            </a:lvl3pPr>
            <a:lvl4pPr lvl="3" marR="0" rtl="0" algn="l">
              <a:lnSpc>
                <a:spcPct val="101000"/>
              </a:lnSpc>
              <a:spcBef>
                <a:spcPts val="850"/>
              </a:spcBef>
              <a:spcAft>
                <a:spcPts val="0"/>
              </a:spcAft>
              <a:buClr>
                <a:srgbClr val="000000"/>
              </a:buClr>
              <a:buSzPts val="2000"/>
              <a:buFont typeface="Times New Roman"/>
              <a:buNone/>
              <a:defRPr b="0" i="0" sz="2000" u="none" cap="none" strike="noStrike">
                <a:solidFill>
                  <a:srgbClr val="000000"/>
                </a:solidFill>
                <a:latin typeface="Arial"/>
                <a:ea typeface="Arial"/>
                <a:cs typeface="Arial"/>
                <a:sym typeface="Arial"/>
              </a:defRPr>
            </a:lvl4pPr>
            <a:lvl5pPr lvl="4" marR="0" rtl="0" algn="l">
              <a:lnSpc>
                <a:spcPct val="101000"/>
              </a:lnSpc>
              <a:spcBef>
                <a:spcPts val="575"/>
              </a:spcBef>
              <a:spcAft>
                <a:spcPts val="0"/>
              </a:spcAft>
              <a:buClr>
                <a:srgbClr val="000000"/>
              </a:buClr>
              <a:buSzPts val="2000"/>
              <a:buFont typeface="Times New Roman"/>
              <a:buNone/>
              <a:defRPr b="0" i="0" sz="2000" u="none" cap="none" strike="noStrike">
                <a:solidFill>
                  <a:srgbClr val="000000"/>
                </a:solidFill>
                <a:latin typeface="Arial"/>
                <a:ea typeface="Arial"/>
                <a:cs typeface="Arial"/>
                <a:sym typeface="Arial"/>
              </a:defRPr>
            </a:lvl5pPr>
            <a:lvl6pPr lvl="5"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9pPr>
          </a:lstStyle>
          <a:p/>
        </p:txBody>
      </p:sp>
      <p:sp>
        <p:nvSpPr>
          <p:cNvPr id="149" name="Google Shape;149;p128"/>
          <p:cNvSpPr txBox="1"/>
          <p:nvPr>
            <p:ph idx="1" type="body"/>
          </p:nvPr>
        </p:nvSpPr>
        <p:spPr>
          <a:xfrm>
            <a:off x="693738" y="2268538"/>
            <a:ext cx="3251200" cy="4200525"/>
          </a:xfrm>
          <a:prstGeom prst="rect">
            <a:avLst/>
          </a:prstGeom>
          <a:noFill/>
          <a:ln>
            <a:noFill/>
          </a:ln>
        </p:spPr>
        <p:txBody>
          <a:bodyPr anchorCtr="0" anchor="t" bIns="0" lIns="0" spcFirstLastPara="1" rIns="0" wrap="square" tIns="0">
            <a:noAutofit/>
          </a:bodyPr>
          <a:lstStyle>
            <a:lvl1pPr indent="-228600" lvl="0" marL="457200" algn="l">
              <a:lnSpc>
                <a:spcPct val="101000"/>
              </a:lnSpc>
              <a:spcBef>
                <a:spcPts val="0"/>
              </a:spcBef>
              <a:spcAft>
                <a:spcPts val="0"/>
              </a:spcAft>
              <a:buSzPts val="1600"/>
              <a:buNone/>
              <a:defRPr sz="1600"/>
            </a:lvl1pPr>
            <a:lvl2pPr indent="-228600" lvl="1" marL="914400" algn="l">
              <a:lnSpc>
                <a:spcPct val="101000"/>
              </a:lnSpc>
              <a:spcBef>
                <a:spcPts val="1425"/>
              </a:spcBef>
              <a:spcAft>
                <a:spcPts val="0"/>
              </a:spcAft>
              <a:buSzPts val="1400"/>
              <a:buNone/>
              <a:defRPr sz="1400"/>
            </a:lvl2pPr>
            <a:lvl3pPr indent="-228600" lvl="2" marL="1371600" algn="l">
              <a:lnSpc>
                <a:spcPct val="101000"/>
              </a:lnSpc>
              <a:spcBef>
                <a:spcPts val="1138"/>
              </a:spcBef>
              <a:spcAft>
                <a:spcPts val="0"/>
              </a:spcAft>
              <a:buSzPts val="1200"/>
              <a:buNone/>
              <a:defRPr sz="1200"/>
            </a:lvl3pPr>
            <a:lvl4pPr indent="-228600" lvl="3" marL="1828800" algn="l">
              <a:lnSpc>
                <a:spcPct val="101000"/>
              </a:lnSpc>
              <a:spcBef>
                <a:spcPts val="850"/>
              </a:spcBef>
              <a:spcAft>
                <a:spcPts val="0"/>
              </a:spcAft>
              <a:buSzPts val="1000"/>
              <a:buNone/>
              <a:defRPr sz="1000"/>
            </a:lvl4pPr>
            <a:lvl5pPr indent="-228600" lvl="4" marL="2286000" algn="l">
              <a:lnSpc>
                <a:spcPct val="101000"/>
              </a:lnSpc>
              <a:spcBef>
                <a:spcPts val="575"/>
              </a:spcBef>
              <a:spcAft>
                <a:spcPts val="0"/>
              </a:spcAft>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50" name="Shape 150"/>
        <p:cNvGrpSpPr/>
        <p:nvPr/>
      </p:nvGrpSpPr>
      <p:grpSpPr>
        <a:xfrm>
          <a:off x="0" y="0"/>
          <a:ext cx="0" cy="0"/>
          <a:chOff x="0" y="0"/>
          <a:chExt cx="0" cy="0"/>
        </a:xfrm>
      </p:grpSpPr>
      <p:sp>
        <p:nvSpPr>
          <p:cNvPr id="151" name="Google Shape;151;p129"/>
          <p:cNvSpPr txBox="1"/>
          <p:nvPr>
            <p:ph type="title"/>
          </p:nvPr>
        </p:nvSpPr>
        <p:spPr>
          <a:xfrm>
            <a:off x="693738" y="503238"/>
            <a:ext cx="3251200" cy="1765300"/>
          </a:xfrm>
          <a:prstGeom prst="rect">
            <a:avLst/>
          </a:prstGeom>
          <a:noFill/>
          <a:ln>
            <a:noFill/>
          </a:ln>
        </p:spPr>
        <p:txBody>
          <a:bodyPr anchorCtr="0" anchor="b" bIns="0" lIns="0" spcFirstLastPara="1" rIns="0" wrap="square" tIns="0">
            <a:noAutofit/>
          </a:bodyPr>
          <a:lstStyle>
            <a:lvl1pPr lvl="0" algn="l">
              <a:lnSpc>
                <a:spcPct val="101000"/>
              </a:lnSpc>
              <a:spcBef>
                <a:spcPts val="0"/>
              </a:spcBef>
              <a:spcAft>
                <a:spcPts val="0"/>
              </a:spcAft>
              <a:buSzPts val="1400"/>
              <a:buNone/>
              <a:defRPr sz="3200"/>
            </a:lvl1pPr>
            <a:lvl2pPr lvl="1" algn="l">
              <a:lnSpc>
                <a:spcPct val="101000"/>
              </a:lnSpc>
              <a:spcBef>
                <a:spcPts val="0"/>
              </a:spcBef>
              <a:spcAft>
                <a:spcPts val="0"/>
              </a:spcAft>
              <a:buSzPts val="1400"/>
              <a:buNone/>
              <a:defRPr/>
            </a:lvl2pPr>
            <a:lvl3pPr lvl="2" algn="l">
              <a:lnSpc>
                <a:spcPct val="101000"/>
              </a:lnSpc>
              <a:spcBef>
                <a:spcPts val="0"/>
              </a:spcBef>
              <a:spcAft>
                <a:spcPts val="0"/>
              </a:spcAft>
              <a:buSzPts val="1400"/>
              <a:buNone/>
              <a:defRPr/>
            </a:lvl3pPr>
            <a:lvl4pPr lvl="3" algn="l">
              <a:lnSpc>
                <a:spcPct val="101000"/>
              </a:lnSpc>
              <a:spcBef>
                <a:spcPts val="0"/>
              </a:spcBef>
              <a:spcAft>
                <a:spcPts val="0"/>
              </a:spcAft>
              <a:buSzPts val="1400"/>
              <a:buNone/>
              <a:defRPr/>
            </a:lvl4pPr>
            <a:lvl5pPr lvl="4" algn="l">
              <a:lnSpc>
                <a:spcPct val="101000"/>
              </a:lnSpc>
              <a:spcBef>
                <a:spcPts val="0"/>
              </a:spcBef>
              <a:spcAft>
                <a:spcPts val="0"/>
              </a:spcAft>
              <a:buSzPts val="1400"/>
              <a:buNone/>
              <a:defRPr/>
            </a:lvl5pPr>
            <a:lvl6pPr lvl="5" algn="l">
              <a:lnSpc>
                <a:spcPct val="101000"/>
              </a:lnSpc>
              <a:spcBef>
                <a:spcPts val="0"/>
              </a:spcBef>
              <a:spcAft>
                <a:spcPts val="0"/>
              </a:spcAft>
              <a:buSzPts val="1400"/>
              <a:buNone/>
              <a:defRPr/>
            </a:lvl6pPr>
            <a:lvl7pPr lvl="6" algn="l">
              <a:lnSpc>
                <a:spcPct val="101000"/>
              </a:lnSpc>
              <a:spcBef>
                <a:spcPts val="0"/>
              </a:spcBef>
              <a:spcAft>
                <a:spcPts val="0"/>
              </a:spcAft>
              <a:buSzPts val="1400"/>
              <a:buNone/>
              <a:defRPr/>
            </a:lvl7pPr>
            <a:lvl8pPr lvl="7" algn="l">
              <a:lnSpc>
                <a:spcPct val="101000"/>
              </a:lnSpc>
              <a:spcBef>
                <a:spcPts val="0"/>
              </a:spcBef>
              <a:spcAft>
                <a:spcPts val="0"/>
              </a:spcAft>
              <a:buSzPts val="1400"/>
              <a:buNone/>
              <a:defRPr/>
            </a:lvl8pPr>
            <a:lvl9pPr lvl="8" algn="l">
              <a:lnSpc>
                <a:spcPct val="101000"/>
              </a:lnSpc>
              <a:spcBef>
                <a:spcPts val="0"/>
              </a:spcBef>
              <a:spcAft>
                <a:spcPts val="0"/>
              </a:spcAft>
              <a:buSzPts val="1400"/>
              <a:buNone/>
              <a:defRPr/>
            </a:lvl9pPr>
          </a:lstStyle>
          <a:p/>
        </p:txBody>
      </p:sp>
      <p:sp>
        <p:nvSpPr>
          <p:cNvPr id="152" name="Google Shape;152;p129"/>
          <p:cNvSpPr txBox="1"/>
          <p:nvPr>
            <p:ph idx="1" type="body"/>
          </p:nvPr>
        </p:nvSpPr>
        <p:spPr>
          <a:xfrm>
            <a:off x="4286250" y="1089025"/>
            <a:ext cx="5102225" cy="5372100"/>
          </a:xfrm>
          <a:prstGeom prst="rect">
            <a:avLst/>
          </a:prstGeom>
          <a:noFill/>
          <a:ln>
            <a:noFill/>
          </a:ln>
        </p:spPr>
        <p:txBody>
          <a:bodyPr anchorCtr="0" anchor="t" bIns="0" lIns="0" spcFirstLastPara="1" rIns="0" wrap="square" tIns="0">
            <a:noAutofit/>
          </a:bodyPr>
          <a:lstStyle>
            <a:lvl1pPr indent="-228600" lvl="0" marL="457200" algn="l">
              <a:lnSpc>
                <a:spcPct val="101000"/>
              </a:lnSpc>
              <a:spcBef>
                <a:spcPts val="0"/>
              </a:spcBef>
              <a:spcAft>
                <a:spcPts val="0"/>
              </a:spcAft>
              <a:buSzPts val="1400"/>
              <a:buNone/>
              <a:defRPr sz="3200"/>
            </a:lvl1pPr>
            <a:lvl2pPr indent="-228600" lvl="1" marL="914400" algn="l">
              <a:lnSpc>
                <a:spcPct val="101000"/>
              </a:lnSpc>
              <a:spcBef>
                <a:spcPts val="1425"/>
              </a:spcBef>
              <a:spcAft>
                <a:spcPts val="0"/>
              </a:spcAft>
              <a:buSzPts val="1400"/>
              <a:buNone/>
              <a:defRPr sz="2800"/>
            </a:lvl2pPr>
            <a:lvl3pPr indent="-228600" lvl="2" marL="1371600" algn="l">
              <a:lnSpc>
                <a:spcPct val="101000"/>
              </a:lnSpc>
              <a:spcBef>
                <a:spcPts val="1138"/>
              </a:spcBef>
              <a:spcAft>
                <a:spcPts val="0"/>
              </a:spcAft>
              <a:buSzPts val="1400"/>
              <a:buNone/>
              <a:defRPr sz="2400"/>
            </a:lvl3pPr>
            <a:lvl4pPr indent="-228600" lvl="3" marL="1828800" algn="l">
              <a:lnSpc>
                <a:spcPct val="101000"/>
              </a:lnSpc>
              <a:spcBef>
                <a:spcPts val="850"/>
              </a:spcBef>
              <a:spcAft>
                <a:spcPts val="0"/>
              </a:spcAft>
              <a:buSzPts val="1400"/>
              <a:buNone/>
              <a:defRPr sz="2000"/>
            </a:lvl4pPr>
            <a:lvl5pPr indent="-228600" lvl="4" marL="2286000" algn="l">
              <a:lnSpc>
                <a:spcPct val="101000"/>
              </a:lnSpc>
              <a:spcBef>
                <a:spcPts val="575"/>
              </a:spcBef>
              <a:spcAft>
                <a:spcPts val="0"/>
              </a:spcAft>
              <a:buSzPts val="1400"/>
              <a:buNone/>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153" name="Google Shape;153;p129"/>
          <p:cNvSpPr txBox="1"/>
          <p:nvPr>
            <p:ph idx="2" type="body"/>
          </p:nvPr>
        </p:nvSpPr>
        <p:spPr>
          <a:xfrm>
            <a:off x="693738" y="2268538"/>
            <a:ext cx="3251200" cy="4200525"/>
          </a:xfrm>
          <a:prstGeom prst="rect">
            <a:avLst/>
          </a:prstGeom>
          <a:noFill/>
          <a:ln>
            <a:noFill/>
          </a:ln>
        </p:spPr>
        <p:txBody>
          <a:bodyPr anchorCtr="0" anchor="t" bIns="0" lIns="0" spcFirstLastPara="1" rIns="0" wrap="square" tIns="0">
            <a:noAutofit/>
          </a:bodyPr>
          <a:lstStyle>
            <a:lvl1pPr indent="-228600" lvl="0" marL="457200" algn="l">
              <a:lnSpc>
                <a:spcPct val="101000"/>
              </a:lnSpc>
              <a:spcBef>
                <a:spcPts val="0"/>
              </a:spcBef>
              <a:spcAft>
                <a:spcPts val="0"/>
              </a:spcAft>
              <a:buSzPts val="1600"/>
              <a:buNone/>
              <a:defRPr sz="1600"/>
            </a:lvl1pPr>
            <a:lvl2pPr indent="-228600" lvl="1" marL="914400" algn="l">
              <a:lnSpc>
                <a:spcPct val="101000"/>
              </a:lnSpc>
              <a:spcBef>
                <a:spcPts val="1425"/>
              </a:spcBef>
              <a:spcAft>
                <a:spcPts val="0"/>
              </a:spcAft>
              <a:buSzPts val="1400"/>
              <a:buNone/>
              <a:defRPr sz="1400"/>
            </a:lvl2pPr>
            <a:lvl3pPr indent="-228600" lvl="2" marL="1371600" algn="l">
              <a:lnSpc>
                <a:spcPct val="101000"/>
              </a:lnSpc>
              <a:spcBef>
                <a:spcPts val="1138"/>
              </a:spcBef>
              <a:spcAft>
                <a:spcPts val="0"/>
              </a:spcAft>
              <a:buSzPts val="1200"/>
              <a:buNone/>
              <a:defRPr sz="1200"/>
            </a:lvl3pPr>
            <a:lvl4pPr indent="-228600" lvl="3" marL="1828800" algn="l">
              <a:lnSpc>
                <a:spcPct val="101000"/>
              </a:lnSpc>
              <a:spcBef>
                <a:spcPts val="850"/>
              </a:spcBef>
              <a:spcAft>
                <a:spcPts val="0"/>
              </a:spcAft>
              <a:buSzPts val="1000"/>
              <a:buNone/>
              <a:defRPr sz="1000"/>
            </a:lvl4pPr>
            <a:lvl5pPr indent="-228600" lvl="4" marL="2286000" algn="l">
              <a:lnSpc>
                <a:spcPct val="101000"/>
              </a:lnSpc>
              <a:spcBef>
                <a:spcPts val="575"/>
              </a:spcBef>
              <a:spcAft>
                <a:spcPts val="0"/>
              </a:spcAft>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4" name="Shape 154"/>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55" name="Shape 155"/>
        <p:cNvGrpSpPr/>
        <p:nvPr/>
      </p:nvGrpSpPr>
      <p:grpSpPr>
        <a:xfrm>
          <a:off x="0" y="0"/>
          <a:ext cx="0" cy="0"/>
          <a:chOff x="0" y="0"/>
          <a:chExt cx="0" cy="0"/>
        </a:xfrm>
      </p:grpSpPr>
      <p:sp>
        <p:nvSpPr>
          <p:cNvPr id="156" name="Google Shape;156;p131"/>
          <p:cNvSpPr txBox="1"/>
          <p:nvPr>
            <p:ph type="title"/>
          </p:nvPr>
        </p:nvSpPr>
        <p:spPr>
          <a:xfrm>
            <a:off x="503237" y="301625"/>
            <a:ext cx="9069387" cy="1260475"/>
          </a:xfrm>
          <a:prstGeom prst="rect">
            <a:avLst/>
          </a:prstGeom>
          <a:noFill/>
          <a:ln>
            <a:noFill/>
          </a:ln>
        </p:spPr>
        <p:txBody>
          <a:bodyPr anchorCtr="0" anchor="ctr" bIns="0" lIns="0" spcFirstLastPara="1" rIns="0" wrap="square" tIns="0">
            <a:noAutofit/>
          </a:bodyPr>
          <a:lstStyle>
            <a:lvl1pPr lvl="0" algn="l">
              <a:lnSpc>
                <a:spcPct val="101000"/>
              </a:lnSpc>
              <a:spcBef>
                <a:spcPts val="0"/>
              </a:spcBef>
              <a:spcAft>
                <a:spcPts val="0"/>
              </a:spcAft>
              <a:buSzPts val="1400"/>
              <a:buNone/>
              <a:defRPr/>
            </a:lvl1pPr>
            <a:lvl2pPr lvl="1" algn="l">
              <a:lnSpc>
                <a:spcPct val="101000"/>
              </a:lnSpc>
              <a:spcBef>
                <a:spcPts val="0"/>
              </a:spcBef>
              <a:spcAft>
                <a:spcPts val="0"/>
              </a:spcAft>
              <a:buSzPts val="1400"/>
              <a:buNone/>
              <a:defRPr/>
            </a:lvl2pPr>
            <a:lvl3pPr lvl="2" algn="l">
              <a:lnSpc>
                <a:spcPct val="101000"/>
              </a:lnSpc>
              <a:spcBef>
                <a:spcPts val="0"/>
              </a:spcBef>
              <a:spcAft>
                <a:spcPts val="0"/>
              </a:spcAft>
              <a:buSzPts val="1400"/>
              <a:buNone/>
              <a:defRPr/>
            </a:lvl3pPr>
            <a:lvl4pPr lvl="3" algn="l">
              <a:lnSpc>
                <a:spcPct val="101000"/>
              </a:lnSpc>
              <a:spcBef>
                <a:spcPts val="0"/>
              </a:spcBef>
              <a:spcAft>
                <a:spcPts val="0"/>
              </a:spcAft>
              <a:buSzPts val="1400"/>
              <a:buNone/>
              <a:defRPr/>
            </a:lvl4pPr>
            <a:lvl5pPr lvl="4" algn="l">
              <a:lnSpc>
                <a:spcPct val="101000"/>
              </a:lnSpc>
              <a:spcBef>
                <a:spcPts val="0"/>
              </a:spcBef>
              <a:spcAft>
                <a:spcPts val="0"/>
              </a:spcAft>
              <a:buSzPts val="1400"/>
              <a:buNone/>
              <a:defRPr/>
            </a:lvl5pPr>
            <a:lvl6pPr lvl="5" algn="l">
              <a:lnSpc>
                <a:spcPct val="101000"/>
              </a:lnSpc>
              <a:spcBef>
                <a:spcPts val="0"/>
              </a:spcBef>
              <a:spcAft>
                <a:spcPts val="0"/>
              </a:spcAft>
              <a:buSzPts val="1400"/>
              <a:buNone/>
              <a:defRPr/>
            </a:lvl6pPr>
            <a:lvl7pPr lvl="6" algn="l">
              <a:lnSpc>
                <a:spcPct val="101000"/>
              </a:lnSpc>
              <a:spcBef>
                <a:spcPts val="0"/>
              </a:spcBef>
              <a:spcAft>
                <a:spcPts val="0"/>
              </a:spcAft>
              <a:buSzPts val="1400"/>
              <a:buNone/>
              <a:defRPr/>
            </a:lvl7pPr>
            <a:lvl8pPr lvl="7" algn="l">
              <a:lnSpc>
                <a:spcPct val="101000"/>
              </a:lnSpc>
              <a:spcBef>
                <a:spcPts val="0"/>
              </a:spcBef>
              <a:spcAft>
                <a:spcPts val="0"/>
              </a:spcAft>
              <a:buSzPts val="1400"/>
              <a:buNone/>
              <a:defRPr/>
            </a:lvl8pPr>
            <a:lvl9pPr lvl="8" algn="l">
              <a:lnSpc>
                <a:spcPct val="101000"/>
              </a:lnSpc>
              <a:spcBef>
                <a:spcPts val="0"/>
              </a:spcBef>
              <a:spcAft>
                <a:spcPts val="0"/>
              </a:spcAft>
              <a:buSzPts val="14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57" name="Shape 157"/>
        <p:cNvGrpSpPr/>
        <p:nvPr/>
      </p:nvGrpSpPr>
      <p:grpSpPr>
        <a:xfrm>
          <a:off x="0" y="0"/>
          <a:ext cx="0" cy="0"/>
          <a:chOff x="0" y="0"/>
          <a:chExt cx="0" cy="0"/>
        </a:xfrm>
      </p:grpSpPr>
      <p:sp>
        <p:nvSpPr>
          <p:cNvPr id="158" name="Google Shape;158;p132"/>
          <p:cNvSpPr txBox="1"/>
          <p:nvPr>
            <p:ph type="title"/>
          </p:nvPr>
        </p:nvSpPr>
        <p:spPr>
          <a:xfrm>
            <a:off x="693738" y="403225"/>
            <a:ext cx="8694737" cy="1460500"/>
          </a:xfrm>
          <a:prstGeom prst="rect">
            <a:avLst/>
          </a:prstGeom>
          <a:noFill/>
          <a:ln>
            <a:noFill/>
          </a:ln>
        </p:spPr>
        <p:txBody>
          <a:bodyPr anchorCtr="0" anchor="ctr" bIns="0" lIns="0" spcFirstLastPara="1" rIns="0" wrap="square" tIns="0">
            <a:noAutofit/>
          </a:bodyPr>
          <a:lstStyle>
            <a:lvl1pPr lvl="0" algn="l">
              <a:lnSpc>
                <a:spcPct val="101000"/>
              </a:lnSpc>
              <a:spcBef>
                <a:spcPts val="0"/>
              </a:spcBef>
              <a:spcAft>
                <a:spcPts val="0"/>
              </a:spcAft>
              <a:buSzPts val="1400"/>
              <a:buNone/>
              <a:defRPr/>
            </a:lvl1pPr>
            <a:lvl2pPr lvl="1" algn="l">
              <a:lnSpc>
                <a:spcPct val="101000"/>
              </a:lnSpc>
              <a:spcBef>
                <a:spcPts val="0"/>
              </a:spcBef>
              <a:spcAft>
                <a:spcPts val="0"/>
              </a:spcAft>
              <a:buSzPts val="1400"/>
              <a:buNone/>
              <a:defRPr/>
            </a:lvl2pPr>
            <a:lvl3pPr lvl="2" algn="l">
              <a:lnSpc>
                <a:spcPct val="101000"/>
              </a:lnSpc>
              <a:spcBef>
                <a:spcPts val="0"/>
              </a:spcBef>
              <a:spcAft>
                <a:spcPts val="0"/>
              </a:spcAft>
              <a:buSzPts val="1400"/>
              <a:buNone/>
              <a:defRPr/>
            </a:lvl3pPr>
            <a:lvl4pPr lvl="3" algn="l">
              <a:lnSpc>
                <a:spcPct val="101000"/>
              </a:lnSpc>
              <a:spcBef>
                <a:spcPts val="0"/>
              </a:spcBef>
              <a:spcAft>
                <a:spcPts val="0"/>
              </a:spcAft>
              <a:buSzPts val="1400"/>
              <a:buNone/>
              <a:defRPr/>
            </a:lvl4pPr>
            <a:lvl5pPr lvl="4" algn="l">
              <a:lnSpc>
                <a:spcPct val="101000"/>
              </a:lnSpc>
              <a:spcBef>
                <a:spcPts val="0"/>
              </a:spcBef>
              <a:spcAft>
                <a:spcPts val="0"/>
              </a:spcAft>
              <a:buSzPts val="1400"/>
              <a:buNone/>
              <a:defRPr/>
            </a:lvl5pPr>
            <a:lvl6pPr lvl="5" algn="l">
              <a:lnSpc>
                <a:spcPct val="101000"/>
              </a:lnSpc>
              <a:spcBef>
                <a:spcPts val="0"/>
              </a:spcBef>
              <a:spcAft>
                <a:spcPts val="0"/>
              </a:spcAft>
              <a:buSzPts val="1400"/>
              <a:buNone/>
              <a:defRPr/>
            </a:lvl6pPr>
            <a:lvl7pPr lvl="6" algn="l">
              <a:lnSpc>
                <a:spcPct val="101000"/>
              </a:lnSpc>
              <a:spcBef>
                <a:spcPts val="0"/>
              </a:spcBef>
              <a:spcAft>
                <a:spcPts val="0"/>
              </a:spcAft>
              <a:buSzPts val="1400"/>
              <a:buNone/>
              <a:defRPr/>
            </a:lvl7pPr>
            <a:lvl8pPr lvl="7" algn="l">
              <a:lnSpc>
                <a:spcPct val="101000"/>
              </a:lnSpc>
              <a:spcBef>
                <a:spcPts val="0"/>
              </a:spcBef>
              <a:spcAft>
                <a:spcPts val="0"/>
              </a:spcAft>
              <a:buSzPts val="1400"/>
              <a:buNone/>
              <a:defRPr/>
            </a:lvl8pPr>
            <a:lvl9pPr lvl="8" algn="l">
              <a:lnSpc>
                <a:spcPct val="101000"/>
              </a:lnSpc>
              <a:spcBef>
                <a:spcPts val="0"/>
              </a:spcBef>
              <a:spcAft>
                <a:spcPts val="0"/>
              </a:spcAft>
              <a:buSzPts val="1400"/>
              <a:buNone/>
              <a:defRPr/>
            </a:lvl9pPr>
          </a:lstStyle>
          <a:p/>
        </p:txBody>
      </p:sp>
      <p:sp>
        <p:nvSpPr>
          <p:cNvPr id="159" name="Google Shape;159;p132"/>
          <p:cNvSpPr txBox="1"/>
          <p:nvPr>
            <p:ph idx="1" type="body"/>
          </p:nvPr>
        </p:nvSpPr>
        <p:spPr>
          <a:xfrm>
            <a:off x="693738" y="1852613"/>
            <a:ext cx="4265612" cy="908050"/>
          </a:xfrm>
          <a:prstGeom prst="rect">
            <a:avLst/>
          </a:prstGeom>
          <a:noFill/>
          <a:ln>
            <a:noFill/>
          </a:ln>
        </p:spPr>
        <p:txBody>
          <a:bodyPr anchorCtr="0" anchor="b" bIns="0" lIns="0" spcFirstLastPara="1" rIns="0" wrap="square" tIns="0">
            <a:noAutofit/>
          </a:bodyPr>
          <a:lstStyle>
            <a:lvl1pPr indent="-228600" lvl="0" marL="457200" algn="l">
              <a:lnSpc>
                <a:spcPct val="101000"/>
              </a:lnSpc>
              <a:spcBef>
                <a:spcPts val="0"/>
              </a:spcBef>
              <a:spcAft>
                <a:spcPts val="0"/>
              </a:spcAft>
              <a:buSzPts val="2400"/>
              <a:buNone/>
              <a:defRPr b="1" sz="2400"/>
            </a:lvl1pPr>
            <a:lvl2pPr indent="-228600" lvl="1" marL="914400" algn="l">
              <a:lnSpc>
                <a:spcPct val="101000"/>
              </a:lnSpc>
              <a:spcBef>
                <a:spcPts val="1425"/>
              </a:spcBef>
              <a:spcAft>
                <a:spcPts val="0"/>
              </a:spcAft>
              <a:buSzPts val="2000"/>
              <a:buNone/>
              <a:defRPr b="1" sz="2000"/>
            </a:lvl2pPr>
            <a:lvl3pPr indent="-228600" lvl="2" marL="1371600" algn="l">
              <a:lnSpc>
                <a:spcPct val="101000"/>
              </a:lnSpc>
              <a:spcBef>
                <a:spcPts val="1138"/>
              </a:spcBef>
              <a:spcAft>
                <a:spcPts val="0"/>
              </a:spcAft>
              <a:buSzPts val="1800"/>
              <a:buNone/>
              <a:defRPr b="1" sz="1800"/>
            </a:lvl3pPr>
            <a:lvl4pPr indent="-228600" lvl="3" marL="1828800" algn="l">
              <a:lnSpc>
                <a:spcPct val="101000"/>
              </a:lnSpc>
              <a:spcBef>
                <a:spcPts val="850"/>
              </a:spcBef>
              <a:spcAft>
                <a:spcPts val="0"/>
              </a:spcAft>
              <a:buSzPts val="1600"/>
              <a:buNone/>
              <a:defRPr b="1" sz="1600"/>
            </a:lvl4pPr>
            <a:lvl5pPr indent="-228600" lvl="4" marL="2286000" algn="l">
              <a:lnSpc>
                <a:spcPct val="101000"/>
              </a:lnSpc>
              <a:spcBef>
                <a:spcPts val="575"/>
              </a:spcBef>
              <a:spcAft>
                <a:spcPts val="0"/>
              </a:spcAft>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60" name="Google Shape;160;p132"/>
          <p:cNvSpPr txBox="1"/>
          <p:nvPr>
            <p:ph idx="2" type="body"/>
          </p:nvPr>
        </p:nvSpPr>
        <p:spPr>
          <a:xfrm>
            <a:off x="693738" y="2760663"/>
            <a:ext cx="4265612" cy="4062412"/>
          </a:xfrm>
          <a:prstGeom prst="rect">
            <a:avLst/>
          </a:prstGeom>
          <a:noFill/>
          <a:ln>
            <a:noFill/>
          </a:ln>
        </p:spPr>
        <p:txBody>
          <a:bodyPr anchorCtr="0" anchor="t" bIns="0" lIns="0" spcFirstLastPara="1" rIns="0" wrap="square" tIns="0">
            <a:noAutofit/>
          </a:bodyPr>
          <a:lstStyle>
            <a:lvl1pPr indent="-228600" lvl="0" marL="457200" algn="l">
              <a:lnSpc>
                <a:spcPct val="101000"/>
              </a:lnSpc>
              <a:spcBef>
                <a:spcPts val="0"/>
              </a:spcBef>
              <a:spcAft>
                <a:spcPts val="0"/>
              </a:spcAft>
              <a:buSzPts val="1400"/>
              <a:buNone/>
              <a:defRPr/>
            </a:lvl1pPr>
            <a:lvl2pPr indent="-228600" lvl="1" marL="914400" algn="l">
              <a:lnSpc>
                <a:spcPct val="101000"/>
              </a:lnSpc>
              <a:spcBef>
                <a:spcPts val="1425"/>
              </a:spcBef>
              <a:spcAft>
                <a:spcPts val="0"/>
              </a:spcAft>
              <a:buSzPts val="1400"/>
              <a:buNone/>
              <a:defRPr/>
            </a:lvl2pPr>
            <a:lvl3pPr indent="-228600" lvl="2" marL="1371600" algn="l">
              <a:lnSpc>
                <a:spcPct val="101000"/>
              </a:lnSpc>
              <a:spcBef>
                <a:spcPts val="1138"/>
              </a:spcBef>
              <a:spcAft>
                <a:spcPts val="0"/>
              </a:spcAft>
              <a:buSzPts val="1400"/>
              <a:buNone/>
              <a:defRPr/>
            </a:lvl3pPr>
            <a:lvl4pPr indent="-228600" lvl="3" marL="1828800" algn="l">
              <a:lnSpc>
                <a:spcPct val="101000"/>
              </a:lnSpc>
              <a:spcBef>
                <a:spcPts val="850"/>
              </a:spcBef>
              <a:spcAft>
                <a:spcPts val="0"/>
              </a:spcAft>
              <a:buSzPts val="1400"/>
              <a:buNone/>
              <a:defRPr/>
            </a:lvl4pPr>
            <a:lvl5pPr indent="-228600" lvl="4" marL="2286000" algn="l">
              <a:lnSpc>
                <a:spcPct val="101000"/>
              </a:lnSpc>
              <a:spcBef>
                <a:spcPts val="575"/>
              </a:spcBef>
              <a:spcAft>
                <a:spcPts val="0"/>
              </a:spcAft>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1" name="Google Shape;161;p132"/>
          <p:cNvSpPr txBox="1"/>
          <p:nvPr>
            <p:ph idx="3" type="body"/>
          </p:nvPr>
        </p:nvSpPr>
        <p:spPr>
          <a:xfrm>
            <a:off x="5103813" y="1852613"/>
            <a:ext cx="4284662" cy="908050"/>
          </a:xfrm>
          <a:prstGeom prst="rect">
            <a:avLst/>
          </a:prstGeom>
          <a:noFill/>
          <a:ln>
            <a:noFill/>
          </a:ln>
        </p:spPr>
        <p:txBody>
          <a:bodyPr anchorCtr="0" anchor="b" bIns="0" lIns="0" spcFirstLastPara="1" rIns="0" wrap="square" tIns="0">
            <a:noAutofit/>
          </a:bodyPr>
          <a:lstStyle>
            <a:lvl1pPr indent="-228600" lvl="0" marL="457200" algn="l">
              <a:lnSpc>
                <a:spcPct val="101000"/>
              </a:lnSpc>
              <a:spcBef>
                <a:spcPts val="0"/>
              </a:spcBef>
              <a:spcAft>
                <a:spcPts val="0"/>
              </a:spcAft>
              <a:buSzPts val="2400"/>
              <a:buNone/>
              <a:defRPr b="1" sz="2400"/>
            </a:lvl1pPr>
            <a:lvl2pPr indent="-228600" lvl="1" marL="914400" algn="l">
              <a:lnSpc>
                <a:spcPct val="101000"/>
              </a:lnSpc>
              <a:spcBef>
                <a:spcPts val="1425"/>
              </a:spcBef>
              <a:spcAft>
                <a:spcPts val="0"/>
              </a:spcAft>
              <a:buSzPts val="2000"/>
              <a:buNone/>
              <a:defRPr b="1" sz="2000"/>
            </a:lvl2pPr>
            <a:lvl3pPr indent="-228600" lvl="2" marL="1371600" algn="l">
              <a:lnSpc>
                <a:spcPct val="101000"/>
              </a:lnSpc>
              <a:spcBef>
                <a:spcPts val="1138"/>
              </a:spcBef>
              <a:spcAft>
                <a:spcPts val="0"/>
              </a:spcAft>
              <a:buSzPts val="1800"/>
              <a:buNone/>
              <a:defRPr b="1" sz="1800"/>
            </a:lvl3pPr>
            <a:lvl4pPr indent="-228600" lvl="3" marL="1828800" algn="l">
              <a:lnSpc>
                <a:spcPct val="101000"/>
              </a:lnSpc>
              <a:spcBef>
                <a:spcPts val="850"/>
              </a:spcBef>
              <a:spcAft>
                <a:spcPts val="0"/>
              </a:spcAft>
              <a:buSzPts val="1600"/>
              <a:buNone/>
              <a:defRPr b="1" sz="1600"/>
            </a:lvl4pPr>
            <a:lvl5pPr indent="-228600" lvl="4" marL="2286000" algn="l">
              <a:lnSpc>
                <a:spcPct val="101000"/>
              </a:lnSpc>
              <a:spcBef>
                <a:spcPts val="575"/>
              </a:spcBef>
              <a:spcAft>
                <a:spcPts val="0"/>
              </a:spcAft>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62" name="Google Shape;162;p132"/>
          <p:cNvSpPr txBox="1"/>
          <p:nvPr>
            <p:ph idx="4" type="body"/>
          </p:nvPr>
        </p:nvSpPr>
        <p:spPr>
          <a:xfrm>
            <a:off x="5103813" y="2760663"/>
            <a:ext cx="4284662" cy="4062412"/>
          </a:xfrm>
          <a:prstGeom prst="rect">
            <a:avLst/>
          </a:prstGeom>
          <a:noFill/>
          <a:ln>
            <a:noFill/>
          </a:ln>
        </p:spPr>
        <p:txBody>
          <a:bodyPr anchorCtr="0" anchor="t" bIns="0" lIns="0" spcFirstLastPara="1" rIns="0" wrap="square" tIns="0">
            <a:noAutofit/>
          </a:bodyPr>
          <a:lstStyle>
            <a:lvl1pPr indent="-228600" lvl="0" marL="457200" algn="l">
              <a:lnSpc>
                <a:spcPct val="101000"/>
              </a:lnSpc>
              <a:spcBef>
                <a:spcPts val="0"/>
              </a:spcBef>
              <a:spcAft>
                <a:spcPts val="0"/>
              </a:spcAft>
              <a:buSzPts val="1400"/>
              <a:buNone/>
              <a:defRPr/>
            </a:lvl1pPr>
            <a:lvl2pPr indent="-228600" lvl="1" marL="914400" algn="l">
              <a:lnSpc>
                <a:spcPct val="101000"/>
              </a:lnSpc>
              <a:spcBef>
                <a:spcPts val="1425"/>
              </a:spcBef>
              <a:spcAft>
                <a:spcPts val="0"/>
              </a:spcAft>
              <a:buSzPts val="1400"/>
              <a:buNone/>
              <a:defRPr/>
            </a:lvl2pPr>
            <a:lvl3pPr indent="-228600" lvl="2" marL="1371600" algn="l">
              <a:lnSpc>
                <a:spcPct val="101000"/>
              </a:lnSpc>
              <a:spcBef>
                <a:spcPts val="1138"/>
              </a:spcBef>
              <a:spcAft>
                <a:spcPts val="0"/>
              </a:spcAft>
              <a:buSzPts val="1400"/>
              <a:buNone/>
              <a:defRPr/>
            </a:lvl3pPr>
            <a:lvl4pPr indent="-228600" lvl="3" marL="1828800" algn="l">
              <a:lnSpc>
                <a:spcPct val="101000"/>
              </a:lnSpc>
              <a:spcBef>
                <a:spcPts val="850"/>
              </a:spcBef>
              <a:spcAft>
                <a:spcPts val="0"/>
              </a:spcAft>
              <a:buSzPts val="1400"/>
              <a:buNone/>
              <a:defRPr/>
            </a:lvl4pPr>
            <a:lvl5pPr indent="-228600" lvl="4" marL="2286000" algn="l">
              <a:lnSpc>
                <a:spcPct val="101000"/>
              </a:lnSpc>
              <a:spcBef>
                <a:spcPts val="575"/>
              </a:spcBef>
              <a:spcAft>
                <a:spcPts val="0"/>
              </a:spcAft>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63" name="Shape 163"/>
        <p:cNvGrpSpPr/>
        <p:nvPr/>
      </p:nvGrpSpPr>
      <p:grpSpPr>
        <a:xfrm>
          <a:off x="0" y="0"/>
          <a:ext cx="0" cy="0"/>
          <a:chOff x="0" y="0"/>
          <a:chExt cx="0" cy="0"/>
        </a:xfrm>
      </p:grpSpPr>
      <p:sp>
        <p:nvSpPr>
          <p:cNvPr id="164" name="Google Shape;164;p133"/>
          <p:cNvSpPr txBox="1"/>
          <p:nvPr>
            <p:ph type="title"/>
          </p:nvPr>
        </p:nvSpPr>
        <p:spPr>
          <a:xfrm>
            <a:off x="503237" y="301625"/>
            <a:ext cx="9069387" cy="1260475"/>
          </a:xfrm>
          <a:prstGeom prst="rect">
            <a:avLst/>
          </a:prstGeom>
          <a:noFill/>
          <a:ln>
            <a:noFill/>
          </a:ln>
        </p:spPr>
        <p:txBody>
          <a:bodyPr anchorCtr="0" anchor="ctr" bIns="0" lIns="0" spcFirstLastPara="1" rIns="0" wrap="square" tIns="0">
            <a:noAutofit/>
          </a:bodyPr>
          <a:lstStyle>
            <a:lvl1pPr lvl="0" algn="l">
              <a:lnSpc>
                <a:spcPct val="101000"/>
              </a:lnSpc>
              <a:spcBef>
                <a:spcPts val="0"/>
              </a:spcBef>
              <a:spcAft>
                <a:spcPts val="0"/>
              </a:spcAft>
              <a:buSzPts val="1400"/>
              <a:buNone/>
              <a:defRPr/>
            </a:lvl1pPr>
            <a:lvl2pPr lvl="1" algn="l">
              <a:lnSpc>
                <a:spcPct val="101000"/>
              </a:lnSpc>
              <a:spcBef>
                <a:spcPts val="0"/>
              </a:spcBef>
              <a:spcAft>
                <a:spcPts val="0"/>
              </a:spcAft>
              <a:buSzPts val="1400"/>
              <a:buNone/>
              <a:defRPr/>
            </a:lvl2pPr>
            <a:lvl3pPr lvl="2" algn="l">
              <a:lnSpc>
                <a:spcPct val="101000"/>
              </a:lnSpc>
              <a:spcBef>
                <a:spcPts val="0"/>
              </a:spcBef>
              <a:spcAft>
                <a:spcPts val="0"/>
              </a:spcAft>
              <a:buSzPts val="1400"/>
              <a:buNone/>
              <a:defRPr/>
            </a:lvl3pPr>
            <a:lvl4pPr lvl="3" algn="l">
              <a:lnSpc>
                <a:spcPct val="101000"/>
              </a:lnSpc>
              <a:spcBef>
                <a:spcPts val="0"/>
              </a:spcBef>
              <a:spcAft>
                <a:spcPts val="0"/>
              </a:spcAft>
              <a:buSzPts val="1400"/>
              <a:buNone/>
              <a:defRPr/>
            </a:lvl4pPr>
            <a:lvl5pPr lvl="4" algn="l">
              <a:lnSpc>
                <a:spcPct val="101000"/>
              </a:lnSpc>
              <a:spcBef>
                <a:spcPts val="0"/>
              </a:spcBef>
              <a:spcAft>
                <a:spcPts val="0"/>
              </a:spcAft>
              <a:buSzPts val="1400"/>
              <a:buNone/>
              <a:defRPr/>
            </a:lvl5pPr>
            <a:lvl6pPr lvl="5" algn="l">
              <a:lnSpc>
                <a:spcPct val="101000"/>
              </a:lnSpc>
              <a:spcBef>
                <a:spcPts val="0"/>
              </a:spcBef>
              <a:spcAft>
                <a:spcPts val="0"/>
              </a:spcAft>
              <a:buSzPts val="1400"/>
              <a:buNone/>
              <a:defRPr/>
            </a:lvl6pPr>
            <a:lvl7pPr lvl="6" algn="l">
              <a:lnSpc>
                <a:spcPct val="101000"/>
              </a:lnSpc>
              <a:spcBef>
                <a:spcPts val="0"/>
              </a:spcBef>
              <a:spcAft>
                <a:spcPts val="0"/>
              </a:spcAft>
              <a:buSzPts val="1400"/>
              <a:buNone/>
              <a:defRPr/>
            </a:lvl7pPr>
            <a:lvl8pPr lvl="7" algn="l">
              <a:lnSpc>
                <a:spcPct val="101000"/>
              </a:lnSpc>
              <a:spcBef>
                <a:spcPts val="0"/>
              </a:spcBef>
              <a:spcAft>
                <a:spcPts val="0"/>
              </a:spcAft>
              <a:buSzPts val="1400"/>
              <a:buNone/>
              <a:defRPr/>
            </a:lvl8pPr>
            <a:lvl9pPr lvl="8" algn="l">
              <a:lnSpc>
                <a:spcPct val="101000"/>
              </a:lnSpc>
              <a:spcBef>
                <a:spcPts val="0"/>
              </a:spcBef>
              <a:spcAft>
                <a:spcPts val="0"/>
              </a:spcAft>
              <a:buSzPts val="1400"/>
              <a:buNone/>
              <a:defRPr/>
            </a:lvl9pPr>
          </a:lstStyle>
          <a:p/>
        </p:txBody>
      </p:sp>
      <p:sp>
        <p:nvSpPr>
          <p:cNvPr id="165" name="Google Shape;165;p133"/>
          <p:cNvSpPr txBox="1"/>
          <p:nvPr>
            <p:ph idx="1" type="body"/>
          </p:nvPr>
        </p:nvSpPr>
        <p:spPr>
          <a:xfrm>
            <a:off x="503238" y="1768475"/>
            <a:ext cx="4457700" cy="4383088"/>
          </a:xfrm>
          <a:prstGeom prst="rect">
            <a:avLst/>
          </a:prstGeom>
          <a:noFill/>
          <a:ln>
            <a:noFill/>
          </a:ln>
        </p:spPr>
        <p:txBody>
          <a:bodyPr anchorCtr="0" anchor="t" bIns="0" lIns="0" spcFirstLastPara="1" rIns="0" wrap="square" tIns="0">
            <a:noAutofit/>
          </a:bodyPr>
          <a:lstStyle>
            <a:lvl1pPr indent="-228600" lvl="0" marL="457200" algn="l">
              <a:lnSpc>
                <a:spcPct val="101000"/>
              </a:lnSpc>
              <a:spcBef>
                <a:spcPts val="0"/>
              </a:spcBef>
              <a:spcAft>
                <a:spcPts val="0"/>
              </a:spcAft>
              <a:buSzPts val="1400"/>
              <a:buNone/>
              <a:defRPr/>
            </a:lvl1pPr>
            <a:lvl2pPr indent="-228600" lvl="1" marL="914400" algn="l">
              <a:lnSpc>
                <a:spcPct val="101000"/>
              </a:lnSpc>
              <a:spcBef>
                <a:spcPts val="1425"/>
              </a:spcBef>
              <a:spcAft>
                <a:spcPts val="0"/>
              </a:spcAft>
              <a:buSzPts val="1400"/>
              <a:buNone/>
              <a:defRPr/>
            </a:lvl2pPr>
            <a:lvl3pPr indent="-228600" lvl="2" marL="1371600" algn="l">
              <a:lnSpc>
                <a:spcPct val="101000"/>
              </a:lnSpc>
              <a:spcBef>
                <a:spcPts val="1138"/>
              </a:spcBef>
              <a:spcAft>
                <a:spcPts val="0"/>
              </a:spcAft>
              <a:buSzPts val="1400"/>
              <a:buNone/>
              <a:defRPr/>
            </a:lvl3pPr>
            <a:lvl4pPr indent="-228600" lvl="3" marL="1828800" algn="l">
              <a:lnSpc>
                <a:spcPct val="101000"/>
              </a:lnSpc>
              <a:spcBef>
                <a:spcPts val="850"/>
              </a:spcBef>
              <a:spcAft>
                <a:spcPts val="0"/>
              </a:spcAft>
              <a:buSzPts val="1400"/>
              <a:buNone/>
              <a:defRPr/>
            </a:lvl4pPr>
            <a:lvl5pPr indent="-228600" lvl="4" marL="2286000" algn="l">
              <a:lnSpc>
                <a:spcPct val="101000"/>
              </a:lnSpc>
              <a:spcBef>
                <a:spcPts val="575"/>
              </a:spcBef>
              <a:spcAft>
                <a:spcPts val="0"/>
              </a:spcAft>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6" name="Google Shape;166;p133"/>
          <p:cNvSpPr txBox="1"/>
          <p:nvPr>
            <p:ph idx="2" type="body"/>
          </p:nvPr>
        </p:nvSpPr>
        <p:spPr>
          <a:xfrm>
            <a:off x="5113338" y="1768475"/>
            <a:ext cx="4459287" cy="4383088"/>
          </a:xfrm>
          <a:prstGeom prst="rect">
            <a:avLst/>
          </a:prstGeom>
          <a:noFill/>
          <a:ln>
            <a:noFill/>
          </a:ln>
        </p:spPr>
        <p:txBody>
          <a:bodyPr anchorCtr="0" anchor="t" bIns="0" lIns="0" spcFirstLastPara="1" rIns="0" wrap="square" tIns="0">
            <a:noAutofit/>
          </a:bodyPr>
          <a:lstStyle>
            <a:lvl1pPr indent="-228600" lvl="0" marL="457200" algn="l">
              <a:lnSpc>
                <a:spcPct val="101000"/>
              </a:lnSpc>
              <a:spcBef>
                <a:spcPts val="0"/>
              </a:spcBef>
              <a:spcAft>
                <a:spcPts val="0"/>
              </a:spcAft>
              <a:buSzPts val="1400"/>
              <a:buNone/>
              <a:defRPr/>
            </a:lvl1pPr>
            <a:lvl2pPr indent="-228600" lvl="1" marL="914400" algn="l">
              <a:lnSpc>
                <a:spcPct val="101000"/>
              </a:lnSpc>
              <a:spcBef>
                <a:spcPts val="1425"/>
              </a:spcBef>
              <a:spcAft>
                <a:spcPts val="0"/>
              </a:spcAft>
              <a:buSzPts val="1400"/>
              <a:buNone/>
              <a:defRPr/>
            </a:lvl2pPr>
            <a:lvl3pPr indent="-228600" lvl="2" marL="1371600" algn="l">
              <a:lnSpc>
                <a:spcPct val="101000"/>
              </a:lnSpc>
              <a:spcBef>
                <a:spcPts val="1138"/>
              </a:spcBef>
              <a:spcAft>
                <a:spcPts val="0"/>
              </a:spcAft>
              <a:buSzPts val="1400"/>
              <a:buNone/>
              <a:defRPr/>
            </a:lvl3pPr>
            <a:lvl4pPr indent="-228600" lvl="3" marL="1828800" algn="l">
              <a:lnSpc>
                <a:spcPct val="101000"/>
              </a:lnSpc>
              <a:spcBef>
                <a:spcPts val="850"/>
              </a:spcBef>
              <a:spcAft>
                <a:spcPts val="0"/>
              </a:spcAft>
              <a:buSzPts val="1400"/>
              <a:buNone/>
              <a:defRPr/>
            </a:lvl4pPr>
            <a:lvl5pPr indent="-228600" lvl="4" marL="2286000" algn="l">
              <a:lnSpc>
                <a:spcPct val="101000"/>
              </a:lnSpc>
              <a:spcBef>
                <a:spcPts val="575"/>
              </a:spcBef>
              <a:spcAft>
                <a:spcPts val="0"/>
              </a:spcAft>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7" name="Shape 167"/>
        <p:cNvGrpSpPr/>
        <p:nvPr/>
      </p:nvGrpSpPr>
      <p:grpSpPr>
        <a:xfrm>
          <a:off x="0" y="0"/>
          <a:ext cx="0" cy="0"/>
          <a:chOff x="0" y="0"/>
          <a:chExt cx="0" cy="0"/>
        </a:xfrm>
      </p:grpSpPr>
      <p:sp>
        <p:nvSpPr>
          <p:cNvPr id="168" name="Google Shape;168;p134"/>
          <p:cNvSpPr txBox="1"/>
          <p:nvPr>
            <p:ph type="title"/>
          </p:nvPr>
        </p:nvSpPr>
        <p:spPr>
          <a:xfrm>
            <a:off x="687388" y="1884363"/>
            <a:ext cx="8694737" cy="3144837"/>
          </a:xfrm>
          <a:prstGeom prst="rect">
            <a:avLst/>
          </a:prstGeom>
          <a:noFill/>
          <a:ln>
            <a:noFill/>
          </a:ln>
        </p:spPr>
        <p:txBody>
          <a:bodyPr anchorCtr="0" anchor="b" bIns="0" lIns="0" spcFirstLastPara="1" rIns="0" wrap="square" tIns="0">
            <a:noAutofit/>
          </a:bodyPr>
          <a:lstStyle>
            <a:lvl1pPr lvl="0" algn="l">
              <a:lnSpc>
                <a:spcPct val="101000"/>
              </a:lnSpc>
              <a:spcBef>
                <a:spcPts val="0"/>
              </a:spcBef>
              <a:spcAft>
                <a:spcPts val="0"/>
              </a:spcAft>
              <a:buSzPts val="1400"/>
              <a:buNone/>
              <a:defRPr sz="6000"/>
            </a:lvl1pPr>
            <a:lvl2pPr lvl="1" algn="l">
              <a:lnSpc>
                <a:spcPct val="101000"/>
              </a:lnSpc>
              <a:spcBef>
                <a:spcPts val="0"/>
              </a:spcBef>
              <a:spcAft>
                <a:spcPts val="0"/>
              </a:spcAft>
              <a:buSzPts val="1400"/>
              <a:buNone/>
              <a:defRPr/>
            </a:lvl2pPr>
            <a:lvl3pPr lvl="2" algn="l">
              <a:lnSpc>
                <a:spcPct val="101000"/>
              </a:lnSpc>
              <a:spcBef>
                <a:spcPts val="0"/>
              </a:spcBef>
              <a:spcAft>
                <a:spcPts val="0"/>
              </a:spcAft>
              <a:buSzPts val="1400"/>
              <a:buNone/>
              <a:defRPr/>
            </a:lvl3pPr>
            <a:lvl4pPr lvl="3" algn="l">
              <a:lnSpc>
                <a:spcPct val="101000"/>
              </a:lnSpc>
              <a:spcBef>
                <a:spcPts val="0"/>
              </a:spcBef>
              <a:spcAft>
                <a:spcPts val="0"/>
              </a:spcAft>
              <a:buSzPts val="1400"/>
              <a:buNone/>
              <a:defRPr/>
            </a:lvl4pPr>
            <a:lvl5pPr lvl="4" algn="l">
              <a:lnSpc>
                <a:spcPct val="101000"/>
              </a:lnSpc>
              <a:spcBef>
                <a:spcPts val="0"/>
              </a:spcBef>
              <a:spcAft>
                <a:spcPts val="0"/>
              </a:spcAft>
              <a:buSzPts val="1400"/>
              <a:buNone/>
              <a:defRPr/>
            </a:lvl5pPr>
            <a:lvl6pPr lvl="5" algn="l">
              <a:lnSpc>
                <a:spcPct val="101000"/>
              </a:lnSpc>
              <a:spcBef>
                <a:spcPts val="0"/>
              </a:spcBef>
              <a:spcAft>
                <a:spcPts val="0"/>
              </a:spcAft>
              <a:buSzPts val="1400"/>
              <a:buNone/>
              <a:defRPr/>
            </a:lvl6pPr>
            <a:lvl7pPr lvl="6" algn="l">
              <a:lnSpc>
                <a:spcPct val="101000"/>
              </a:lnSpc>
              <a:spcBef>
                <a:spcPts val="0"/>
              </a:spcBef>
              <a:spcAft>
                <a:spcPts val="0"/>
              </a:spcAft>
              <a:buSzPts val="1400"/>
              <a:buNone/>
              <a:defRPr/>
            </a:lvl7pPr>
            <a:lvl8pPr lvl="7" algn="l">
              <a:lnSpc>
                <a:spcPct val="101000"/>
              </a:lnSpc>
              <a:spcBef>
                <a:spcPts val="0"/>
              </a:spcBef>
              <a:spcAft>
                <a:spcPts val="0"/>
              </a:spcAft>
              <a:buSzPts val="1400"/>
              <a:buNone/>
              <a:defRPr/>
            </a:lvl8pPr>
            <a:lvl9pPr lvl="8" algn="l">
              <a:lnSpc>
                <a:spcPct val="101000"/>
              </a:lnSpc>
              <a:spcBef>
                <a:spcPts val="0"/>
              </a:spcBef>
              <a:spcAft>
                <a:spcPts val="0"/>
              </a:spcAft>
              <a:buSzPts val="1400"/>
              <a:buNone/>
              <a:defRPr/>
            </a:lvl9pPr>
          </a:lstStyle>
          <a:p/>
        </p:txBody>
      </p:sp>
      <p:sp>
        <p:nvSpPr>
          <p:cNvPr id="169" name="Google Shape;169;p134"/>
          <p:cNvSpPr txBox="1"/>
          <p:nvPr>
            <p:ph idx="1" type="body"/>
          </p:nvPr>
        </p:nvSpPr>
        <p:spPr>
          <a:xfrm>
            <a:off x="687388" y="5059363"/>
            <a:ext cx="8694737" cy="1652587"/>
          </a:xfrm>
          <a:prstGeom prst="rect">
            <a:avLst/>
          </a:prstGeom>
          <a:noFill/>
          <a:ln>
            <a:noFill/>
          </a:ln>
        </p:spPr>
        <p:txBody>
          <a:bodyPr anchorCtr="0" anchor="t" bIns="0" lIns="0" spcFirstLastPara="1" rIns="0" wrap="square" tIns="0">
            <a:noAutofit/>
          </a:bodyPr>
          <a:lstStyle>
            <a:lvl1pPr indent="-228600" lvl="0" marL="457200" algn="l">
              <a:lnSpc>
                <a:spcPct val="101000"/>
              </a:lnSpc>
              <a:spcBef>
                <a:spcPts val="0"/>
              </a:spcBef>
              <a:spcAft>
                <a:spcPts val="0"/>
              </a:spcAft>
              <a:buSzPts val="2400"/>
              <a:buNone/>
              <a:defRPr sz="2400"/>
            </a:lvl1pPr>
            <a:lvl2pPr indent="-228600" lvl="1" marL="914400" algn="l">
              <a:lnSpc>
                <a:spcPct val="101000"/>
              </a:lnSpc>
              <a:spcBef>
                <a:spcPts val="1425"/>
              </a:spcBef>
              <a:spcAft>
                <a:spcPts val="0"/>
              </a:spcAft>
              <a:buSzPts val="2000"/>
              <a:buNone/>
              <a:defRPr sz="2000"/>
            </a:lvl2pPr>
            <a:lvl3pPr indent="-228600" lvl="2" marL="1371600" algn="l">
              <a:lnSpc>
                <a:spcPct val="101000"/>
              </a:lnSpc>
              <a:spcBef>
                <a:spcPts val="1138"/>
              </a:spcBef>
              <a:spcAft>
                <a:spcPts val="0"/>
              </a:spcAft>
              <a:buSzPts val="1800"/>
              <a:buNone/>
              <a:defRPr sz="1800"/>
            </a:lvl3pPr>
            <a:lvl4pPr indent="-228600" lvl="3" marL="1828800" algn="l">
              <a:lnSpc>
                <a:spcPct val="101000"/>
              </a:lnSpc>
              <a:spcBef>
                <a:spcPts val="850"/>
              </a:spcBef>
              <a:spcAft>
                <a:spcPts val="0"/>
              </a:spcAft>
              <a:buSzPts val="1600"/>
              <a:buNone/>
              <a:defRPr sz="1600"/>
            </a:lvl4pPr>
            <a:lvl5pPr indent="-228600" lvl="4" marL="2286000" algn="l">
              <a:lnSpc>
                <a:spcPct val="101000"/>
              </a:lnSpc>
              <a:spcBef>
                <a:spcPts val="575"/>
              </a:spcBef>
              <a:spcAft>
                <a:spcPts val="0"/>
              </a:spcAft>
              <a:buSzPts val="1600"/>
              <a:buNone/>
              <a:defRPr sz="1600"/>
            </a:lvl5pPr>
            <a:lvl6pPr indent="-228600" lvl="5" marL="2743200" algn="l">
              <a:lnSpc>
                <a:spcPct val="90000"/>
              </a:lnSpc>
              <a:spcBef>
                <a:spcPts val="500"/>
              </a:spcBef>
              <a:spcAft>
                <a:spcPts val="0"/>
              </a:spcAft>
              <a:buClr>
                <a:schemeClr val="dk1"/>
              </a:buClr>
              <a:buSzPts val="1600"/>
              <a:buNone/>
              <a:defRPr sz="1600"/>
            </a:lvl6pPr>
            <a:lvl7pPr indent="-228600" lvl="6" marL="3200400" algn="l">
              <a:lnSpc>
                <a:spcPct val="90000"/>
              </a:lnSpc>
              <a:spcBef>
                <a:spcPts val="500"/>
              </a:spcBef>
              <a:spcAft>
                <a:spcPts val="0"/>
              </a:spcAft>
              <a:buClr>
                <a:schemeClr val="dk1"/>
              </a:buClr>
              <a:buSzPts val="1600"/>
              <a:buNone/>
              <a:defRPr sz="1600"/>
            </a:lvl7pPr>
            <a:lvl8pPr indent="-228600" lvl="7" marL="3657600" algn="l">
              <a:lnSpc>
                <a:spcPct val="90000"/>
              </a:lnSpc>
              <a:spcBef>
                <a:spcPts val="500"/>
              </a:spcBef>
              <a:spcAft>
                <a:spcPts val="0"/>
              </a:spcAft>
              <a:buClr>
                <a:schemeClr val="dk1"/>
              </a:buClr>
              <a:buSzPts val="1600"/>
              <a:buNone/>
              <a:defRPr sz="1600"/>
            </a:lvl8pPr>
            <a:lvl9pPr indent="-228600" lvl="8" marL="4114800" algn="l">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70" name="Shape 170"/>
        <p:cNvGrpSpPr/>
        <p:nvPr/>
      </p:nvGrpSpPr>
      <p:grpSpPr>
        <a:xfrm>
          <a:off x="0" y="0"/>
          <a:ext cx="0" cy="0"/>
          <a:chOff x="0" y="0"/>
          <a:chExt cx="0" cy="0"/>
        </a:xfrm>
      </p:grpSpPr>
      <p:sp>
        <p:nvSpPr>
          <p:cNvPr id="171" name="Google Shape;171;p135"/>
          <p:cNvSpPr txBox="1"/>
          <p:nvPr>
            <p:ph type="ctrTitle"/>
          </p:nvPr>
        </p:nvSpPr>
        <p:spPr>
          <a:xfrm>
            <a:off x="1260475" y="1236663"/>
            <a:ext cx="7559675" cy="2632075"/>
          </a:xfrm>
          <a:prstGeom prst="rect">
            <a:avLst/>
          </a:prstGeom>
          <a:noFill/>
          <a:ln>
            <a:noFill/>
          </a:ln>
        </p:spPr>
        <p:txBody>
          <a:bodyPr anchorCtr="0" anchor="b" bIns="0" lIns="0" spcFirstLastPara="1" rIns="0" wrap="square" tIns="0">
            <a:noAutofit/>
          </a:bodyPr>
          <a:lstStyle>
            <a:lvl1pPr lvl="0" algn="ctr">
              <a:lnSpc>
                <a:spcPct val="101000"/>
              </a:lnSpc>
              <a:spcBef>
                <a:spcPts val="0"/>
              </a:spcBef>
              <a:spcAft>
                <a:spcPts val="0"/>
              </a:spcAft>
              <a:buSzPts val="1400"/>
              <a:buNone/>
              <a:defRPr sz="6000"/>
            </a:lvl1pPr>
            <a:lvl2pPr lvl="1" algn="l">
              <a:lnSpc>
                <a:spcPct val="101000"/>
              </a:lnSpc>
              <a:spcBef>
                <a:spcPts val="0"/>
              </a:spcBef>
              <a:spcAft>
                <a:spcPts val="0"/>
              </a:spcAft>
              <a:buSzPts val="1400"/>
              <a:buNone/>
              <a:defRPr/>
            </a:lvl2pPr>
            <a:lvl3pPr lvl="2" algn="l">
              <a:lnSpc>
                <a:spcPct val="101000"/>
              </a:lnSpc>
              <a:spcBef>
                <a:spcPts val="0"/>
              </a:spcBef>
              <a:spcAft>
                <a:spcPts val="0"/>
              </a:spcAft>
              <a:buSzPts val="1400"/>
              <a:buNone/>
              <a:defRPr/>
            </a:lvl3pPr>
            <a:lvl4pPr lvl="3" algn="l">
              <a:lnSpc>
                <a:spcPct val="101000"/>
              </a:lnSpc>
              <a:spcBef>
                <a:spcPts val="0"/>
              </a:spcBef>
              <a:spcAft>
                <a:spcPts val="0"/>
              </a:spcAft>
              <a:buSzPts val="1400"/>
              <a:buNone/>
              <a:defRPr/>
            </a:lvl4pPr>
            <a:lvl5pPr lvl="4" algn="l">
              <a:lnSpc>
                <a:spcPct val="101000"/>
              </a:lnSpc>
              <a:spcBef>
                <a:spcPts val="0"/>
              </a:spcBef>
              <a:spcAft>
                <a:spcPts val="0"/>
              </a:spcAft>
              <a:buSzPts val="1400"/>
              <a:buNone/>
              <a:defRPr/>
            </a:lvl5pPr>
            <a:lvl6pPr lvl="5" algn="l">
              <a:lnSpc>
                <a:spcPct val="101000"/>
              </a:lnSpc>
              <a:spcBef>
                <a:spcPts val="0"/>
              </a:spcBef>
              <a:spcAft>
                <a:spcPts val="0"/>
              </a:spcAft>
              <a:buSzPts val="1400"/>
              <a:buNone/>
              <a:defRPr/>
            </a:lvl6pPr>
            <a:lvl7pPr lvl="6" algn="l">
              <a:lnSpc>
                <a:spcPct val="101000"/>
              </a:lnSpc>
              <a:spcBef>
                <a:spcPts val="0"/>
              </a:spcBef>
              <a:spcAft>
                <a:spcPts val="0"/>
              </a:spcAft>
              <a:buSzPts val="1400"/>
              <a:buNone/>
              <a:defRPr/>
            </a:lvl7pPr>
            <a:lvl8pPr lvl="7" algn="l">
              <a:lnSpc>
                <a:spcPct val="101000"/>
              </a:lnSpc>
              <a:spcBef>
                <a:spcPts val="0"/>
              </a:spcBef>
              <a:spcAft>
                <a:spcPts val="0"/>
              </a:spcAft>
              <a:buSzPts val="1400"/>
              <a:buNone/>
              <a:defRPr/>
            </a:lvl8pPr>
            <a:lvl9pPr lvl="8" algn="l">
              <a:lnSpc>
                <a:spcPct val="101000"/>
              </a:lnSpc>
              <a:spcBef>
                <a:spcPts val="0"/>
              </a:spcBef>
              <a:spcAft>
                <a:spcPts val="0"/>
              </a:spcAft>
              <a:buSzPts val="1400"/>
              <a:buNone/>
              <a:defRPr/>
            </a:lvl9pPr>
          </a:lstStyle>
          <a:p/>
        </p:txBody>
      </p:sp>
      <p:sp>
        <p:nvSpPr>
          <p:cNvPr id="172" name="Google Shape;172;p135"/>
          <p:cNvSpPr txBox="1"/>
          <p:nvPr>
            <p:ph idx="1" type="subTitle"/>
          </p:nvPr>
        </p:nvSpPr>
        <p:spPr>
          <a:xfrm>
            <a:off x="1260475" y="3970338"/>
            <a:ext cx="7559675" cy="1825625"/>
          </a:xfrm>
          <a:prstGeom prst="rect">
            <a:avLst/>
          </a:prstGeom>
          <a:noFill/>
          <a:ln>
            <a:noFill/>
          </a:ln>
        </p:spPr>
        <p:txBody>
          <a:bodyPr anchorCtr="0" anchor="t" bIns="0" lIns="0" spcFirstLastPara="1" rIns="0" wrap="square" tIns="0">
            <a:noAutofit/>
          </a:bodyPr>
          <a:lstStyle>
            <a:lvl1pPr lvl="0" algn="ctr">
              <a:lnSpc>
                <a:spcPct val="101000"/>
              </a:lnSpc>
              <a:spcBef>
                <a:spcPts val="0"/>
              </a:spcBef>
              <a:spcAft>
                <a:spcPts val="0"/>
              </a:spcAft>
              <a:buSzPts val="2400"/>
              <a:buNone/>
              <a:defRPr sz="2400"/>
            </a:lvl1pPr>
            <a:lvl2pPr lvl="1" algn="ctr">
              <a:lnSpc>
                <a:spcPct val="101000"/>
              </a:lnSpc>
              <a:spcBef>
                <a:spcPts val="1425"/>
              </a:spcBef>
              <a:spcAft>
                <a:spcPts val="0"/>
              </a:spcAft>
              <a:buSzPts val="2000"/>
              <a:buNone/>
              <a:defRPr sz="2000"/>
            </a:lvl2pPr>
            <a:lvl3pPr lvl="2" algn="ctr">
              <a:lnSpc>
                <a:spcPct val="101000"/>
              </a:lnSpc>
              <a:spcBef>
                <a:spcPts val="1138"/>
              </a:spcBef>
              <a:spcAft>
                <a:spcPts val="0"/>
              </a:spcAft>
              <a:buSzPts val="1800"/>
              <a:buNone/>
              <a:defRPr sz="1800"/>
            </a:lvl3pPr>
            <a:lvl4pPr lvl="3" algn="ctr">
              <a:lnSpc>
                <a:spcPct val="101000"/>
              </a:lnSpc>
              <a:spcBef>
                <a:spcPts val="850"/>
              </a:spcBef>
              <a:spcAft>
                <a:spcPts val="0"/>
              </a:spcAft>
              <a:buSzPts val="1600"/>
              <a:buNone/>
              <a:defRPr sz="1600"/>
            </a:lvl4pPr>
            <a:lvl5pPr lvl="4" algn="ctr">
              <a:lnSpc>
                <a:spcPct val="101000"/>
              </a:lnSpc>
              <a:spcBef>
                <a:spcPts val="575"/>
              </a:spcBef>
              <a:spcAft>
                <a:spcPts val="0"/>
              </a:spcAft>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3.xml"/><Relationship Id="rId10" Type="http://schemas.openxmlformats.org/officeDocument/2006/relationships/slideLayout" Target="../slideLayouts/slideLayout22.xml"/><Relationship Id="rId12" Type="http://schemas.openxmlformats.org/officeDocument/2006/relationships/theme" Target="../theme/theme2.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4.xml"/><Relationship Id="rId10" Type="http://schemas.openxmlformats.org/officeDocument/2006/relationships/slideLayout" Target="../slideLayouts/slideLayout33.xml"/><Relationship Id="rId12" Type="http://schemas.openxmlformats.org/officeDocument/2006/relationships/theme" Target="../theme/theme4.xml"/><Relationship Id="rId1" Type="http://schemas.openxmlformats.org/officeDocument/2006/relationships/slideLayout" Target="../slideLayouts/slideLayout24.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9" Type="http://schemas.openxmlformats.org/officeDocument/2006/relationships/slideLayout" Target="../slideLayouts/slideLayout32.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 name="Shape 9"/>
        <p:cNvGrpSpPr/>
        <p:nvPr/>
      </p:nvGrpSpPr>
      <p:grpSpPr>
        <a:xfrm>
          <a:off x="0" y="0"/>
          <a:ext cx="0" cy="0"/>
          <a:chOff x="0" y="0"/>
          <a:chExt cx="0" cy="0"/>
        </a:xfrm>
      </p:grpSpPr>
      <p:sp>
        <p:nvSpPr>
          <p:cNvPr id="10" name="Google Shape;10;p99"/>
          <p:cNvSpPr txBox="1"/>
          <p:nvPr>
            <p:ph type="title"/>
          </p:nvPr>
        </p:nvSpPr>
        <p:spPr>
          <a:xfrm>
            <a:off x="503237" y="301625"/>
            <a:ext cx="9069387" cy="1260475"/>
          </a:xfrm>
          <a:prstGeom prst="rect">
            <a:avLst/>
          </a:prstGeom>
          <a:noFill/>
          <a:ln>
            <a:noFill/>
          </a:ln>
        </p:spPr>
        <p:txBody>
          <a:bodyPr anchorCtr="0" anchor="ctr" bIns="0" lIns="0" spcFirstLastPara="1" rIns="0" wrap="square" tIns="0">
            <a:noAutofit/>
          </a:bodyPr>
          <a:lstStyle>
            <a:lvl1pPr lvl="0" marR="0" rtl="0" algn="l">
              <a:lnSpc>
                <a:spcPct val="101000"/>
              </a:lnSpc>
              <a:spcBef>
                <a:spcPts val="0"/>
              </a:spcBef>
              <a:spcAft>
                <a:spcPts val="0"/>
              </a:spcAft>
              <a:buSzPts val="1400"/>
              <a:buNone/>
              <a:defRPr b="1" i="0" sz="3200" u="none" cap="none" strike="noStrike">
                <a:solidFill>
                  <a:srgbClr val="000000"/>
                </a:solidFill>
                <a:latin typeface="Arial"/>
                <a:ea typeface="Arial"/>
                <a:cs typeface="Arial"/>
                <a:sym typeface="Arial"/>
              </a:defRPr>
            </a:lvl1pPr>
            <a:lvl2pPr lvl="1" marR="0" rtl="0" algn="l">
              <a:lnSpc>
                <a:spcPct val="101000"/>
              </a:lnSpc>
              <a:spcBef>
                <a:spcPts val="0"/>
              </a:spcBef>
              <a:spcAft>
                <a:spcPts val="0"/>
              </a:spcAft>
              <a:buSzPts val="1400"/>
              <a:buNone/>
              <a:defRPr b="1" i="0" sz="3200" u="none" cap="none" strike="noStrike">
                <a:solidFill>
                  <a:srgbClr val="000000"/>
                </a:solidFill>
                <a:latin typeface="Arial"/>
                <a:ea typeface="Arial"/>
                <a:cs typeface="Arial"/>
                <a:sym typeface="Arial"/>
              </a:defRPr>
            </a:lvl2pPr>
            <a:lvl3pPr lvl="2" marR="0" rtl="0" algn="l">
              <a:lnSpc>
                <a:spcPct val="101000"/>
              </a:lnSpc>
              <a:spcBef>
                <a:spcPts val="0"/>
              </a:spcBef>
              <a:spcAft>
                <a:spcPts val="0"/>
              </a:spcAft>
              <a:buSzPts val="1400"/>
              <a:buNone/>
              <a:defRPr b="1" i="0" sz="3200" u="none" cap="none" strike="noStrike">
                <a:solidFill>
                  <a:srgbClr val="000000"/>
                </a:solidFill>
                <a:latin typeface="Arial"/>
                <a:ea typeface="Arial"/>
                <a:cs typeface="Arial"/>
                <a:sym typeface="Arial"/>
              </a:defRPr>
            </a:lvl3pPr>
            <a:lvl4pPr lvl="3" marR="0" rtl="0" algn="l">
              <a:lnSpc>
                <a:spcPct val="101000"/>
              </a:lnSpc>
              <a:spcBef>
                <a:spcPts val="0"/>
              </a:spcBef>
              <a:spcAft>
                <a:spcPts val="0"/>
              </a:spcAft>
              <a:buSzPts val="1400"/>
              <a:buNone/>
              <a:defRPr b="1" i="0" sz="3200" u="none" cap="none" strike="noStrike">
                <a:solidFill>
                  <a:srgbClr val="000000"/>
                </a:solidFill>
                <a:latin typeface="Arial"/>
                <a:ea typeface="Arial"/>
                <a:cs typeface="Arial"/>
                <a:sym typeface="Arial"/>
              </a:defRPr>
            </a:lvl4pPr>
            <a:lvl5pPr lvl="4" marR="0" rtl="0" algn="l">
              <a:lnSpc>
                <a:spcPct val="101000"/>
              </a:lnSpc>
              <a:spcBef>
                <a:spcPts val="0"/>
              </a:spcBef>
              <a:spcAft>
                <a:spcPts val="0"/>
              </a:spcAft>
              <a:buSzPts val="1400"/>
              <a:buNone/>
              <a:defRPr b="1" i="0" sz="3200" u="none" cap="none" strike="noStrike">
                <a:solidFill>
                  <a:srgbClr val="000000"/>
                </a:solidFill>
                <a:latin typeface="Arial"/>
                <a:ea typeface="Arial"/>
                <a:cs typeface="Arial"/>
                <a:sym typeface="Arial"/>
              </a:defRPr>
            </a:lvl5pPr>
            <a:lvl6pPr lvl="5" marR="0" rtl="0" algn="l">
              <a:lnSpc>
                <a:spcPct val="101000"/>
              </a:lnSpc>
              <a:spcBef>
                <a:spcPts val="0"/>
              </a:spcBef>
              <a:spcAft>
                <a:spcPts val="0"/>
              </a:spcAft>
              <a:buSzPts val="1400"/>
              <a:buNone/>
              <a:defRPr b="1" i="0" sz="3200" u="none" cap="none" strike="noStrike">
                <a:solidFill>
                  <a:srgbClr val="000000"/>
                </a:solidFill>
                <a:latin typeface="Arial"/>
                <a:ea typeface="Arial"/>
                <a:cs typeface="Arial"/>
                <a:sym typeface="Arial"/>
              </a:defRPr>
            </a:lvl6pPr>
            <a:lvl7pPr lvl="6" marR="0" rtl="0" algn="l">
              <a:lnSpc>
                <a:spcPct val="101000"/>
              </a:lnSpc>
              <a:spcBef>
                <a:spcPts val="0"/>
              </a:spcBef>
              <a:spcAft>
                <a:spcPts val="0"/>
              </a:spcAft>
              <a:buSzPts val="1400"/>
              <a:buNone/>
              <a:defRPr b="1" i="0" sz="3200" u="none" cap="none" strike="noStrike">
                <a:solidFill>
                  <a:srgbClr val="000000"/>
                </a:solidFill>
                <a:latin typeface="Arial"/>
                <a:ea typeface="Arial"/>
                <a:cs typeface="Arial"/>
                <a:sym typeface="Arial"/>
              </a:defRPr>
            </a:lvl7pPr>
            <a:lvl8pPr lvl="7" marR="0" rtl="0" algn="l">
              <a:lnSpc>
                <a:spcPct val="101000"/>
              </a:lnSpc>
              <a:spcBef>
                <a:spcPts val="0"/>
              </a:spcBef>
              <a:spcAft>
                <a:spcPts val="0"/>
              </a:spcAft>
              <a:buSzPts val="1400"/>
              <a:buNone/>
              <a:defRPr b="1" i="0" sz="3200" u="none" cap="none" strike="noStrike">
                <a:solidFill>
                  <a:srgbClr val="000000"/>
                </a:solidFill>
                <a:latin typeface="Arial"/>
                <a:ea typeface="Arial"/>
                <a:cs typeface="Arial"/>
                <a:sym typeface="Arial"/>
              </a:defRPr>
            </a:lvl8pPr>
            <a:lvl9pPr lvl="8" marR="0" rtl="0" algn="l">
              <a:lnSpc>
                <a:spcPct val="101000"/>
              </a:lnSpc>
              <a:spcBef>
                <a:spcPts val="0"/>
              </a:spcBef>
              <a:spcAft>
                <a:spcPts val="0"/>
              </a:spcAft>
              <a:buSzPts val="1400"/>
              <a:buNone/>
              <a:defRPr b="1" i="0" sz="3200" u="none" cap="none" strike="noStrike">
                <a:solidFill>
                  <a:srgbClr val="000000"/>
                </a:solidFill>
                <a:latin typeface="Arial"/>
                <a:ea typeface="Arial"/>
                <a:cs typeface="Arial"/>
                <a:sym typeface="Arial"/>
              </a:defRPr>
            </a:lvl9pPr>
          </a:lstStyle>
          <a:p/>
        </p:txBody>
      </p:sp>
      <p:sp>
        <p:nvSpPr>
          <p:cNvPr id="11" name="Google Shape;11;p99"/>
          <p:cNvSpPr txBox="1"/>
          <p:nvPr>
            <p:ph idx="1" type="body"/>
          </p:nvPr>
        </p:nvSpPr>
        <p:spPr>
          <a:xfrm>
            <a:off x="503237" y="1768475"/>
            <a:ext cx="9069387" cy="4383087"/>
          </a:xfrm>
          <a:prstGeom prst="rect">
            <a:avLst/>
          </a:prstGeom>
          <a:noFill/>
          <a:ln>
            <a:noFill/>
          </a:ln>
        </p:spPr>
        <p:txBody>
          <a:bodyPr anchorCtr="0" anchor="t" bIns="0" lIns="0" spcFirstLastPara="1" rIns="0" wrap="square" tIns="0">
            <a:noAutofit/>
          </a:bodyPr>
          <a:lstStyle>
            <a:lvl1pPr indent="-228600" lvl="0" marL="457200" marR="0" rtl="0" algn="l">
              <a:lnSpc>
                <a:spcPct val="101000"/>
              </a:lnSpc>
              <a:spcBef>
                <a:spcPts val="0"/>
              </a:spcBef>
              <a:spcAft>
                <a:spcPts val="0"/>
              </a:spcAft>
              <a:buSzPts val="1400"/>
              <a:buNone/>
              <a:defRPr b="0" i="0" sz="2700" u="none" cap="none" strike="noStrike">
                <a:solidFill>
                  <a:srgbClr val="000000"/>
                </a:solidFill>
                <a:latin typeface="Arial"/>
                <a:ea typeface="Arial"/>
                <a:cs typeface="Arial"/>
                <a:sym typeface="Arial"/>
              </a:defRPr>
            </a:lvl1pPr>
            <a:lvl2pPr indent="-228600" lvl="1" marL="914400" marR="0" rtl="0" algn="l">
              <a:lnSpc>
                <a:spcPct val="101000"/>
              </a:lnSpc>
              <a:spcBef>
                <a:spcPts val="1425"/>
              </a:spcBef>
              <a:spcAft>
                <a:spcPts val="0"/>
              </a:spcAft>
              <a:buSzPts val="1400"/>
              <a:buNone/>
              <a:defRPr b="0" i="0" sz="2400" u="none" cap="none" strike="noStrike">
                <a:solidFill>
                  <a:srgbClr val="000000"/>
                </a:solidFill>
                <a:latin typeface="Arial"/>
                <a:ea typeface="Arial"/>
                <a:cs typeface="Arial"/>
                <a:sym typeface="Arial"/>
              </a:defRPr>
            </a:lvl2pPr>
            <a:lvl3pPr indent="-228600" lvl="2" marL="1371600" marR="0" rtl="0" algn="l">
              <a:lnSpc>
                <a:spcPct val="101000"/>
              </a:lnSpc>
              <a:spcBef>
                <a:spcPts val="1138"/>
              </a:spcBef>
              <a:spcAft>
                <a:spcPts val="0"/>
              </a:spcAft>
              <a:buSzPts val="1400"/>
              <a:buNone/>
              <a:defRPr b="0" i="0" sz="2000" u="none" cap="none" strike="noStrike">
                <a:solidFill>
                  <a:srgbClr val="000000"/>
                </a:solidFill>
                <a:latin typeface="Arial"/>
                <a:ea typeface="Arial"/>
                <a:cs typeface="Arial"/>
                <a:sym typeface="Arial"/>
              </a:defRPr>
            </a:lvl3pPr>
            <a:lvl4pPr indent="-228600" lvl="3" marL="1828800" marR="0" rtl="0" algn="l">
              <a:lnSpc>
                <a:spcPct val="101000"/>
              </a:lnSpc>
              <a:spcBef>
                <a:spcPts val="850"/>
              </a:spcBef>
              <a:spcAft>
                <a:spcPts val="0"/>
              </a:spcAft>
              <a:buSzPts val="1400"/>
              <a:buNone/>
              <a:defRPr b="0" i="0" sz="2000" u="none" cap="none" strike="noStrike">
                <a:solidFill>
                  <a:srgbClr val="000000"/>
                </a:solidFill>
                <a:latin typeface="Arial"/>
                <a:ea typeface="Arial"/>
                <a:cs typeface="Arial"/>
                <a:sym typeface="Arial"/>
              </a:defRPr>
            </a:lvl4pPr>
            <a:lvl5pPr indent="-228600" lvl="4" marL="2286000" marR="0" rtl="0" algn="l">
              <a:lnSpc>
                <a:spcPct val="101000"/>
              </a:lnSpc>
              <a:spcBef>
                <a:spcPts val="575"/>
              </a:spcBef>
              <a:spcAft>
                <a:spcPts val="0"/>
              </a:spcAft>
              <a:buSzPts val="1400"/>
              <a:buNone/>
              <a:defRPr b="0" i="0" sz="2000" u="none" cap="none" strike="noStrike">
                <a:solidFill>
                  <a:srgbClr val="000000"/>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99"/>
          <p:cNvSpPr txBox="1"/>
          <p:nvPr>
            <p:ph idx="10" type="dt"/>
          </p:nvPr>
        </p:nvSpPr>
        <p:spPr>
          <a:xfrm>
            <a:off x="503237" y="6886575"/>
            <a:ext cx="2346325" cy="519112"/>
          </a:xfrm>
          <a:prstGeom prst="rect">
            <a:avLst/>
          </a:prstGeom>
          <a:noFill/>
          <a:ln>
            <a:noFill/>
          </a:ln>
        </p:spPr>
        <p:txBody>
          <a:bodyPr anchorCtr="0" anchor="t" bIns="0" lIns="0" spcFirstLastPara="1" rIns="0" wrap="square" tIns="0">
            <a:noAutofit/>
          </a:bodyPr>
          <a:lstStyle>
            <a:lvl1pPr lvl="0" marR="0" rtl="0" algn="l">
              <a:lnSpc>
                <a:spcPct val="93000"/>
              </a:lnSpc>
              <a:spcBef>
                <a:spcPts val="0"/>
              </a:spcBef>
              <a:spcAft>
                <a:spcPts val="0"/>
              </a:spcAft>
              <a:buSzPts val="1400"/>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99"/>
          <p:cNvSpPr txBox="1"/>
          <p:nvPr>
            <p:ph idx="11" type="ftr"/>
          </p:nvPr>
        </p:nvSpPr>
        <p:spPr>
          <a:xfrm>
            <a:off x="3448050" y="6886575"/>
            <a:ext cx="3194050" cy="519112"/>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99"/>
          <p:cNvSpPr txBox="1"/>
          <p:nvPr>
            <p:ph idx="12" type="sldNum"/>
          </p:nvPr>
        </p:nvSpPr>
        <p:spPr>
          <a:xfrm>
            <a:off x="7227887" y="6886575"/>
            <a:ext cx="2346325" cy="519112"/>
          </a:xfrm>
          <a:prstGeom prst="rect">
            <a:avLst/>
          </a:prstGeom>
          <a:noFill/>
          <a:ln>
            <a:noFill/>
          </a:ln>
        </p:spPr>
        <p:txBody>
          <a:bodyPr anchorCtr="0" anchor="t" bIns="0" lIns="0" spcFirstLastPara="1" rIns="0" wrap="square" tIns="0">
            <a:noAutofit/>
          </a:bodyPr>
          <a:lstStyle>
            <a:lvl1pPr indent="0" lvl="0" marL="0" marR="0" rtl="0" algn="r">
              <a:lnSpc>
                <a:spcPct val="93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indent="0" lvl="1" marL="0" marR="0" rtl="0" algn="r">
              <a:lnSpc>
                <a:spcPct val="93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2pPr>
            <a:lvl3pPr indent="0" lvl="2" marL="0" marR="0" rtl="0" algn="r">
              <a:lnSpc>
                <a:spcPct val="93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3pPr>
            <a:lvl4pPr indent="0" lvl="3" marL="0" marR="0" rtl="0" algn="r">
              <a:lnSpc>
                <a:spcPct val="93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4pPr>
            <a:lvl5pPr indent="0" lvl="4" marL="0" marR="0" rtl="0" algn="r">
              <a:lnSpc>
                <a:spcPct val="93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5pPr>
            <a:lvl6pPr indent="0" lvl="5" marL="0" marR="0" rtl="0" algn="r">
              <a:lnSpc>
                <a:spcPct val="93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6pPr>
            <a:lvl7pPr indent="0" lvl="6" marL="0" marR="0" rtl="0" algn="r">
              <a:lnSpc>
                <a:spcPct val="93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7pPr>
            <a:lvl8pPr indent="0" lvl="7" marL="0" marR="0" rtl="0" algn="r">
              <a:lnSpc>
                <a:spcPct val="93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8pPr>
            <a:lvl9pPr indent="0" lvl="8" marL="0" marR="0" rtl="0" algn="r">
              <a:lnSpc>
                <a:spcPct val="93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9" name="Shape 89"/>
        <p:cNvGrpSpPr/>
        <p:nvPr/>
      </p:nvGrpSpPr>
      <p:grpSpPr>
        <a:xfrm>
          <a:off x="0" y="0"/>
          <a:ext cx="0" cy="0"/>
          <a:chOff x="0" y="0"/>
          <a:chExt cx="0" cy="0"/>
        </a:xfrm>
      </p:grpSpPr>
      <p:sp>
        <p:nvSpPr>
          <p:cNvPr id="90" name="Google Shape;90;p102"/>
          <p:cNvSpPr txBox="1"/>
          <p:nvPr>
            <p:ph type="title"/>
          </p:nvPr>
        </p:nvSpPr>
        <p:spPr>
          <a:xfrm>
            <a:off x="503237" y="301625"/>
            <a:ext cx="9069387" cy="1260475"/>
          </a:xfrm>
          <a:prstGeom prst="rect">
            <a:avLst/>
          </a:prstGeom>
          <a:noFill/>
          <a:ln>
            <a:noFill/>
          </a:ln>
        </p:spPr>
        <p:txBody>
          <a:bodyPr anchorCtr="0" anchor="ctr" bIns="0" lIns="0" spcFirstLastPara="1" rIns="0" wrap="square" tIns="0">
            <a:noAutofit/>
          </a:bodyPr>
          <a:lstStyle>
            <a:lvl1pPr lvl="0" marR="0" rtl="0" algn="l">
              <a:lnSpc>
                <a:spcPct val="101000"/>
              </a:lnSpc>
              <a:spcBef>
                <a:spcPts val="0"/>
              </a:spcBef>
              <a:spcAft>
                <a:spcPts val="0"/>
              </a:spcAft>
              <a:buSzPts val="1400"/>
              <a:buNone/>
              <a:defRPr b="1" i="0" sz="3200" u="none" cap="none" strike="noStrike">
                <a:solidFill>
                  <a:srgbClr val="000000"/>
                </a:solidFill>
                <a:latin typeface="Arial"/>
                <a:ea typeface="Arial"/>
                <a:cs typeface="Arial"/>
                <a:sym typeface="Arial"/>
              </a:defRPr>
            </a:lvl1pPr>
            <a:lvl2pPr lvl="1" marR="0" rtl="0" algn="l">
              <a:lnSpc>
                <a:spcPct val="101000"/>
              </a:lnSpc>
              <a:spcBef>
                <a:spcPts val="0"/>
              </a:spcBef>
              <a:spcAft>
                <a:spcPts val="0"/>
              </a:spcAft>
              <a:buSzPts val="1400"/>
              <a:buNone/>
              <a:defRPr b="1" i="0" sz="3200" u="none" cap="none" strike="noStrike">
                <a:solidFill>
                  <a:srgbClr val="000000"/>
                </a:solidFill>
                <a:latin typeface="Arial"/>
                <a:ea typeface="Arial"/>
                <a:cs typeface="Arial"/>
                <a:sym typeface="Arial"/>
              </a:defRPr>
            </a:lvl2pPr>
            <a:lvl3pPr lvl="2" marR="0" rtl="0" algn="l">
              <a:lnSpc>
                <a:spcPct val="101000"/>
              </a:lnSpc>
              <a:spcBef>
                <a:spcPts val="0"/>
              </a:spcBef>
              <a:spcAft>
                <a:spcPts val="0"/>
              </a:spcAft>
              <a:buSzPts val="1400"/>
              <a:buNone/>
              <a:defRPr b="1" i="0" sz="3200" u="none" cap="none" strike="noStrike">
                <a:solidFill>
                  <a:srgbClr val="000000"/>
                </a:solidFill>
                <a:latin typeface="Arial"/>
                <a:ea typeface="Arial"/>
                <a:cs typeface="Arial"/>
                <a:sym typeface="Arial"/>
              </a:defRPr>
            </a:lvl3pPr>
            <a:lvl4pPr lvl="3" marR="0" rtl="0" algn="l">
              <a:lnSpc>
                <a:spcPct val="101000"/>
              </a:lnSpc>
              <a:spcBef>
                <a:spcPts val="0"/>
              </a:spcBef>
              <a:spcAft>
                <a:spcPts val="0"/>
              </a:spcAft>
              <a:buSzPts val="1400"/>
              <a:buNone/>
              <a:defRPr b="1" i="0" sz="3200" u="none" cap="none" strike="noStrike">
                <a:solidFill>
                  <a:srgbClr val="000000"/>
                </a:solidFill>
                <a:latin typeface="Arial"/>
                <a:ea typeface="Arial"/>
                <a:cs typeface="Arial"/>
                <a:sym typeface="Arial"/>
              </a:defRPr>
            </a:lvl4pPr>
            <a:lvl5pPr lvl="4" marR="0" rtl="0" algn="l">
              <a:lnSpc>
                <a:spcPct val="101000"/>
              </a:lnSpc>
              <a:spcBef>
                <a:spcPts val="0"/>
              </a:spcBef>
              <a:spcAft>
                <a:spcPts val="0"/>
              </a:spcAft>
              <a:buSzPts val="1400"/>
              <a:buNone/>
              <a:defRPr b="1" i="0" sz="3200" u="none" cap="none" strike="noStrike">
                <a:solidFill>
                  <a:srgbClr val="000000"/>
                </a:solidFill>
                <a:latin typeface="Arial"/>
                <a:ea typeface="Arial"/>
                <a:cs typeface="Arial"/>
                <a:sym typeface="Arial"/>
              </a:defRPr>
            </a:lvl5pPr>
            <a:lvl6pPr lvl="5" marR="0" rtl="0" algn="l">
              <a:lnSpc>
                <a:spcPct val="101000"/>
              </a:lnSpc>
              <a:spcBef>
                <a:spcPts val="0"/>
              </a:spcBef>
              <a:spcAft>
                <a:spcPts val="0"/>
              </a:spcAft>
              <a:buSzPts val="1400"/>
              <a:buNone/>
              <a:defRPr b="1" i="0" sz="3200" u="none" cap="none" strike="noStrike">
                <a:solidFill>
                  <a:srgbClr val="000000"/>
                </a:solidFill>
                <a:latin typeface="Arial"/>
                <a:ea typeface="Arial"/>
                <a:cs typeface="Arial"/>
                <a:sym typeface="Arial"/>
              </a:defRPr>
            </a:lvl6pPr>
            <a:lvl7pPr lvl="6" marR="0" rtl="0" algn="l">
              <a:lnSpc>
                <a:spcPct val="101000"/>
              </a:lnSpc>
              <a:spcBef>
                <a:spcPts val="0"/>
              </a:spcBef>
              <a:spcAft>
                <a:spcPts val="0"/>
              </a:spcAft>
              <a:buSzPts val="1400"/>
              <a:buNone/>
              <a:defRPr b="1" i="0" sz="3200" u="none" cap="none" strike="noStrike">
                <a:solidFill>
                  <a:srgbClr val="000000"/>
                </a:solidFill>
                <a:latin typeface="Arial"/>
                <a:ea typeface="Arial"/>
                <a:cs typeface="Arial"/>
                <a:sym typeface="Arial"/>
              </a:defRPr>
            </a:lvl7pPr>
            <a:lvl8pPr lvl="7" marR="0" rtl="0" algn="l">
              <a:lnSpc>
                <a:spcPct val="101000"/>
              </a:lnSpc>
              <a:spcBef>
                <a:spcPts val="0"/>
              </a:spcBef>
              <a:spcAft>
                <a:spcPts val="0"/>
              </a:spcAft>
              <a:buSzPts val="1400"/>
              <a:buNone/>
              <a:defRPr b="1" i="0" sz="3200" u="none" cap="none" strike="noStrike">
                <a:solidFill>
                  <a:srgbClr val="000000"/>
                </a:solidFill>
                <a:latin typeface="Arial"/>
                <a:ea typeface="Arial"/>
                <a:cs typeface="Arial"/>
                <a:sym typeface="Arial"/>
              </a:defRPr>
            </a:lvl8pPr>
            <a:lvl9pPr lvl="8" marR="0" rtl="0" algn="l">
              <a:lnSpc>
                <a:spcPct val="101000"/>
              </a:lnSpc>
              <a:spcBef>
                <a:spcPts val="0"/>
              </a:spcBef>
              <a:spcAft>
                <a:spcPts val="0"/>
              </a:spcAft>
              <a:buSzPts val="1400"/>
              <a:buNone/>
              <a:defRPr b="1" i="0" sz="3200" u="none" cap="none" strike="noStrike">
                <a:solidFill>
                  <a:srgbClr val="000000"/>
                </a:solidFill>
                <a:latin typeface="Arial"/>
                <a:ea typeface="Arial"/>
                <a:cs typeface="Arial"/>
                <a:sym typeface="Arial"/>
              </a:defRPr>
            </a:lvl9pPr>
          </a:lstStyle>
          <a:p/>
        </p:txBody>
      </p:sp>
      <p:sp>
        <p:nvSpPr>
          <p:cNvPr id="91" name="Google Shape;91;p102"/>
          <p:cNvSpPr txBox="1"/>
          <p:nvPr>
            <p:ph idx="1" type="body"/>
          </p:nvPr>
        </p:nvSpPr>
        <p:spPr>
          <a:xfrm>
            <a:off x="503237" y="1768475"/>
            <a:ext cx="9069387" cy="4383087"/>
          </a:xfrm>
          <a:prstGeom prst="rect">
            <a:avLst/>
          </a:prstGeom>
          <a:noFill/>
          <a:ln>
            <a:noFill/>
          </a:ln>
        </p:spPr>
        <p:txBody>
          <a:bodyPr anchorCtr="0" anchor="t" bIns="0" lIns="0" spcFirstLastPara="1" rIns="0" wrap="square" tIns="0">
            <a:noAutofit/>
          </a:bodyPr>
          <a:lstStyle>
            <a:lvl1pPr indent="-228600" lvl="0" marL="457200" marR="0" rtl="0" algn="l">
              <a:lnSpc>
                <a:spcPct val="101000"/>
              </a:lnSpc>
              <a:spcBef>
                <a:spcPts val="0"/>
              </a:spcBef>
              <a:spcAft>
                <a:spcPts val="0"/>
              </a:spcAft>
              <a:buSzPts val="1400"/>
              <a:buNone/>
              <a:defRPr b="0" i="0" sz="2700" u="none" cap="none" strike="noStrike">
                <a:solidFill>
                  <a:srgbClr val="000000"/>
                </a:solidFill>
                <a:latin typeface="Arial"/>
                <a:ea typeface="Arial"/>
                <a:cs typeface="Arial"/>
                <a:sym typeface="Arial"/>
              </a:defRPr>
            </a:lvl1pPr>
            <a:lvl2pPr indent="-228600" lvl="1" marL="914400" marR="0" rtl="0" algn="l">
              <a:lnSpc>
                <a:spcPct val="101000"/>
              </a:lnSpc>
              <a:spcBef>
                <a:spcPts val="1425"/>
              </a:spcBef>
              <a:spcAft>
                <a:spcPts val="0"/>
              </a:spcAft>
              <a:buSzPts val="1400"/>
              <a:buNone/>
              <a:defRPr b="0" i="0" sz="2400" u="none" cap="none" strike="noStrike">
                <a:solidFill>
                  <a:srgbClr val="000000"/>
                </a:solidFill>
                <a:latin typeface="Arial"/>
                <a:ea typeface="Arial"/>
                <a:cs typeface="Arial"/>
                <a:sym typeface="Arial"/>
              </a:defRPr>
            </a:lvl2pPr>
            <a:lvl3pPr indent="-228600" lvl="2" marL="1371600" marR="0" rtl="0" algn="l">
              <a:lnSpc>
                <a:spcPct val="101000"/>
              </a:lnSpc>
              <a:spcBef>
                <a:spcPts val="1138"/>
              </a:spcBef>
              <a:spcAft>
                <a:spcPts val="0"/>
              </a:spcAft>
              <a:buSzPts val="1400"/>
              <a:buNone/>
              <a:defRPr b="0" i="0" sz="2000" u="none" cap="none" strike="noStrike">
                <a:solidFill>
                  <a:srgbClr val="000000"/>
                </a:solidFill>
                <a:latin typeface="Arial"/>
                <a:ea typeface="Arial"/>
                <a:cs typeface="Arial"/>
                <a:sym typeface="Arial"/>
              </a:defRPr>
            </a:lvl3pPr>
            <a:lvl4pPr indent="-228600" lvl="3" marL="1828800" marR="0" rtl="0" algn="l">
              <a:lnSpc>
                <a:spcPct val="101000"/>
              </a:lnSpc>
              <a:spcBef>
                <a:spcPts val="850"/>
              </a:spcBef>
              <a:spcAft>
                <a:spcPts val="0"/>
              </a:spcAft>
              <a:buSzPts val="1400"/>
              <a:buNone/>
              <a:defRPr b="0" i="0" sz="2000" u="none" cap="none" strike="noStrike">
                <a:solidFill>
                  <a:srgbClr val="000000"/>
                </a:solidFill>
                <a:latin typeface="Arial"/>
                <a:ea typeface="Arial"/>
                <a:cs typeface="Arial"/>
                <a:sym typeface="Arial"/>
              </a:defRPr>
            </a:lvl4pPr>
            <a:lvl5pPr indent="-228600" lvl="4" marL="2286000" marR="0" rtl="0" algn="l">
              <a:lnSpc>
                <a:spcPct val="101000"/>
              </a:lnSpc>
              <a:spcBef>
                <a:spcPts val="575"/>
              </a:spcBef>
              <a:spcAft>
                <a:spcPts val="0"/>
              </a:spcAft>
              <a:buSzPts val="1400"/>
              <a:buNone/>
              <a:defRPr b="0" i="0" sz="2000" u="none" cap="none" strike="noStrike">
                <a:solidFill>
                  <a:srgbClr val="000000"/>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92" name="Google Shape;92;p102"/>
          <p:cNvSpPr txBox="1"/>
          <p:nvPr/>
        </p:nvSpPr>
        <p:spPr>
          <a:xfrm>
            <a:off x="504825" y="6886575"/>
            <a:ext cx="2347912" cy="520700"/>
          </a:xfrm>
          <a:prstGeom prst="rect">
            <a:avLst/>
          </a:prstGeom>
          <a:noFill/>
          <a:ln>
            <a:noFill/>
          </a:ln>
        </p:spPr>
        <p:txBody>
          <a:bodyPr anchorCtr="0" anchor="t" bIns="0" lIns="0" spcFirstLastPara="1" rIns="0" wrap="square" tIns="12425">
            <a:noAutofit/>
          </a:bodyPr>
          <a:lstStyle/>
          <a:p>
            <a:pPr indent="0" lvl="0" marL="0" marR="0" rtl="0" algn="l">
              <a:lnSpc>
                <a:spcPct val="93000"/>
              </a:lnSpc>
              <a:spcBef>
                <a:spcPts val="0"/>
              </a:spcBef>
              <a:spcAft>
                <a:spcPts val="0"/>
              </a:spcAft>
              <a:buClr>
                <a:srgbClr val="000000"/>
              </a:buClr>
              <a:buSzPts val="1400"/>
              <a:buFont typeface="Times New Roman"/>
              <a:buNone/>
            </a:pPr>
            <a:r>
              <a:rPr b="0" i="0" lang="en-US" sz="1400" u="none">
                <a:solidFill>
                  <a:srgbClr val="000000"/>
                </a:solidFill>
                <a:latin typeface="Times New Roman"/>
                <a:ea typeface="Times New Roman"/>
                <a:cs typeface="Times New Roman"/>
                <a:sym typeface="Times New Roman"/>
              </a:rPr>
              <a:t>*</a:t>
            </a:r>
            <a:endParaRPr/>
          </a:p>
        </p:txBody>
      </p:sp>
      <p:sp>
        <p:nvSpPr>
          <p:cNvPr id="93" name="Google Shape;93;p102"/>
          <p:cNvSpPr txBox="1"/>
          <p:nvPr/>
        </p:nvSpPr>
        <p:spPr>
          <a:xfrm>
            <a:off x="3448050" y="6886575"/>
            <a:ext cx="3195637" cy="520700"/>
          </a:xfrm>
          <a:prstGeom prst="rect">
            <a:avLst/>
          </a:prstGeom>
          <a:noFill/>
          <a:ln>
            <a:noFill/>
          </a:ln>
        </p:spPr>
        <p:txBody>
          <a:bodyPr anchorCtr="0" anchor="t" bIns="0" lIns="0" spcFirstLastPara="1" rIns="0" wrap="square" tIns="12425">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4" name="Google Shape;94;p102"/>
          <p:cNvSpPr txBox="1"/>
          <p:nvPr/>
        </p:nvSpPr>
        <p:spPr>
          <a:xfrm>
            <a:off x="7227887" y="6886575"/>
            <a:ext cx="2347912" cy="520700"/>
          </a:xfrm>
          <a:prstGeom prst="rect">
            <a:avLst/>
          </a:prstGeom>
          <a:noFill/>
          <a:ln>
            <a:noFill/>
          </a:ln>
        </p:spPr>
        <p:txBody>
          <a:bodyPr anchorCtr="0" anchor="t" bIns="0" lIns="0" spcFirstLastPara="1" rIns="0" wrap="square" tIns="12425">
            <a:noAutofit/>
          </a:bodyPr>
          <a:lstStyle/>
          <a:p>
            <a:pPr indent="0" lvl="0" marL="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a:solidFill>
                  <a:srgbClr val="000000"/>
                </a:solidFill>
                <a:latin typeface="Times New Roman"/>
                <a:ea typeface="Times New Roman"/>
                <a:cs typeface="Times New Roman"/>
                <a:sym typeface="Times New Roman"/>
              </a:rPr>
              <a:t>‹#›</a:t>
            </a:fld>
            <a:endParaRPr/>
          </a:p>
        </p:txBody>
      </p:sp>
    </p:spTree>
  </p:cSld>
  <p:clrMap accent1="accent1" accent2="accent2" accent3="accent3" accent4="accent4" accent5="accent5" accent6="accent6" bg1="lt1" bg2="dk2" tx1="dk1" tx2="lt2" folHlink="folHlink" hlink="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1" name="Shape 131"/>
        <p:cNvGrpSpPr/>
        <p:nvPr/>
      </p:nvGrpSpPr>
      <p:grpSpPr>
        <a:xfrm>
          <a:off x="0" y="0"/>
          <a:ext cx="0" cy="0"/>
          <a:chOff x="0" y="0"/>
          <a:chExt cx="0" cy="0"/>
        </a:xfrm>
      </p:grpSpPr>
      <p:sp>
        <p:nvSpPr>
          <p:cNvPr id="132" name="Google Shape;132;p104"/>
          <p:cNvSpPr txBox="1"/>
          <p:nvPr>
            <p:ph type="title"/>
          </p:nvPr>
        </p:nvSpPr>
        <p:spPr>
          <a:xfrm>
            <a:off x="503237" y="301625"/>
            <a:ext cx="9069387" cy="1260475"/>
          </a:xfrm>
          <a:prstGeom prst="rect">
            <a:avLst/>
          </a:prstGeom>
          <a:noFill/>
          <a:ln>
            <a:noFill/>
          </a:ln>
        </p:spPr>
        <p:txBody>
          <a:bodyPr anchorCtr="0" anchor="ctr" bIns="0" lIns="0" spcFirstLastPara="1" rIns="0" wrap="square" tIns="0">
            <a:noAutofit/>
          </a:bodyPr>
          <a:lstStyle>
            <a:lvl1pPr lvl="0" marR="0" rtl="0" algn="l">
              <a:lnSpc>
                <a:spcPct val="101000"/>
              </a:lnSpc>
              <a:spcBef>
                <a:spcPts val="0"/>
              </a:spcBef>
              <a:spcAft>
                <a:spcPts val="0"/>
              </a:spcAft>
              <a:buSzPts val="1400"/>
              <a:buNone/>
              <a:defRPr b="1" i="0" sz="3200" u="none" cap="none" strike="noStrike">
                <a:solidFill>
                  <a:srgbClr val="000000"/>
                </a:solidFill>
                <a:latin typeface="Arial"/>
                <a:ea typeface="Arial"/>
                <a:cs typeface="Arial"/>
                <a:sym typeface="Arial"/>
              </a:defRPr>
            </a:lvl1pPr>
            <a:lvl2pPr lvl="1" marR="0" rtl="0" algn="l">
              <a:lnSpc>
                <a:spcPct val="101000"/>
              </a:lnSpc>
              <a:spcBef>
                <a:spcPts val="0"/>
              </a:spcBef>
              <a:spcAft>
                <a:spcPts val="0"/>
              </a:spcAft>
              <a:buSzPts val="1400"/>
              <a:buNone/>
              <a:defRPr b="1" i="0" sz="3200" u="none" cap="none" strike="noStrike">
                <a:solidFill>
                  <a:srgbClr val="000000"/>
                </a:solidFill>
                <a:latin typeface="Arial"/>
                <a:ea typeface="Arial"/>
                <a:cs typeface="Arial"/>
                <a:sym typeface="Arial"/>
              </a:defRPr>
            </a:lvl2pPr>
            <a:lvl3pPr lvl="2" marR="0" rtl="0" algn="l">
              <a:lnSpc>
                <a:spcPct val="101000"/>
              </a:lnSpc>
              <a:spcBef>
                <a:spcPts val="0"/>
              </a:spcBef>
              <a:spcAft>
                <a:spcPts val="0"/>
              </a:spcAft>
              <a:buSzPts val="1400"/>
              <a:buNone/>
              <a:defRPr b="1" i="0" sz="3200" u="none" cap="none" strike="noStrike">
                <a:solidFill>
                  <a:srgbClr val="000000"/>
                </a:solidFill>
                <a:latin typeface="Arial"/>
                <a:ea typeface="Arial"/>
                <a:cs typeface="Arial"/>
                <a:sym typeface="Arial"/>
              </a:defRPr>
            </a:lvl3pPr>
            <a:lvl4pPr lvl="3" marR="0" rtl="0" algn="l">
              <a:lnSpc>
                <a:spcPct val="101000"/>
              </a:lnSpc>
              <a:spcBef>
                <a:spcPts val="0"/>
              </a:spcBef>
              <a:spcAft>
                <a:spcPts val="0"/>
              </a:spcAft>
              <a:buSzPts val="1400"/>
              <a:buNone/>
              <a:defRPr b="1" i="0" sz="3200" u="none" cap="none" strike="noStrike">
                <a:solidFill>
                  <a:srgbClr val="000000"/>
                </a:solidFill>
                <a:latin typeface="Arial"/>
                <a:ea typeface="Arial"/>
                <a:cs typeface="Arial"/>
                <a:sym typeface="Arial"/>
              </a:defRPr>
            </a:lvl4pPr>
            <a:lvl5pPr lvl="4" marR="0" rtl="0" algn="l">
              <a:lnSpc>
                <a:spcPct val="101000"/>
              </a:lnSpc>
              <a:spcBef>
                <a:spcPts val="0"/>
              </a:spcBef>
              <a:spcAft>
                <a:spcPts val="0"/>
              </a:spcAft>
              <a:buSzPts val="1400"/>
              <a:buNone/>
              <a:defRPr b="1" i="0" sz="3200" u="none" cap="none" strike="noStrike">
                <a:solidFill>
                  <a:srgbClr val="000000"/>
                </a:solidFill>
                <a:latin typeface="Arial"/>
                <a:ea typeface="Arial"/>
                <a:cs typeface="Arial"/>
                <a:sym typeface="Arial"/>
              </a:defRPr>
            </a:lvl5pPr>
            <a:lvl6pPr lvl="5" marR="0" rtl="0" algn="l">
              <a:lnSpc>
                <a:spcPct val="101000"/>
              </a:lnSpc>
              <a:spcBef>
                <a:spcPts val="0"/>
              </a:spcBef>
              <a:spcAft>
                <a:spcPts val="0"/>
              </a:spcAft>
              <a:buSzPts val="1400"/>
              <a:buNone/>
              <a:defRPr b="1" i="0" sz="3200" u="none" cap="none" strike="noStrike">
                <a:solidFill>
                  <a:srgbClr val="000000"/>
                </a:solidFill>
                <a:latin typeface="Arial"/>
                <a:ea typeface="Arial"/>
                <a:cs typeface="Arial"/>
                <a:sym typeface="Arial"/>
              </a:defRPr>
            </a:lvl6pPr>
            <a:lvl7pPr lvl="6" marR="0" rtl="0" algn="l">
              <a:lnSpc>
                <a:spcPct val="101000"/>
              </a:lnSpc>
              <a:spcBef>
                <a:spcPts val="0"/>
              </a:spcBef>
              <a:spcAft>
                <a:spcPts val="0"/>
              </a:spcAft>
              <a:buSzPts val="1400"/>
              <a:buNone/>
              <a:defRPr b="1" i="0" sz="3200" u="none" cap="none" strike="noStrike">
                <a:solidFill>
                  <a:srgbClr val="000000"/>
                </a:solidFill>
                <a:latin typeface="Arial"/>
                <a:ea typeface="Arial"/>
                <a:cs typeface="Arial"/>
                <a:sym typeface="Arial"/>
              </a:defRPr>
            </a:lvl7pPr>
            <a:lvl8pPr lvl="7" marR="0" rtl="0" algn="l">
              <a:lnSpc>
                <a:spcPct val="101000"/>
              </a:lnSpc>
              <a:spcBef>
                <a:spcPts val="0"/>
              </a:spcBef>
              <a:spcAft>
                <a:spcPts val="0"/>
              </a:spcAft>
              <a:buSzPts val="1400"/>
              <a:buNone/>
              <a:defRPr b="1" i="0" sz="3200" u="none" cap="none" strike="noStrike">
                <a:solidFill>
                  <a:srgbClr val="000000"/>
                </a:solidFill>
                <a:latin typeface="Arial"/>
                <a:ea typeface="Arial"/>
                <a:cs typeface="Arial"/>
                <a:sym typeface="Arial"/>
              </a:defRPr>
            </a:lvl8pPr>
            <a:lvl9pPr lvl="8" marR="0" rtl="0" algn="l">
              <a:lnSpc>
                <a:spcPct val="101000"/>
              </a:lnSpc>
              <a:spcBef>
                <a:spcPts val="0"/>
              </a:spcBef>
              <a:spcAft>
                <a:spcPts val="0"/>
              </a:spcAft>
              <a:buSzPts val="1400"/>
              <a:buNone/>
              <a:defRPr b="1" i="0" sz="3200" u="none" cap="none" strike="noStrike">
                <a:solidFill>
                  <a:srgbClr val="000000"/>
                </a:solidFill>
                <a:latin typeface="Arial"/>
                <a:ea typeface="Arial"/>
                <a:cs typeface="Arial"/>
                <a:sym typeface="Arial"/>
              </a:defRPr>
            </a:lvl9pPr>
          </a:lstStyle>
          <a:p/>
        </p:txBody>
      </p:sp>
      <p:sp>
        <p:nvSpPr>
          <p:cNvPr id="133" name="Google Shape;133;p104"/>
          <p:cNvSpPr txBox="1"/>
          <p:nvPr>
            <p:ph idx="1" type="body"/>
          </p:nvPr>
        </p:nvSpPr>
        <p:spPr>
          <a:xfrm>
            <a:off x="503237" y="1768475"/>
            <a:ext cx="9069387" cy="4383087"/>
          </a:xfrm>
          <a:prstGeom prst="rect">
            <a:avLst/>
          </a:prstGeom>
          <a:noFill/>
          <a:ln>
            <a:noFill/>
          </a:ln>
        </p:spPr>
        <p:txBody>
          <a:bodyPr anchorCtr="0" anchor="t" bIns="0" lIns="0" spcFirstLastPara="1" rIns="0" wrap="square" tIns="0">
            <a:noAutofit/>
          </a:bodyPr>
          <a:lstStyle>
            <a:lvl1pPr indent="-228600" lvl="0" marL="457200" marR="0" rtl="0" algn="l">
              <a:lnSpc>
                <a:spcPct val="101000"/>
              </a:lnSpc>
              <a:spcBef>
                <a:spcPts val="0"/>
              </a:spcBef>
              <a:spcAft>
                <a:spcPts val="0"/>
              </a:spcAft>
              <a:buSzPts val="1400"/>
              <a:buNone/>
              <a:defRPr b="0" i="0" sz="2700" u="none" cap="none" strike="noStrike">
                <a:solidFill>
                  <a:srgbClr val="000000"/>
                </a:solidFill>
                <a:latin typeface="Arial"/>
                <a:ea typeface="Arial"/>
                <a:cs typeface="Arial"/>
                <a:sym typeface="Arial"/>
              </a:defRPr>
            </a:lvl1pPr>
            <a:lvl2pPr indent="-228600" lvl="1" marL="914400" marR="0" rtl="0" algn="l">
              <a:lnSpc>
                <a:spcPct val="101000"/>
              </a:lnSpc>
              <a:spcBef>
                <a:spcPts val="1425"/>
              </a:spcBef>
              <a:spcAft>
                <a:spcPts val="0"/>
              </a:spcAft>
              <a:buSzPts val="1400"/>
              <a:buNone/>
              <a:defRPr b="0" i="0" sz="2400" u="none" cap="none" strike="noStrike">
                <a:solidFill>
                  <a:srgbClr val="000000"/>
                </a:solidFill>
                <a:latin typeface="Arial"/>
                <a:ea typeface="Arial"/>
                <a:cs typeface="Arial"/>
                <a:sym typeface="Arial"/>
              </a:defRPr>
            </a:lvl2pPr>
            <a:lvl3pPr indent="-228600" lvl="2" marL="1371600" marR="0" rtl="0" algn="l">
              <a:lnSpc>
                <a:spcPct val="101000"/>
              </a:lnSpc>
              <a:spcBef>
                <a:spcPts val="1138"/>
              </a:spcBef>
              <a:spcAft>
                <a:spcPts val="0"/>
              </a:spcAft>
              <a:buSzPts val="1400"/>
              <a:buNone/>
              <a:defRPr b="0" i="0" sz="2000" u="none" cap="none" strike="noStrike">
                <a:solidFill>
                  <a:srgbClr val="000000"/>
                </a:solidFill>
                <a:latin typeface="Arial"/>
                <a:ea typeface="Arial"/>
                <a:cs typeface="Arial"/>
                <a:sym typeface="Arial"/>
              </a:defRPr>
            </a:lvl3pPr>
            <a:lvl4pPr indent="-228600" lvl="3" marL="1828800" marR="0" rtl="0" algn="l">
              <a:lnSpc>
                <a:spcPct val="101000"/>
              </a:lnSpc>
              <a:spcBef>
                <a:spcPts val="850"/>
              </a:spcBef>
              <a:spcAft>
                <a:spcPts val="0"/>
              </a:spcAft>
              <a:buSzPts val="1400"/>
              <a:buNone/>
              <a:defRPr b="0" i="0" sz="2000" u="none" cap="none" strike="noStrike">
                <a:solidFill>
                  <a:srgbClr val="000000"/>
                </a:solidFill>
                <a:latin typeface="Arial"/>
                <a:ea typeface="Arial"/>
                <a:cs typeface="Arial"/>
                <a:sym typeface="Arial"/>
              </a:defRPr>
            </a:lvl4pPr>
            <a:lvl5pPr indent="-228600" lvl="4" marL="2286000" marR="0" rtl="0" algn="l">
              <a:lnSpc>
                <a:spcPct val="101000"/>
              </a:lnSpc>
              <a:spcBef>
                <a:spcPts val="575"/>
              </a:spcBef>
              <a:spcAft>
                <a:spcPts val="0"/>
              </a:spcAft>
              <a:buSzPts val="1400"/>
              <a:buNone/>
              <a:defRPr b="0" i="0" sz="2000" u="none" cap="none" strike="noStrike">
                <a:solidFill>
                  <a:srgbClr val="000000"/>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34" name="Google Shape;134;p104"/>
          <p:cNvSpPr txBox="1"/>
          <p:nvPr/>
        </p:nvSpPr>
        <p:spPr>
          <a:xfrm>
            <a:off x="504825" y="6886575"/>
            <a:ext cx="2347912" cy="520700"/>
          </a:xfrm>
          <a:prstGeom prst="rect">
            <a:avLst/>
          </a:prstGeom>
          <a:noFill/>
          <a:ln>
            <a:noFill/>
          </a:ln>
        </p:spPr>
        <p:txBody>
          <a:bodyPr anchorCtr="0" anchor="t" bIns="0" lIns="0" spcFirstLastPara="1" rIns="0" wrap="square" tIns="12425">
            <a:noAutofit/>
          </a:bodyPr>
          <a:lstStyle/>
          <a:p>
            <a:pPr indent="0" lvl="0" marL="0" marR="0" rtl="0" algn="l">
              <a:lnSpc>
                <a:spcPct val="93000"/>
              </a:lnSpc>
              <a:spcBef>
                <a:spcPts val="0"/>
              </a:spcBef>
              <a:spcAft>
                <a:spcPts val="0"/>
              </a:spcAft>
              <a:buClr>
                <a:srgbClr val="000000"/>
              </a:buClr>
              <a:buSzPts val="1400"/>
              <a:buFont typeface="Times New Roman"/>
              <a:buNone/>
            </a:pPr>
            <a:r>
              <a:rPr b="0" i="0" lang="en-US" sz="1400" u="none">
                <a:solidFill>
                  <a:srgbClr val="000000"/>
                </a:solidFill>
                <a:latin typeface="Times New Roman"/>
                <a:ea typeface="Times New Roman"/>
                <a:cs typeface="Times New Roman"/>
                <a:sym typeface="Times New Roman"/>
              </a:rPr>
              <a:t>*</a:t>
            </a:r>
            <a:endParaRPr/>
          </a:p>
        </p:txBody>
      </p:sp>
      <p:sp>
        <p:nvSpPr>
          <p:cNvPr id="135" name="Google Shape;135;p104"/>
          <p:cNvSpPr txBox="1"/>
          <p:nvPr/>
        </p:nvSpPr>
        <p:spPr>
          <a:xfrm>
            <a:off x="3448050" y="6886575"/>
            <a:ext cx="3195637" cy="520700"/>
          </a:xfrm>
          <a:prstGeom prst="rect">
            <a:avLst/>
          </a:prstGeom>
          <a:noFill/>
          <a:ln>
            <a:noFill/>
          </a:ln>
        </p:spPr>
        <p:txBody>
          <a:bodyPr anchorCtr="0" anchor="t" bIns="0" lIns="0" spcFirstLastPara="1" rIns="0" wrap="square" tIns="12425">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6" name="Google Shape;136;p104"/>
          <p:cNvSpPr txBox="1"/>
          <p:nvPr/>
        </p:nvSpPr>
        <p:spPr>
          <a:xfrm>
            <a:off x="7227887" y="6886575"/>
            <a:ext cx="2347912" cy="520700"/>
          </a:xfrm>
          <a:prstGeom prst="rect">
            <a:avLst/>
          </a:prstGeom>
          <a:noFill/>
          <a:ln>
            <a:noFill/>
          </a:ln>
        </p:spPr>
        <p:txBody>
          <a:bodyPr anchorCtr="0" anchor="t" bIns="0" lIns="0" spcFirstLastPara="1" rIns="0" wrap="square" tIns="12425">
            <a:noAutofit/>
          </a:bodyPr>
          <a:lstStyle/>
          <a:p>
            <a:pPr indent="0" lvl="0" marL="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a:solidFill>
                  <a:srgbClr val="000000"/>
                </a:solidFill>
                <a:latin typeface="Times New Roman"/>
                <a:ea typeface="Times New Roman"/>
                <a:cs typeface="Times New Roman"/>
                <a:sym typeface="Times New Roman"/>
              </a:rPr>
              <a:t>‹#›</a:t>
            </a:fld>
            <a:endParaRPr/>
          </a:p>
        </p:txBody>
      </p:sp>
    </p:spTree>
  </p:cSld>
  <p:clrMap accent1="accent1" accent2="accent2" accent3="accent3" accent4="accent4" accent5="accent5" accent6="accent6" bg1="lt1" bg2="dk2" tx1="dk1" tx2="lt2" folHlink="folHlink" hlink="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3.png"/><Relationship Id="rId4" Type="http://schemas.openxmlformats.org/officeDocument/2006/relationships/image" Target="../media/image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3.xml"/><Relationship Id="rId3" Type="http://schemas.openxmlformats.org/officeDocument/2006/relationships/image" Target="../media/image12.png"/><Relationship Id="rId4" Type="http://schemas.openxmlformats.org/officeDocument/2006/relationships/image" Target="../media/image20.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4.xml"/><Relationship Id="rId3" Type="http://schemas.openxmlformats.org/officeDocument/2006/relationships/image" Target="../media/image23.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7.xml"/><Relationship Id="rId3" Type="http://schemas.openxmlformats.org/officeDocument/2006/relationships/image" Target="../media/image12.png"/><Relationship Id="rId4" Type="http://schemas.openxmlformats.org/officeDocument/2006/relationships/image" Target="../media/image20.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8.xml"/><Relationship Id="rId3" Type="http://schemas.openxmlformats.org/officeDocument/2006/relationships/image" Target="../media/image16.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0.xml"/><Relationship Id="rId3" Type="http://schemas.openxmlformats.org/officeDocument/2006/relationships/image" Target="../media/image19.png"/><Relationship Id="rId4" Type="http://schemas.openxmlformats.org/officeDocument/2006/relationships/image" Target="../media/image10.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1.xml"/><Relationship Id="rId3" Type="http://schemas.openxmlformats.org/officeDocument/2006/relationships/image" Target="../media/image13.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4.xml"/><Relationship Id="rId3" Type="http://schemas.openxmlformats.org/officeDocument/2006/relationships/image" Target="../media/image19.png"/><Relationship Id="rId4" Type="http://schemas.openxmlformats.org/officeDocument/2006/relationships/image" Target="../media/image10.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5.xml"/><Relationship Id="rId3" Type="http://schemas.openxmlformats.org/officeDocument/2006/relationships/image" Target="../media/image17.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89.xml"/><Relationship Id="rId3" Type="http://schemas.openxmlformats.org/officeDocument/2006/relationships/image" Target="../media/image14.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90.xml"/><Relationship Id="rId3" Type="http://schemas.openxmlformats.org/officeDocument/2006/relationships/image" Target="../media/image15.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4.xml"/><Relationship Id="rId3" Type="http://schemas.openxmlformats.org/officeDocument/2006/relationships/image" Target="../media/image21.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
          <p:cNvSpPr txBox="1"/>
          <p:nvPr/>
        </p:nvSpPr>
        <p:spPr>
          <a:xfrm>
            <a:off x="503237" y="6886575"/>
            <a:ext cx="2346325" cy="519112"/>
          </a:xfrm>
          <a:prstGeom prst="rect">
            <a:avLst/>
          </a:prstGeom>
          <a:noFill/>
          <a:ln>
            <a:noFill/>
          </a:ln>
        </p:spPr>
        <p:txBody>
          <a:bodyPr anchorCtr="0" anchor="t" bIns="0" lIns="0" spcFirstLastPara="1" rIns="0" wrap="square" tIns="0">
            <a:noAutofit/>
          </a:bodyPr>
          <a:lstStyle/>
          <a:p>
            <a:pPr indent="0" lvl="0" marL="0" marR="0" rtl="0" algn="l">
              <a:lnSpc>
                <a:spcPct val="93000"/>
              </a:lnSpc>
              <a:spcBef>
                <a:spcPts val="0"/>
              </a:spcBef>
              <a:spcAft>
                <a:spcPts val="0"/>
              </a:spcAft>
              <a:buClr>
                <a:srgbClr val="000000"/>
              </a:buClr>
              <a:buSzPts val="1400"/>
              <a:buFont typeface="Times New Roman"/>
              <a:buNone/>
            </a:pPr>
            <a:r>
              <a:rPr b="0" i="0" lang="en-US" sz="1400" u="none" cap="none" strike="noStrike">
                <a:solidFill>
                  <a:srgbClr val="000000"/>
                </a:solidFill>
                <a:latin typeface="Times New Roman"/>
                <a:ea typeface="Times New Roman"/>
                <a:cs typeface="Times New Roman"/>
                <a:sym typeface="Times New Roman"/>
              </a:rPr>
              <a:t>*</a:t>
            </a:r>
            <a:endParaRPr/>
          </a:p>
        </p:txBody>
      </p:sp>
      <p:sp>
        <p:nvSpPr>
          <p:cNvPr id="179" name="Google Shape;179;p1"/>
          <p:cNvSpPr txBox="1"/>
          <p:nvPr/>
        </p:nvSpPr>
        <p:spPr>
          <a:xfrm>
            <a:off x="7227887" y="6886575"/>
            <a:ext cx="2346325" cy="519112"/>
          </a:xfrm>
          <a:prstGeom prst="rect">
            <a:avLst/>
          </a:prstGeom>
          <a:noFill/>
          <a:ln>
            <a:noFill/>
          </a:ln>
        </p:spPr>
        <p:txBody>
          <a:bodyPr anchorCtr="0" anchor="t"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a:p>
        </p:txBody>
      </p:sp>
      <p:sp>
        <p:nvSpPr>
          <p:cNvPr id="180" name="Google Shape;180;p1"/>
          <p:cNvSpPr txBox="1"/>
          <p:nvPr>
            <p:ph idx="4294967295" type="subTitle"/>
          </p:nvPr>
        </p:nvSpPr>
        <p:spPr>
          <a:xfrm>
            <a:off x="549275" y="2011362"/>
            <a:ext cx="9070975" cy="2193925"/>
          </a:xfrm>
          <a:prstGeom prst="rect">
            <a:avLst/>
          </a:prstGeom>
          <a:noFill/>
          <a:ln>
            <a:noFill/>
          </a:ln>
        </p:spPr>
        <p:txBody>
          <a:bodyPr anchorCtr="0" anchor="ctr" bIns="0" lIns="0" spcFirstLastPara="1" rIns="0" wrap="square" tIns="0">
            <a:noAutofit/>
          </a:bodyPr>
          <a:lstStyle/>
          <a:p>
            <a:pPr indent="0" lvl="0" marL="0" marR="0" rtl="0" algn="ctr">
              <a:lnSpc>
                <a:spcPct val="101000"/>
              </a:lnSpc>
              <a:spcBef>
                <a:spcPts val="0"/>
              </a:spcBef>
              <a:spcAft>
                <a:spcPts val="0"/>
              </a:spcAft>
              <a:buClr>
                <a:srgbClr val="000000"/>
              </a:buClr>
              <a:buSzPts val="2800"/>
              <a:buFont typeface="Times New Roman"/>
              <a:buNone/>
            </a:pPr>
            <a:r>
              <a:rPr b="0" i="0" lang="en-US" sz="2800" u="none" cap="none" strike="noStrike">
                <a:solidFill>
                  <a:srgbClr val="000000"/>
                </a:solidFill>
                <a:latin typeface="Arial"/>
                <a:ea typeface="Arial"/>
                <a:cs typeface="Arial"/>
                <a:sym typeface="Arial"/>
              </a:rPr>
              <a:t>Chương 4</a:t>
            </a:r>
            <a:endParaRPr/>
          </a:p>
          <a:p>
            <a:pPr indent="0" lvl="0" marL="0" marR="0" rtl="0" algn="ctr">
              <a:lnSpc>
                <a:spcPct val="101000"/>
              </a:lnSpc>
              <a:spcBef>
                <a:spcPts val="0"/>
              </a:spcBef>
              <a:spcAft>
                <a:spcPts val="0"/>
              </a:spcAft>
              <a:buClr>
                <a:srgbClr val="000000"/>
              </a:buClr>
              <a:buSzPts val="3200"/>
              <a:buFont typeface="Times New Roman"/>
              <a:buNone/>
            </a:pPr>
            <a:r>
              <a:rPr b="1" i="0" lang="en-US" sz="3200" u="none" cap="none" strike="noStrike">
                <a:solidFill>
                  <a:srgbClr val="0066FF"/>
                </a:solidFill>
                <a:latin typeface="Arial"/>
                <a:ea typeface="Arial"/>
                <a:cs typeface="Arial"/>
                <a:sym typeface="Arial"/>
              </a:rPr>
              <a:t>Ngôn ngữ hỏi SQL (Structured Query Language)</a:t>
            </a:r>
            <a:endParaRPr/>
          </a:p>
        </p:txBody>
      </p:sp>
      <p:sp>
        <p:nvSpPr>
          <p:cNvPr id="181" name="Google Shape;181;p1"/>
          <p:cNvSpPr txBox="1"/>
          <p:nvPr/>
        </p:nvSpPr>
        <p:spPr>
          <a:xfrm>
            <a:off x="3768725" y="4754562"/>
            <a:ext cx="2449512" cy="601662"/>
          </a:xfrm>
          <a:prstGeom prst="rect">
            <a:avLst/>
          </a:prstGeom>
          <a:noFill/>
          <a:ln>
            <a:noFill/>
          </a:ln>
        </p:spPr>
        <p:txBody>
          <a:bodyPr anchorCtr="0" anchor="t" bIns="45000" lIns="90000" spcFirstLastPara="1" rIns="90000" wrap="square" tIns="61000">
            <a:noAutofit/>
          </a:bodyPr>
          <a:lstStyle/>
          <a:p>
            <a:pPr indent="0" lvl="0" marL="0" marR="0" rtl="0" algn="l">
              <a:lnSpc>
                <a:spcPct val="93000"/>
              </a:lnSpc>
              <a:spcBef>
                <a:spcPts val="0"/>
              </a:spcBef>
              <a:spcAft>
                <a:spcPts val="0"/>
              </a:spcAft>
              <a:buClr>
                <a:srgbClr val="000000"/>
              </a:buClr>
              <a:buSzPts val="1800"/>
              <a:buFont typeface="Arial"/>
              <a:buNone/>
            </a:pPr>
            <a:r>
              <a:rPr lang="en-US" sz="1800"/>
              <a:t>Khoa</a:t>
            </a:r>
            <a:r>
              <a:rPr b="0" i="0" lang="en-US" sz="1800" u="none" cap="none" strike="noStrike">
                <a:solidFill>
                  <a:srgbClr val="000000"/>
                </a:solidFill>
                <a:latin typeface="Arial"/>
                <a:ea typeface="Arial"/>
                <a:cs typeface="Arial"/>
                <a:sym typeface="Arial"/>
              </a:rPr>
              <a:t> HTTT - ĐHCT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
          <p:cNvSpPr txBox="1"/>
          <p:nvPr/>
        </p:nvSpPr>
        <p:spPr>
          <a:xfrm>
            <a:off x="503237" y="6886575"/>
            <a:ext cx="2346325" cy="519112"/>
          </a:xfrm>
          <a:prstGeom prst="rect">
            <a:avLst/>
          </a:prstGeom>
          <a:noFill/>
          <a:ln>
            <a:noFill/>
          </a:ln>
        </p:spPr>
        <p:txBody>
          <a:bodyPr anchorCtr="0" anchor="t" bIns="0" lIns="0" spcFirstLastPara="1" rIns="0" wrap="square" tIns="0">
            <a:noAutofit/>
          </a:bodyPr>
          <a:lstStyle/>
          <a:p>
            <a:pPr indent="0" lvl="0" marL="0" marR="0" rtl="0" algn="l">
              <a:lnSpc>
                <a:spcPct val="93000"/>
              </a:lnSpc>
              <a:spcBef>
                <a:spcPts val="0"/>
              </a:spcBef>
              <a:spcAft>
                <a:spcPts val="0"/>
              </a:spcAft>
              <a:buClr>
                <a:srgbClr val="000000"/>
              </a:buClr>
              <a:buSzPts val="1400"/>
              <a:buFont typeface="Times New Roman"/>
              <a:buNone/>
            </a:pPr>
            <a:r>
              <a:rPr b="0" i="0" lang="en-US" sz="1400" u="none" cap="none" strike="noStrike">
                <a:solidFill>
                  <a:srgbClr val="000000"/>
                </a:solidFill>
                <a:latin typeface="Times New Roman"/>
                <a:ea typeface="Times New Roman"/>
                <a:cs typeface="Times New Roman"/>
                <a:sym typeface="Times New Roman"/>
              </a:rPr>
              <a:t>*</a:t>
            </a:r>
            <a:endParaRPr/>
          </a:p>
        </p:txBody>
      </p:sp>
      <p:sp>
        <p:nvSpPr>
          <p:cNvPr id="188" name="Google Shape;188;p2"/>
          <p:cNvSpPr txBox="1"/>
          <p:nvPr/>
        </p:nvSpPr>
        <p:spPr>
          <a:xfrm>
            <a:off x="7227887" y="6886575"/>
            <a:ext cx="2346325" cy="519112"/>
          </a:xfrm>
          <a:prstGeom prst="rect">
            <a:avLst/>
          </a:prstGeom>
          <a:noFill/>
          <a:ln>
            <a:noFill/>
          </a:ln>
        </p:spPr>
        <p:txBody>
          <a:bodyPr anchorCtr="0" anchor="t"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a:p>
        </p:txBody>
      </p:sp>
      <p:sp>
        <p:nvSpPr>
          <p:cNvPr id="189" name="Google Shape;189;p2"/>
          <p:cNvSpPr txBox="1"/>
          <p:nvPr>
            <p:ph type="title"/>
          </p:nvPr>
        </p:nvSpPr>
        <p:spPr>
          <a:xfrm>
            <a:off x="503237" y="301625"/>
            <a:ext cx="9070975" cy="1262062"/>
          </a:xfrm>
          <a:prstGeom prst="rect">
            <a:avLst/>
          </a:prstGeom>
          <a:noFill/>
          <a:ln>
            <a:noFill/>
          </a:ln>
        </p:spPr>
        <p:txBody>
          <a:bodyPr anchorCtr="0" anchor="ctr" bIns="0" lIns="0" spcFirstLastPara="1" rIns="0" wrap="square" tIns="0">
            <a:noAutofit/>
          </a:bodyPr>
          <a:lstStyle/>
          <a:p>
            <a:pPr indent="0" lvl="0" marL="0" rtl="0" algn="l">
              <a:lnSpc>
                <a:spcPct val="101000"/>
              </a:lnSpc>
              <a:spcBef>
                <a:spcPts val="0"/>
              </a:spcBef>
              <a:spcAft>
                <a:spcPts val="0"/>
              </a:spcAft>
              <a:buSzPts val="3200"/>
              <a:buNone/>
            </a:pPr>
            <a:r>
              <a:rPr b="1" i="0" lang="en-US" sz="3200" u="none">
                <a:solidFill>
                  <a:srgbClr val="000000"/>
                </a:solidFill>
                <a:latin typeface="Arial"/>
                <a:ea typeface="Arial"/>
                <a:cs typeface="Arial"/>
                <a:sym typeface="Arial"/>
              </a:rPr>
              <a:t>Nội dung</a:t>
            </a:r>
            <a:endParaRPr/>
          </a:p>
        </p:txBody>
      </p:sp>
      <p:sp>
        <p:nvSpPr>
          <p:cNvPr id="190" name="Google Shape;190;p2"/>
          <p:cNvSpPr txBox="1"/>
          <p:nvPr>
            <p:ph idx="1" type="body"/>
          </p:nvPr>
        </p:nvSpPr>
        <p:spPr>
          <a:xfrm>
            <a:off x="503237" y="1768475"/>
            <a:ext cx="9070975" cy="4384675"/>
          </a:xfrm>
          <a:prstGeom prst="rect">
            <a:avLst/>
          </a:prstGeom>
          <a:noFill/>
          <a:ln>
            <a:noFill/>
          </a:ln>
        </p:spPr>
        <p:txBody>
          <a:bodyPr anchorCtr="0" anchor="t" bIns="0" lIns="0" spcFirstLastPara="1" rIns="0" wrap="square" tIns="0">
            <a:noAutofit/>
          </a:bodyPr>
          <a:lstStyle/>
          <a:p>
            <a:pPr indent="-323850" lvl="0" marL="431800" rtl="0" algn="l">
              <a:lnSpc>
                <a:spcPct val="101000"/>
              </a:lnSpc>
              <a:spcBef>
                <a:spcPts val="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Giới thiệu ngôn ngữ hỏi SQL</a:t>
            </a:r>
            <a:endParaRPr/>
          </a:p>
          <a:p>
            <a:pPr indent="-323850" lvl="0" marL="431800" rtl="0" algn="l">
              <a:lnSpc>
                <a:spcPct val="101000"/>
              </a:lnSpc>
              <a:spcBef>
                <a:spcPts val="140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Các lệnh SQL căn bản</a:t>
            </a:r>
            <a:endParaRPr/>
          </a:p>
          <a:p>
            <a:pPr indent="-323850" lvl="0" marL="431800" rtl="0" algn="l">
              <a:lnSpc>
                <a:spcPct val="101000"/>
              </a:lnSpc>
              <a:spcBef>
                <a:spcPts val="140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Các lệnh SQL nâng cao</a:t>
            </a:r>
            <a:endParaRPr/>
          </a:p>
          <a:p>
            <a:pPr indent="-323850" lvl="0" marL="431800" rtl="0" algn="l">
              <a:lnSpc>
                <a:spcPct val="101000"/>
              </a:lnSpc>
              <a:spcBef>
                <a:spcPts val="1400"/>
              </a:spcBef>
              <a:spcAft>
                <a:spcPts val="0"/>
              </a:spcAft>
              <a:buSzPts val="2700"/>
              <a:buNone/>
            </a:pPr>
            <a:r>
              <a:t/>
            </a:r>
            <a:endParaRPr b="0" i="0" sz="2700" u="none">
              <a:solidFill>
                <a:srgbClr val="000000"/>
              </a:solidFill>
              <a:latin typeface="Arial"/>
              <a:ea typeface="Arial"/>
              <a:cs typeface="Arial"/>
              <a:sym typeface="Arial"/>
            </a:endParaRPr>
          </a:p>
          <a:p>
            <a:pPr indent="-323850" lvl="0" marL="431800" rtl="0" algn="l">
              <a:lnSpc>
                <a:spcPct val="101000"/>
              </a:lnSpc>
              <a:spcBef>
                <a:spcPts val="1400"/>
              </a:spcBef>
              <a:spcAft>
                <a:spcPts val="0"/>
              </a:spcAft>
              <a:buSzPts val="2700"/>
              <a:buNone/>
            </a:pPr>
            <a:r>
              <a:t/>
            </a:r>
            <a:endParaRPr b="0" i="0" sz="2700" u="none">
              <a:solidFill>
                <a:srgbClr val="000000"/>
              </a:solidFill>
              <a:latin typeface="Arial"/>
              <a:ea typeface="Arial"/>
              <a:cs typeface="Arial"/>
              <a:sym typeface="Arial"/>
            </a:endParaRPr>
          </a:p>
          <a:p>
            <a:pPr indent="-323850" lvl="0" marL="431800" rtl="0" algn="l">
              <a:lnSpc>
                <a:spcPct val="101000"/>
              </a:lnSpc>
              <a:spcBef>
                <a:spcPts val="1400"/>
              </a:spcBef>
              <a:spcAft>
                <a:spcPts val="0"/>
              </a:spcAft>
              <a:buSzPts val="2700"/>
              <a:buNone/>
            </a:pPr>
            <a:r>
              <a:t/>
            </a:r>
            <a:endParaRPr b="0" i="0" sz="2700" u="none">
              <a:solidFill>
                <a:srgbClr val="000000"/>
              </a:solidFill>
              <a:latin typeface="Arial"/>
              <a:ea typeface="Arial"/>
              <a:cs typeface="Arial"/>
              <a:sym typeface="Arial"/>
            </a:endParaRPr>
          </a:p>
          <a:p>
            <a:pPr indent="-342900" lvl="0" marL="342900" rtl="0" algn="l">
              <a:lnSpc>
                <a:spcPct val="101000"/>
              </a:lnSpc>
              <a:spcBef>
                <a:spcPts val="1400"/>
              </a:spcBef>
              <a:spcAft>
                <a:spcPts val="0"/>
              </a:spcAft>
              <a:buNone/>
            </a:pPr>
            <a:r>
              <a:t/>
            </a:r>
            <a:endParaRPr b="0" i="0" sz="2700" u="non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
          <p:cNvSpPr txBox="1"/>
          <p:nvPr/>
        </p:nvSpPr>
        <p:spPr>
          <a:xfrm>
            <a:off x="503237" y="6886575"/>
            <a:ext cx="2346325" cy="519112"/>
          </a:xfrm>
          <a:prstGeom prst="rect">
            <a:avLst/>
          </a:prstGeom>
          <a:noFill/>
          <a:ln>
            <a:noFill/>
          </a:ln>
        </p:spPr>
        <p:txBody>
          <a:bodyPr anchorCtr="0" anchor="t" bIns="0" lIns="0" spcFirstLastPara="1" rIns="0" wrap="square" tIns="0">
            <a:noAutofit/>
          </a:bodyPr>
          <a:lstStyle/>
          <a:p>
            <a:pPr indent="0" lvl="0" marL="0" marR="0" rtl="0" algn="l">
              <a:lnSpc>
                <a:spcPct val="93000"/>
              </a:lnSpc>
              <a:spcBef>
                <a:spcPts val="0"/>
              </a:spcBef>
              <a:spcAft>
                <a:spcPts val="0"/>
              </a:spcAft>
              <a:buClr>
                <a:srgbClr val="000000"/>
              </a:buClr>
              <a:buSzPts val="1400"/>
              <a:buFont typeface="Times New Roman"/>
              <a:buNone/>
            </a:pPr>
            <a:r>
              <a:rPr b="0" i="0" lang="en-US" sz="1400" u="none" cap="none" strike="noStrike">
                <a:solidFill>
                  <a:srgbClr val="000000"/>
                </a:solidFill>
                <a:latin typeface="Times New Roman"/>
                <a:ea typeface="Times New Roman"/>
                <a:cs typeface="Times New Roman"/>
                <a:sym typeface="Times New Roman"/>
              </a:rPr>
              <a:t>*</a:t>
            </a:r>
            <a:endParaRPr/>
          </a:p>
        </p:txBody>
      </p:sp>
      <p:sp>
        <p:nvSpPr>
          <p:cNvPr id="197" name="Google Shape;197;p3"/>
          <p:cNvSpPr txBox="1"/>
          <p:nvPr/>
        </p:nvSpPr>
        <p:spPr>
          <a:xfrm>
            <a:off x="7227887" y="6886575"/>
            <a:ext cx="2346325" cy="519112"/>
          </a:xfrm>
          <a:prstGeom prst="rect">
            <a:avLst/>
          </a:prstGeom>
          <a:noFill/>
          <a:ln>
            <a:noFill/>
          </a:ln>
        </p:spPr>
        <p:txBody>
          <a:bodyPr anchorCtr="0" anchor="t"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a:p>
        </p:txBody>
      </p:sp>
      <p:sp>
        <p:nvSpPr>
          <p:cNvPr id="198" name="Google Shape;198;p3"/>
          <p:cNvSpPr txBox="1"/>
          <p:nvPr>
            <p:ph type="title"/>
          </p:nvPr>
        </p:nvSpPr>
        <p:spPr>
          <a:xfrm>
            <a:off x="503237" y="301625"/>
            <a:ext cx="9070975" cy="1262062"/>
          </a:xfrm>
          <a:prstGeom prst="rect">
            <a:avLst/>
          </a:prstGeom>
          <a:noFill/>
          <a:ln>
            <a:noFill/>
          </a:ln>
        </p:spPr>
        <p:txBody>
          <a:bodyPr anchorCtr="0" anchor="ctr" bIns="0" lIns="0" spcFirstLastPara="1" rIns="0" wrap="square" tIns="0">
            <a:noAutofit/>
          </a:bodyPr>
          <a:lstStyle/>
          <a:p>
            <a:pPr indent="0" lvl="0" marL="0" rtl="0" algn="l">
              <a:lnSpc>
                <a:spcPct val="101000"/>
              </a:lnSpc>
              <a:spcBef>
                <a:spcPts val="0"/>
              </a:spcBef>
              <a:spcAft>
                <a:spcPts val="0"/>
              </a:spcAft>
              <a:buSzPts val="3200"/>
              <a:buNone/>
            </a:pPr>
            <a:r>
              <a:rPr b="1" i="0" lang="en-US" sz="3200" u="none">
                <a:solidFill>
                  <a:srgbClr val="000000"/>
                </a:solidFill>
                <a:latin typeface="Arial"/>
                <a:ea typeface="Arial"/>
                <a:cs typeface="Arial"/>
                <a:sym typeface="Arial"/>
              </a:rPr>
              <a:t>Nội dung</a:t>
            </a:r>
            <a:endParaRPr/>
          </a:p>
        </p:txBody>
      </p:sp>
      <p:sp>
        <p:nvSpPr>
          <p:cNvPr id="199" name="Google Shape;199;p3"/>
          <p:cNvSpPr txBox="1"/>
          <p:nvPr>
            <p:ph idx="1" type="body"/>
          </p:nvPr>
        </p:nvSpPr>
        <p:spPr>
          <a:xfrm>
            <a:off x="503237" y="1768475"/>
            <a:ext cx="9070975" cy="4384675"/>
          </a:xfrm>
          <a:prstGeom prst="rect">
            <a:avLst/>
          </a:prstGeom>
          <a:noFill/>
          <a:ln>
            <a:noFill/>
          </a:ln>
        </p:spPr>
        <p:txBody>
          <a:bodyPr anchorCtr="0" anchor="t" bIns="0" lIns="0" spcFirstLastPara="1" rIns="0" wrap="square" tIns="0">
            <a:noAutofit/>
          </a:bodyPr>
          <a:lstStyle/>
          <a:p>
            <a:pPr indent="-323850" lvl="0" marL="431800" rtl="0" algn="l">
              <a:lnSpc>
                <a:spcPct val="101000"/>
              </a:lnSpc>
              <a:spcBef>
                <a:spcPts val="0"/>
              </a:spcBef>
              <a:spcAft>
                <a:spcPts val="0"/>
              </a:spcAft>
              <a:buClr>
                <a:srgbClr val="000000"/>
              </a:buClr>
              <a:buSzPts val="1215"/>
              <a:buFont typeface="Noto Sans Symbols"/>
              <a:buChar char="●"/>
            </a:pPr>
            <a:r>
              <a:rPr b="0" i="0" lang="en-US" sz="2700" u="none">
                <a:solidFill>
                  <a:srgbClr val="579D1C"/>
                </a:solidFill>
                <a:latin typeface="Arial"/>
                <a:ea typeface="Arial"/>
                <a:cs typeface="Arial"/>
                <a:sym typeface="Arial"/>
              </a:rPr>
              <a:t>Giới thiệu ngôn ngữ hỏi SQL</a:t>
            </a:r>
            <a:endParaRPr/>
          </a:p>
          <a:p>
            <a:pPr indent="-323850" lvl="0" marL="431800" rtl="0" algn="l">
              <a:lnSpc>
                <a:spcPct val="101000"/>
              </a:lnSpc>
              <a:spcBef>
                <a:spcPts val="140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Các lệnh SQL căn bản</a:t>
            </a:r>
            <a:endParaRPr/>
          </a:p>
          <a:p>
            <a:pPr indent="-323850" lvl="0" marL="431800" rtl="0" algn="l">
              <a:lnSpc>
                <a:spcPct val="101000"/>
              </a:lnSpc>
              <a:spcBef>
                <a:spcPts val="140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Các lệnh SQL nâng cao</a:t>
            </a:r>
            <a:endParaRPr/>
          </a:p>
          <a:p>
            <a:pPr indent="-323850" lvl="0" marL="431800" rtl="0" algn="l">
              <a:lnSpc>
                <a:spcPct val="101000"/>
              </a:lnSpc>
              <a:spcBef>
                <a:spcPts val="1400"/>
              </a:spcBef>
              <a:spcAft>
                <a:spcPts val="0"/>
              </a:spcAft>
              <a:buSzPts val="2700"/>
              <a:buNone/>
            </a:pPr>
            <a:r>
              <a:t/>
            </a:r>
            <a:endParaRPr b="0" i="0" sz="2700" u="none">
              <a:solidFill>
                <a:srgbClr val="000000"/>
              </a:solidFill>
              <a:latin typeface="Arial"/>
              <a:ea typeface="Arial"/>
              <a:cs typeface="Arial"/>
              <a:sym typeface="Arial"/>
            </a:endParaRPr>
          </a:p>
          <a:p>
            <a:pPr indent="-323850" lvl="0" marL="431800" rtl="0" algn="l">
              <a:lnSpc>
                <a:spcPct val="101000"/>
              </a:lnSpc>
              <a:spcBef>
                <a:spcPts val="1400"/>
              </a:spcBef>
              <a:spcAft>
                <a:spcPts val="0"/>
              </a:spcAft>
              <a:buSzPts val="2700"/>
              <a:buNone/>
            </a:pPr>
            <a:r>
              <a:t/>
            </a:r>
            <a:endParaRPr b="0" i="0" sz="2700" u="none">
              <a:solidFill>
                <a:srgbClr val="000000"/>
              </a:solidFill>
              <a:latin typeface="Arial"/>
              <a:ea typeface="Arial"/>
              <a:cs typeface="Arial"/>
              <a:sym typeface="Arial"/>
            </a:endParaRPr>
          </a:p>
          <a:p>
            <a:pPr indent="-323850" lvl="0" marL="431800" rtl="0" algn="l">
              <a:lnSpc>
                <a:spcPct val="101000"/>
              </a:lnSpc>
              <a:spcBef>
                <a:spcPts val="1400"/>
              </a:spcBef>
              <a:spcAft>
                <a:spcPts val="0"/>
              </a:spcAft>
              <a:buSzPts val="2700"/>
              <a:buNone/>
            </a:pPr>
            <a:r>
              <a:t/>
            </a:r>
            <a:endParaRPr b="0" i="0" sz="2700" u="none">
              <a:solidFill>
                <a:srgbClr val="000000"/>
              </a:solidFill>
              <a:latin typeface="Arial"/>
              <a:ea typeface="Arial"/>
              <a:cs typeface="Arial"/>
              <a:sym typeface="Arial"/>
            </a:endParaRPr>
          </a:p>
          <a:p>
            <a:pPr indent="-342900" lvl="0" marL="342900" rtl="0" algn="l">
              <a:lnSpc>
                <a:spcPct val="101000"/>
              </a:lnSpc>
              <a:spcBef>
                <a:spcPts val="1400"/>
              </a:spcBef>
              <a:spcAft>
                <a:spcPts val="0"/>
              </a:spcAft>
              <a:buNone/>
            </a:pPr>
            <a:r>
              <a:t/>
            </a:r>
            <a:endParaRPr b="0" i="0" sz="2700" u="non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4"/>
          <p:cNvSpPr txBox="1"/>
          <p:nvPr/>
        </p:nvSpPr>
        <p:spPr>
          <a:xfrm>
            <a:off x="503237" y="6886575"/>
            <a:ext cx="2346325" cy="519112"/>
          </a:xfrm>
          <a:prstGeom prst="rect">
            <a:avLst/>
          </a:prstGeom>
          <a:noFill/>
          <a:ln>
            <a:noFill/>
          </a:ln>
        </p:spPr>
        <p:txBody>
          <a:bodyPr anchorCtr="0" anchor="t" bIns="0" lIns="0" spcFirstLastPara="1" rIns="0" wrap="square" tIns="0">
            <a:noAutofit/>
          </a:bodyPr>
          <a:lstStyle/>
          <a:p>
            <a:pPr indent="0" lvl="0" marL="0" marR="0" rtl="0" algn="l">
              <a:lnSpc>
                <a:spcPct val="93000"/>
              </a:lnSpc>
              <a:spcBef>
                <a:spcPts val="0"/>
              </a:spcBef>
              <a:spcAft>
                <a:spcPts val="0"/>
              </a:spcAft>
              <a:buClr>
                <a:srgbClr val="000000"/>
              </a:buClr>
              <a:buSzPts val="1400"/>
              <a:buFont typeface="Times New Roman"/>
              <a:buNone/>
            </a:pPr>
            <a:r>
              <a:rPr b="0" i="0" lang="en-US" sz="1400" u="none" cap="none" strike="noStrike">
                <a:solidFill>
                  <a:srgbClr val="000000"/>
                </a:solidFill>
                <a:latin typeface="Times New Roman"/>
                <a:ea typeface="Times New Roman"/>
                <a:cs typeface="Times New Roman"/>
                <a:sym typeface="Times New Roman"/>
              </a:rPr>
              <a:t>*</a:t>
            </a:r>
            <a:endParaRPr/>
          </a:p>
        </p:txBody>
      </p:sp>
      <p:sp>
        <p:nvSpPr>
          <p:cNvPr id="206" name="Google Shape;206;p4"/>
          <p:cNvSpPr txBox="1"/>
          <p:nvPr/>
        </p:nvSpPr>
        <p:spPr>
          <a:xfrm>
            <a:off x="7227887" y="6886575"/>
            <a:ext cx="2346325" cy="519112"/>
          </a:xfrm>
          <a:prstGeom prst="rect">
            <a:avLst/>
          </a:prstGeom>
          <a:noFill/>
          <a:ln>
            <a:noFill/>
          </a:ln>
        </p:spPr>
        <p:txBody>
          <a:bodyPr anchorCtr="0" anchor="t"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a:p>
        </p:txBody>
      </p:sp>
      <p:sp>
        <p:nvSpPr>
          <p:cNvPr id="207" name="Google Shape;207;p4"/>
          <p:cNvSpPr txBox="1"/>
          <p:nvPr>
            <p:ph type="title"/>
          </p:nvPr>
        </p:nvSpPr>
        <p:spPr>
          <a:xfrm>
            <a:off x="503237" y="301625"/>
            <a:ext cx="9070975" cy="1262062"/>
          </a:xfrm>
          <a:prstGeom prst="rect">
            <a:avLst/>
          </a:prstGeom>
          <a:noFill/>
          <a:ln>
            <a:noFill/>
          </a:ln>
        </p:spPr>
        <p:txBody>
          <a:bodyPr anchorCtr="0" anchor="ctr" bIns="0" lIns="0" spcFirstLastPara="1" rIns="0" wrap="square" tIns="0">
            <a:noAutofit/>
          </a:bodyPr>
          <a:lstStyle/>
          <a:p>
            <a:pPr indent="-215900" lvl="0" marL="215900" rtl="0" algn="l">
              <a:lnSpc>
                <a:spcPct val="101000"/>
              </a:lnSpc>
              <a:spcBef>
                <a:spcPts val="0"/>
              </a:spcBef>
              <a:spcAft>
                <a:spcPts val="0"/>
              </a:spcAft>
              <a:buSzPts val="3200"/>
              <a:buNone/>
            </a:pPr>
            <a:r>
              <a:rPr b="1" i="0" lang="en-US" sz="3200" u="none">
                <a:solidFill>
                  <a:srgbClr val="000000"/>
                </a:solidFill>
                <a:latin typeface="Arial"/>
                <a:ea typeface="Arial"/>
                <a:cs typeface="Arial"/>
                <a:sym typeface="Arial"/>
              </a:rPr>
              <a:t>Ngôn ngữ quan hệ</a:t>
            </a:r>
            <a:br>
              <a:rPr b="1" i="0" lang="en-US" sz="3200" u="none">
                <a:solidFill>
                  <a:srgbClr val="000000"/>
                </a:solidFill>
                <a:latin typeface="Arial"/>
                <a:ea typeface="Arial"/>
                <a:cs typeface="Arial"/>
                <a:sym typeface="Arial"/>
              </a:rPr>
            </a:br>
            <a:endParaRPr/>
          </a:p>
        </p:txBody>
      </p:sp>
      <p:sp>
        <p:nvSpPr>
          <p:cNvPr id="208" name="Google Shape;208;p4"/>
          <p:cNvSpPr txBox="1"/>
          <p:nvPr>
            <p:ph idx="1" type="body"/>
          </p:nvPr>
        </p:nvSpPr>
        <p:spPr>
          <a:xfrm>
            <a:off x="503237" y="1768475"/>
            <a:ext cx="9070975" cy="4384675"/>
          </a:xfrm>
          <a:prstGeom prst="rect">
            <a:avLst/>
          </a:prstGeom>
          <a:noFill/>
          <a:ln>
            <a:noFill/>
          </a:ln>
        </p:spPr>
        <p:txBody>
          <a:bodyPr anchorCtr="0" anchor="t" bIns="0" lIns="0" spcFirstLastPara="1" rIns="0" wrap="square" tIns="0">
            <a:noAutofit/>
          </a:bodyPr>
          <a:lstStyle/>
          <a:p>
            <a:pPr indent="-323850" lvl="0" marL="431800" rtl="0" algn="l">
              <a:lnSpc>
                <a:spcPct val="101000"/>
              </a:lnSpc>
              <a:spcBef>
                <a:spcPts val="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Ngôn ngữ được xây dựng trên đại số quan hệ</a:t>
            </a:r>
            <a:endParaRPr/>
          </a:p>
          <a:p>
            <a:pPr indent="-323850" lvl="0" marL="431800" rtl="0" algn="l">
              <a:lnSpc>
                <a:spcPct val="101000"/>
              </a:lnSpc>
              <a:spcBef>
                <a:spcPts val="1400"/>
              </a:spcBef>
              <a:spcAft>
                <a:spcPts val="0"/>
              </a:spcAft>
              <a:buClr>
                <a:srgbClr val="000000"/>
              </a:buClr>
              <a:buSzPts val="1260"/>
              <a:buFont typeface="Noto Sans Symbols"/>
              <a:buChar char="●"/>
            </a:pPr>
            <a:r>
              <a:rPr b="0" i="0" lang="en-US" sz="2800" u="none">
                <a:solidFill>
                  <a:srgbClr val="000000"/>
                </a:solidFill>
                <a:latin typeface="Arial"/>
                <a:ea typeface="Arial"/>
                <a:cs typeface="Arial"/>
                <a:sym typeface="Arial"/>
              </a:rPr>
              <a:t>Ví dụ ngôn ngữ quan hệ</a:t>
            </a:r>
            <a:endParaRPr/>
          </a:p>
          <a:p>
            <a:pPr indent="-323850" lvl="1" marL="863600" rtl="0" algn="l">
              <a:lnSpc>
                <a:spcPct val="101000"/>
              </a:lnSpc>
              <a:spcBef>
                <a:spcPts val="1400"/>
              </a:spcBef>
              <a:spcAft>
                <a:spcPts val="0"/>
              </a:spcAft>
              <a:buClr>
                <a:srgbClr val="000000"/>
              </a:buClr>
              <a:buSzPts val="1800"/>
              <a:buFont typeface="Noto Sans Symbols"/>
              <a:buChar char="−"/>
            </a:pPr>
            <a:r>
              <a:rPr b="0" i="0" lang="en-US" sz="2400" u="none">
                <a:solidFill>
                  <a:srgbClr val="000000"/>
                </a:solidFill>
                <a:latin typeface="Arial"/>
                <a:ea typeface="Arial"/>
                <a:cs typeface="Arial"/>
                <a:sym typeface="Arial"/>
              </a:rPr>
              <a:t>QBE (Query By Example, Zloof 1977)</a:t>
            </a:r>
            <a:endParaRPr/>
          </a:p>
          <a:p>
            <a:pPr indent="-323850" lvl="1" marL="863600" rtl="0" algn="l">
              <a:lnSpc>
                <a:spcPct val="101000"/>
              </a:lnSpc>
              <a:spcBef>
                <a:spcPts val="1100"/>
              </a:spcBef>
              <a:spcAft>
                <a:spcPts val="0"/>
              </a:spcAft>
              <a:buClr>
                <a:srgbClr val="000000"/>
              </a:buClr>
              <a:buSzPts val="1800"/>
              <a:buFont typeface="Noto Sans Symbols"/>
              <a:buChar char="−"/>
            </a:pPr>
            <a:r>
              <a:rPr b="0" i="0" lang="en-US" sz="2400" u="none">
                <a:solidFill>
                  <a:srgbClr val="000000"/>
                </a:solidFill>
                <a:latin typeface="Arial"/>
                <a:ea typeface="Arial"/>
                <a:cs typeface="Arial"/>
                <a:sym typeface="Arial"/>
              </a:rPr>
              <a:t>QUEL (Query Language) d’INGRES (1975)</a:t>
            </a:r>
            <a:endParaRPr/>
          </a:p>
          <a:p>
            <a:pPr indent="-323850" lvl="1" marL="863600" rtl="0" algn="l">
              <a:lnSpc>
                <a:spcPct val="101000"/>
              </a:lnSpc>
              <a:spcBef>
                <a:spcPts val="1100"/>
              </a:spcBef>
              <a:spcAft>
                <a:spcPts val="0"/>
              </a:spcAft>
              <a:buClr>
                <a:srgbClr val="000000"/>
              </a:buClr>
              <a:buSzPts val="1800"/>
              <a:buFont typeface="Noto Sans Symbols"/>
              <a:buChar char="−"/>
            </a:pPr>
            <a:r>
              <a:rPr b="0" i="0" lang="en-US" sz="2400" u="none">
                <a:solidFill>
                  <a:srgbClr val="000000"/>
                </a:solidFill>
                <a:latin typeface="Arial"/>
                <a:ea typeface="Arial"/>
                <a:cs typeface="Arial"/>
                <a:sym typeface="Arial"/>
              </a:rPr>
              <a:t>SQL (Structured Query Language) </a:t>
            </a:r>
            <a:endParaRPr/>
          </a:p>
          <a:p>
            <a:pPr indent="-287337" lvl="2" marL="1295400" rtl="0" algn="l">
              <a:lnSpc>
                <a:spcPct val="101000"/>
              </a:lnSpc>
              <a:spcBef>
                <a:spcPts val="1100"/>
              </a:spcBef>
              <a:spcAft>
                <a:spcPts val="0"/>
              </a:spcAft>
              <a:buClr>
                <a:srgbClr val="000000"/>
              </a:buClr>
              <a:buSzPts val="900"/>
              <a:buFont typeface="Noto Sans Symbols"/>
              <a:buChar char="●"/>
            </a:pPr>
            <a:r>
              <a:rPr b="0" i="0" lang="en-US" sz="2000" u="none">
                <a:solidFill>
                  <a:srgbClr val="000000"/>
                </a:solidFill>
                <a:latin typeface="Arial"/>
                <a:ea typeface="Arial"/>
                <a:cs typeface="Arial"/>
                <a:sym typeface="Arial"/>
              </a:rPr>
              <a:t>Exemples: SQL IBM, SQL ORACLE,...  </a:t>
            </a:r>
            <a:r>
              <a:rPr b="0" i="0" lang="en-US" sz="2000" u="none">
                <a:solidFill>
                  <a:srgbClr val="FF0000"/>
                </a:solidFill>
                <a:latin typeface="Arial"/>
                <a:ea typeface="Arial"/>
                <a:cs typeface="Arial"/>
                <a:sym typeface="Arial"/>
              </a:rPr>
              <a:t>→ TH: </a:t>
            </a:r>
            <a:r>
              <a:rPr lang="en-US">
                <a:solidFill>
                  <a:srgbClr val="FF3333"/>
                </a:solidFill>
              </a:rPr>
              <a:t>Oracle</a:t>
            </a:r>
            <a:endParaRPr/>
          </a:p>
          <a:p>
            <a:pPr indent="-323850" lvl="0" marL="431800" rtl="0" algn="l">
              <a:lnSpc>
                <a:spcPct val="101000"/>
              </a:lnSpc>
              <a:spcBef>
                <a:spcPts val="800"/>
              </a:spcBef>
              <a:spcAft>
                <a:spcPts val="0"/>
              </a:spcAft>
              <a:buClr>
                <a:srgbClr val="000000"/>
              </a:buClr>
              <a:buSzPts val="1260"/>
              <a:buFont typeface="Noto Sans Symbols"/>
              <a:buChar char="●"/>
            </a:pPr>
            <a:r>
              <a:rPr b="0" i="0" lang="en-US" sz="2800" u="none">
                <a:solidFill>
                  <a:srgbClr val="000000"/>
                </a:solidFill>
                <a:latin typeface="Arial"/>
                <a:ea typeface="Arial"/>
                <a:cs typeface="Arial"/>
                <a:sym typeface="Arial"/>
              </a:rPr>
              <a:t>Đơn giản, chỉ cần biết cấu trúc của các quan hệ để xây dựng các câu truy vấn.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5"/>
          <p:cNvSpPr txBox="1"/>
          <p:nvPr/>
        </p:nvSpPr>
        <p:spPr>
          <a:xfrm>
            <a:off x="503237" y="6886575"/>
            <a:ext cx="2346325" cy="519112"/>
          </a:xfrm>
          <a:prstGeom prst="rect">
            <a:avLst/>
          </a:prstGeom>
          <a:noFill/>
          <a:ln>
            <a:noFill/>
          </a:ln>
        </p:spPr>
        <p:txBody>
          <a:bodyPr anchorCtr="0" anchor="t" bIns="0" lIns="0" spcFirstLastPara="1" rIns="0" wrap="square" tIns="0">
            <a:noAutofit/>
          </a:bodyPr>
          <a:lstStyle/>
          <a:p>
            <a:pPr indent="0" lvl="0" marL="0" marR="0" rtl="0" algn="l">
              <a:lnSpc>
                <a:spcPct val="93000"/>
              </a:lnSpc>
              <a:spcBef>
                <a:spcPts val="0"/>
              </a:spcBef>
              <a:spcAft>
                <a:spcPts val="0"/>
              </a:spcAft>
              <a:buClr>
                <a:srgbClr val="000000"/>
              </a:buClr>
              <a:buSzPts val="1400"/>
              <a:buFont typeface="Times New Roman"/>
              <a:buNone/>
            </a:pPr>
            <a:r>
              <a:rPr b="0" i="0" lang="en-US" sz="1400" u="none" cap="none" strike="noStrike">
                <a:solidFill>
                  <a:srgbClr val="000000"/>
                </a:solidFill>
                <a:latin typeface="Times New Roman"/>
                <a:ea typeface="Times New Roman"/>
                <a:cs typeface="Times New Roman"/>
                <a:sym typeface="Times New Roman"/>
              </a:rPr>
              <a:t>*</a:t>
            </a:r>
            <a:endParaRPr/>
          </a:p>
        </p:txBody>
      </p:sp>
      <p:sp>
        <p:nvSpPr>
          <p:cNvPr id="215" name="Google Shape;215;p5"/>
          <p:cNvSpPr txBox="1"/>
          <p:nvPr/>
        </p:nvSpPr>
        <p:spPr>
          <a:xfrm>
            <a:off x="7227887" y="6886575"/>
            <a:ext cx="2346325" cy="519112"/>
          </a:xfrm>
          <a:prstGeom prst="rect">
            <a:avLst/>
          </a:prstGeom>
          <a:noFill/>
          <a:ln>
            <a:noFill/>
          </a:ln>
        </p:spPr>
        <p:txBody>
          <a:bodyPr anchorCtr="0" anchor="t"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a:p>
        </p:txBody>
      </p:sp>
      <p:sp>
        <p:nvSpPr>
          <p:cNvPr id="216" name="Google Shape;216;p5"/>
          <p:cNvSpPr txBox="1"/>
          <p:nvPr>
            <p:ph type="title"/>
          </p:nvPr>
        </p:nvSpPr>
        <p:spPr>
          <a:xfrm>
            <a:off x="503237" y="301625"/>
            <a:ext cx="9070975" cy="1262062"/>
          </a:xfrm>
          <a:prstGeom prst="rect">
            <a:avLst/>
          </a:prstGeom>
          <a:noFill/>
          <a:ln>
            <a:noFill/>
          </a:ln>
        </p:spPr>
        <p:txBody>
          <a:bodyPr anchorCtr="0" anchor="ctr" bIns="0" lIns="0" spcFirstLastPara="1" rIns="0" wrap="square" tIns="0">
            <a:noAutofit/>
          </a:bodyPr>
          <a:lstStyle/>
          <a:p>
            <a:pPr indent="0" lvl="0" marL="0" rtl="0" algn="l">
              <a:lnSpc>
                <a:spcPct val="101000"/>
              </a:lnSpc>
              <a:spcBef>
                <a:spcPts val="0"/>
              </a:spcBef>
              <a:spcAft>
                <a:spcPts val="0"/>
              </a:spcAft>
              <a:buSzPts val="3200"/>
              <a:buNone/>
            </a:pPr>
            <a:r>
              <a:rPr b="1" i="0" lang="en-US" sz="3200" u="none">
                <a:solidFill>
                  <a:srgbClr val="000000"/>
                </a:solidFill>
                <a:latin typeface="Arial"/>
                <a:ea typeface="Arial"/>
                <a:cs typeface="Arial"/>
                <a:sym typeface="Arial"/>
              </a:rPr>
              <a:t>Lịch sử SQL</a:t>
            </a:r>
            <a:endParaRPr/>
          </a:p>
        </p:txBody>
      </p:sp>
      <p:sp>
        <p:nvSpPr>
          <p:cNvPr id="217" name="Google Shape;217;p5"/>
          <p:cNvSpPr txBox="1"/>
          <p:nvPr>
            <p:ph idx="1" type="body"/>
          </p:nvPr>
        </p:nvSpPr>
        <p:spPr>
          <a:xfrm>
            <a:off x="503237" y="1768475"/>
            <a:ext cx="9070975" cy="4384675"/>
          </a:xfrm>
          <a:prstGeom prst="rect">
            <a:avLst/>
          </a:prstGeom>
          <a:noFill/>
          <a:ln>
            <a:noFill/>
          </a:ln>
        </p:spPr>
        <p:txBody>
          <a:bodyPr anchorCtr="0" anchor="t" bIns="0" lIns="0" spcFirstLastPara="1" rIns="0" wrap="square" tIns="0">
            <a:noAutofit/>
          </a:bodyPr>
          <a:lstStyle/>
          <a:p>
            <a:pPr indent="-323850" lvl="0" marL="431800" rtl="0" algn="l">
              <a:lnSpc>
                <a:spcPct val="101000"/>
              </a:lnSpc>
              <a:spcBef>
                <a:spcPts val="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Phiên bản gốc là Sequel do IBM phát triển trong những năm đầu 1970</a:t>
            </a:r>
            <a:endParaRPr/>
          </a:p>
          <a:p>
            <a:pPr indent="-323850" lvl="0" marL="431800" rtl="0" algn="l">
              <a:lnSpc>
                <a:spcPct val="101000"/>
              </a:lnSpc>
              <a:spcBef>
                <a:spcPts val="140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Sau được đổi tên thành SQL</a:t>
            </a:r>
            <a:endParaRPr/>
          </a:p>
          <a:p>
            <a:pPr indent="-323850" lvl="0" marL="431800" rtl="0" algn="l">
              <a:lnSpc>
                <a:spcPct val="101000"/>
              </a:lnSpc>
              <a:spcBef>
                <a:spcPts val="140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SQL là ngôn ngữ CSDL quan hệ chuẩn duy nhất</a:t>
            </a:r>
            <a:endParaRPr/>
          </a:p>
          <a:p>
            <a:pPr indent="-323850" lvl="0" marL="431800" rtl="0" algn="l">
              <a:lnSpc>
                <a:spcPct val="101000"/>
              </a:lnSpc>
              <a:spcBef>
                <a:spcPts val="140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Chuẩn ANSI và ISO cho SQL : </a:t>
            </a:r>
            <a:endParaRPr/>
          </a:p>
          <a:p>
            <a:pPr indent="-323850" lvl="1" marL="863600" rtl="0" algn="l">
              <a:lnSpc>
                <a:spcPct val="101000"/>
              </a:lnSpc>
              <a:spcBef>
                <a:spcPts val="1400"/>
              </a:spcBef>
              <a:spcAft>
                <a:spcPts val="0"/>
              </a:spcAft>
              <a:buClr>
                <a:srgbClr val="000000"/>
              </a:buClr>
              <a:buSzPts val="1500"/>
              <a:buFont typeface="Noto Sans Symbols"/>
              <a:buChar char="−"/>
            </a:pPr>
            <a:r>
              <a:rPr b="0" i="0" lang="en-US" sz="2000" u="none">
                <a:solidFill>
                  <a:srgbClr val="000000"/>
                </a:solidFill>
                <a:latin typeface="Arial"/>
                <a:ea typeface="Arial"/>
                <a:cs typeface="Arial"/>
                <a:sym typeface="Arial"/>
              </a:rPr>
              <a:t>SQL-86, SQL-89</a:t>
            </a:r>
            <a:endParaRPr/>
          </a:p>
          <a:p>
            <a:pPr indent="-323850" lvl="1" marL="863600" rtl="0" algn="l">
              <a:lnSpc>
                <a:spcPct val="101000"/>
              </a:lnSpc>
              <a:spcBef>
                <a:spcPts val="1100"/>
              </a:spcBef>
              <a:spcAft>
                <a:spcPts val="0"/>
              </a:spcAft>
              <a:buClr>
                <a:srgbClr val="000000"/>
              </a:buClr>
              <a:buSzPts val="1500"/>
              <a:buFont typeface="Noto Sans Symbols"/>
              <a:buChar char="−"/>
            </a:pPr>
            <a:r>
              <a:rPr b="0" i="0" lang="en-US" sz="2000" u="none">
                <a:solidFill>
                  <a:srgbClr val="000000"/>
                </a:solidFill>
                <a:latin typeface="Arial"/>
                <a:ea typeface="Arial"/>
                <a:cs typeface="Arial"/>
                <a:sym typeface="Arial"/>
              </a:rPr>
              <a:t>SQL-92, SQL:1999, SQL:2003, SQL:2008</a:t>
            </a:r>
            <a:r>
              <a:rPr b="0" i="0" lang="en-US" sz="2400" u="none">
                <a:solidFill>
                  <a:srgbClr val="000000"/>
                </a:solidFill>
                <a:latin typeface="Arial"/>
                <a:ea typeface="Arial"/>
                <a:cs typeface="Arial"/>
                <a:sym typeface="Arial"/>
              </a:rPr>
              <a:t> </a:t>
            </a:r>
            <a:endParaRPr/>
          </a:p>
          <a:p>
            <a:pPr indent="-342900" lvl="0" marL="342900" rtl="0" algn="l">
              <a:lnSpc>
                <a:spcPct val="101000"/>
              </a:lnSpc>
              <a:spcBef>
                <a:spcPts val="1100"/>
              </a:spcBef>
              <a:spcAft>
                <a:spcPts val="0"/>
              </a:spcAft>
              <a:buNone/>
            </a:pPr>
            <a:r>
              <a:t/>
            </a:r>
            <a:endParaRPr b="0" i="0" sz="2400" u="non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6"/>
          <p:cNvSpPr txBox="1"/>
          <p:nvPr/>
        </p:nvSpPr>
        <p:spPr>
          <a:xfrm>
            <a:off x="503237" y="6886575"/>
            <a:ext cx="2346325" cy="519112"/>
          </a:xfrm>
          <a:prstGeom prst="rect">
            <a:avLst/>
          </a:prstGeom>
          <a:noFill/>
          <a:ln>
            <a:noFill/>
          </a:ln>
        </p:spPr>
        <p:txBody>
          <a:bodyPr anchorCtr="0" anchor="t" bIns="0" lIns="0" spcFirstLastPara="1" rIns="0" wrap="square" tIns="0">
            <a:noAutofit/>
          </a:bodyPr>
          <a:lstStyle/>
          <a:p>
            <a:pPr indent="0" lvl="0" marL="0" marR="0" rtl="0" algn="l">
              <a:lnSpc>
                <a:spcPct val="93000"/>
              </a:lnSpc>
              <a:spcBef>
                <a:spcPts val="0"/>
              </a:spcBef>
              <a:spcAft>
                <a:spcPts val="0"/>
              </a:spcAft>
              <a:buClr>
                <a:srgbClr val="000000"/>
              </a:buClr>
              <a:buSzPts val="1400"/>
              <a:buFont typeface="Times New Roman"/>
              <a:buNone/>
            </a:pPr>
            <a:r>
              <a:rPr b="0" i="0" lang="en-US" sz="1400" u="none" cap="none" strike="noStrike">
                <a:solidFill>
                  <a:srgbClr val="000000"/>
                </a:solidFill>
                <a:latin typeface="Times New Roman"/>
                <a:ea typeface="Times New Roman"/>
                <a:cs typeface="Times New Roman"/>
                <a:sym typeface="Times New Roman"/>
              </a:rPr>
              <a:t>*</a:t>
            </a:r>
            <a:endParaRPr/>
          </a:p>
        </p:txBody>
      </p:sp>
      <p:sp>
        <p:nvSpPr>
          <p:cNvPr id="224" name="Google Shape;224;p6"/>
          <p:cNvSpPr txBox="1"/>
          <p:nvPr/>
        </p:nvSpPr>
        <p:spPr>
          <a:xfrm>
            <a:off x="7227887" y="6886575"/>
            <a:ext cx="2346325" cy="519112"/>
          </a:xfrm>
          <a:prstGeom prst="rect">
            <a:avLst/>
          </a:prstGeom>
          <a:noFill/>
          <a:ln>
            <a:noFill/>
          </a:ln>
        </p:spPr>
        <p:txBody>
          <a:bodyPr anchorCtr="0" anchor="t"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a:p>
        </p:txBody>
      </p:sp>
      <p:sp>
        <p:nvSpPr>
          <p:cNvPr id="225" name="Google Shape;225;p6"/>
          <p:cNvSpPr txBox="1"/>
          <p:nvPr>
            <p:ph type="title"/>
          </p:nvPr>
        </p:nvSpPr>
        <p:spPr>
          <a:xfrm>
            <a:off x="503237" y="301625"/>
            <a:ext cx="9070975" cy="1262062"/>
          </a:xfrm>
          <a:prstGeom prst="rect">
            <a:avLst/>
          </a:prstGeom>
          <a:noFill/>
          <a:ln>
            <a:noFill/>
          </a:ln>
        </p:spPr>
        <p:txBody>
          <a:bodyPr anchorCtr="0" anchor="ctr" bIns="0" lIns="0" spcFirstLastPara="1" rIns="0" wrap="square" tIns="0">
            <a:noAutofit/>
          </a:bodyPr>
          <a:lstStyle/>
          <a:p>
            <a:pPr indent="0" lvl="0" marL="0" rtl="0" algn="l">
              <a:lnSpc>
                <a:spcPct val="101000"/>
              </a:lnSpc>
              <a:spcBef>
                <a:spcPts val="0"/>
              </a:spcBef>
              <a:spcAft>
                <a:spcPts val="0"/>
              </a:spcAft>
              <a:buSzPts val="3200"/>
              <a:buNone/>
            </a:pPr>
            <a:r>
              <a:rPr b="1" i="0" lang="en-US" sz="3200" u="none">
                <a:solidFill>
                  <a:srgbClr val="000000"/>
                </a:solidFill>
                <a:latin typeface="Arial"/>
                <a:ea typeface="Arial"/>
                <a:cs typeface="Arial"/>
                <a:sym typeface="Arial"/>
              </a:rPr>
              <a:t> SQL</a:t>
            </a:r>
            <a:endParaRPr/>
          </a:p>
        </p:txBody>
      </p:sp>
      <p:sp>
        <p:nvSpPr>
          <p:cNvPr id="226" name="Google Shape;226;p6"/>
          <p:cNvSpPr txBox="1"/>
          <p:nvPr>
            <p:ph idx="1" type="body"/>
          </p:nvPr>
        </p:nvSpPr>
        <p:spPr>
          <a:xfrm>
            <a:off x="503237" y="1768475"/>
            <a:ext cx="9070975" cy="4384675"/>
          </a:xfrm>
          <a:prstGeom prst="rect">
            <a:avLst/>
          </a:prstGeom>
          <a:noFill/>
          <a:ln>
            <a:noFill/>
          </a:ln>
        </p:spPr>
        <p:txBody>
          <a:bodyPr anchorCtr="0" anchor="t" bIns="0" lIns="0" spcFirstLastPara="1" rIns="0" wrap="square" tIns="0">
            <a:noAutofit/>
          </a:bodyPr>
          <a:lstStyle/>
          <a:p>
            <a:pPr indent="-323850" lvl="0" marL="431800" rtl="0" algn="l">
              <a:lnSpc>
                <a:spcPct val="101000"/>
              </a:lnSpc>
              <a:spcBef>
                <a:spcPts val="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Ngôn ngữ hoàn chỉnh định nghĩa trên đại số quan hệ</a:t>
            </a:r>
            <a:endParaRPr/>
          </a:p>
          <a:p>
            <a:pPr indent="-323850" lvl="0" marL="431800" rtl="0" algn="l">
              <a:lnSpc>
                <a:spcPct val="101000"/>
              </a:lnSpc>
              <a:spcBef>
                <a:spcPts val="140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Ngôn ngữ phi thủ tục được sử dụng để :</a:t>
            </a:r>
            <a:endParaRPr/>
          </a:p>
          <a:p>
            <a:pPr indent="-323850" lvl="1" marL="863600" rtl="0" algn="l">
              <a:lnSpc>
                <a:spcPct val="101000"/>
              </a:lnSpc>
              <a:spcBef>
                <a:spcPts val="1400"/>
              </a:spcBef>
              <a:spcAft>
                <a:spcPts val="0"/>
              </a:spcAft>
              <a:buClr>
                <a:srgbClr val="000000"/>
              </a:buClr>
              <a:buSzPts val="1800"/>
              <a:buFont typeface="Noto Sans Symbols"/>
              <a:buChar char="−"/>
            </a:pPr>
            <a:r>
              <a:rPr b="0" i="0" lang="en-US" sz="2400" u="none">
                <a:solidFill>
                  <a:srgbClr val="000000"/>
                </a:solidFill>
                <a:latin typeface="Arial"/>
                <a:ea typeface="Arial"/>
                <a:cs typeface="Arial"/>
                <a:sym typeface="Arial"/>
              </a:rPr>
              <a:t>định nghĩa, </a:t>
            </a:r>
            <a:endParaRPr/>
          </a:p>
          <a:p>
            <a:pPr indent="-323850" lvl="1" marL="863600" rtl="0" algn="l">
              <a:lnSpc>
                <a:spcPct val="101000"/>
              </a:lnSpc>
              <a:spcBef>
                <a:spcPts val="1100"/>
              </a:spcBef>
              <a:spcAft>
                <a:spcPts val="0"/>
              </a:spcAft>
              <a:buClr>
                <a:srgbClr val="000000"/>
              </a:buClr>
              <a:buSzPts val="1800"/>
              <a:buFont typeface="Noto Sans Symbols"/>
              <a:buChar char="−"/>
            </a:pPr>
            <a:r>
              <a:rPr b="0" i="0" lang="en-US" sz="2400" u="none">
                <a:solidFill>
                  <a:srgbClr val="000000"/>
                </a:solidFill>
                <a:latin typeface="Arial"/>
                <a:ea typeface="Arial"/>
                <a:cs typeface="Arial"/>
                <a:sym typeface="Arial"/>
              </a:rPr>
              <a:t>thao tác, </a:t>
            </a:r>
            <a:endParaRPr/>
          </a:p>
          <a:p>
            <a:pPr indent="-323850" lvl="1" marL="863600" rtl="0" algn="l">
              <a:lnSpc>
                <a:spcPct val="101000"/>
              </a:lnSpc>
              <a:spcBef>
                <a:spcPts val="1100"/>
              </a:spcBef>
              <a:spcAft>
                <a:spcPts val="0"/>
              </a:spcAft>
              <a:buClr>
                <a:srgbClr val="000000"/>
              </a:buClr>
              <a:buSzPts val="1800"/>
              <a:buFont typeface="Noto Sans Symbols"/>
              <a:buChar char="−"/>
            </a:pPr>
            <a:r>
              <a:rPr b="0" i="0" lang="en-US" sz="2400" u="none">
                <a:solidFill>
                  <a:srgbClr val="000000"/>
                </a:solidFill>
                <a:latin typeface="Arial"/>
                <a:ea typeface="Arial"/>
                <a:cs typeface="Arial"/>
                <a:sym typeface="Arial"/>
              </a:rPr>
              <a:t>truy vấn và </a:t>
            </a:r>
            <a:endParaRPr/>
          </a:p>
          <a:p>
            <a:pPr indent="-323850" lvl="1" marL="863600" rtl="0" algn="l">
              <a:lnSpc>
                <a:spcPct val="101000"/>
              </a:lnSpc>
              <a:spcBef>
                <a:spcPts val="1100"/>
              </a:spcBef>
              <a:spcAft>
                <a:spcPts val="0"/>
              </a:spcAft>
              <a:buClr>
                <a:srgbClr val="000000"/>
              </a:buClr>
              <a:buSzPts val="1800"/>
              <a:buFont typeface="Noto Sans Symbols"/>
              <a:buChar char="−"/>
            </a:pPr>
            <a:r>
              <a:rPr b="0" i="0" lang="en-US" sz="2400" u="none">
                <a:solidFill>
                  <a:srgbClr val="000000"/>
                </a:solidFill>
                <a:latin typeface="Arial"/>
                <a:ea typeface="Arial"/>
                <a:cs typeface="Arial"/>
                <a:sym typeface="Arial"/>
              </a:rPr>
              <a:t>kiểm soát việc truy cập </a:t>
            </a:r>
            <a:endParaRPr/>
          </a:p>
          <a:p>
            <a:pPr indent="-323850" lvl="0" marL="431800" rtl="0" algn="l">
              <a:lnSpc>
                <a:spcPct val="101000"/>
              </a:lnSpc>
              <a:spcBef>
                <a:spcPts val="1100"/>
              </a:spcBef>
              <a:spcAft>
                <a:spcPts val="0"/>
              </a:spcAft>
              <a:buSzPts val="2700"/>
              <a:buNone/>
            </a:pPr>
            <a:r>
              <a:t/>
            </a:r>
            <a:endParaRPr b="0" i="0" sz="2700" u="none">
              <a:solidFill>
                <a:srgbClr val="000000"/>
              </a:solidFill>
              <a:latin typeface="Arial"/>
              <a:ea typeface="Arial"/>
              <a:cs typeface="Arial"/>
              <a:sym typeface="Arial"/>
            </a:endParaRPr>
          </a:p>
          <a:p>
            <a:pPr indent="-323850" lvl="0" marL="431800" rtl="0" algn="l">
              <a:lnSpc>
                <a:spcPct val="101000"/>
              </a:lnSpc>
              <a:spcBef>
                <a:spcPts val="140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Tài liệu chuẩn bao gồm hơn 600 trang</a:t>
            </a:r>
            <a:endParaRPr/>
          </a:p>
          <a:p>
            <a:pPr indent="-342900" lvl="0" marL="342900" rtl="0" algn="l">
              <a:lnSpc>
                <a:spcPct val="101000"/>
              </a:lnSpc>
              <a:spcBef>
                <a:spcPts val="1400"/>
              </a:spcBef>
              <a:spcAft>
                <a:spcPts val="0"/>
              </a:spcAft>
              <a:buNone/>
            </a:pPr>
            <a:r>
              <a:t/>
            </a:r>
            <a:endParaRPr b="0" i="0" sz="2700" u="none">
              <a:solidFill>
                <a:srgbClr val="000000"/>
              </a:solidFill>
              <a:latin typeface="Arial"/>
              <a:ea typeface="Arial"/>
              <a:cs typeface="Arial"/>
              <a:sym typeface="Arial"/>
            </a:endParaRPr>
          </a:p>
        </p:txBody>
      </p:sp>
      <p:sp>
        <p:nvSpPr>
          <p:cNvPr id="227" name="Google Shape;227;p6"/>
          <p:cNvSpPr/>
          <p:nvPr/>
        </p:nvSpPr>
        <p:spPr>
          <a:xfrm>
            <a:off x="4640262" y="3017837"/>
            <a:ext cx="274637" cy="1646237"/>
          </a:xfrm>
          <a:prstGeom prst="rightBrace">
            <a:avLst>
              <a:gd fmla="val 8333" name="adj1"/>
              <a:gd fmla="val 50000" name="adj2"/>
            </a:avLst>
          </a:prstGeom>
          <a:noFill/>
          <a:ln cap="flat" cmpd="sng" w="9525">
            <a:solidFill>
              <a:srgbClr val="3465A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28" name="Google Shape;228;p6"/>
          <p:cNvSpPr txBox="1"/>
          <p:nvPr/>
        </p:nvSpPr>
        <p:spPr>
          <a:xfrm>
            <a:off x="4230687" y="3622675"/>
            <a:ext cx="4892675" cy="458787"/>
          </a:xfrm>
          <a:prstGeom prst="rect">
            <a:avLst/>
          </a:prstGeom>
          <a:noFill/>
          <a:ln>
            <a:noFill/>
          </a:ln>
        </p:spPr>
        <p:txBody>
          <a:bodyPr anchorCtr="0" anchor="t" bIns="0" lIns="0" spcFirstLastPara="1" rIns="0" wrap="square" tIns="0">
            <a:noAutofit/>
          </a:bodyPr>
          <a:lstStyle/>
          <a:p>
            <a:pPr indent="-323850" lvl="1" marL="863600" marR="0" rtl="0" algn="l">
              <a:lnSpc>
                <a:spcPct val="101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thông tin trong cơ sở dữ liệu</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7"/>
          <p:cNvSpPr txBox="1"/>
          <p:nvPr/>
        </p:nvSpPr>
        <p:spPr>
          <a:xfrm>
            <a:off x="503237" y="6886575"/>
            <a:ext cx="2346325" cy="519112"/>
          </a:xfrm>
          <a:prstGeom prst="rect">
            <a:avLst/>
          </a:prstGeom>
          <a:noFill/>
          <a:ln>
            <a:noFill/>
          </a:ln>
        </p:spPr>
        <p:txBody>
          <a:bodyPr anchorCtr="0" anchor="t" bIns="0" lIns="0" spcFirstLastPara="1" rIns="0" wrap="square" tIns="0">
            <a:noAutofit/>
          </a:bodyPr>
          <a:lstStyle/>
          <a:p>
            <a:pPr indent="0" lvl="0" marL="0" marR="0" rtl="0" algn="l">
              <a:lnSpc>
                <a:spcPct val="93000"/>
              </a:lnSpc>
              <a:spcBef>
                <a:spcPts val="0"/>
              </a:spcBef>
              <a:spcAft>
                <a:spcPts val="0"/>
              </a:spcAft>
              <a:buClr>
                <a:srgbClr val="000000"/>
              </a:buClr>
              <a:buSzPts val="1400"/>
              <a:buFont typeface="Times New Roman"/>
              <a:buNone/>
            </a:pPr>
            <a:r>
              <a:rPr b="0" i="0" lang="en-US" sz="1400" u="none">
                <a:solidFill>
                  <a:srgbClr val="000000"/>
                </a:solidFill>
                <a:latin typeface="Times New Roman"/>
                <a:ea typeface="Times New Roman"/>
                <a:cs typeface="Times New Roman"/>
                <a:sym typeface="Times New Roman"/>
              </a:rPr>
              <a:t>*</a:t>
            </a:r>
            <a:endParaRPr/>
          </a:p>
        </p:txBody>
      </p:sp>
      <p:sp>
        <p:nvSpPr>
          <p:cNvPr id="235" name="Google Shape;235;p7"/>
          <p:cNvSpPr txBox="1"/>
          <p:nvPr/>
        </p:nvSpPr>
        <p:spPr>
          <a:xfrm>
            <a:off x="7227887" y="6886575"/>
            <a:ext cx="2346325" cy="519112"/>
          </a:xfrm>
          <a:prstGeom prst="rect">
            <a:avLst/>
          </a:prstGeom>
          <a:noFill/>
          <a:ln>
            <a:noFill/>
          </a:ln>
        </p:spPr>
        <p:txBody>
          <a:bodyPr anchorCtr="0" anchor="t"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a:solidFill>
                  <a:srgbClr val="000000"/>
                </a:solidFill>
                <a:latin typeface="Times New Roman"/>
                <a:ea typeface="Times New Roman"/>
                <a:cs typeface="Times New Roman"/>
                <a:sym typeface="Times New Roman"/>
              </a:rPr>
              <a:t>‹#›</a:t>
            </a:fld>
            <a:endParaRPr/>
          </a:p>
        </p:txBody>
      </p:sp>
      <p:sp>
        <p:nvSpPr>
          <p:cNvPr id="236" name="Google Shape;236;p7"/>
          <p:cNvSpPr txBox="1"/>
          <p:nvPr>
            <p:ph type="title"/>
          </p:nvPr>
        </p:nvSpPr>
        <p:spPr>
          <a:xfrm>
            <a:off x="503237" y="301625"/>
            <a:ext cx="9070975" cy="1262062"/>
          </a:xfrm>
          <a:prstGeom prst="rect">
            <a:avLst/>
          </a:prstGeom>
          <a:noFill/>
          <a:ln>
            <a:noFill/>
          </a:ln>
        </p:spPr>
        <p:txBody>
          <a:bodyPr anchorCtr="0" anchor="ctr" bIns="0" lIns="0" spcFirstLastPara="1" rIns="0" wrap="square" tIns="0">
            <a:noAutofit/>
          </a:bodyPr>
          <a:lstStyle/>
          <a:p>
            <a:pPr indent="0" lvl="0" marL="0" rtl="0" algn="l">
              <a:lnSpc>
                <a:spcPct val="101000"/>
              </a:lnSpc>
              <a:spcBef>
                <a:spcPts val="0"/>
              </a:spcBef>
              <a:spcAft>
                <a:spcPts val="0"/>
              </a:spcAft>
              <a:buSzPts val="3200"/>
              <a:buNone/>
            </a:pPr>
            <a:r>
              <a:rPr b="1" i="0" lang="en-US" sz="3200" u="none">
                <a:solidFill>
                  <a:srgbClr val="000000"/>
                </a:solidFill>
                <a:latin typeface="Arial"/>
                <a:ea typeface="Arial"/>
                <a:cs typeface="Arial"/>
                <a:sym typeface="Arial"/>
              </a:rPr>
              <a:t> Sử dụng SQL</a:t>
            </a:r>
            <a:endParaRPr/>
          </a:p>
        </p:txBody>
      </p:sp>
      <p:sp>
        <p:nvSpPr>
          <p:cNvPr id="237" name="Google Shape;237;p7"/>
          <p:cNvSpPr txBox="1"/>
          <p:nvPr>
            <p:ph idx="1" type="body"/>
          </p:nvPr>
        </p:nvSpPr>
        <p:spPr>
          <a:xfrm>
            <a:off x="503237" y="1768475"/>
            <a:ext cx="9070975" cy="4384675"/>
          </a:xfrm>
          <a:prstGeom prst="rect">
            <a:avLst/>
          </a:prstGeom>
          <a:noFill/>
          <a:ln>
            <a:noFill/>
          </a:ln>
        </p:spPr>
        <p:txBody>
          <a:bodyPr anchorCtr="0" anchor="t" bIns="0" lIns="0" spcFirstLastPara="1" rIns="0" wrap="square" tIns="0">
            <a:noAutofit/>
          </a:bodyPr>
          <a:lstStyle/>
          <a:p>
            <a:pPr indent="-323850" lvl="0" marL="431800" rtl="0" algn="l">
              <a:lnSpc>
                <a:spcPct val="101000"/>
              </a:lnSpc>
              <a:spcBef>
                <a:spcPts val="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Sử dụng tương tác: trực tiếp từ bàn phím</a:t>
            </a:r>
            <a:endParaRPr/>
          </a:p>
          <a:p>
            <a:pPr indent="-323850" lvl="0" marL="431800" rtl="0" algn="l">
              <a:lnSpc>
                <a:spcPct val="101000"/>
              </a:lnSpc>
              <a:spcBef>
                <a:spcPts val="140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Sử dụng trong một ngôn ngữ lập trình (SQL nhúng):</a:t>
            </a:r>
            <a:endParaRPr/>
          </a:p>
          <a:p>
            <a:pPr indent="-323850" lvl="1" marL="863600" rtl="0" algn="l">
              <a:lnSpc>
                <a:spcPct val="101000"/>
              </a:lnSpc>
              <a:spcBef>
                <a:spcPts val="1400"/>
              </a:spcBef>
              <a:spcAft>
                <a:spcPts val="0"/>
              </a:spcAft>
              <a:buClr>
                <a:srgbClr val="000000"/>
              </a:buClr>
              <a:buSzPts val="1800"/>
              <a:buFont typeface="Noto Sans Symbols"/>
              <a:buChar char="−"/>
            </a:pPr>
            <a:r>
              <a:rPr b="0" i="0" lang="en-US" sz="2400" u="none">
                <a:solidFill>
                  <a:srgbClr val="000000"/>
                </a:solidFill>
                <a:latin typeface="Arial"/>
                <a:ea typeface="Arial"/>
                <a:cs typeface="Arial"/>
                <a:sym typeface="Arial"/>
              </a:rPr>
              <a:t>COBOL, </a:t>
            </a:r>
            <a:endParaRPr/>
          </a:p>
          <a:p>
            <a:pPr indent="-323850" lvl="1" marL="863600" rtl="0" algn="l">
              <a:lnSpc>
                <a:spcPct val="101000"/>
              </a:lnSpc>
              <a:spcBef>
                <a:spcPts val="1100"/>
              </a:spcBef>
              <a:spcAft>
                <a:spcPts val="0"/>
              </a:spcAft>
              <a:buClr>
                <a:srgbClr val="000000"/>
              </a:buClr>
              <a:buSzPts val="1800"/>
              <a:buFont typeface="Noto Sans Symbols"/>
              <a:buChar char="−"/>
            </a:pPr>
            <a:r>
              <a:rPr b="0" i="0" lang="en-US" sz="2400" u="none">
                <a:solidFill>
                  <a:srgbClr val="000000"/>
                </a:solidFill>
                <a:latin typeface="Arial"/>
                <a:ea typeface="Arial"/>
                <a:cs typeface="Arial"/>
                <a:sym typeface="Arial"/>
              </a:rPr>
              <a:t>PASCAL, </a:t>
            </a:r>
            <a:endParaRPr/>
          </a:p>
          <a:p>
            <a:pPr indent="-323850" lvl="1" marL="863600" rtl="0" algn="l">
              <a:lnSpc>
                <a:spcPct val="101000"/>
              </a:lnSpc>
              <a:spcBef>
                <a:spcPts val="1100"/>
              </a:spcBef>
              <a:spcAft>
                <a:spcPts val="0"/>
              </a:spcAft>
              <a:buClr>
                <a:srgbClr val="000000"/>
              </a:buClr>
              <a:buSzPts val="1800"/>
              <a:buFont typeface="Noto Sans Symbols"/>
              <a:buChar char="−"/>
            </a:pPr>
            <a:r>
              <a:rPr b="0" i="0" lang="en-US" sz="2400" u="none">
                <a:solidFill>
                  <a:srgbClr val="000000"/>
                </a:solidFill>
                <a:latin typeface="Arial"/>
                <a:ea typeface="Arial"/>
                <a:cs typeface="Arial"/>
                <a:sym typeface="Arial"/>
              </a:rPr>
              <a:t>JAVA, …</a:t>
            </a:r>
            <a:endParaRPr/>
          </a:p>
          <a:p>
            <a:pPr indent="-323850" lvl="0" marL="431800" rtl="0" algn="l">
              <a:lnSpc>
                <a:spcPct val="101000"/>
              </a:lnSpc>
              <a:spcBef>
                <a:spcPts val="110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SQL sử dụng các từ bảng, dòng và cột thay vì quan hệ bộ, thuộc tính.</a:t>
            </a:r>
            <a:endParaRPr/>
          </a:p>
          <a:p>
            <a:pPr indent="-323850" lvl="0" marL="431800" rtl="0" algn="l">
              <a:lnSpc>
                <a:spcPct val="101000"/>
              </a:lnSpc>
              <a:spcBef>
                <a:spcPts val="140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Các thành phần chính của SQL: DDL, DML và DCL</a:t>
            </a:r>
            <a:endParaRPr/>
          </a:p>
          <a:p>
            <a:pPr indent="-342900" lvl="0" marL="342900" rtl="0" algn="l">
              <a:lnSpc>
                <a:spcPct val="101000"/>
              </a:lnSpc>
              <a:spcBef>
                <a:spcPts val="1400"/>
              </a:spcBef>
              <a:spcAft>
                <a:spcPts val="0"/>
              </a:spcAft>
              <a:buNone/>
            </a:pPr>
            <a:r>
              <a:t/>
            </a:r>
            <a:endParaRPr b="0" i="0" sz="2700" u="non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8"/>
          <p:cNvSpPr txBox="1"/>
          <p:nvPr/>
        </p:nvSpPr>
        <p:spPr>
          <a:xfrm>
            <a:off x="503237" y="6886575"/>
            <a:ext cx="2346325" cy="519112"/>
          </a:xfrm>
          <a:prstGeom prst="rect">
            <a:avLst/>
          </a:prstGeom>
          <a:noFill/>
          <a:ln>
            <a:noFill/>
          </a:ln>
        </p:spPr>
        <p:txBody>
          <a:bodyPr anchorCtr="0" anchor="t" bIns="0" lIns="0" spcFirstLastPara="1" rIns="0" wrap="square" tIns="0">
            <a:noAutofit/>
          </a:bodyPr>
          <a:lstStyle/>
          <a:p>
            <a:pPr indent="0" lvl="0" marL="0" marR="0" rtl="0" algn="l">
              <a:lnSpc>
                <a:spcPct val="93000"/>
              </a:lnSpc>
              <a:spcBef>
                <a:spcPts val="0"/>
              </a:spcBef>
              <a:spcAft>
                <a:spcPts val="0"/>
              </a:spcAft>
              <a:buClr>
                <a:srgbClr val="000000"/>
              </a:buClr>
              <a:buSzPts val="1400"/>
              <a:buFont typeface="Times New Roman"/>
              <a:buNone/>
            </a:pPr>
            <a:r>
              <a:rPr b="0" i="0" lang="en-US" sz="1400" u="none">
                <a:solidFill>
                  <a:srgbClr val="000000"/>
                </a:solidFill>
                <a:latin typeface="Times New Roman"/>
                <a:ea typeface="Times New Roman"/>
                <a:cs typeface="Times New Roman"/>
                <a:sym typeface="Times New Roman"/>
              </a:rPr>
              <a:t>*</a:t>
            </a:r>
            <a:endParaRPr/>
          </a:p>
        </p:txBody>
      </p:sp>
      <p:sp>
        <p:nvSpPr>
          <p:cNvPr id="244" name="Google Shape;244;p8"/>
          <p:cNvSpPr txBox="1"/>
          <p:nvPr/>
        </p:nvSpPr>
        <p:spPr>
          <a:xfrm>
            <a:off x="7227887" y="6886575"/>
            <a:ext cx="2346325" cy="519112"/>
          </a:xfrm>
          <a:prstGeom prst="rect">
            <a:avLst/>
          </a:prstGeom>
          <a:noFill/>
          <a:ln>
            <a:noFill/>
          </a:ln>
        </p:spPr>
        <p:txBody>
          <a:bodyPr anchorCtr="0" anchor="t"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a:solidFill>
                  <a:srgbClr val="000000"/>
                </a:solidFill>
                <a:latin typeface="Times New Roman"/>
                <a:ea typeface="Times New Roman"/>
                <a:cs typeface="Times New Roman"/>
                <a:sym typeface="Times New Roman"/>
              </a:rPr>
              <a:t>‹#›</a:t>
            </a:fld>
            <a:endParaRPr/>
          </a:p>
        </p:txBody>
      </p:sp>
      <p:sp>
        <p:nvSpPr>
          <p:cNvPr id="245" name="Google Shape;245;p8"/>
          <p:cNvSpPr txBox="1"/>
          <p:nvPr>
            <p:ph type="title"/>
          </p:nvPr>
        </p:nvSpPr>
        <p:spPr>
          <a:xfrm>
            <a:off x="503237" y="301625"/>
            <a:ext cx="9070975" cy="1262062"/>
          </a:xfrm>
          <a:prstGeom prst="rect">
            <a:avLst/>
          </a:prstGeom>
          <a:noFill/>
          <a:ln>
            <a:noFill/>
          </a:ln>
        </p:spPr>
        <p:txBody>
          <a:bodyPr anchorCtr="0" anchor="ctr" bIns="0" lIns="0" spcFirstLastPara="1" rIns="0" wrap="square" tIns="0">
            <a:noAutofit/>
          </a:bodyPr>
          <a:lstStyle/>
          <a:p>
            <a:pPr indent="0" lvl="0" marL="0" rtl="0" algn="l">
              <a:lnSpc>
                <a:spcPct val="101000"/>
              </a:lnSpc>
              <a:spcBef>
                <a:spcPts val="0"/>
              </a:spcBef>
              <a:spcAft>
                <a:spcPts val="0"/>
              </a:spcAft>
              <a:buSzPts val="3200"/>
              <a:buNone/>
            </a:pPr>
            <a:r>
              <a:rPr b="1" i="0" lang="en-US" sz="3200" u="none">
                <a:solidFill>
                  <a:srgbClr val="000000"/>
                </a:solidFill>
                <a:latin typeface="Arial"/>
                <a:ea typeface="Arial"/>
                <a:cs typeface="Arial"/>
                <a:sym typeface="Arial"/>
              </a:rPr>
              <a:t>Ngôn ngữ định nghĩa dữ liệu DDL (Data Definition Language)</a:t>
            </a:r>
            <a:endParaRPr/>
          </a:p>
        </p:txBody>
      </p:sp>
      <p:sp>
        <p:nvSpPr>
          <p:cNvPr id="246" name="Google Shape;246;p8"/>
          <p:cNvSpPr txBox="1"/>
          <p:nvPr>
            <p:ph idx="1" type="body"/>
          </p:nvPr>
        </p:nvSpPr>
        <p:spPr>
          <a:xfrm>
            <a:off x="503237" y="1768475"/>
            <a:ext cx="9070975" cy="4384675"/>
          </a:xfrm>
          <a:prstGeom prst="rect">
            <a:avLst/>
          </a:prstGeom>
          <a:noFill/>
          <a:ln>
            <a:noFill/>
          </a:ln>
        </p:spPr>
        <p:txBody>
          <a:bodyPr anchorCtr="0" anchor="t" bIns="0" lIns="0" spcFirstLastPara="1" rIns="0" wrap="square" tIns="0">
            <a:noAutofit/>
          </a:bodyPr>
          <a:lstStyle/>
          <a:p>
            <a:pPr indent="-323850" lvl="0" marL="431800" rtl="0" algn="l">
              <a:lnSpc>
                <a:spcPct val="101000"/>
              </a:lnSpc>
              <a:spcBef>
                <a:spcPts val="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Cho phép đặc tả các thông tin về các quan hệ, bao gồm:</a:t>
            </a:r>
            <a:endParaRPr/>
          </a:p>
          <a:p>
            <a:pPr indent="-323850" lvl="1" marL="863600" rtl="0" algn="l">
              <a:lnSpc>
                <a:spcPct val="101000"/>
              </a:lnSpc>
              <a:spcBef>
                <a:spcPts val="1400"/>
              </a:spcBef>
              <a:spcAft>
                <a:spcPts val="0"/>
              </a:spcAft>
              <a:buClr>
                <a:srgbClr val="000000"/>
              </a:buClr>
              <a:buSzPts val="1800"/>
              <a:buFont typeface="Noto Sans Symbols"/>
              <a:buChar char="−"/>
            </a:pPr>
            <a:r>
              <a:rPr b="0" i="0" lang="en-US" sz="2400" u="none">
                <a:solidFill>
                  <a:srgbClr val="000000"/>
                </a:solidFill>
                <a:latin typeface="Arial"/>
                <a:ea typeface="Arial"/>
                <a:cs typeface="Arial"/>
                <a:sym typeface="Arial"/>
              </a:rPr>
              <a:t>Lược đồ quan hệ</a:t>
            </a:r>
            <a:endParaRPr/>
          </a:p>
          <a:p>
            <a:pPr indent="-323850" lvl="1" marL="863600" rtl="0" algn="l">
              <a:lnSpc>
                <a:spcPct val="101000"/>
              </a:lnSpc>
              <a:spcBef>
                <a:spcPts val="1100"/>
              </a:spcBef>
              <a:spcAft>
                <a:spcPts val="0"/>
              </a:spcAft>
              <a:buClr>
                <a:srgbClr val="000000"/>
              </a:buClr>
              <a:buSzPts val="1800"/>
              <a:buFont typeface="Noto Sans Symbols"/>
              <a:buChar char="−"/>
            </a:pPr>
            <a:r>
              <a:rPr b="0" i="0" lang="en-US" sz="2400" u="none">
                <a:solidFill>
                  <a:srgbClr val="000000"/>
                </a:solidFill>
                <a:latin typeface="Arial"/>
                <a:ea typeface="Arial"/>
                <a:cs typeface="Arial"/>
                <a:sym typeface="Arial"/>
              </a:rPr>
              <a:t>Khóa, </a:t>
            </a:r>
            <a:endParaRPr/>
          </a:p>
          <a:p>
            <a:pPr indent="-323850" lvl="1" marL="863600" rtl="0" algn="l">
              <a:lnSpc>
                <a:spcPct val="101000"/>
              </a:lnSpc>
              <a:spcBef>
                <a:spcPts val="1100"/>
              </a:spcBef>
              <a:spcAft>
                <a:spcPts val="0"/>
              </a:spcAft>
              <a:buClr>
                <a:srgbClr val="000000"/>
              </a:buClr>
              <a:buSzPts val="1800"/>
              <a:buFont typeface="Noto Sans Symbols"/>
              <a:buChar char="−"/>
            </a:pPr>
            <a:r>
              <a:rPr b="0" i="0" lang="en-US" sz="2400" u="none">
                <a:solidFill>
                  <a:srgbClr val="000000"/>
                </a:solidFill>
                <a:latin typeface="Arial"/>
                <a:ea typeface="Arial"/>
                <a:cs typeface="Arial"/>
                <a:sym typeface="Arial"/>
              </a:rPr>
              <a:t>Các ràng buộc toàn vẹn,</a:t>
            </a:r>
            <a:endParaRPr/>
          </a:p>
          <a:p>
            <a:pPr indent="-323850" lvl="1" marL="863600" rtl="0" algn="l">
              <a:lnSpc>
                <a:spcPct val="101000"/>
              </a:lnSpc>
              <a:spcBef>
                <a:spcPts val="1100"/>
              </a:spcBef>
              <a:spcAft>
                <a:spcPts val="0"/>
              </a:spcAft>
              <a:buClr>
                <a:srgbClr val="000000"/>
              </a:buClr>
              <a:buSzPts val="1800"/>
              <a:buFont typeface="Noto Sans Symbols"/>
              <a:buChar char="−"/>
            </a:pPr>
            <a:r>
              <a:rPr b="0" i="0" lang="en-US" sz="2400" u="none">
                <a:solidFill>
                  <a:srgbClr val="000000"/>
                </a:solidFill>
                <a:latin typeface="Arial"/>
                <a:ea typeface="Arial"/>
                <a:cs typeface="Arial"/>
                <a:sym typeface="Arial"/>
              </a:rPr>
              <a:t>Các thuộc tính và miền giá trị của chúng, … </a:t>
            </a:r>
            <a:endParaRPr/>
          </a:p>
          <a:p>
            <a:pPr indent="-323850" lvl="0" marL="431800" rtl="0" algn="l">
              <a:lnSpc>
                <a:spcPct val="101000"/>
              </a:lnSpc>
              <a:spcBef>
                <a:spcPts val="110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DDL cũng bao gồm các lệnh cho phép :</a:t>
            </a:r>
            <a:endParaRPr/>
          </a:p>
          <a:p>
            <a:pPr indent="-323850" lvl="1" marL="863600" rtl="0" algn="l">
              <a:lnSpc>
                <a:spcPct val="101000"/>
              </a:lnSpc>
              <a:spcBef>
                <a:spcPts val="1400"/>
              </a:spcBef>
              <a:spcAft>
                <a:spcPts val="0"/>
              </a:spcAft>
              <a:buClr>
                <a:srgbClr val="000000"/>
              </a:buClr>
              <a:buSzPts val="1800"/>
              <a:buFont typeface="Noto Sans Symbols"/>
              <a:buChar char="−"/>
            </a:pPr>
            <a:r>
              <a:rPr b="0" i="0" lang="en-US" sz="2400" u="none">
                <a:solidFill>
                  <a:srgbClr val="000000"/>
                </a:solidFill>
                <a:latin typeface="Arial"/>
                <a:ea typeface="Arial"/>
                <a:cs typeface="Arial"/>
                <a:sym typeface="Arial"/>
              </a:rPr>
              <a:t>Định nghĩa và sửa đổi view</a:t>
            </a:r>
            <a:endParaRPr/>
          </a:p>
          <a:p>
            <a:pPr indent="-342900" lvl="0" marL="342900" rtl="0" algn="l">
              <a:lnSpc>
                <a:spcPct val="101000"/>
              </a:lnSpc>
              <a:spcBef>
                <a:spcPts val="1100"/>
              </a:spcBef>
              <a:spcAft>
                <a:spcPts val="0"/>
              </a:spcAft>
              <a:buNone/>
            </a:pPr>
            <a:r>
              <a:t/>
            </a:r>
            <a:endParaRPr b="0" i="0" sz="2400" u="non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9"/>
          <p:cNvSpPr txBox="1"/>
          <p:nvPr/>
        </p:nvSpPr>
        <p:spPr>
          <a:xfrm>
            <a:off x="503237" y="6886575"/>
            <a:ext cx="2346325" cy="519112"/>
          </a:xfrm>
          <a:prstGeom prst="rect">
            <a:avLst/>
          </a:prstGeom>
          <a:noFill/>
          <a:ln>
            <a:noFill/>
          </a:ln>
        </p:spPr>
        <p:txBody>
          <a:bodyPr anchorCtr="0" anchor="t" bIns="0" lIns="0" spcFirstLastPara="1" rIns="0" wrap="square" tIns="0">
            <a:noAutofit/>
          </a:bodyPr>
          <a:lstStyle/>
          <a:p>
            <a:pPr indent="0" lvl="0" marL="0" marR="0" rtl="0" algn="l">
              <a:lnSpc>
                <a:spcPct val="93000"/>
              </a:lnSpc>
              <a:spcBef>
                <a:spcPts val="0"/>
              </a:spcBef>
              <a:spcAft>
                <a:spcPts val="0"/>
              </a:spcAft>
              <a:buClr>
                <a:srgbClr val="000000"/>
              </a:buClr>
              <a:buSzPts val="1400"/>
              <a:buFont typeface="Times New Roman"/>
              <a:buNone/>
            </a:pPr>
            <a:r>
              <a:rPr b="0" i="0" lang="en-US" sz="1400" u="none">
                <a:solidFill>
                  <a:srgbClr val="000000"/>
                </a:solidFill>
                <a:latin typeface="Times New Roman"/>
                <a:ea typeface="Times New Roman"/>
                <a:cs typeface="Times New Roman"/>
                <a:sym typeface="Times New Roman"/>
              </a:rPr>
              <a:t>*</a:t>
            </a:r>
            <a:endParaRPr/>
          </a:p>
        </p:txBody>
      </p:sp>
      <p:sp>
        <p:nvSpPr>
          <p:cNvPr id="253" name="Google Shape;253;p9"/>
          <p:cNvSpPr txBox="1"/>
          <p:nvPr/>
        </p:nvSpPr>
        <p:spPr>
          <a:xfrm>
            <a:off x="7227887" y="6886575"/>
            <a:ext cx="2346325" cy="519112"/>
          </a:xfrm>
          <a:prstGeom prst="rect">
            <a:avLst/>
          </a:prstGeom>
          <a:noFill/>
          <a:ln>
            <a:noFill/>
          </a:ln>
        </p:spPr>
        <p:txBody>
          <a:bodyPr anchorCtr="0" anchor="t"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a:solidFill>
                  <a:srgbClr val="000000"/>
                </a:solidFill>
                <a:latin typeface="Times New Roman"/>
                <a:ea typeface="Times New Roman"/>
                <a:cs typeface="Times New Roman"/>
                <a:sym typeface="Times New Roman"/>
              </a:rPr>
              <a:t>‹#›</a:t>
            </a:fld>
            <a:endParaRPr/>
          </a:p>
        </p:txBody>
      </p:sp>
      <p:sp>
        <p:nvSpPr>
          <p:cNvPr id="254" name="Google Shape;254;p9"/>
          <p:cNvSpPr txBox="1"/>
          <p:nvPr>
            <p:ph type="title"/>
          </p:nvPr>
        </p:nvSpPr>
        <p:spPr>
          <a:xfrm>
            <a:off x="503237" y="301625"/>
            <a:ext cx="9070975" cy="1262062"/>
          </a:xfrm>
          <a:prstGeom prst="rect">
            <a:avLst/>
          </a:prstGeom>
          <a:noFill/>
          <a:ln>
            <a:noFill/>
          </a:ln>
        </p:spPr>
        <p:txBody>
          <a:bodyPr anchorCtr="0" anchor="ctr" bIns="0" lIns="0" spcFirstLastPara="1" rIns="0" wrap="square" tIns="0">
            <a:noAutofit/>
          </a:bodyPr>
          <a:lstStyle/>
          <a:p>
            <a:pPr indent="0" lvl="0" marL="0" rtl="0" algn="l">
              <a:lnSpc>
                <a:spcPct val="101000"/>
              </a:lnSpc>
              <a:spcBef>
                <a:spcPts val="0"/>
              </a:spcBef>
              <a:spcAft>
                <a:spcPts val="0"/>
              </a:spcAft>
              <a:buSzPts val="3200"/>
              <a:buNone/>
            </a:pPr>
            <a:r>
              <a:rPr b="1" i="0" lang="en-US" sz="3200" u="none">
                <a:solidFill>
                  <a:srgbClr val="000000"/>
                </a:solidFill>
                <a:latin typeface="Arial"/>
                <a:ea typeface="Arial"/>
                <a:cs typeface="Arial"/>
                <a:sym typeface="Arial"/>
              </a:rPr>
              <a:t>Ngôn ngữ thao tác dữ liệu DML (Data Manipulation Language)</a:t>
            </a:r>
            <a:endParaRPr/>
          </a:p>
        </p:txBody>
      </p:sp>
      <p:sp>
        <p:nvSpPr>
          <p:cNvPr id="255" name="Google Shape;255;p9"/>
          <p:cNvSpPr txBox="1"/>
          <p:nvPr>
            <p:ph idx="1" type="body"/>
          </p:nvPr>
        </p:nvSpPr>
        <p:spPr>
          <a:xfrm>
            <a:off x="503237" y="1768475"/>
            <a:ext cx="9070975" cy="4384675"/>
          </a:xfrm>
          <a:prstGeom prst="rect">
            <a:avLst/>
          </a:prstGeom>
          <a:noFill/>
          <a:ln>
            <a:noFill/>
          </a:ln>
        </p:spPr>
        <p:txBody>
          <a:bodyPr anchorCtr="0" anchor="t" bIns="0" lIns="0" spcFirstLastPara="1" rIns="0" wrap="square" tIns="0">
            <a:noAutofit/>
          </a:bodyPr>
          <a:lstStyle/>
          <a:p>
            <a:pPr indent="-323850" lvl="0" marL="431800" rtl="0" algn="l">
              <a:lnSpc>
                <a:spcPct val="101000"/>
              </a:lnSpc>
              <a:spcBef>
                <a:spcPts val="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Gồm các lệnh cho phép:</a:t>
            </a:r>
            <a:endParaRPr/>
          </a:p>
          <a:p>
            <a:pPr indent="-323850" lvl="1" marL="863600" rtl="0" algn="l">
              <a:lnSpc>
                <a:spcPct val="101000"/>
              </a:lnSpc>
              <a:spcBef>
                <a:spcPts val="1400"/>
              </a:spcBef>
              <a:spcAft>
                <a:spcPts val="0"/>
              </a:spcAft>
              <a:buClr>
                <a:srgbClr val="000000"/>
              </a:buClr>
              <a:buSzPts val="1800"/>
              <a:buFont typeface="Noto Sans Symbols"/>
              <a:buChar char="−"/>
            </a:pPr>
            <a:r>
              <a:rPr b="0" i="0" lang="en-US" sz="2400" u="none">
                <a:solidFill>
                  <a:srgbClr val="000000"/>
                </a:solidFill>
                <a:latin typeface="Arial"/>
                <a:ea typeface="Arial"/>
                <a:cs typeface="Arial"/>
                <a:sym typeface="Arial"/>
              </a:rPr>
              <a:t>Truy vấn thông tin từ CSDL</a:t>
            </a:r>
            <a:endParaRPr/>
          </a:p>
          <a:p>
            <a:pPr indent="-323850" lvl="1" marL="863600" rtl="0" algn="l">
              <a:lnSpc>
                <a:spcPct val="101000"/>
              </a:lnSpc>
              <a:spcBef>
                <a:spcPts val="1100"/>
              </a:spcBef>
              <a:spcAft>
                <a:spcPts val="0"/>
              </a:spcAft>
              <a:buClr>
                <a:srgbClr val="000000"/>
              </a:buClr>
              <a:buSzPts val="1800"/>
              <a:buFont typeface="Noto Sans Symbols"/>
              <a:buChar char="−"/>
            </a:pPr>
            <a:r>
              <a:rPr b="0" i="0" lang="en-US" sz="2400" u="none">
                <a:solidFill>
                  <a:srgbClr val="000000"/>
                </a:solidFill>
                <a:latin typeface="Arial"/>
                <a:ea typeface="Arial"/>
                <a:cs typeface="Arial"/>
                <a:sym typeface="Arial"/>
              </a:rPr>
              <a:t>Cập nhật dữ liệu :</a:t>
            </a:r>
            <a:endParaRPr/>
          </a:p>
          <a:p>
            <a:pPr indent="-287337" lvl="2" marL="1295400" rtl="0" algn="l">
              <a:lnSpc>
                <a:spcPct val="101000"/>
              </a:lnSpc>
              <a:spcBef>
                <a:spcPts val="1100"/>
              </a:spcBef>
              <a:spcAft>
                <a:spcPts val="0"/>
              </a:spcAft>
              <a:buClr>
                <a:srgbClr val="000000"/>
              </a:buClr>
              <a:buSzPts val="1080"/>
              <a:buFont typeface="Noto Sans Symbols"/>
              <a:buChar char="●"/>
            </a:pPr>
            <a:r>
              <a:rPr b="0" i="0" lang="en-US" sz="2400" u="none">
                <a:solidFill>
                  <a:srgbClr val="000000"/>
                </a:solidFill>
                <a:latin typeface="Arial"/>
                <a:ea typeface="Arial"/>
                <a:cs typeface="Arial"/>
                <a:sym typeface="Arial"/>
              </a:rPr>
              <a:t>Thêm các bộ vào CSDL</a:t>
            </a:r>
            <a:endParaRPr/>
          </a:p>
          <a:p>
            <a:pPr indent="-287337" lvl="2" marL="1295400" rtl="0" algn="l">
              <a:lnSpc>
                <a:spcPct val="101000"/>
              </a:lnSpc>
              <a:spcBef>
                <a:spcPts val="800"/>
              </a:spcBef>
              <a:spcAft>
                <a:spcPts val="0"/>
              </a:spcAft>
              <a:buClr>
                <a:srgbClr val="000000"/>
              </a:buClr>
              <a:buSzPts val="1080"/>
              <a:buFont typeface="Noto Sans Symbols"/>
              <a:buChar char="●"/>
            </a:pPr>
            <a:r>
              <a:rPr b="0" i="0" lang="en-US" sz="2400" u="none">
                <a:solidFill>
                  <a:srgbClr val="000000"/>
                </a:solidFill>
                <a:latin typeface="Arial"/>
                <a:ea typeface="Arial"/>
                <a:cs typeface="Arial"/>
                <a:sym typeface="Arial"/>
              </a:rPr>
              <a:t>Sửa thông tin các bộ có trong CSDL</a:t>
            </a:r>
            <a:endParaRPr/>
          </a:p>
          <a:p>
            <a:pPr indent="-287337" lvl="2" marL="1295400" rtl="0" algn="l">
              <a:lnSpc>
                <a:spcPct val="101000"/>
              </a:lnSpc>
              <a:spcBef>
                <a:spcPts val="800"/>
              </a:spcBef>
              <a:spcAft>
                <a:spcPts val="0"/>
              </a:spcAft>
              <a:buClr>
                <a:srgbClr val="000000"/>
              </a:buClr>
              <a:buSzPts val="1080"/>
              <a:buFont typeface="Noto Sans Symbols"/>
              <a:buChar char="●"/>
            </a:pPr>
            <a:r>
              <a:rPr b="0" i="0" lang="en-US" sz="2400" u="none">
                <a:solidFill>
                  <a:srgbClr val="000000"/>
                </a:solidFill>
                <a:latin typeface="Arial"/>
                <a:ea typeface="Arial"/>
                <a:cs typeface="Arial"/>
                <a:sym typeface="Arial"/>
              </a:rPr>
              <a:t>Xoá bộ khỏi CSDL</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10"/>
          <p:cNvSpPr txBox="1"/>
          <p:nvPr/>
        </p:nvSpPr>
        <p:spPr>
          <a:xfrm>
            <a:off x="503237" y="6886575"/>
            <a:ext cx="2346325" cy="519112"/>
          </a:xfrm>
          <a:prstGeom prst="rect">
            <a:avLst/>
          </a:prstGeom>
          <a:noFill/>
          <a:ln>
            <a:noFill/>
          </a:ln>
        </p:spPr>
        <p:txBody>
          <a:bodyPr anchorCtr="0" anchor="t" bIns="0" lIns="0" spcFirstLastPara="1" rIns="0" wrap="square" tIns="0">
            <a:noAutofit/>
          </a:bodyPr>
          <a:lstStyle/>
          <a:p>
            <a:pPr indent="0" lvl="0" marL="0" marR="0" rtl="0" algn="l">
              <a:lnSpc>
                <a:spcPct val="93000"/>
              </a:lnSpc>
              <a:spcBef>
                <a:spcPts val="0"/>
              </a:spcBef>
              <a:spcAft>
                <a:spcPts val="0"/>
              </a:spcAft>
              <a:buClr>
                <a:srgbClr val="000000"/>
              </a:buClr>
              <a:buSzPts val="1400"/>
              <a:buFont typeface="Times New Roman"/>
              <a:buNone/>
            </a:pPr>
            <a:r>
              <a:rPr b="0" i="0" lang="en-US" sz="1400" u="none">
                <a:solidFill>
                  <a:srgbClr val="000000"/>
                </a:solidFill>
                <a:latin typeface="Times New Roman"/>
                <a:ea typeface="Times New Roman"/>
                <a:cs typeface="Times New Roman"/>
                <a:sym typeface="Times New Roman"/>
              </a:rPr>
              <a:t>*</a:t>
            </a:r>
            <a:endParaRPr/>
          </a:p>
        </p:txBody>
      </p:sp>
      <p:sp>
        <p:nvSpPr>
          <p:cNvPr id="262" name="Google Shape;262;p10"/>
          <p:cNvSpPr txBox="1"/>
          <p:nvPr/>
        </p:nvSpPr>
        <p:spPr>
          <a:xfrm>
            <a:off x="7227887" y="6886575"/>
            <a:ext cx="2346325" cy="519112"/>
          </a:xfrm>
          <a:prstGeom prst="rect">
            <a:avLst/>
          </a:prstGeom>
          <a:noFill/>
          <a:ln>
            <a:noFill/>
          </a:ln>
        </p:spPr>
        <p:txBody>
          <a:bodyPr anchorCtr="0" anchor="t"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a:solidFill>
                  <a:srgbClr val="000000"/>
                </a:solidFill>
                <a:latin typeface="Times New Roman"/>
                <a:ea typeface="Times New Roman"/>
                <a:cs typeface="Times New Roman"/>
                <a:sym typeface="Times New Roman"/>
              </a:rPr>
              <a:t>‹#›</a:t>
            </a:fld>
            <a:endParaRPr/>
          </a:p>
        </p:txBody>
      </p:sp>
      <p:sp>
        <p:nvSpPr>
          <p:cNvPr id="263" name="Google Shape;263;p10"/>
          <p:cNvSpPr txBox="1"/>
          <p:nvPr>
            <p:ph type="title"/>
          </p:nvPr>
        </p:nvSpPr>
        <p:spPr>
          <a:xfrm>
            <a:off x="503237" y="301625"/>
            <a:ext cx="9070975" cy="1262062"/>
          </a:xfrm>
          <a:prstGeom prst="rect">
            <a:avLst/>
          </a:prstGeom>
          <a:noFill/>
          <a:ln>
            <a:noFill/>
          </a:ln>
        </p:spPr>
        <p:txBody>
          <a:bodyPr anchorCtr="0" anchor="ctr" bIns="0" lIns="0" spcFirstLastPara="1" rIns="0" wrap="square" tIns="0">
            <a:noAutofit/>
          </a:bodyPr>
          <a:lstStyle/>
          <a:p>
            <a:pPr indent="0" lvl="0" marL="0" rtl="0" algn="l">
              <a:lnSpc>
                <a:spcPct val="101000"/>
              </a:lnSpc>
              <a:spcBef>
                <a:spcPts val="0"/>
              </a:spcBef>
              <a:spcAft>
                <a:spcPts val="0"/>
              </a:spcAft>
              <a:buSzPts val="3200"/>
              <a:buNone/>
            </a:pPr>
            <a:r>
              <a:rPr b="1" i="0" lang="en-US" sz="3200" u="none">
                <a:solidFill>
                  <a:srgbClr val="000000"/>
                </a:solidFill>
                <a:latin typeface="Arial"/>
                <a:ea typeface="Arial"/>
                <a:cs typeface="Arial"/>
                <a:sym typeface="Arial"/>
              </a:rPr>
              <a:t>Ngôn ngữ điều khiển dữ liệu DCL (Data Control Language)</a:t>
            </a:r>
            <a:endParaRPr/>
          </a:p>
        </p:txBody>
      </p:sp>
      <p:sp>
        <p:nvSpPr>
          <p:cNvPr id="264" name="Google Shape;264;p10"/>
          <p:cNvSpPr txBox="1"/>
          <p:nvPr>
            <p:ph idx="1" type="body"/>
          </p:nvPr>
        </p:nvSpPr>
        <p:spPr>
          <a:xfrm>
            <a:off x="503237" y="1768475"/>
            <a:ext cx="9070975" cy="4384675"/>
          </a:xfrm>
          <a:prstGeom prst="rect">
            <a:avLst/>
          </a:prstGeom>
          <a:noFill/>
          <a:ln>
            <a:noFill/>
          </a:ln>
        </p:spPr>
        <p:txBody>
          <a:bodyPr anchorCtr="0" anchor="t" bIns="0" lIns="0" spcFirstLastPara="1" rIns="0" wrap="square" tIns="0">
            <a:noAutofit/>
          </a:bodyPr>
          <a:lstStyle/>
          <a:p>
            <a:pPr indent="-323850" lvl="0" marL="431800" rtl="0" algn="l">
              <a:lnSpc>
                <a:spcPct val="101000"/>
              </a:lnSpc>
              <a:spcBef>
                <a:spcPts val="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Hỗ trợ DDL và DML</a:t>
            </a:r>
            <a:endParaRPr/>
          </a:p>
          <a:p>
            <a:pPr indent="-323850" lvl="0" marL="431800" rtl="0" algn="l">
              <a:lnSpc>
                <a:spcPct val="101000"/>
              </a:lnSpc>
              <a:spcBef>
                <a:spcPts val="140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Gồm các lệnh cho phép:</a:t>
            </a:r>
            <a:endParaRPr/>
          </a:p>
          <a:p>
            <a:pPr indent="-323850" lvl="1" marL="863600" rtl="0" algn="l">
              <a:lnSpc>
                <a:spcPct val="101000"/>
              </a:lnSpc>
              <a:spcBef>
                <a:spcPts val="1400"/>
              </a:spcBef>
              <a:spcAft>
                <a:spcPts val="0"/>
              </a:spcAft>
              <a:buClr>
                <a:srgbClr val="000000"/>
              </a:buClr>
              <a:buSzPts val="1800"/>
              <a:buFont typeface="Noto Sans Symbols"/>
              <a:buChar char="−"/>
            </a:pPr>
            <a:r>
              <a:rPr b="0" i="0" lang="en-US" sz="2400" u="none">
                <a:solidFill>
                  <a:srgbClr val="000000"/>
                </a:solidFill>
                <a:latin typeface="Arial"/>
                <a:ea typeface="Arial"/>
                <a:cs typeface="Arial"/>
                <a:sym typeface="Arial"/>
              </a:rPr>
              <a:t>Định nghĩa người dùng và </a:t>
            </a:r>
            <a:endParaRPr/>
          </a:p>
          <a:p>
            <a:pPr indent="-323850" lvl="1" marL="863600" rtl="0" algn="l">
              <a:lnSpc>
                <a:spcPct val="101000"/>
              </a:lnSpc>
              <a:spcBef>
                <a:spcPts val="1100"/>
              </a:spcBef>
              <a:spcAft>
                <a:spcPts val="0"/>
              </a:spcAft>
              <a:buClr>
                <a:srgbClr val="000000"/>
              </a:buClr>
              <a:buSzPts val="1800"/>
              <a:buFont typeface="Noto Sans Symbols"/>
              <a:buChar char="−"/>
            </a:pPr>
            <a:r>
              <a:rPr b="0" i="0" lang="en-US" sz="2400" u="none">
                <a:solidFill>
                  <a:srgbClr val="000000"/>
                </a:solidFill>
                <a:latin typeface="Arial"/>
                <a:ea typeface="Arial"/>
                <a:cs typeface="Arial"/>
                <a:sym typeface="Arial"/>
              </a:rPr>
              <a:t>Định nghĩa các quyền truy xuất của họ trên dữ liệu</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11"/>
          <p:cNvSpPr txBox="1"/>
          <p:nvPr/>
        </p:nvSpPr>
        <p:spPr>
          <a:xfrm>
            <a:off x="503237" y="6886575"/>
            <a:ext cx="2346325" cy="519112"/>
          </a:xfrm>
          <a:prstGeom prst="rect">
            <a:avLst/>
          </a:prstGeom>
          <a:noFill/>
          <a:ln>
            <a:noFill/>
          </a:ln>
        </p:spPr>
        <p:txBody>
          <a:bodyPr anchorCtr="0" anchor="t" bIns="0" lIns="0" spcFirstLastPara="1" rIns="0" wrap="square" tIns="0">
            <a:noAutofit/>
          </a:bodyPr>
          <a:lstStyle/>
          <a:p>
            <a:pPr indent="0" lvl="0" marL="0" marR="0" rtl="0" algn="l">
              <a:lnSpc>
                <a:spcPct val="93000"/>
              </a:lnSpc>
              <a:spcBef>
                <a:spcPts val="0"/>
              </a:spcBef>
              <a:spcAft>
                <a:spcPts val="0"/>
              </a:spcAft>
              <a:buClr>
                <a:srgbClr val="000000"/>
              </a:buClr>
              <a:buSzPts val="1400"/>
              <a:buFont typeface="Times New Roman"/>
              <a:buNone/>
            </a:pPr>
            <a:r>
              <a:rPr b="0" i="0" lang="en-US" sz="1400" u="none">
                <a:solidFill>
                  <a:srgbClr val="000000"/>
                </a:solidFill>
                <a:latin typeface="Times New Roman"/>
                <a:ea typeface="Times New Roman"/>
                <a:cs typeface="Times New Roman"/>
                <a:sym typeface="Times New Roman"/>
              </a:rPr>
              <a:t>*</a:t>
            </a:r>
            <a:endParaRPr/>
          </a:p>
        </p:txBody>
      </p:sp>
      <p:sp>
        <p:nvSpPr>
          <p:cNvPr id="271" name="Google Shape;271;p11"/>
          <p:cNvSpPr txBox="1"/>
          <p:nvPr/>
        </p:nvSpPr>
        <p:spPr>
          <a:xfrm>
            <a:off x="7227887" y="6886575"/>
            <a:ext cx="2346325" cy="519112"/>
          </a:xfrm>
          <a:prstGeom prst="rect">
            <a:avLst/>
          </a:prstGeom>
          <a:noFill/>
          <a:ln>
            <a:noFill/>
          </a:ln>
        </p:spPr>
        <p:txBody>
          <a:bodyPr anchorCtr="0" anchor="t"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a:solidFill>
                  <a:srgbClr val="000000"/>
                </a:solidFill>
                <a:latin typeface="Times New Roman"/>
                <a:ea typeface="Times New Roman"/>
                <a:cs typeface="Times New Roman"/>
                <a:sym typeface="Times New Roman"/>
              </a:rPr>
              <a:t>‹#›</a:t>
            </a:fld>
            <a:endParaRPr/>
          </a:p>
        </p:txBody>
      </p:sp>
      <p:sp>
        <p:nvSpPr>
          <p:cNvPr id="272" name="Google Shape;272;p11"/>
          <p:cNvSpPr txBox="1"/>
          <p:nvPr>
            <p:ph type="title"/>
          </p:nvPr>
        </p:nvSpPr>
        <p:spPr>
          <a:xfrm>
            <a:off x="503237" y="301625"/>
            <a:ext cx="9070975" cy="1262062"/>
          </a:xfrm>
          <a:prstGeom prst="rect">
            <a:avLst/>
          </a:prstGeom>
          <a:noFill/>
          <a:ln>
            <a:noFill/>
          </a:ln>
        </p:spPr>
        <p:txBody>
          <a:bodyPr anchorCtr="0" anchor="ctr" bIns="0" lIns="0" spcFirstLastPara="1" rIns="0" wrap="square" tIns="0">
            <a:noAutofit/>
          </a:bodyPr>
          <a:lstStyle/>
          <a:p>
            <a:pPr indent="0" lvl="0" marL="0" rtl="0" algn="l">
              <a:lnSpc>
                <a:spcPct val="101000"/>
              </a:lnSpc>
              <a:spcBef>
                <a:spcPts val="0"/>
              </a:spcBef>
              <a:spcAft>
                <a:spcPts val="0"/>
              </a:spcAft>
              <a:buSzPts val="3200"/>
              <a:buNone/>
            </a:pPr>
            <a:r>
              <a:rPr b="1" i="0" lang="en-US" sz="3200" u="none">
                <a:solidFill>
                  <a:srgbClr val="000000"/>
                </a:solidFill>
                <a:latin typeface="Arial"/>
                <a:ea typeface="Arial"/>
                <a:cs typeface="Arial"/>
                <a:sym typeface="Arial"/>
              </a:rPr>
              <a:t>Tóm tắt các thành phần SQL</a:t>
            </a:r>
            <a:endParaRPr/>
          </a:p>
        </p:txBody>
      </p:sp>
      <p:grpSp>
        <p:nvGrpSpPr>
          <p:cNvPr id="273" name="Google Shape;273;p11"/>
          <p:cNvGrpSpPr/>
          <p:nvPr/>
        </p:nvGrpSpPr>
        <p:grpSpPr>
          <a:xfrm>
            <a:off x="1439862" y="2286000"/>
            <a:ext cx="6330950" cy="2376487"/>
            <a:chOff x="907" y="1440"/>
            <a:chExt cx="3988" cy="1497"/>
          </a:xfrm>
        </p:grpSpPr>
        <p:sp>
          <p:nvSpPr>
            <p:cNvPr id="274" name="Google Shape;274;p11"/>
            <p:cNvSpPr txBox="1"/>
            <p:nvPr/>
          </p:nvSpPr>
          <p:spPr>
            <a:xfrm>
              <a:off x="907" y="1448"/>
              <a:ext cx="3984" cy="1485"/>
            </a:xfrm>
            <a:prstGeom prst="rect">
              <a:avLst/>
            </a:prstGeom>
            <a:noFill/>
            <a:ln cap="flat" cmpd="sng" w="126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275" name="Google Shape;275;p11"/>
            <p:cNvCxnSpPr/>
            <p:nvPr/>
          </p:nvCxnSpPr>
          <p:spPr>
            <a:xfrm>
              <a:off x="2256" y="1451"/>
              <a:ext cx="0" cy="1486"/>
            </a:xfrm>
            <a:prstGeom prst="straightConnector1">
              <a:avLst/>
            </a:prstGeom>
            <a:noFill/>
            <a:ln cap="flat" cmpd="sng" w="12600">
              <a:solidFill>
                <a:srgbClr val="000000"/>
              </a:solidFill>
              <a:prstDash val="solid"/>
              <a:miter lim="800000"/>
              <a:headEnd len="med" w="med" type="none"/>
              <a:tailEnd len="med" w="med" type="none"/>
            </a:ln>
          </p:spPr>
        </p:cxnSp>
        <p:cxnSp>
          <p:nvCxnSpPr>
            <p:cNvPr id="276" name="Google Shape;276;p11"/>
            <p:cNvCxnSpPr/>
            <p:nvPr/>
          </p:nvCxnSpPr>
          <p:spPr>
            <a:xfrm>
              <a:off x="3552" y="1451"/>
              <a:ext cx="0" cy="1486"/>
            </a:xfrm>
            <a:prstGeom prst="straightConnector1">
              <a:avLst/>
            </a:prstGeom>
            <a:noFill/>
            <a:ln cap="flat" cmpd="sng" w="12600">
              <a:solidFill>
                <a:srgbClr val="000000"/>
              </a:solidFill>
              <a:prstDash val="solid"/>
              <a:miter lim="800000"/>
              <a:headEnd len="med" w="med" type="none"/>
              <a:tailEnd len="med" w="med" type="none"/>
            </a:ln>
          </p:spPr>
        </p:cxnSp>
        <p:cxnSp>
          <p:nvCxnSpPr>
            <p:cNvPr id="277" name="Google Shape;277;p11"/>
            <p:cNvCxnSpPr/>
            <p:nvPr/>
          </p:nvCxnSpPr>
          <p:spPr>
            <a:xfrm>
              <a:off x="913" y="1738"/>
              <a:ext cx="3982" cy="0"/>
            </a:xfrm>
            <a:prstGeom prst="straightConnector1">
              <a:avLst/>
            </a:prstGeom>
            <a:noFill/>
            <a:ln cap="flat" cmpd="sng" w="12600">
              <a:solidFill>
                <a:srgbClr val="000000"/>
              </a:solidFill>
              <a:prstDash val="solid"/>
              <a:miter lim="800000"/>
              <a:headEnd len="med" w="med" type="none"/>
              <a:tailEnd len="med" w="med" type="none"/>
            </a:ln>
          </p:spPr>
        </p:cxnSp>
        <p:sp>
          <p:nvSpPr>
            <p:cNvPr id="278" name="Google Shape;278;p11"/>
            <p:cNvSpPr txBox="1"/>
            <p:nvPr/>
          </p:nvSpPr>
          <p:spPr>
            <a:xfrm>
              <a:off x="1148" y="1440"/>
              <a:ext cx="412" cy="229"/>
            </a:xfrm>
            <a:prstGeom prst="rect">
              <a:avLst/>
            </a:prstGeom>
            <a:noFill/>
            <a:ln>
              <a:noFill/>
            </a:ln>
          </p:spPr>
          <p:txBody>
            <a:bodyPr anchorCtr="0" anchor="t" bIns="46075" lIns="92150" spcFirstLastPara="1" rIns="92150" wrap="square" tIns="62075">
              <a:spAutoFit/>
            </a:bodyPr>
            <a:lstStyle/>
            <a:p>
              <a:pPr indent="0" lvl="0" marL="0" marR="0" rtl="0" algn="l">
                <a:lnSpc>
                  <a:spcPct val="93000"/>
                </a:lnSpc>
                <a:spcBef>
                  <a:spcPts val="0"/>
                </a:spcBef>
                <a:spcAft>
                  <a:spcPts val="0"/>
                </a:spcAft>
                <a:buClr>
                  <a:srgbClr val="000000"/>
                </a:buClr>
                <a:buSzPts val="1800"/>
                <a:buFont typeface="Arial"/>
                <a:buNone/>
              </a:pPr>
              <a:r>
                <a:rPr b="1" i="0" lang="en-US" sz="1800" u="none">
                  <a:solidFill>
                    <a:srgbClr val="000000"/>
                  </a:solidFill>
                  <a:latin typeface="Arial"/>
                  <a:ea typeface="Arial"/>
                  <a:cs typeface="Arial"/>
                  <a:sym typeface="Arial"/>
                </a:rPr>
                <a:t>DDL</a:t>
              </a:r>
              <a:endParaRPr/>
            </a:p>
          </p:txBody>
        </p:sp>
        <p:sp>
          <p:nvSpPr>
            <p:cNvPr id="279" name="Google Shape;279;p11"/>
            <p:cNvSpPr txBox="1"/>
            <p:nvPr/>
          </p:nvSpPr>
          <p:spPr>
            <a:xfrm>
              <a:off x="2602" y="1440"/>
              <a:ext cx="600" cy="300"/>
            </a:xfrm>
            <a:prstGeom prst="rect">
              <a:avLst/>
            </a:prstGeom>
            <a:noFill/>
            <a:ln>
              <a:noFill/>
            </a:ln>
          </p:spPr>
          <p:txBody>
            <a:bodyPr anchorCtr="0" anchor="t" bIns="46075" lIns="92150" spcFirstLastPara="1" rIns="92150" wrap="square" tIns="62075">
              <a:spAutoFit/>
            </a:bodyPr>
            <a:lstStyle/>
            <a:p>
              <a:pPr indent="0" lvl="0" marL="0" marR="0" rtl="0" algn="l">
                <a:lnSpc>
                  <a:spcPct val="93000"/>
                </a:lnSpc>
                <a:spcBef>
                  <a:spcPts val="0"/>
                </a:spcBef>
                <a:spcAft>
                  <a:spcPts val="0"/>
                </a:spcAft>
                <a:buClr>
                  <a:srgbClr val="000000"/>
                </a:buClr>
                <a:buSzPts val="1800"/>
                <a:buFont typeface="Arial"/>
                <a:buNone/>
              </a:pPr>
              <a:r>
                <a:rPr b="1" i="0" lang="en-US" sz="1800" u="none">
                  <a:solidFill>
                    <a:srgbClr val="000000"/>
                  </a:solidFill>
                  <a:latin typeface="Arial"/>
                  <a:ea typeface="Arial"/>
                  <a:cs typeface="Arial"/>
                  <a:sym typeface="Arial"/>
                </a:rPr>
                <a:t>DML</a:t>
              </a:r>
              <a:endParaRPr/>
            </a:p>
          </p:txBody>
        </p:sp>
        <p:sp>
          <p:nvSpPr>
            <p:cNvPr id="280" name="Google Shape;280;p11"/>
            <p:cNvSpPr txBox="1"/>
            <p:nvPr/>
          </p:nvSpPr>
          <p:spPr>
            <a:xfrm>
              <a:off x="3980" y="1440"/>
              <a:ext cx="412" cy="229"/>
            </a:xfrm>
            <a:prstGeom prst="rect">
              <a:avLst/>
            </a:prstGeom>
            <a:noFill/>
            <a:ln>
              <a:noFill/>
            </a:ln>
          </p:spPr>
          <p:txBody>
            <a:bodyPr anchorCtr="0" anchor="t" bIns="46075" lIns="92150" spcFirstLastPara="1" rIns="92150" wrap="square" tIns="62075">
              <a:spAutoFit/>
            </a:bodyPr>
            <a:lstStyle/>
            <a:p>
              <a:pPr indent="0" lvl="0" marL="0" marR="0" rtl="0" algn="l">
                <a:lnSpc>
                  <a:spcPct val="93000"/>
                </a:lnSpc>
                <a:spcBef>
                  <a:spcPts val="0"/>
                </a:spcBef>
                <a:spcAft>
                  <a:spcPts val="0"/>
                </a:spcAft>
                <a:buClr>
                  <a:srgbClr val="000000"/>
                </a:buClr>
                <a:buSzPts val="1800"/>
                <a:buFont typeface="Arial"/>
                <a:buNone/>
              </a:pPr>
              <a:r>
                <a:rPr b="1" i="0" lang="en-US" sz="1800" u="none">
                  <a:solidFill>
                    <a:srgbClr val="000000"/>
                  </a:solidFill>
                  <a:latin typeface="Arial"/>
                  <a:ea typeface="Arial"/>
                  <a:cs typeface="Arial"/>
                  <a:sym typeface="Arial"/>
                </a:rPr>
                <a:t>DCL</a:t>
              </a:r>
              <a:endParaRPr/>
            </a:p>
          </p:txBody>
        </p:sp>
        <p:sp>
          <p:nvSpPr>
            <p:cNvPr id="281" name="Google Shape;281;p11"/>
            <p:cNvSpPr txBox="1"/>
            <p:nvPr/>
          </p:nvSpPr>
          <p:spPr>
            <a:xfrm>
              <a:off x="1084" y="1824"/>
              <a:ext cx="689" cy="541"/>
            </a:xfrm>
            <a:prstGeom prst="rect">
              <a:avLst/>
            </a:prstGeom>
            <a:noFill/>
            <a:ln>
              <a:noFill/>
            </a:ln>
          </p:spPr>
          <p:txBody>
            <a:bodyPr anchorCtr="0" anchor="t" bIns="46075" lIns="92150" spcFirstLastPara="1" rIns="92150" wrap="square" tIns="62075">
              <a:spAutoFit/>
            </a:bodyPr>
            <a:lstStyle/>
            <a:p>
              <a:pPr indent="0" lvl="0" marL="0" marR="0" rtl="0" algn="l">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CREATE</a:t>
              </a:r>
              <a:endParaRPr/>
            </a:p>
            <a:p>
              <a:pPr indent="0" lvl="0" marL="0" marR="0" rtl="0" algn="l">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DROP</a:t>
              </a:r>
              <a:endParaRPr/>
            </a:p>
            <a:p>
              <a:pPr indent="0" lvl="0" marL="0" marR="0" rtl="0" algn="l">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ALTER</a:t>
              </a:r>
              <a:endParaRPr/>
            </a:p>
          </p:txBody>
        </p:sp>
        <p:sp>
          <p:nvSpPr>
            <p:cNvPr id="282" name="Google Shape;282;p11"/>
            <p:cNvSpPr txBox="1"/>
            <p:nvPr/>
          </p:nvSpPr>
          <p:spPr>
            <a:xfrm>
              <a:off x="2433" y="1776"/>
              <a:ext cx="689" cy="702"/>
            </a:xfrm>
            <a:prstGeom prst="rect">
              <a:avLst/>
            </a:prstGeom>
            <a:noFill/>
            <a:ln>
              <a:noFill/>
            </a:ln>
          </p:spPr>
          <p:txBody>
            <a:bodyPr anchorCtr="0" anchor="t" bIns="46075" lIns="92150" spcFirstLastPara="1" rIns="92150" wrap="square" tIns="62075">
              <a:spAutoFit/>
            </a:bodyPr>
            <a:lstStyle/>
            <a:p>
              <a:pPr indent="0" lvl="0" marL="0" marR="0" rtl="0" algn="l">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SELECT</a:t>
              </a:r>
              <a:endParaRPr/>
            </a:p>
            <a:p>
              <a:pPr indent="0" lvl="0" marL="0" marR="0" rtl="0" algn="l">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INSERT</a:t>
              </a:r>
              <a:endParaRPr/>
            </a:p>
            <a:p>
              <a:pPr indent="0" lvl="0" marL="0" marR="0" rtl="0" algn="l">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DELETE</a:t>
              </a:r>
              <a:endParaRPr/>
            </a:p>
            <a:p>
              <a:pPr indent="0" lvl="0" marL="0" marR="0" rtl="0" algn="l">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UPDATE</a:t>
              </a:r>
              <a:endParaRPr/>
            </a:p>
          </p:txBody>
        </p:sp>
        <p:sp>
          <p:nvSpPr>
            <p:cNvPr id="283" name="Google Shape;283;p11"/>
            <p:cNvSpPr txBox="1"/>
            <p:nvPr/>
          </p:nvSpPr>
          <p:spPr>
            <a:xfrm>
              <a:off x="3870" y="1819"/>
              <a:ext cx="716" cy="541"/>
            </a:xfrm>
            <a:prstGeom prst="rect">
              <a:avLst/>
            </a:prstGeom>
            <a:noFill/>
            <a:ln>
              <a:noFill/>
            </a:ln>
          </p:spPr>
          <p:txBody>
            <a:bodyPr anchorCtr="0" anchor="t" bIns="46075" lIns="92150" spcFirstLastPara="1" rIns="92150" wrap="square" tIns="62075">
              <a:spAutoFit/>
            </a:bodyPr>
            <a:lstStyle/>
            <a:p>
              <a:pPr indent="0" lvl="0" marL="0" marR="0" rtl="0" algn="l">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GRANT</a:t>
              </a:r>
              <a:endParaRPr/>
            </a:p>
            <a:p>
              <a:pPr indent="0" lvl="0" marL="0" marR="0" rtl="0" algn="l">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REVOKE</a:t>
              </a:r>
              <a:endParaRPr/>
            </a:p>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12"/>
          <p:cNvSpPr txBox="1"/>
          <p:nvPr/>
        </p:nvSpPr>
        <p:spPr>
          <a:xfrm>
            <a:off x="503237" y="6886575"/>
            <a:ext cx="2346325" cy="519112"/>
          </a:xfrm>
          <a:prstGeom prst="rect">
            <a:avLst/>
          </a:prstGeom>
          <a:noFill/>
          <a:ln>
            <a:noFill/>
          </a:ln>
        </p:spPr>
        <p:txBody>
          <a:bodyPr anchorCtr="0" anchor="t" bIns="0" lIns="0" spcFirstLastPara="1" rIns="0" wrap="square" tIns="0">
            <a:noAutofit/>
          </a:bodyPr>
          <a:lstStyle/>
          <a:p>
            <a:pPr indent="0" lvl="0" marL="0" marR="0" rtl="0" algn="l">
              <a:lnSpc>
                <a:spcPct val="93000"/>
              </a:lnSpc>
              <a:spcBef>
                <a:spcPts val="0"/>
              </a:spcBef>
              <a:spcAft>
                <a:spcPts val="0"/>
              </a:spcAft>
              <a:buClr>
                <a:srgbClr val="000000"/>
              </a:buClr>
              <a:buSzPts val="1400"/>
              <a:buFont typeface="Times New Roman"/>
              <a:buNone/>
            </a:pPr>
            <a:r>
              <a:rPr b="0" i="0" lang="en-US" sz="1400" u="none">
                <a:solidFill>
                  <a:srgbClr val="000000"/>
                </a:solidFill>
                <a:latin typeface="Times New Roman"/>
                <a:ea typeface="Times New Roman"/>
                <a:cs typeface="Times New Roman"/>
                <a:sym typeface="Times New Roman"/>
              </a:rPr>
              <a:t>*</a:t>
            </a:r>
            <a:endParaRPr/>
          </a:p>
        </p:txBody>
      </p:sp>
      <p:sp>
        <p:nvSpPr>
          <p:cNvPr id="290" name="Google Shape;290;p12"/>
          <p:cNvSpPr txBox="1"/>
          <p:nvPr/>
        </p:nvSpPr>
        <p:spPr>
          <a:xfrm>
            <a:off x="7227887" y="6886575"/>
            <a:ext cx="2346325" cy="519112"/>
          </a:xfrm>
          <a:prstGeom prst="rect">
            <a:avLst/>
          </a:prstGeom>
          <a:noFill/>
          <a:ln>
            <a:noFill/>
          </a:ln>
        </p:spPr>
        <p:txBody>
          <a:bodyPr anchorCtr="0" anchor="t"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a:solidFill>
                  <a:srgbClr val="000000"/>
                </a:solidFill>
                <a:latin typeface="Times New Roman"/>
                <a:ea typeface="Times New Roman"/>
                <a:cs typeface="Times New Roman"/>
                <a:sym typeface="Times New Roman"/>
              </a:rPr>
              <a:t>‹#›</a:t>
            </a:fld>
            <a:endParaRPr/>
          </a:p>
        </p:txBody>
      </p:sp>
      <p:sp>
        <p:nvSpPr>
          <p:cNvPr id="291" name="Google Shape;291;p12"/>
          <p:cNvSpPr txBox="1"/>
          <p:nvPr>
            <p:ph type="title"/>
          </p:nvPr>
        </p:nvSpPr>
        <p:spPr>
          <a:xfrm>
            <a:off x="503237" y="301625"/>
            <a:ext cx="9070975" cy="1262062"/>
          </a:xfrm>
          <a:prstGeom prst="rect">
            <a:avLst/>
          </a:prstGeom>
          <a:noFill/>
          <a:ln>
            <a:noFill/>
          </a:ln>
        </p:spPr>
        <p:txBody>
          <a:bodyPr anchorCtr="0" anchor="ctr" bIns="0" lIns="0" spcFirstLastPara="1" rIns="0" wrap="square" tIns="0">
            <a:noAutofit/>
          </a:bodyPr>
          <a:lstStyle/>
          <a:p>
            <a:pPr indent="0" lvl="0" marL="0" rtl="0" algn="l">
              <a:lnSpc>
                <a:spcPct val="101000"/>
              </a:lnSpc>
              <a:spcBef>
                <a:spcPts val="0"/>
              </a:spcBef>
              <a:spcAft>
                <a:spcPts val="0"/>
              </a:spcAft>
              <a:buSzPts val="3200"/>
              <a:buNone/>
            </a:pPr>
            <a:r>
              <a:rPr b="1" i="0" lang="en-US" sz="3200" u="none">
                <a:solidFill>
                  <a:srgbClr val="000000"/>
                </a:solidFill>
                <a:latin typeface="Arial"/>
                <a:ea typeface="Arial"/>
                <a:cs typeface="Arial"/>
                <a:sym typeface="Arial"/>
              </a:rPr>
              <a:t>Qui ước câu lệnh SQL</a:t>
            </a:r>
            <a:endParaRPr/>
          </a:p>
        </p:txBody>
      </p:sp>
      <p:sp>
        <p:nvSpPr>
          <p:cNvPr id="292" name="Google Shape;292;p12"/>
          <p:cNvSpPr txBox="1"/>
          <p:nvPr>
            <p:ph idx="1" type="body"/>
          </p:nvPr>
        </p:nvSpPr>
        <p:spPr>
          <a:xfrm>
            <a:off x="503237" y="1768475"/>
            <a:ext cx="9070975" cy="4384675"/>
          </a:xfrm>
          <a:prstGeom prst="rect">
            <a:avLst/>
          </a:prstGeom>
          <a:noFill/>
          <a:ln>
            <a:noFill/>
          </a:ln>
        </p:spPr>
        <p:txBody>
          <a:bodyPr anchorCtr="0" anchor="t" bIns="0" lIns="0" spcFirstLastPara="1" rIns="0" wrap="square" tIns="0">
            <a:noAutofit/>
          </a:bodyPr>
          <a:lstStyle/>
          <a:p>
            <a:pPr indent="-323850" lvl="0" marL="431800" rtl="0" algn="l">
              <a:lnSpc>
                <a:spcPct val="101000"/>
              </a:lnSpc>
              <a:spcBef>
                <a:spcPts val="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Có thể viết trên nhiều dòng</a:t>
            </a:r>
            <a:endParaRPr/>
          </a:p>
          <a:p>
            <a:pPr indent="-323850" lvl="0" marL="431800" rtl="0" algn="l">
              <a:lnSpc>
                <a:spcPct val="101000"/>
              </a:lnSpc>
              <a:spcBef>
                <a:spcPts val="140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Kết thúc bằng dấu chấm phẩy ;</a:t>
            </a:r>
            <a:endParaRPr/>
          </a:p>
          <a:p>
            <a:pPr indent="-323850" lvl="0" marL="431800" rtl="0" algn="l">
              <a:lnSpc>
                <a:spcPct val="101000"/>
              </a:lnSpc>
              <a:spcBef>
                <a:spcPts val="140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Không phân biệt chữ hoa chữ thường</a:t>
            </a:r>
            <a:endParaRPr/>
          </a:p>
          <a:p>
            <a:pPr indent="-323850" lvl="0" marL="431800" rtl="0" algn="l">
              <a:lnSpc>
                <a:spcPct val="101000"/>
              </a:lnSpc>
              <a:spcBef>
                <a:spcPts val="1400"/>
              </a:spcBef>
              <a:spcAft>
                <a:spcPts val="0"/>
              </a:spcAft>
              <a:buClr>
                <a:srgbClr val="000000"/>
              </a:buClr>
              <a:buSzPts val="1215"/>
              <a:buFont typeface="Noto Sans Symbols"/>
              <a:buChar char="●"/>
            </a:pPr>
            <a:r>
              <a:rPr b="0" i="0" lang="en-US" sz="2700" u="none">
                <a:solidFill>
                  <a:srgbClr val="800000"/>
                </a:solidFill>
                <a:latin typeface="Arial"/>
                <a:ea typeface="Arial"/>
                <a:cs typeface="Arial"/>
                <a:sym typeface="Arial"/>
              </a:rPr>
              <a:t>1 lệnh SQL</a:t>
            </a:r>
            <a:r>
              <a:rPr b="0" i="0" lang="en-US" sz="2700" u="none">
                <a:solidFill>
                  <a:srgbClr val="000000"/>
                </a:solidFill>
                <a:latin typeface="Arial"/>
                <a:ea typeface="Arial"/>
                <a:cs typeface="Arial"/>
                <a:sym typeface="Arial"/>
              </a:rPr>
              <a:t> còn gọi là  </a:t>
            </a:r>
            <a:r>
              <a:rPr b="0" i="0" lang="en-US" sz="2700" u="none">
                <a:solidFill>
                  <a:srgbClr val="800000"/>
                </a:solidFill>
                <a:latin typeface="Arial"/>
                <a:ea typeface="Arial"/>
                <a:cs typeface="Arial"/>
                <a:sym typeface="Arial"/>
              </a:rPr>
              <a:t>1 câu truy vấn</a:t>
            </a:r>
            <a:endParaRPr/>
          </a:p>
          <a:p>
            <a:pPr indent="-323850" lvl="0" marL="431800" rtl="0" algn="l">
              <a:lnSpc>
                <a:spcPct val="101000"/>
              </a:lnSpc>
              <a:spcBef>
                <a:spcPts val="140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Qui ước cú pháp lệnh:</a:t>
            </a:r>
            <a:endParaRPr/>
          </a:p>
          <a:p>
            <a:pPr indent="-323850" lvl="1" marL="863600" rtl="0" algn="l">
              <a:lnSpc>
                <a:spcPct val="101000"/>
              </a:lnSpc>
              <a:spcBef>
                <a:spcPts val="1400"/>
              </a:spcBef>
              <a:spcAft>
                <a:spcPts val="0"/>
              </a:spcAft>
              <a:buClr>
                <a:srgbClr val="000000"/>
              </a:buClr>
              <a:buSzPts val="2100"/>
              <a:buFont typeface="Noto Sans Symbols"/>
              <a:buChar char="−"/>
            </a:pPr>
            <a:r>
              <a:rPr b="0" i="0" lang="en-US" sz="2800" u="none">
                <a:solidFill>
                  <a:srgbClr val="0000FF"/>
                </a:solidFill>
                <a:latin typeface="Arial"/>
                <a:ea typeface="Arial"/>
                <a:cs typeface="Arial"/>
                <a:sym typeface="Arial"/>
              </a:rPr>
              <a:t>&lt;...&gt;</a:t>
            </a:r>
            <a:r>
              <a:rPr b="0" i="0" lang="en-US" sz="2800" u="none">
                <a:solidFill>
                  <a:srgbClr val="000000"/>
                </a:solidFill>
                <a:latin typeface="Arial"/>
                <a:ea typeface="Arial"/>
                <a:cs typeface="Arial"/>
                <a:sym typeface="Arial"/>
              </a:rPr>
              <a:t> phần bắt buộc</a:t>
            </a:r>
            <a:endParaRPr/>
          </a:p>
          <a:p>
            <a:pPr indent="-323850" lvl="1" marL="863600" rtl="0" algn="l">
              <a:lnSpc>
                <a:spcPct val="112000"/>
              </a:lnSpc>
              <a:spcBef>
                <a:spcPts val="1100"/>
              </a:spcBef>
              <a:spcAft>
                <a:spcPts val="0"/>
              </a:spcAft>
              <a:buClr>
                <a:srgbClr val="000000"/>
              </a:buClr>
              <a:buSzPts val="2100"/>
              <a:buFont typeface="Noto Sans Symbols"/>
              <a:buChar char="−"/>
            </a:pPr>
            <a:r>
              <a:rPr b="0" i="0" lang="en-US" sz="2800" u="none">
                <a:solidFill>
                  <a:srgbClr val="0000FF"/>
                </a:solidFill>
                <a:latin typeface="Arial"/>
                <a:ea typeface="Arial"/>
                <a:cs typeface="Arial"/>
                <a:sym typeface="Arial"/>
              </a:rPr>
              <a:t>[ …] </a:t>
            </a:r>
            <a:r>
              <a:rPr b="0" i="0" lang="en-US" sz="2800" u="none">
                <a:solidFill>
                  <a:srgbClr val="000000"/>
                </a:solidFill>
                <a:latin typeface="Arial"/>
                <a:ea typeface="Arial"/>
                <a:cs typeface="Arial"/>
                <a:sym typeface="Arial"/>
              </a:rPr>
              <a:t> phần tùy chọn</a:t>
            </a:r>
            <a:endParaRPr/>
          </a:p>
          <a:p>
            <a:pPr indent="-323850" lvl="0" marL="431800" rtl="0" algn="l">
              <a:lnSpc>
                <a:spcPct val="101000"/>
              </a:lnSpc>
              <a:spcBef>
                <a:spcPts val="1100"/>
              </a:spcBef>
              <a:spcAft>
                <a:spcPts val="0"/>
              </a:spcAft>
              <a:buClr>
                <a:srgbClr val="000000"/>
              </a:buClr>
              <a:buSzPts val="1260"/>
              <a:buFont typeface="Noto Sans Symbols"/>
              <a:buChar char="●"/>
            </a:pPr>
            <a:r>
              <a:rPr b="1" i="0" lang="en-US" sz="2800" u="none">
                <a:solidFill>
                  <a:srgbClr val="FF3333"/>
                </a:solidFill>
                <a:latin typeface="Arial"/>
                <a:ea typeface="Arial"/>
                <a:cs typeface="Arial"/>
                <a:sym typeface="Arial"/>
              </a:rPr>
              <a:t>Lưu ý:</a:t>
            </a:r>
            <a:r>
              <a:rPr b="0" i="0" lang="en-US" sz="2800" u="none">
                <a:solidFill>
                  <a:srgbClr val="000000"/>
                </a:solidFill>
                <a:latin typeface="Arial"/>
                <a:ea typeface="Arial"/>
                <a:cs typeface="Arial"/>
                <a:sym typeface="Arial"/>
              </a:rPr>
              <a:t> </a:t>
            </a:r>
            <a:r>
              <a:rPr b="0" i="1" lang="en-US" sz="2800" u="none">
                <a:solidFill>
                  <a:srgbClr val="0066FF"/>
                </a:solidFill>
                <a:latin typeface="Arial"/>
                <a:ea typeface="Arial"/>
                <a:cs typeface="Arial"/>
                <a:sym typeface="Arial"/>
              </a:rPr>
              <a:t>Các câu lệnh trình bày trong phần tiếp theo có thể không thể thực thi trong 1 HQT CSDL cụ thể</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13"/>
          <p:cNvSpPr txBox="1"/>
          <p:nvPr/>
        </p:nvSpPr>
        <p:spPr>
          <a:xfrm>
            <a:off x="503237" y="6886575"/>
            <a:ext cx="2346325" cy="519112"/>
          </a:xfrm>
          <a:prstGeom prst="rect">
            <a:avLst/>
          </a:prstGeom>
          <a:noFill/>
          <a:ln>
            <a:noFill/>
          </a:ln>
        </p:spPr>
        <p:txBody>
          <a:bodyPr anchorCtr="0" anchor="t" bIns="0" lIns="0" spcFirstLastPara="1" rIns="0" wrap="square" tIns="0">
            <a:noAutofit/>
          </a:bodyPr>
          <a:lstStyle/>
          <a:p>
            <a:pPr indent="0" lvl="0" marL="0" marR="0" rtl="0" algn="l">
              <a:lnSpc>
                <a:spcPct val="93000"/>
              </a:lnSpc>
              <a:spcBef>
                <a:spcPts val="0"/>
              </a:spcBef>
              <a:spcAft>
                <a:spcPts val="0"/>
              </a:spcAft>
              <a:buClr>
                <a:srgbClr val="000000"/>
              </a:buClr>
              <a:buSzPts val="1400"/>
              <a:buFont typeface="Times New Roman"/>
              <a:buNone/>
            </a:pPr>
            <a:r>
              <a:rPr b="0" i="0" lang="en-US" sz="1400" u="none">
                <a:solidFill>
                  <a:srgbClr val="000000"/>
                </a:solidFill>
                <a:latin typeface="Times New Roman"/>
                <a:ea typeface="Times New Roman"/>
                <a:cs typeface="Times New Roman"/>
                <a:sym typeface="Times New Roman"/>
              </a:rPr>
              <a:t>*</a:t>
            </a:r>
            <a:endParaRPr/>
          </a:p>
        </p:txBody>
      </p:sp>
      <p:sp>
        <p:nvSpPr>
          <p:cNvPr id="299" name="Google Shape;299;p13"/>
          <p:cNvSpPr txBox="1"/>
          <p:nvPr/>
        </p:nvSpPr>
        <p:spPr>
          <a:xfrm>
            <a:off x="7227887" y="6886575"/>
            <a:ext cx="2346325" cy="519112"/>
          </a:xfrm>
          <a:prstGeom prst="rect">
            <a:avLst/>
          </a:prstGeom>
          <a:noFill/>
          <a:ln>
            <a:noFill/>
          </a:ln>
        </p:spPr>
        <p:txBody>
          <a:bodyPr anchorCtr="0" anchor="t"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a:solidFill>
                  <a:srgbClr val="000000"/>
                </a:solidFill>
                <a:latin typeface="Times New Roman"/>
                <a:ea typeface="Times New Roman"/>
                <a:cs typeface="Times New Roman"/>
                <a:sym typeface="Times New Roman"/>
              </a:rPr>
              <a:t>‹#›</a:t>
            </a:fld>
            <a:endParaRPr/>
          </a:p>
        </p:txBody>
      </p:sp>
      <p:sp>
        <p:nvSpPr>
          <p:cNvPr id="300" name="Google Shape;300;p13"/>
          <p:cNvSpPr txBox="1"/>
          <p:nvPr>
            <p:ph type="title"/>
          </p:nvPr>
        </p:nvSpPr>
        <p:spPr>
          <a:xfrm>
            <a:off x="503237" y="301625"/>
            <a:ext cx="9070975" cy="1262062"/>
          </a:xfrm>
          <a:prstGeom prst="rect">
            <a:avLst/>
          </a:prstGeom>
          <a:noFill/>
          <a:ln>
            <a:noFill/>
          </a:ln>
        </p:spPr>
        <p:txBody>
          <a:bodyPr anchorCtr="0" anchor="ctr" bIns="0" lIns="0" spcFirstLastPara="1" rIns="0" wrap="square" tIns="0">
            <a:noAutofit/>
          </a:bodyPr>
          <a:lstStyle/>
          <a:p>
            <a:pPr indent="0" lvl="0" marL="0" rtl="0" algn="l">
              <a:lnSpc>
                <a:spcPct val="101000"/>
              </a:lnSpc>
              <a:spcBef>
                <a:spcPts val="0"/>
              </a:spcBef>
              <a:spcAft>
                <a:spcPts val="0"/>
              </a:spcAft>
              <a:buSzPts val="3200"/>
              <a:buNone/>
            </a:pPr>
            <a:r>
              <a:rPr b="1" i="0" lang="en-US" sz="3200" u="none">
                <a:solidFill>
                  <a:srgbClr val="000000"/>
                </a:solidFill>
                <a:latin typeface="Arial"/>
                <a:ea typeface="Arial"/>
                <a:cs typeface="Arial"/>
                <a:sym typeface="Arial"/>
              </a:rPr>
              <a:t>CSDL minh họa</a:t>
            </a:r>
            <a:endParaRPr/>
          </a:p>
        </p:txBody>
      </p:sp>
      <p:sp>
        <p:nvSpPr>
          <p:cNvPr id="301" name="Google Shape;301;p13"/>
          <p:cNvSpPr txBox="1"/>
          <p:nvPr>
            <p:ph idx="1" type="body"/>
          </p:nvPr>
        </p:nvSpPr>
        <p:spPr>
          <a:xfrm>
            <a:off x="503237" y="1768475"/>
            <a:ext cx="9070975" cy="4384675"/>
          </a:xfrm>
          <a:prstGeom prst="rect">
            <a:avLst/>
          </a:prstGeom>
          <a:noFill/>
          <a:ln>
            <a:noFill/>
          </a:ln>
        </p:spPr>
        <p:txBody>
          <a:bodyPr anchorCtr="0" anchor="t" bIns="0" lIns="0" spcFirstLastPara="1" rIns="0" wrap="square" tIns="0">
            <a:noAutofit/>
          </a:bodyPr>
          <a:lstStyle/>
          <a:p>
            <a:pPr indent="-323850" lvl="0" marL="431800" rtl="0" algn="l">
              <a:lnSpc>
                <a:spcPct val="101000"/>
              </a:lnSpc>
              <a:spcBef>
                <a:spcPts val="0"/>
              </a:spcBef>
              <a:spcAft>
                <a:spcPts val="0"/>
              </a:spcAft>
              <a:buSzPts val="2700"/>
              <a:buNone/>
            </a:pPr>
            <a:r>
              <a:rPr b="0" i="0" lang="en-US" sz="2700" u="none">
                <a:solidFill>
                  <a:srgbClr val="000000"/>
                </a:solidFill>
                <a:latin typeface="Arial"/>
                <a:ea typeface="Arial"/>
                <a:cs typeface="Arial"/>
                <a:sym typeface="Arial"/>
              </a:rPr>
              <a:t>PHICONG(</a:t>
            </a:r>
            <a:r>
              <a:rPr b="0" i="0" lang="en-US" sz="2700" u="sng">
                <a:solidFill>
                  <a:srgbClr val="000000"/>
                </a:solidFill>
                <a:latin typeface="Arial"/>
                <a:ea typeface="Arial"/>
                <a:cs typeface="Arial"/>
                <a:sym typeface="Arial"/>
              </a:rPr>
              <a:t>MPC</a:t>
            </a:r>
            <a:r>
              <a:rPr b="0" i="0" lang="en-US" sz="2700" u="none">
                <a:solidFill>
                  <a:srgbClr val="000000"/>
                </a:solidFill>
                <a:latin typeface="Arial"/>
                <a:ea typeface="Arial"/>
                <a:cs typeface="Arial"/>
                <a:sym typeface="Arial"/>
              </a:rPr>
              <a:t>, hoten, dchi, </a:t>
            </a:r>
            <a:r>
              <a:rPr lang="en-US"/>
              <a:t>quocgia</a:t>
            </a:r>
            <a:r>
              <a:rPr b="0" i="0" lang="en-US" sz="2700" u="none">
                <a:solidFill>
                  <a:srgbClr val="000000"/>
                </a:solidFill>
                <a:latin typeface="Arial"/>
                <a:ea typeface="Arial"/>
                <a:cs typeface="Arial"/>
                <a:sym typeface="Arial"/>
              </a:rPr>
              <a:t>)</a:t>
            </a:r>
            <a:endParaRPr/>
          </a:p>
          <a:p>
            <a:pPr indent="-323850" lvl="0" marL="431800" rtl="0" algn="l">
              <a:lnSpc>
                <a:spcPct val="101000"/>
              </a:lnSpc>
              <a:spcBef>
                <a:spcPts val="1400"/>
              </a:spcBef>
              <a:spcAft>
                <a:spcPts val="0"/>
              </a:spcAft>
              <a:buSzPts val="2700"/>
              <a:buNone/>
            </a:pPr>
            <a:r>
              <a:rPr b="0" i="0" lang="en-US" sz="2700" u="none">
                <a:solidFill>
                  <a:srgbClr val="000000"/>
                </a:solidFill>
                <a:latin typeface="Arial"/>
                <a:ea typeface="Arial"/>
                <a:cs typeface="Arial"/>
                <a:sym typeface="Arial"/>
              </a:rPr>
              <a:t>CONGTY (</a:t>
            </a:r>
            <a:r>
              <a:rPr b="0" i="0" lang="en-US" sz="2700" u="sng">
                <a:solidFill>
                  <a:srgbClr val="000000"/>
                </a:solidFill>
                <a:latin typeface="Arial"/>
                <a:ea typeface="Arial"/>
                <a:cs typeface="Arial"/>
                <a:sym typeface="Arial"/>
              </a:rPr>
              <a:t>MCT</a:t>
            </a:r>
            <a:r>
              <a:rPr b="0" i="0" lang="en-US" sz="2700" u="none">
                <a:solidFill>
                  <a:srgbClr val="000000"/>
                </a:solidFill>
                <a:latin typeface="Arial"/>
                <a:ea typeface="Arial"/>
                <a:cs typeface="Arial"/>
                <a:sym typeface="Arial"/>
              </a:rPr>
              <a:t>, tencty, </a:t>
            </a:r>
            <a:r>
              <a:rPr lang="en-US"/>
              <a:t>quocgia</a:t>
            </a:r>
            <a:r>
              <a:rPr b="0" i="0" lang="en-US" sz="2700" u="none">
                <a:solidFill>
                  <a:srgbClr val="000000"/>
                </a:solidFill>
                <a:latin typeface="Arial"/>
                <a:ea typeface="Arial"/>
                <a:cs typeface="Arial"/>
                <a:sym typeface="Arial"/>
              </a:rPr>
              <a:t>)</a:t>
            </a:r>
            <a:endParaRPr/>
          </a:p>
          <a:p>
            <a:pPr indent="-323850" lvl="0" marL="431800" rtl="0" algn="l">
              <a:lnSpc>
                <a:spcPct val="101000"/>
              </a:lnSpc>
              <a:spcBef>
                <a:spcPts val="1400"/>
              </a:spcBef>
              <a:spcAft>
                <a:spcPts val="0"/>
              </a:spcAft>
              <a:buSzPts val="2700"/>
              <a:buNone/>
            </a:pPr>
            <a:r>
              <a:rPr b="0" i="0" lang="en-US" sz="2700" u="none">
                <a:solidFill>
                  <a:srgbClr val="000000"/>
                </a:solidFill>
                <a:latin typeface="Arial"/>
                <a:ea typeface="Arial"/>
                <a:cs typeface="Arial"/>
                <a:sym typeface="Arial"/>
              </a:rPr>
              <a:t>LOAIMAYBAY(</a:t>
            </a:r>
            <a:r>
              <a:rPr b="0" i="0" lang="en-US" sz="2700" u="sng">
                <a:solidFill>
                  <a:srgbClr val="000000"/>
                </a:solidFill>
                <a:latin typeface="Arial"/>
                <a:ea typeface="Arial"/>
                <a:cs typeface="Arial"/>
                <a:sym typeface="Arial"/>
              </a:rPr>
              <a:t>loai</a:t>
            </a:r>
            <a:r>
              <a:rPr b="0" i="0" lang="en-US" sz="2700" u="none">
                <a:solidFill>
                  <a:srgbClr val="000000"/>
                </a:solidFill>
                <a:latin typeface="Arial"/>
                <a:ea typeface="Arial"/>
                <a:cs typeface="Arial"/>
                <a:sym typeface="Arial"/>
              </a:rPr>
              <a:t>, NSX, socho)</a:t>
            </a:r>
            <a:endParaRPr/>
          </a:p>
          <a:p>
            <a:pPr indent="-323850" lvl="0" marL="431800" rtl="0" algn="l">
              <a:lnSpc>
                <a:spcPct val="101000"/>
              </a:lnSpc>
              <a:spcBef>
                <a:spcPts val="1400"/>
              </a:spcBef>
              <a:spcAft>
                <a:spcPts val="0"/>
              </a:spcAft>
              <a:buSzPts val="2700"/>
              <a:buNone/>
            </a:pPr>
            <a:r>
              <a:rPr b="0" i="0" lang="en-US" sz="2700" u="none">
                <a:solidFill>
                  <a:srgbClr val="000000"/>
                </a:solidFill>
                <a:latin typeface="Arial"/>
                <a:ea typeface="Arial"/>
                <a:cs typeface="Arial"/>
                <a:sym typeface="Arial"/>
              </a:rPr>
              <a:t>MAYBAY(</a:t>
            </a:r>
            <a:r>
              <a:rPr b="0" i="0" lang="en-US" sz="2700" u="sng">
                <a:solidFill>
                  <a:srgbClr val="000000"/>
                </a:solidFill>
                <a:latin typeface="Arial"/>
                <a:ea typeface="Arial"/>
                <a:cs typeface="Arial"/>
                <a:sym typeface="Arial"/>
              </a:rPr>
              <a:t>MMB</a:t>
            </a:r>
            <a:r>
              <a:rPr b="0" i="0" lang="en-US" sz="2700" u="none">
                <a:solidFill>
                  <a:srgbClr val="000000"/>
                </a:solidFill>
                <a:latin typeface="Arial"/>
                <a:ea typeface="Arial"/>
                <a:cs typeface="Arial"/>
                <a:sym typeface="Arial"/>
              </a:rPr>
              <a:t>, </a:t>
            </a:r>
            <a:r>
              <a:rPr b="0" i="1" lang="en-US" sz="2700" u="none">
                <a:solidFill>
                  <a:srgbClr val="000000"/>
                </a:solidFill>
                <a:latin typeface="Arial"/>
                <a:ea typeface="Arial"/>
                <a:cs typeface="Arial"/>
                <a:sym typeface="Arial"/>
              </a:rPr>
              <a:t>loai</a:t>
            </a:r>
            <a:r>
              <a:rPr b="0" i="0" lang="en-US" sz="2700" u="none">
                <a:solidFill>
                  <a:srgbClr val="000000"/>
                </a:solidFill>
                <a:latin typeface="Arial"/>
                <a:ea typeface="Arial"/>
                <a:cs typeface="Arial"/>
                <a:sym typeface="Arial"/>
              </a:rPr>
              <a:t>, </a:t>
            </a:r>
            <a:r>
              <a:rPr b="0" i="1" lang="en-US" sz="2700" u="none">
                <a:solidFill>
                  <a:srgbClr val="000000"/>
                </a:solidFill>
                <a:latin typeface="Arial"/>
                <a:ea typeface="Arial"/>
                <a:cs typeface="Arial"/>
                <a:sym typeface="Arial"/>
              </a:rPr>
              <a:t>MCT</a:t>
            </a:r>
            <a:r>
              <a:rPr b="0" i="0" lang="en-US" sz="2700" u="none">
                <a:solidFill>
                  <a:srgbClr val="000000"/>
                </a:solidFill>
                <a:latin typeface="Arial"/>
                <a:ea typeface="Arial"/>
                <a:cs typeface="Arial"/>
                <a:sym typeface="Arial"/>
              </a:rPr>
              <a:t>)</a:t>
            </a:r>
            <a:endParaRPr/>
          </a:p>
          <a:p>
            <a:pPr indent="-323850" lvl="0" marL="431800" rtl="0" algn="l">
              <a:lnSpc>
                <a:spcPct val="101000"/>
              </a:lnSpc>
              <a:spcBef>
                <a:spcPts val="1400"/>
              </a:spcBef>
              <a:spcAft>
                <a:spcPts val="0"/>
              </a:spcAft>
              <a:buSzPts val="2700"/>
              <a:buNone/>
            </a:pPr>
            <a:r>
              <a:rPr b="0" i="0" lang="en-US" sz="2700" u="none">
                <a:solidFill>
                  <a:srgbClr val="000000"/>
                </a:solidFill>
                <a:latin typeface="Arial"/>
                <a:ea typeface="Arial"/>
                <a:cs typeface="Arial"/>
                <a:sym typeface="Arial"/>
              </a:rPr>
              <a:t>CHUYENBAY(</a:t>
            </a:r>
            <a:r>
              <a:rPr b="0" i="0" lang="en-US" sz="2700" u="sng">
                <a:solidFill>
                  <a:srgbClr val="000000"/>
                </a:solidFill>
                <a:latin typeface="Arial"/>
                <a:ea typeface="Arial"/>
                <a:cs typeface="Arial"/>
                <a:sym typeface="Arial"/>
              </a:rPr>
              <a:t>SOCB, ngaybay</a:t>
            </a:r>
            <a:r>
              <a:rPr b="0" i="0" lang="en-US" sz="2700" u="none">
                <a:solidFill>
                  <a:srgbClr val="000000"/>
                </a:solidFill>
                <a:latin typeface="Arial"/>
                <a:ea typeface="Arial"/>
                <a:cs typeface="Arial"/>
                <a:sym typeface="Arial"/>
              </a:rPr>
              <a:t>, </a:t>
            </a:r>
            <a:r>
              <a:rPr b="0" i="1" lang="en-US" sz="2700" u="none">
                <a:solidFill>
                  <a:srgbClr val="000000"/>
                </a:solidFill>
                <a:latin typeface="Arial"/>
                <a:ea typeface="Arial"/>
                <a:cs typeface="Arial"/>
                <a:sym typeface="Arial"/>
              </a:rPr>
              <a:t>MPC, MMB</a:t>
            </a:r>
            <a:r>
              <a:rPr b="0" i="0" lang="en-US" sz="2700" u="none">
                <a:solidFill>
                  <a:srgbClr val="000000"/>
                </a:solidFill>
                <a:latin typeface="Arial"/>
                <a:ea typeface="Arial"/>
                <a:cs typeface="Arial"/>
                <a:sym typeface="Arial"/>
              </a:rPr>
              <a:t>, noidi, noiden, khoangcach, giodi, gioden)</a:t>
            </a:r>
            <a:endParaRPr/>
          </a:p>
          <a:p>
            <a:pPr indent="-323850" lvl="0" marL="431800" rtl="0" algn="l">
              <a:lnSpc>
                <a:spcPct val="101000"/>
              </a:lnSpc>
              <a:spcBef>
                <a:spcPts val="1400"/>
              </a:spcBef>
              <a:spcAft>
                <a:spcPts val="0"/>
              </a:spcAft>
              <a:buSzPts val="2700"/>
              <a:buNone/>
            </a:pPr>
            <a:r>
              <a:rPr b="0" i="0" lang="en-US" sz="2700" u="none">
                <a:solidFill>
                  <a:srgbClr val="000000"/>
                </a:solidFill>
                <a:latin typeface="Arial"/>
                <a:ea typeface="Arial"/>
                <a:cs typeface="Arial"/>
                <a:sym typeface="Arial"/>
              </a:rPr>
              <a:t>LAMVIEC(</a:t>
            </a:r>
            <a:r>
              <a:rPr b="0" i="1" lang="en-US" sz="2700" u="sng">
                <a:solidFill>
                  <a:srgbClr val="000000"/>
                </a:solidFill>
                <a:latin typeface="Arial"/>
                <a:ea typeface="Arial"/>
                <a:cs typeface="Arial"/>
                <a:sym typeface="Arial"/>
              </a:rPr>
              <a:t>MPC, MCT,</a:t>
            </a:r>
            <a:r>
              <a:rPr b="0" i="0" lang="en-US" sz="2700" u="sng">
                <a:solidFill>
                  <a:srgbClr val="000000"/>
                </a:solidFill>
                <a:latin typeface="Arial"/>
                <a:ea typeface="Arial"/>
                <a:cs typeface="Arial"/>
                <a:sym typeface="Arial"/>
              </a:rPr>
              <a:t> ngayBD</a:t>
            </a:r>
            <a:r>
              <a:rPr b="0" i="0" lang="en-US" sz="2700" u="none">
                <a:solidFill>
                  <a:srgbClr val="000000"/>
                </a:solidFill>
                <a:latin typeface="Arial"/>
                <a:ea typeface="Arial"/>
                <a:cs typeface="Arial"/>
                <a:sym typeface="Arial"/>
              </a:rPr>
              <a:t>, songay)</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14"/>
          <p:cNvSpPr txBox="1"/>
          <p:nvPr/>
        </p:nvSpPr>
        <p:spPr>
          <a:xfrm>
            <a:off x="503237" y="6886575"/>
            <a:ext cx="2346325" cy="519112"/>
          </a:xfrm>
          <a:prstGeom prst="rect">
            <a:avLst/>
          </a:prstGeom>
          <a:noFill/>
          <a:ln>
            <a:noFill/>
          </a:ln>
        </p:spPr>
        <p:txBody>
          <a:bodyPr anchorCtr="0" anchor="t" bIns="0" lIns="0" spcFirstLastPara="1" rIns="0" wrap="square" tIns="0">
            <a:noAutofit/>
          </a:bodyPr>
          <a:lstStyle/>
          <a:p>
            <a:pPr indent="0" lvl="0" marL="0" marR="0" rtl="0" algn="l">
              <a:lnSpc>
                <a:spcPct val="93000"/>
              </a:lnSpc>
              <a:spcBef>
                <a:spcPts val="0"/>
              </a:spcBef>
              <a:spcAft>
                <a:spcPts val="0"/>
              </a:spcAft>
              <a:buClr>
                <a:srgbClr val="000000"/>
              </a:buClr>
              <a:buSzPts val="1400"/>
              <a:buFont typeface="Times New Roman"/>
              <a:buNone/>
            </a:pPr>
            <a:r>
              <a:rPr b="0" i="0" lang="en-US" sz="1400" u="none">
                <a:solidFill>
                  <a:srgbClr val="000000"/>
                </a:solidFill>
                <a:latin typeface="Times New Roman"/>
                <a:ea typeface="Times New Roman"/>
                <a:cs typeface="Times New Roman"/>
                <a:sym typeface="Times New Roman"/>
              </a:rPr>
              <a:t>*</a:t>
            </a:r>
            <a:endParaRPr/>
          </a:p>
        </p:txBody>
      </p:sp>
      <p:sp>
        <p:nvSpPr>
          <p:cNvPr id="308" name="Google Shape;308;p14"/>
          <p:cNvSpPr txBox="1"/>
          <p:nvPr/>
        </p:nvSpPr>
        <p:spPr>
          <a:xfrm>
            <a:off x="7227887" y="6886575"/>
            <a:ext cx="2346325" cy="519112"/>
          </a:xfrm>
          <a:prstGeom prst="rect">
            <a:avLst/>
          </a:prstGeom>
          <a:noFill/>
          <a:ln>
            <a:noFill/>
          </a:ln>
        </p:spPr>
        <p:txBody>
          <a:bodyPr anchorCtr="0" anchor="t"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a:solidFill>
                  <a:srgbClr val="000000"/>
                </a:solidFill>
                <a:latin typeface="Times New Roman"/>
                <a:ea typeface="Times New Roman"/>
                <a:cs typeface="Times New Roman"/>
                <a:sym typeface="Times New Roman"/>
              </a:rPr>
              <a:t>‹#›</a:t>
            </a:fld>
            <a:endParaRPr/>
          </a:p>
        </p:txBody>
      </p:sp>
      <p:sp>
        <p:nvSpPr>
          <p:cNvPr id="309" name="Google Shape;309;p14"/>
          <p:cNvSpPr txBox="1"/>
          <p:nvPr>
            <p:ph type="title"/>
          </p:nvPr>
        </p:nvSpPr>
        <p:spPr>
          <a:xfrm>
            <a:off x="503237" y="301625"/>
            <a:ext cx="9070975" cy="1262062"/>
          </a:xfrm>
          <a:prstGeom prst="rect">
            <a:avLst/>
          </a:prstGeom>
          <a:noFill/>
          <a:ln>
            <a:noFill/>
          </a:ln>
        </p:spPr>
        <p:txBody>
          <a:bodyPr anchorCtr="0" anchor="ctr" bIns="0" lIns="0" spcFirstLastPara="1" rIns="0" wrap="square" tIns="0">
            <a:noAutofit/>
          </a:bodyPr>
          <a:lstStyle/>
          <a:p>
            <a:pPr indent="0" lvl="0" marL="0" rtl="0" algn="l">
              <a:lnSpc>
                <a:spcPct val="101000"/>
              </a:lnSpc>
              <a:spcBef>
                <a:spcPts val="0"/>
              </a:spcBef>
              <a:spcAft>
                <a:spcPts val="0"/>
              </a:spcAft>
              <a:buSzPts val="3200"/>
              <a:buNone/>
            </a:pPr>
            <a:r>
              <a:rPr b="1" i="0" lang="en-US" sz="3200" u="none">
                <a:solidFill>
                  <a:srgbClr val="000000"/>
                </a:solidFill>
                <a:latin typeface="Arial"/>
                <a:ea typeface="Arial"/>
                <a:cs typeface="Arial"/>
                <a:sym typeface="Arial"/>
              </a:rPr>
              <a:t>Nội dung</a:t>
            </a:r>
            <a:endParaRPr/>
          </a:p>
        </p:txBody>
      </p:sp>
      <p:sp>
        <p:nvSpPr>
          <p:cNvPr id="310" name="Google Shape;310;p14"/>
          <p:cNvSpPr txBox="1"/>
          <p:nvPr>
            <p:ph idx="1" type="body"/>
          </p:nvPr>
        </p:nvSpPr>
        <p:spPr>
          <a:xfrm>
            <a:off x="503237" y="1768475"/>
            <a:ext cx="9070975" cy="4384675"/>
          </a:xfrm>
          <a:prstGeom prst="rect">
            <a:avLst/>
          </a:prstGeom>
          <a:noFill/>
          <a:ln>
            <a:noFill/>
          </a:ln>
        </p:spPr>
        <p:txBody>
          <a:bodyPr anchorCtr="0" anchor="t" bIns="0" lIns="0" spcFirstLastPara="1" rIns="0" wrap="square" tIns="0">
            <a:noAutofit/>
          </a:bodyPr>
          <a:lstStyle/>
          <a:p>
            <a:pPr indent="-323850" lvl="0" marL="431800" rtl="0" algn="l">
              <a:lnSpc>
                <a:spcPct val="101000"/>
              </a:lnSpc>
              <a:spcBef>
                <a:spcPts val="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Giới thiệu ngôn ngữ hỏi SQL</a:t>
            </a:r>
            <a:endParaRPr/>
          </a:p>
          <a:p>
            <a:pPr indent="-323850" lvl="0" marL="431800" rtl="0" algn="l">
              <a:lnSpc>
                <a:spcPct val="101000"/>
              </a:lnSpc>
              <a:spcBef>
                <a:spcPts val="1400"/>
              </a:spcBef>
              <a:spcAft>
                <a:spcPts val="0"/>
              </a:spcAft>
              <a:buClr>
                <a:srgbClr val="000000"/>
              </a:buClr>
              <a:buSzPts val="1215"/>
              <a:buFont typeface="Noto Sans Symbols"/>
              <a:buChar char="●"/>
            </a:pPr>
            <a:r>
              <a:rPr b="0" i="0" lang="en-US" sz="2700" u="none">
                <a:solidFill>
                  <a:srgbClr val="579D1C"/>
                </a:solidFill>
                <a:latin typeface="Arial"/>
                <a:ea typeface="Arial"/>
                <a:cs typeface="Arial"/>
                <a:sym typeface="Arial"/>
              </a:rPr>
              <a:t>Các lệnh SQL căn bản</a:t>
            </a:r>
            <a:endParaRPr/>
          </a:p>
          <a:p>
            <a:pPr indent="-323850" lvl="0" marL="431800" rtl="0" algn="l">
              <a:lnSpc>
                <a:spcPct val="101000"/>
              </a:lnSpc>
              <a:spcBef>
                <a:spcPts val="140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Các lệnh SQL nâng cao</a:t>
            </a:r>
            <a:endParaRPr/>
          </a:p>
          <a:p>
            <a:pPr indent="-323850" lvl="0" marL="431800" rtl="0" algn="l">
              <a:lnSpc>
                <a:spcPct val="101000"/>
              </a:lnSpc>
              <a:spcBef>
                <a:spcPts val="1400"/>
              </a:spcBef>
              <a:spcAft>
                <a:spcPts val="0"/>
              </a:spcAft>
              <a:buSzPts val="2700"/>
              <a:buNone/>
            </a:pPr>
            <a:r>
              <a:t/>
            </a:r>
            <a:endParaRPr b="0" i="0" sz="2700" u="none">
              <a:solidFill>
                <a:srgbClr val="000000"/>
              </a:solidFill>
              <a:latin typeface="Arial"/>
              <a:ea typeface="Arial"/>
              <a:cs typeface="Arial"/>
              <a:sym typeface="Arial"/>
            </a:endParaRPr>
          </a:p>
          <a:p>
            <a:pPr indent="-323850" lvl="0" marL="431800" rtl="0" algn="l">
              <a:lnSpc>
                <a:spcPct val="101000"/>
              </a:lnSpc>
              <a:spcBef>
                <a:spcPts val="1400"/>
              </a:spcBef>
              <a:spcAft>
                <a:spcPts val="0"/>
              </a:spcAft>
              <a:buSzPts val="2700"/>
              <a:buNone/>
            </a:pPr>
            <a:r>
              <a:t/>
            </a:r>
            <a:endParaRPr b="0" i="0" sz="2700" u="none">
              <a:solidFill>
                <a:srgbClr val="000000"/>
              </a:solidFill>
              <a:latin typeface="Arial"/>
              <a:ea typeface="Arial"/>
              <a:cs typeface="Arial"/>
              <a:sym typeface="Arial"/>
            </a:endParaRPr>
          </a:p>
          <a:p>
            <a:pPr indent="-323850" lvl="0" marL="431800" rtl="0" algn="l">
              <a:lnSpc>
                <a:spcPct val="101000"/>
              </a:lnSpc>
              <a:spcBef>
                <a:spcPts val="1400"/>
              </a:spcBef>
              <a:spcAft>
                <a:spcPts val="0"/>
              </a:spcAft>
              <a:buSzPts val="2700"/>
              <a:buNone/>
            </a:pPr>
            <a:r>
              <a:t/>
            </a:r>
            <a:endParaRPr b="0" i="0" sz="2700" u="none">
              <a:solidFill>
                <a:srgbClr val="000000"/>
              </a:solidFill>
              <a:latin typeface="Arial"/>
              <a:ea typeface="Arial"/>
              <a:cs typeface="Arial"/>
              <a:sym typeface="Arial"/>
            </a:endParaRPr>
          </a:p>
          <a:p>
            <a:pPr indent="-342900" lvl="0" marL="342900" rtl="0" algn="l">
              <a:lnSpc>
                <a:spcPct val="101000"/>
              </a:lnSpc>
              <a:spcBef>
                <a:spcPts val="1400"/>
              </a:spcBef>
              <a:spcAft>
                <a:spcPts val="0"/>
              </a:spcAft>
              <a:buNone/>
            </a:pPr>
            <a:r>
              <a:t/>
            </a:r>
            <a:endParaRPr b="0" i="0" sz="2700" u="non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15"/>
          <p:cNvSpPr txBox="1"/>
          <p:nvPr/>
        </p:nvSpPr>
        <p:spPr>
          <a:xfrm>
            <a:off x="503237" y="6886575"/>
            <a:ext cx="2346325" cy="519112"/>
          </a:xfrm>
          <a:prstGeom prst="rect">
            <a:avLst/>
          </a:prstGeom>
          <a:noFill/>
          <a:ln>
            <a:noFill/>
          </a:ln>
        </p:spPr>
        <p:txBody>
          <a:bodyPr anchorCtr="0" anchor="t" bIns="0" lIns="0" spcFirstLastPara="1" rIns="0" wrap="square" tIns="0">
            <a:noAutofit/>
          </a:bodyPr>
          <a:lstStyle/>
          <a:p>
            <a:pPr indent="0" lvl="0" marL="0" marR="0" rtl="0" algn="l">
              <a:lnSpc>
                <a:spcPct val="93000"/>
              </a:lnSpc>
              <a:spcBef>
                <a:spcPts val="0"/>
              </a:spcBef>
              <a:spcAft>
                <a:spcPts val="0"/>
              </a:spcAft>
              <a:buClr>
                <a:srgbClr val="000000"/>
              </a:buClr>
              <a:buSzPts val="1400"/>
              <a:buFont typeface="Times New Roman"/>
              <a:buNone/>
            </a:pPr>
            <a:r>
              <a:rPr b="0" i="0" lang="en-US" sz="1400" u="none">
                <a:solidFill>
                  <a:srgbClr val="000000"/>
                </a:solidFill>
                <a:latin typeface="Times New Roman"/>
                <a:ea typeface="Times New Roman"/>
                <a:cs typeface="Times New Roman"/>
                <a:sym typeface="Times New Roman"/>
              </a:rPr>
              <a:t>*</a:t>
            </a:r>
            <a:endParaRPr/>
          </a:p>
        </p:txBody>
      </p:sp>
      <p:sp>
        <p:nvSpPr>
          <p:cNvPr id="317" name="Google Shape;317;p15"/>
          <p:cNvSpPr txBox="1"/>
          <p:nvPr/>
        </p:nvSpPr>
        <p:spPr>
          <a:xfrm>
            <a:off x="7227887" y="6886575"/>
            <a:ext cx="2346325" cy="519112"/>
          </a:xfrm>
          <a:prstGeom prst="rect">
            <a:avLst/>
          </a:prstGeom>
          <a:noFill/>
          <a:ln>
            <a:noFill/>
          </a:ln>
        </p:spPr>
        <p:txBody>
          <a:bodyPr anchorCtr="0" anchor="t"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a:solidFill>
                  <a:srgbClr val="000000"/>
                </a:solidFill>
                <a:latin typeface="Times New Roman"/>
                <a:ea typeface="Times New Roman"/>
                <a:cs typeface="Times New Roman"/>
                <a:sym typeface="Times New Roman"/>
              </a:rPr>
              <a:t>‹#›</a:t>
            </a:fld>
            <a:endParaRPr/>
          </a:p>
        </p:txBody>
      </p:sp>
      <p:sp>
        <p:nvSpPr>
          <p:cNvPr id="318" name="Google Shape;318;p15"/>
          <p:cNvSpPr txBox="1"/>
          <p:nvPr>
            <p:ph type="title"/>
          </p:nvPr>
        </p:nvSpPr>
        <p:spPr>
          <a:xfrm>
            <a:off x="503237" y="301625"/>
            <a:ext cx="9070975" cy="1262062"/>
          </a:xfrm>
          <a:prstGeom prst="rect">
            <a:avLst/>
          </a:prstGeom>
          <a:noFill/>
          <a:ln>
            <a:noFill/>
          </a:ln>
        </p:spPr>
        <p:txBody>
          <a:bodyPr anchorCtr="0" anchor="ctr" bIns="0" lIns="0" spcFirstLastPara="1" rIns="0" wrap="square" tIns="0">
            <a:noAutofit/>
          </a:bodyPr>
          <a:lstStyle/>
          <a:p>
            <a:pPr indent="0" lvl="0" marL="0" rtl="0" algn="l">
              <a:lnSpc>
                <a:spcPct val="101000"/>
              </a:lnSpc>
              <a:spcBef>
                <a:spcPts val="0"/>
              </a:spcBef>
              <a:spcAft>
                <a:spcPts val="0"/>
              </a:spcAft>
              <a:buNone/>
            </a:pPr>
            <a:r>
              <a:t/>
            </a:r>
            <a:endParaRPr b="1" sz="3200">
              <a:solidFill>
                <a:srgbClr val="000000"/>
              </a:solidFill>
              <a:latin typeface="Arial"/>
              <a:ea typeface="Arial"/>
              <a:cs typeface="Arial"/>
              <a:sym typeface="Arial"/>
            </a:endParaRPr>
          </a:p>
        </p:txBody>
      </p:sp>
      <p:sp>
        <p:nvSpPr>
          <p:cNvPr id="319" name="Google Shape;319;p15"/>
          <p:cNvSpPr txBox="1"/>
          <p:nvPr>
            <p:ph idx="1" type="body"/>
          </p:nvPr>
        </p:nvSpPr>
        <p:spPr>
          <a:xfrm>
            <a:off x="503237" y="1768475"/>
            <a:ext cx="9070975" cy="4384675"/>
          </a:xfrm>
          <a:prstGeom prst="rect">
            <a:avLst/>
          </a:prstGeom>
          <a:noFill/>
          <a:ln>
            <a:noFill/>
          </a:ln>
        </p:spPr>
        <p:txBody>
          <a:bodyPr anchorCtr="0" anchor="t" bIns="0" lIns="0" spcFirstLastPara="1" rIns="0" wrap="square" tIns="0">
            <a:noAutofit/>
          </a:bodyPr>
          <a:lstStyle/>
          <a:p>
            <a:pPr indent="-342900" lvl="0" marL="342900" rtl="0" algn="l">
              <a:lnSpc>
                <a:spcPct val="101000"/>
              </a:lnSpc>
              <a:spcBef>
                <a:spcPts val="0"/>
              </a:spcBef>
              <a:spcAft>
                <a:spcPts val="0"/>
              </a:spcAft>
              <a:buNone/>
            </a:pPr>
            <a:r>
              <a:t/>
            </a:r>
            <a:endParaRPr sz="2700">
              <a:solidFill>
                <a:srgbClr val="000000"/>
              </a:solidFill>
              <a:latin typeface="Arial"/>
              <a:ea typeface="Arial"/>
              <a:cs typeface="Arial"/>
              <a:sym typeface="Arial"/>
            </a:endParaRPr>
          </a:p>
        </p:txBody>
      </p:sp>
      <p:pic>
        <p:nvPicPr>
          <p:cNvPr id="320" name="Google Shape;320;p15"/>
          <p:cNvPicPr preferRelativeResize="0"/>
          <p:nvPr/>
        </p:nvPicPr>
        <p:blipFill rotWithShape="1">
          <a:blip r:embed="rId3">
            <a:alphaModFix/>
          </a:blip>
          <a:srcRect b="0" l="0" r="0" t="0"/>
          <a:stretch/>
        </p:blipFill>
        <p:spPr>
          <a:xfrm>
            <a:off x="3816350" y="4248150"/>
            <a:ext cx="1944688" cy="1970088"/>
          </a:xfrm>
          <a:prstGeom prst="rect">
            <a:avLst/>
          </a:prstGeom>
          <a:noFill/>
          <a:ln>
            <a:noFill/>
          </a:ln>
        </p:spPr>
      </p:pic>
      <p:sp>
        <p:nvSpPr>
          <p:cNvPr id="321" name="Google Shape;321;p15"/>
          <p:cNvSpPr txBox="1"/>
          <p:nvPr/>
        </p:nvSpPr>
        <p:spPr>
          <a:xfrm>
            <a:off x="2190750" y="2925762"/>
            <a:ext cx="5273675" cy="1127125"/>
          </a:xfrm>
          <a:prstGeom prst="rect">
            <a:avLst/>
          </a:prstGeom>
          <a:noFill/>
          <a:ln>
            <a:noFill/>
          </a:ln>
        </p:spPr>
        <p:txBody>
          <a:bodyPr anchorCtr="0" anchor="t" bIns="45000" lIns="90000" spcFirstLastPara="1" rIns="90000" wrap="square" tIns="69875">
            <a:noAutofit/>
          </a:bodyPr>
          <a:lstStyle/>
          <a:p>
            <a:pPr indent="-323850" lvl="0" marL="431800" marR="0" rtl="0" algn="ctr">
              <a:lnSpc>
                <a:spcPct val="93000"/>
              </a:lnSpc>
              <a:spcBef>
                <a:spcPts val="0"/>
              </a:spcBef>
              <a:spcAft>
                <a:spcPts val="0"/>
              </a:spcAft>
              <a:buClr>
                <a:srgbClr val="990000"/>
              </a:buClr>
              <a:buSzPts val="2800"/>
              <a:buFont typeface="Arial"/>
              <a:buNone/>
            </a:pPr>
            <a:r>
              <a:rPr b="0" i="0" lang="en-US" sz="2800" u="none">
                <a:solidFill>
                  <a:srgbClr val="990000"/>
                </a:solidFill>
                <a:latin typeface="Arial"/>
                <a:ea typeface="Arial"/>
                <a:cs typeface="Arial"/>
                <a:sym typeface="Arial"/>
              </a:rPr>
              <a:t>SQL</a:t>
            </a:r>
            <a:endParaRPr/>
          </a:p>
          <a:p>
            <a:pPr indent="-323850" lvl="0" marL="431800" marR="0" rtl="0" algn="ctr">
              <a:lnSpc>
                <a:spcPct val="93000"/>
              </a:lnSpc>
              <a:spcBef>
                <a:spcPts val="0"/>
              </a:spcBef>
              <a:spcAft>
                <a:spcPts val="0"/>
              </a:spcAft>
              <a:buClr>
                <a:srgbClr val="000000"/>
              </a:buClr>
              <a:buSzPts val="2800"/>
              <a:buFont typeface="Arial"/>
              <a:buNone/>
            </a:pPr>
            <a:r>
              <a:rPr b="1" i="0" lang="en-US" sz="2800" u="none">
                <a:solidFill>
                  <a:srgbClr val="000000"/>
                </a:solidFill>
                <a:latin typeface="Arial"/>
                <a:ea typeface="Arial"/>
                <a:cs typeface="Arial"/>
                <a:sym typeface="Arial"/>
              </a:rPr>
              <a:t>Data Definition Language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16"/>
          <p:cNvSpPr txBox="1"/>
          <p:nvPr/>
        </p:nvSpPr>
        <p:spPr>
          <a:xfrm>
            <a:off x="503237" y="6886575"/>
            <a:ext cx="2346325" cy="519112"/>
          </a:xfrm>
          <a:prstGeom prst="rect">
            <a:avLst/>
          </a:prstGeom>
          <a:noFill/>
          <a:ln>
            <a:noFill/>
          </a:ln>
        </p:spPr>
        <p:txBody>
          <a:bodyPr anchorCtr="0" anchor="t" bIns="0" lIns="0" spcFirstLastPara="1" rIns="0" wrap="square" tIns="0">
            <a:noAutofit/>
          </a:bodyPr>
          <a:lstStyle/>
          <a:p>
            <a:pPr indent="0" lvl="0" marL="0" marR="0" rtl="0" algn="l">
              <a:lnSpc>
                <a:spcPct val="93000"/>
              </a:lnSpc>
              <a:spcBef>
                <a:spcPts val="0"/>
              </a:spcBef>
              <a:spcAft>
                <a:spcPts val="0"/>
              </a:spcAft>
              <a:buClr>
                <a:srgbClr val="000000"/>
              </a:buClr>
              <a:buSzPts val="1400"/>
              <a:buFont typeface="Times New Roman"/>
              <a:buNone/>
            </a:pPr>
            <a:r>
              <a:rPr b="0" i="0" lang="en-US" sz="1400" u="none">
                <a:solidFill>
                  <a:srgbClr val="000000"/>
                </a:solidFill>
                <a:latin typeface="Times New Roman"/>
                <a:ea typeface="Times New Roman"/>
                <a:cs typeface="Times New Roman"/>
                <a:sym typeface="Times New Roman"/>
              </a:rPr>
              <a:t>*</a:t>
            </a:r>
            <a:endParaRPr/>
          </a:p>
        </p:txBody>
      </p:sp>
      <p:sp>
        <p:nvSpPr>
          <p:cNvPr id="328" name="Google Shape;328;p16"/>
          <p:cNvSpPr txBox="1"/>
          <p:nvPr/>
        </p:nvSpPr>
        <p:spPr>
          <a:xfrm>
            <a:off x="7227887" y="6886575"/>
            <a:ext cx="2346325" cy="519112"/>
          </a:xfrm>
          <a:prstGeom prst="rect">
            <a:avLst/>
          </a:prstGeom>
          <a:noFill/>
          <a:ln>
            <a:noFill/>
          </a:ln>
        </p:spPr>
        <p:txBody>
          <a:bodyPr anchorCtr="0" anchor="t"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a:solidFill>
                  <a:srgbClr val="000000"/>
                </a:solidFill>
                <a:latin typeface="Times New Roman"/>
                <a:ea typeface="Times New Roman"/>
                <a:cs typeface="Times New Roman"/>
                <a:sym typeface="Times New Roman"/>
              </a:rPr>
              <a:t>‹#›</a:t>
            </a:fld>
            <a:endParaRPr/>
          </a:p>
        </p:txBody>
      </p:sp>
      <p:sp>
        <p:nvSpPr>
          <p:cNvPr id="329" name="Google Shape;329;p16"/>
          <p:cNvSpPr txBox="1"/>
          <p:nvPr>
            <p:ph type="title"/>
          </p:nvPr>
        </p:nvSpPr>
        <p:spPr>
          <a:xfrm>
            <a:off x="503237" y="301625"/>
            <a:ext cx="9070975" cy="1262062"/>
          </a:xfrm>
          <a:prstGeom prst="rect">
            <a:avLst/>
          </a:prstGeom>
          <a:noFill/>
          <a:ln>
            <a:noFill/>
          </a:ln>
        </p:spPr>
        <p:txBody>
          <a:bodyPr anchorCtr="0" anchor="ctr" bIns="0" lIns="0" spcFirstLastPara="1" rIns="0" wrap="square" tIns="0">
            <a:noAutofit/>
          </a:bodyPr>
          <a:lstStyle/>
          <a:p>
            <a:pPr indent="0" lvl="0" marL="0" rtl="0" algn="l">
              <a:lnSpc>
                <a:spcPct val="101000"/>
              </a:lnSpc>
              <a:spcBef>
                <a:spcPts val="0"/>
              </a:spcBef>
              <a:spcAft>
                <a:spcPts val="0"/>
              </a:spcAft>
              <a:buSzPts val="3200"/>
              <a:buNone/>
            </a:pPr>
            <a:r>
              <a:rPr b="1" i="0" lang="en-US" sz="3200" u="none">
                <a:solidFill>
                  <a:srgbClr val="000000"/>
                </a:solidFill>
                <a:latin typeface="Arial"/>
                <a:ea typeface="Arial"/>
                <a:cs typeface="Arial"/>
                <a:sym typeface="Arial"/>
              </a:rPr>
              <a:t>Ngôn ngữ định nghĩa dữ liệu</a:t>
            </a:r>
            <a:endParaRPr/>
          </a:p>
        </p:txBody>
      </p:sp>
      <p:sp>
        <p:nvSpPr>
          <p:cNvPr id="330" name="Google Shape;330;p16"/>
          <p:cNvSpPr txBox="1"/>
          <p:nvPr>
            <p:ph idx="1" type="body"/>
          </p:nvPr>
        </p:nvSpPr>
        <p:spPr>
          <a:xfrm>
            <a:off x="503237" y="1768475"/>
            <a:ext cx="9070975" cy="4384675"/>
          </a:xfrm>
          <a:prstGeom prst="rect">
            <a:avLst/>
          </a:prstGeom>
          <a:noFill/>
          <a:ln>
            <a:noFill/>
          </a:ln>
        </p:spPr>
        <p:txBody>
          <a:bodyPr anchorCtr="0" anchor="t" bIns="0" lIns="0" spcFirstLastPara="1" rIns="0" wrap="square" tIns="0">
            <a:noAutofit/>
          </a:bodyPr>
          <a:lstStyle/>
          <a:p>
            <a:pPr indent="-323850" lvl="0" marL="431800" rtl="0" algn="l">
              <a:lnSpc>
                <a:spcPct val="101000"/>
              </a:lnSpc>
              <a:spcBef>
                <a:spcPts val="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Tạo bảng &amp; Thiết lập các ràng buộc</a:t>
            </a:r>
            <a:endParaRPr/>
          </a:p>
          <a:p>
            <a:pPr indent="-323850" lvl="1" marL="863600" rtl="0" algn="l">
              <a:lnSpc>
                <a:spcPct val="101000"/>
              </a:lnSpc>
              <a:spcBef>
                <a:spcPts val="1400"/>
              </a:spcBef>
              <a:spcAft>
                <a:spcPts val="0"/>
              </a:spcAft>
              <a:buClr>
                <a:srgbClr val="000000"/>
              </a:buClr>
              <a:buSzPts val="1800"/>
              <a:buFont typeface="Noto Sans Symbols"/>
              <a:buChar char="−"/>
            </a:pPr>
            <a:r>
              <a:rPr b="0" i="0" lang="en-US" sz="2400" u="none">
                <a:solidFill>
                  <a:srgbClr val="000000"/>
                </a:solidFill>
                <a:latin typeface="Arial"/>
                <a:ea typeface="Arial"/>
                <a:cs typeface="Arial"/>
                <a:sym typeface="Arial"/>
              </a:rPr>
              <a:t>CREATE TABLE</a:t>
            </a:r>
            <a:endParaRPr/>
          </a:p>
          <a:p>
            <a:pPr indent="-323850" lvl="0" marL="431800" rtl="0" algn="l">
              <a:lnSpc>
                <a:spcPct val="101000"/>
              </a:lnSpc>
              <a:spcBef>
                <a:spcPts val="110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Thay đổi cấu trúc của bảng:</a:t>
            </a:r>
            <a:endParaRPr/>
          </a:p>
          <a:p>
            <a:pPr indent="-323850" lvl="1" marL="863600" rtl="0" algn="l">
              <a:lnSpc>
                <a:spcPct val="101000"/>
              </a:lnSpc>
              <a:spcBef>
                <a:spcPts val="1400"/>
              </a:spcBef>
              <a:spcAft>
                <a:spcPts val="0"/>
              </a:spcAft>
              <a:buClr>
                <a:srgbClr val="000000"/>
              </a:buClr>
              <a:buSzPts val="1800"/>
              <a:buFont typeface="Noto Sans Symbols"/>
              <a:buChar char="−"/>
            </a:pPr>
            <a:r>
              <a:rPr b="0" i="0" lang="en-US" sz="2400" u="none">
                <a:solidFill>
                  <a:srgbClr val="000000"/>
                </a:solidFill>
                <a:latin typeface="Arial"/>
                <a:ea typeface="Arial"/>
                <a:cs typeface="Arial"/>
                <a:sym typeface="Arial"/>
              </a:rPr>
              <a:t>ALTER TABLE</a:t>
            </a:r>
            <a:endParaRPr/>
          </a:p>
          <a:p>
            <a:pPr indent="-323850" lvl="0" marL="431800" rtl="0" algn="l">
              <a:lnSpc>
                <a:spcPct val="101000"/>
              </a:lnSpc>
              <a:spcBef>
                <a:spcPts val="110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Xóa một bảng</a:t>
            </a:r>
            <a:endParaRPr/>
          </a:p>
          <a:p>
            <a:pPr indent="-323850" lvl="1" marL="863600" rtl="0" algn="l">
              <a:lnSpc>
                <a:spcPct val="101000"/>
              </a:lnSpc>
              <a:spcBef>
                <a:spcPts val="1400"/>
              </a:spcBef>
              <a:spcAft>
                <a:spcPts val="0"/>
              </a:spcAft>
              <a:buClr>
                <a:srgbClr val="000000"/>
              </a:buClr>
              <a:buSzPts val="1800"/>
              <a:buFont typeface="Noto Sans Symbols"/>
              <a:buChar char="−"/>
            </a:pPr>
            <a:r>
              <a:rPr b="0" i="0" lang="en-US" sz="2400" u="none">
                <a:solidFill>
                  <a:srgbClr val="000000"/>
                </a:solidFill>
                <a:latin typeface="Arial"/>
                <a:ea typeface="Arial"/>
                <a:cs typeface="Arial"/>
                <a:sym typeface="Arial"/>
              </a:rPr>
              <a:t>DROP TABLE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17"/>
          <p:cNvSpPr txBox="1"/>
          <p:nvPr/>
        </p:nvSpPr>
        <p:spPr>
          <a:xfrm>
            <a:off x="503237" y="6886575"/>
            <a:ext cx="2346325" cy="519112"/>
          </a:xfrm>
          <a:prstGeom prst="rect">
            <a:avLst/>
          </a:prstGeom>
          <a:noFill/>
          <a:ln>
            <a:noFill/>
          </a:ln>
        </p:spPr>
        <p:txBody>
          <a:bodyPr anchorCtr="0" anchor="t" bIns="0" lIns="0" spcFirstLastPara="1" rIns="0" wrap="square" tIns="0">
            <a:noAutofit/>
          </a:bodyPr>
          <a:lstStyle/>
          <a:p>
            <a:pPr indent="0" lvl="0" marL="0" marR="0" rtl="0" algn="l">
              <a:lnSpc>
                <a:spcPct val="93000"/>
              </a:lnSpc>
              <a:spcBef>
                <a:spcPts val="0"/>
              </a:spcBef>
              <a:spcAft>
                <a:spcPts val="0"/>
              </a:spcAft>
              <a:buClr>
                <a:srgbClr val="000000"/>
              </a:buClr>
              <a:buSzPts val="1400"/>
              <a:buFont typeface="Times New Roman"/>
              <a:buNone/>
            </a:pPr>
            <a:r>
              <a:rPr b="0" i="0" lang="en-US" sz="1400" u="none">
                <a:solidFill>
                  <a:srgbClr val="000000"/>
                </a:solidFill>
                <a:latin typeface="Times New Roman"/>
                <a:ea typeface="Times New Roman"/>
                <a:cs typeface="Times New Roman"/>
                <a:sym typeface="Times New Roman"/>
              </a:rPr>
              <a:t>*</a:t>
            </a:r>
            <a:endParaRPr/>
          </a:p>
        </p:txBody>
      </p:sp>
      <p:sp>
        <p:nvSpPr>
          <p:cNvPr id="337" name="Google Shape;337;p17"/>
          <p:cNvSpPr txBox="1"/>
          <p:nvPr/>
        </p:nvSpPr>
        <p:spPr>
          <a:xfrm>
            <a:off x="7227887" y="6886575"/>
            <a:ext cx="2346325" cy="519112"/>
          </a:xfrm>
          <a:prstGeom prst="rect">
            <a:avLst/>
          </a:prstGeom>
          <a:noFill/>
          <a:ln>
            <a:noFill/>
          </a:ln>
        </p:spPr>
        <p:txBody>
          <a:bodyPr anchorCtr="0" anchor="t"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a:solidFill>
                  <a:srgbClr val="000000"/>
                </a:solidFill>
                <a:latin typeface="Times New Roman"/>
                <a:ea typeface="Times New Roman"/>
                <a:cs typeface="Times New Roman"/>
                <a:sym typeface="Times New Roman"/>
              </a:rPr>
              <a:t>‹#›</a:t>
            </a:fld>
            <a:endParaRPr/>
          </a:p>
        </p:txBody>
      </p:sp>
      <p:sp>
        <p:nvSpPr>
          <p:cNvPr id="338" name="Google Shape;338;p17"/>
          <p:cNvSpPr txBox="1"/>
          <p:nvPr>
            <p:ph type="title"/>
          </p:nvPr>
        </p:nvSpPr>
        <p:spPr>
          <a:xfrm>
            <a:off x="503237" y="301625"/>
            <a:ext cx="9070975" cy="1262062"/>
          </a:xfrm>
          <a:prstGeom prst="rect">
            <a:avLst/>
          </a:prstGeom>
          <a:noFill/>
          <a:ln>
            <a:noFill/>
          </a:ln>
        </p:spPr>
        <p:txBody>
          <a:bodyPr anchorCtr="0" anchor="ctr" bIns="0" lIns="0" spcFirstLastPara="1" rIns="0" wrap="square" tIns="0">
            <a:noAutofit/>
          </a:bodyPr>
          <a:lstStyle/>
          <a:p>
            <a:pPr indent="0" lvl="0" marL="0" rtl="0" algn="l">
              <a:lnSpc>
                <a:spcPct val="101000"/>
              </a:lnSpc>
              <a:spcBef>
                <a:spcPts val="0"/>
              </a:spcBef>
              <a:spcAft>
                <a:spcPts val="0"/>
              </a:spcAft>
              <a:buSzPts val="3200"/>
              <a:buNone/>
            </a:pPr>
            <a:r>
              <a:rPr b="1" i="0" lang="en-US" sz="3200" u="none">
                <a:solidFill>
                  <a:srgbClr val="000000"/>
                </a:solidFill>
                <a:latin typeface="Arial"/>
                <a:ea typeface="Arial"/>
                <a:cs typeface="Arial"/>
                <a:sym typeface="Arial"/>
              </a:rPr>
              <a:t>Các kiểu dữ liệu </a:t>
            </a:r>
            <a:r>
              <a:rPr lang="en-US"/>
              <a:t>Oracle</a:t>
            </a:r>
            <a:endParaRPr/>
          </a:p>
        </p:txBody>
      </p:sp>
      <p:sp>
        <p:nvSpPr>
          <p:cNvPr id="339" name="Google Shape;339;p17"/>
          <p:cNvSpPr txBox="1"/>
          <p:nvPr>
            <p:ph idx="1" type="body"/>
          </p:nvPr>
        </p:nvSpPr>
        <p:spPr>
          <a:xfrm>
            <a:off x="503225" y="1476375"/>
            <a:ext cx="9181200" cy="4671900"/>
          </a:xfrm>
          <a:prstGeom prst="rect">
            <a:avLst/>
          </a:prstGeom>
          <a:noFill/>
          <a:ln>
            <a:noFill/>
          </a:ln>
        </p:spPr>
        <p:txBody>
          <a:bodyPr anchorCtr="0" anchor="t" bIns="0" lIns="0" spcFirstLastPara="1" rIns="0" wrap="square" tIns="29700">
            <a:noAutofit/>
          </a:bodyPr>
          <a:lstStyle/>
          <a:p>
            <a:pPr indent="-336550" lvl="0" marL="431800" rtl="0" algn="l">
              <a:lnSpc>
                <a:spcPct val="91000"/>
              </a:lnSpc>
              <a:spcBef>
                <a:spcPts val="0"/>
              </a:spcBef>
              <a:spcAft>
                <a:spcPts val="0"/>
              </a:spcAft>
              <a:buClr>
                <a:srgbClr val="000000"/>
              </a:buClr>
              <a:buSzPts val="1190"/>
              <a:buFont typeface="Noto Sans Symbols"/>
              <a:buChar char="●"/>
            </a:pPr>
            <a:r>
              <a:rPr b="0" i="0" lang="en-US" sz="2400" u="none">
                <a:solidFill>
                  <a:srgbClr val="000000"/>
                </a:solidFill>
                <a:latin typeface="Arial"/>
                <a:ea typeface="Arial"/>
                <a:cs typeface="Arial"/>
                <a:sym typeface="Arial"/>
              </a:rPr>
              <a:t>char(n)            vd</a:t>
            </a:r>
            <a:r>
              <a:rPr lang="en-US" sz="2400"/>
              <a:t>:</a:t>
            </a:r>
            <a:r>
              <a:rPr b="0" i="0" lang="en-US" sz="2400" u="none">
                <a:solidFill>
                  <a:srgbClr val="000000"/>
                </a:solidFill>
                <a:latin typeface="Arial"/>
                <a:ea typeface="Arial"/>
                <a:cs typeface="Arial"/>
                <a:sym typeface="Arial"/>
              </a:rPr>
              <a:t>  </a:t>
            </a:r>
            <a:r>
              <a:rPr lang="en-US" sz="2400"/>
              <a:t>masv char(8)</a:t>
            </a:r>
            <a:endParaRPr sz="2900"/>
          </a:p>
          <a:p>
            <a:pPr indent="-336550" lvl="0" marL="431800" rtl="0" algn="l">
              <a:lnSpc>
                <a:spcPct val="91000"/>
              </a:lnSpc>
              <a:spcBef>
                <a:spcPts val="800"/>
              </a:spcBef>
              <a:spcAft>
                <a:spcPts val="0"/>
              </a:spcAft>
              <a:buClr>
                <a:srgbClr val="000000"/>
              </a:buClr>
              <a:buSzPts val="1190"/>
              <a:buFont typeface="Noto Sans Symbols"/>
              <a:buChar char="●"/>
            </a:pPr>
            <a:r>
              <a:rPr b="0" i="0" lang="en-US" sz="2400" u="none">
                <a:solidFill>
                  <a:srgbClr val="000000"/>
                </a:solidFill>
                <a:latin typeface="Arial"/>
                <a:ea typeface="Arial"/>
                <a:cs typeface="Arial"/>
                <a:sym typeface="Arial"/>
              </a:rPr>
              <a:t>varchar2(n)     vd:  </a:t>
            </a:r>
            <a:r>
              <a:rPr lang="en-US" sz="2400">
                <a:solidFill>
                  <a:schemeClr val="dk1"/>
                </a:solidFill>
              </a:rPr>
              <a:t>hoten varchar2(100)</a:t>
            </a:r>
            <a:endParaRPr sz="2900"/>
          </a:p>
          <a:p>
            <a:pPr indent="-336550" lvl="0" marL="431800" rtl="0" algn="l">
              <a:lnSpc>
                <a:spcPct val="91000"/>
              </a:lnSpc>
              <a:spcBef>
                <a:spcPts val="800"/>
              </a:spcBef>
              <a:spcAft>
                <a:spcPts val="0"/>
              </a:spcAft>
              <a:buClr>
                <a:srgbClr val="000000"/>
              </a:buClr>
              <a:buSzPts val="1190"/>
              <a:buFont typeface="Noto Sans Symbols"/>
              <a:buChar char="●"/>
            </a:pPr>
            <a:r>
              <a:rPr b="0" i="0" lang="en-US" sz="2400" u="none">
                <a:solidFill>
                  <a:srgbClr val="000000"/>
                </a:solidFill>
                <a:latin typeface="Arial"/>
                <a:ea typeface="Arial"/>
                <a:cs typeface="Arial"/>
                <a:sym typeface="Arial"/>
              </a:rPr>
              <a:t>int  </a:t>
            </a:r>
            <a:endParaRPr sz="2900"/>
          </a:p>
          <a:p>
            <a:pPr indent="-336550" lvl="0" marL="431800" rtl="0" algn="l">
              <a:lnSpc>
                <a:spcPct val="91000"/>
              </a:lnSpc>
              <a:spcBef>
                <a:spcPts val="800"/>
              </a:spcBef>
              <a:spcAft>
                <a:spcPts val="0"/>
              </a:spcAft>
              <a:buClr>
                <a:srgbClr val="000000"/>
              </a:buClr>
              <a:buSzPts val="1190"/>
              <a:buFont typeface="Noto Sans Symbols"/>
              <a:buChar char="●"/>
            </a:pPr>
            <a:r>
              <a:rPr b="0" i="0" lang="en-US" sz="2400" u="none">
                <a:solidFill>
                  <a:srgbClr val="000000"/>
                </a:solidFill>
                <a:latin typeface="Arial"/>
                <a:ea typeface="Arial"/>
                <a:cs typeface="Arial"/>
                <a:sym typeface="Arial"/>
              </a:rPr>
              <a:t>bit</a:t>
            </a:r>
            <a:endParaRPr sz="2900"/>
          </a:p>
          <a:p>
            <a:pPr indent="-336550" lvl="0" marL="431800" rtl="0" algn="l">
              <a:lnSpc>
                <a:spcPct val="91000"/>
              </a:lnSpc>
              <a:spcBef>
                <a:spcPts val="800"/>
              </a:spcBef>
              <a:spcAft>
                <a:spcPts val="0"/>
              </a:spcAft>
              <a:buClr>
                <a:srgbClr val="000000"/>
              </a:buClr>
              <a:buSzPts val="1190"/>
              <a:buFont typeface="Noto Sans Symbols"/>
              <a:buChar char="●"/>
            </a:pPr>
            <a:r>
              <a:rPr b="0" i="0" lang="en-US" sz="2400" u="none">
                <a:solidFill>
                  <a:srgbClr val="000000"/>
                </a:solidFill>
                <a:latin typeface="Arial"/>
                <a:ea typeface="Arial"/>
                <a:cs typeface="Arial"/>
                <a:sym typeface="Arial"/>
              </a:rPr>
              <a:t>smallint  </a:t>
            </a:r>
            <a:endParaRPr sz="2900"/>
          </a:p>
          <a:p>
            <a:pPr indent="-336550" lvl="0" marL="431800" rtl="0" algn="l">
              <a:lnSpc>
                <a:spcPct val="91000"/>
              </a:lnSpc>
              <a:spcBef>
                <a:spcPts val="700"/>
              </a:spcBef>
              <a:spcAft>
                <a:spcPts val="0"/>
              </a:spcAft>
              <a:buClr>
                <a:srgbClr val="000000"/>
              </a:buClr>
              <a:buSzPts val="1190"/>
              <a:buFont typeface="Noto Sans Symbols"/>
              <a:buChar char="●"/>
            </a:pPr>
            <a:r>
              <a:rPr b="0" i="0" lang="en-US" sz="2400" u="none">
                <a:solidFill>
                  <a:srgbClr val="000000"/>
                </a:solidFill>
                <a:latin typeface="Arial"/>
                <a:ea typeface="Arial"/>
                <a:cs typeface="Arial"/>
                <a:sym typeface="Arial"/>
              </a:rPr>
              <a:t>numeric(p,d)        vd:   123589.98  </a:t>
            </a:r>
            <a:r>
              <a:rPr lang="en-US" sz="2400"/>
              <a:t>khai báo là</a:t>
            </a:r>
            <a:r>
              <a:rPr b="0" i="0" lang="en-US" sz="2400" u="none">
                <a:solidFill>
                  <a:srgbClr val="000000"/>
                </a:solidFill>
                <a:latin typeface="Arial"/>
                <a:ea typeface="Arial"/>
                <a:cs typeface="Arial"/>
                <a:sym typeface="Arial"/>
              </a:rPr>
              <a:t>   numeric(</a:t>
            </a:r>
            <a:r>
              <a:rPr lang="en-US" sz="2400"/>
              <a:t>9</a:t>
            </a:r>
            <a:r>
              <a:rPr b="0" i="0" lang="en-US" sz="2400" u="none">
                <a:solidFill>
                  <a:srgbClr val="000000"/>
                </a:solidFill>
                <a:latin typeface="Arial"/>
                <a:ea typeface="Arial"/>
                <a:cs typeface="Arial"/>
                <a:sym typeface="Arial"/>
              </a:rPr>
              <a:t>,</a:t>
            </a:r>
            <a:r>
              <a:rPr lang="en-US" sz="2400"/>
              <a:t>2</a:t>
            </a:r>
            <a:r>
              <a:rPr b="0" i="0" lang="en-US" sz="2400" u="none">
                <a:solidFill>
                  <a:srgbClr val="000000"/>
                </a:solidFill>
                <a:latin typeface="Arial"/>
                <a:ea typeface="Arial"/>
                <a:cs typeface="Arial"/>
                <a:sym typeface="Arial"/>
              </a:rPr>
              <a:t>)</a:t>
            </a:r>
            <a:endParaRPr sz="2900"/>
          </a:p>
          <a:p>
            <a:pPr indent="-336550" lvl="0" marL="431800" rtl="0" algn="l">
              <a:lnSpc>
                <a:spcPct val="91000"/>
              </a:lnSpc>
              <a:spcBef>
                <a:spcPts val="800"/>
              </a:spcBef>
              <a:spcAft>
                <a:spcPts val="0"/>
              </a:spcAft>
              <a:buClr>
                <a:srgbClr val="000000"/>
              </a:buClr>
              <a:buSzPts val="1190"/>
              <a:buFont typeface="Noto Sans Symbols"/>
              <a:buChar char="●"/>
            </a:pPr>
            <a:r>
              <a:rPr b="0" i="0" lang="en-US" sz="2400" u="none">
                <a:solidFill>
                  <a:srgbClr val="000000"/>
                </a:solidFill>
                <a:latin typeface="Arial"/>
                <a:ea typeface="Arial"/>
                <a:cs typeface="Arial"/>
                <a:sym typeface="Arial"/>
              </a:rPr>
              <a:t>real, double </a:t>
            </a:r>
            <a:endParaRPr sz="2900"/>
          </a:p>
          <a:p>
            <a:pPr indent="-336550" lvl="0" marL="431800" rtl="0" algn="l">
              <a:lnSpc>
                <a:spcPct val="91000"/>
              </a:lnSpc>
              <a:spcBef>
                <a:spcPts val="800"/>
              </a:spcBef>
              <a:spcAft>
                <a:spcPts val="0"/>
              </a:spcAft>
              <a:buClr>
                <a:srgbClr val="000000"/>
              </a:buClr>
              <a:buSzPts val="1190"/>
              <a:buFont typeface="Noto Sans Symbols"/>
              <a:buChar char="●"/>
            </a:pPr>
            <a:r>
              <a:rPr b="0" i="0" lang="en-US" sz="2400" u="none">
                <a:solidFill>
                  <a:srgbClr val="000000"/>
                </a:solidFill>
                <a:latin typeface="Arial"/>
                <a:ea typeface="Arial"/>
                <a:cs typeface="Arial"/>
                <a:sym typeface="Arial"/>
              </a:rPr>
              <a:t>float(n)</a:t>
            </a:r>
            <a:endParaRPr sz="2900"/>
          </a:p>
          <a:p>
            <a:pPr indent="-336550" lvl="0" marL="431800" rtl="0" algn="l">
              <a:lnSpc>
                <a:spcPct val="91000"/>
              </a:lnSpc>
              <a:spcBef>
                <a:spcPts val="800"/>
              </a:spcBef>
              <a:spcAft>
                <a:spcPts val="0"/>
              </a:spcAft>
              <a:buClr>
                <a:srgbClr val="000000"/>
              </a:buClr>
              <a:buSzPts val="1190"/>
              <a:buFont typeface="Noto Sans Symbols"/>
              <a:buChar char="●"/>
            </a:pPr>
            <a:r>
              <a:rPr b="0" i="0" lang="en-US" sz="2400" u="none">
                <a:solidFill>
                  <a:srgbClr val="000000"/>
                </a:solidFill>
                <a:latin typeface="Arial"/>
                <a:ea typeface="Arial"/>
                <a:cs typeface="Arial"/>
                <a:sym typeface="Arial"/>
              </a:rPr>
              <a:t>date  - m</a:t>
            </a:r>
            <a:r>
              <a:rPr lang="en-US" sz="2400"/>
              <a:t>ặc định trên máy cục bộ là ‘26-AUG-22’, trên Apex ‘8/21/2023’</a:t>
            </a:r>
            <a:endParaRPr sz="2900"/>
          </a:p>
          <a:p>
            <a:pPr indent="-336550" lvl="0" marL="431800" rtl="0" algn="l">
              <a:lnSpc>
                <a:spcPct val="91000"/>
              </a:lnSpc>
              <a:spcBef>
                <a:spcPts val="800"/>
              </a:spcBef>
              <a:spcAft>
                <a:spcPts val="0"/>
              </a:spcAft>
              <a:buClr>
                <a:srgbClr val="000000"/>
              </a:buClr>
              <a:buSzPts val="1190"/>
              <a:buFont typeface="Noto Sans Symbols"/>
              <a:buChar char="●"/>
            </a:pPr>
            <a:r>
              <a:rPr b="0" i="0" lang="en-US" sz="2400" u="none">
                <a:solidFill>
                  <a:srgbClr val="000000"/>
                </a:solidFill>
                <a:latin typeface="Arial"/>
                <a:ea typeface="Arial"/>
                <a:cs typeface="Arial"/>
                <a:sym typeface="Arial"/>
              </a:rPr>
              <a:t>timestamp</a:t>
            </a:r>
            <a:endParaRPr sz="29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18"/>
          <p:cNvSpPr txBox="1"/>
          <p:nvPr/>
        </p:nvSpPr>
        <p:spPr>
          <a:xfrm>
            <a:off x="503237" y="6886575"/>
            <a:ext cx="2346325" cy="519112"/>
          </a:xfrm>
          <a:prstGeom prst="rect">
            <a:avLst/>
          </a:prstGeom>
          <a:noFill/>
          <a:ln>
            <a:noFill/>
          </a:ln>
        </p:spPr>
        <p:txBody>
          <a:bodyPr anchorCtr="0" anchor="t" bIns="0" lIns="0" spcFirstLastPara="1" rIns="0" wrap="square" tIns="0">
            <a:noAutofit/>
          </a:bodyPr>
          <a:lstStyle/>
          <a:p>
            <a:pPr indent="0" lvl="0" marL="0" marR="0" rtl="0" algn="l">
              <a:lnSpc>
                <a:spcPct val="93000"/>
              </a:lnSpc>
              <a:spcBef>
                <a:spcPts val="0"/>
              </a:spcBef>
              <a:spcAft>
                <a:spcPts val="0"/>
              </a:spcAft>
              <a:buClr>
                <a:srgbClr val="000000"/>
              </a:buClr>
              <a:buSzPts val="1400"/>
              <a:buFont typeface="Times New Roman"/>
              <a:buNone/>
            </a:pPr>
            <a:r>
              <a:rPr b="0" i="0" lang="en-US" sz="1400" u="none">
                <a:solidFill>
                  <a:srgbClr val="000000"/>
                </a:solidFill>
                <a:latin typeface="Times New Roman"/>
                <a:ea typeface="Times New Roman"/>
                <a:cs typeface="Times New Roman"/>
                <a:sym typeface="Times New Roman"/>
              </a:rPr>
              <a:t>*</a:t>
            </a:r>
            <a:endParaRPr/>
          </a:p>
        </p:txBody>
      </p:sp>
      <p:sp>
        <p:nvSpPr>
          <p:cNvPr id="346" name="Google Shape;346;p18"/>
          <p:cNvSpPr txBox="1"/>
          <p:nvPr/>
        </p:nvSpPr>
        <p:spPr>
          <a:xfrm>
            <a:off x="7227887" y="6886575"/>
            <a:ext cx="2346325" cy="519112"/>
          </a:xfrm>
          <a:prstGeom prst="rect">
            <a:avLst/>
          </a:prstGeom>
          <a:noFill/>
          <a:ln>
            <a:noFill/>
          </a:ln>
        </p:spPr>
        <p:txBody>
          <a:bodyPr anchorCtr="0" anchor="t"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a:solidFill>
                  <a:srgbClr val="000000"/>
                </a:solidFill>
                <a:latin typeface="Times New Roman"/>
                <a:ea typeface="Times New Roman"/>
                <a:cs typeface="Times New Roman"/>
                <a:sym typeface="Times New Roman"/>
              </a:rPr>
              <a:t>‹#›</a:t>
            </a:fld>
            <a:endParaRPr/>
          </a:p>
        </p:txBody>
      </p:sp>
      <p:sp>
        <p:nvSpPr>
          <p:cNvPr id="347" name="Google Shape;347;p18"/>
          <p:cNvSpPr txBox="1"/>
          <p:nvPr>
            <p:ph type="title"/>
          </p:nvPr>
        </p:nvSpPr>
        <p:spPr>
          <a:xfrm>
            <a:off x="503237" y="107950"/>
            <a:ext cx="9070975" cy="741362"/>
          </a:xfrm>
          <a:prstGeom prst="rect">
            <a:avLst/>
          </a:prstGeom>
          <a:noFill/>
          <a:ln>
            <a:noFill/>
          </a:ln>
        </p:spPr>
        <p:txBody>
          <a:bodyPr anchorCtr="0" anchor="ctr" bIns="0" lIns="0" spcFirstLastPara="1" rIns="0" wrap="square" tIns="0">
            <a:noAutofit/>
          </a:bodyPr>
          <a:lstStyle/>
          <a:p>
            <a:pPr indent="0" lvl="0" marL="0" rtl="0" algn="l">
              <a:lnSpc>
                <a:spcPct val="101000"/>
              </a:lnSpc>
              <a:spcBef>
                <a:spcPts val="0"/>
              </a:spcBef>
              <a:spcAft>
                <a:spcPts val="0"/>
              </a:spcAft>
              <a:buSzPts val="3200"/>
              <a:buNone/>
            </a:pPr>
            <a:r>
              <a:rPr b="1" i="0" lang="en-US" sz="3200" u="none">
                <a:solidFill>
                  <a:srgbClr val="000000"/>
                </a:solidFill>
                <a:latin typeface="Arial"/>
                <a:ea typeface="Arial"/>
                <a:cs typeface="Arial"/>
                <a:sym typeface="Arial"/>
              </a:rPr>
              <a:t>CREATE TABLE</a:t>
            </a:r>
            <a:endParaRPr/>
          </a:p>
        </p:txBody>
      </p:sp>
      <p:sp>
        <p:nvSpPr>
          <p:cNvPr id="348" name="Google Shape;348;p18"/>
          <p:cNvSpPr txBox="1"/>
          <p:nvPr>
            <p:ph idx="1" type="body"/>
          </p:nvPr>
        </p:nvSpPr>
        <p:spPr>
          <a:xfrm>
            <a:off x="-69850" y="827087"/>
            <a:ext cx="10150475" cy="6192837"/>
          </a:xfrm>
          <a:prstGeom prst="rect">
            <a:avLst/>
          </a:prstGeom>
          <a:noFill/>
          <a:ln>
            <a:noFill/>
          </a:ln>
        </p:spPr>
        <p:txBody>
          <a:bodyPr anchorCtr="0" anchor="t" bIns="0" lIns="0" spcFirstLastPara="1" rIns="0" wrap="square" tIns="0">
            <a:noAutofit/>
          </a:bodyPr>
          <a:lstStyle/>
          <a:p>
            <a:pPr indent="-323850" lvl="0" marL="431800" rtl="0" algn="l">
              <a:lnSpc>
                <a:spcPct val="101000"/>
              </a:lnSpc>
              <a:spcBef>
                <a:spcPts val="0"/>
              </a:spcBef>
              <a:spcAft>
                <a:spcPts val="0"/>
              </a:spcAft>
              <a:buClr>
                <a:srgbClr val="000000"/>
              </a:buClr>
              <a:buSzPts val="1125"/>
              <a:buFont typeface="Noto Sans Symbols"/>
              <a:buChar char="●"/>
            </a:pPr>
            <a:r>
              <a:rPr b="0" i="0" lang="en-US" sz="2500" u="none">
                <a:solidFill>
                  <a:srgbClr val="000000"/>
                </a:solidFill>
                <a:latin typeface="Arial"/>
                <a:ea typeface="Arial"/>
                <a:cs typeface="Arial"/>
                <a:sym typeface="Arial"/>
              </a:rPr>
              <a:t>Lệnh tạo bảng đơn giản</a:t>
            </a:r>
            <a:endParaRPr/>
          </a:p>
          <a:p>
            <a:pPr indent="-323850" lvl="1" marL="863600" rtl="0" algn="l">
              <a:lnSpc>
                <a:spcPct val="101000"/>
              </a:lnSpc>
              <a:spcBef>
                <a:spcPts val="1400"/>
              </a:spcBef>
              <a:spcAft>
                <a:spcPts val="0"/>
              </a:spcAft>
              <a:buClr>
                <a:srgbClr val="000000"/>
              </a:buClr>
              <a:buSzPts val="1875"/>
              <a:buFont typeface="Noto Sans Symbols"/>
              <a:buChar char="−"/>
            </a:pPr>
            <a:r>
              <a:rPr b="0" i="0" lang="en-US" sz="2500" u="none">
                <a:solidFill>
                  <a:srgbClr val="000000"/>
                </a:solidFill>
                <a:latin typeface="Arial"/>
                <a:ea typeface="Arial"/>
                <a:cs typeface="Arial"/>
                <a:sym typeface="Arial"/>
              </a:rPr>
              <a:t>CREATE TABLE </a:t>
            </a:r>
            <a:r>
              <a:rPr b="0" i="1" lang="en-US" sz="2500" u="none">
                <a:solidFill>
                  <a:srgbClr val="000000"/>
                </a:solidFill>
                <a:latin typeface="Arial"/>
                <a:ea typeface="Arial"/>
                <a:cs typeface="Arial"/>
                <a:sym typeface="Arial"/>
              </a:rPr>
              <a:t>&lt;ten_bang&gt; (</a:t>
            </a:r>
            <a:endParaRPr/>
          </a:p>
          <a:p>
            <a:pPr indent="-287337" lvl="2" marL="1295400" rtl="0" algn="l">
              <a:lnSpc>
                <a:spcPct val="101000"/>
              </a:lnSpc>
              <a:spcBef>
                <a:spcPts val="1100"/>
              </a:spcBef>
              <a:spcAft>
                <a:spcPts val="0"/>
              </a:spcAft>
              <a:buSzPts val="2500"/>
              <a:buNone/>
            </a:pPr>
            <a:r>
              <a:rPr b="0" i="1" lang="en-US" sz="2500" u="none">
                <a:solidFill>
                  <a:srgbClr val="000000"/>
                </a:solidFill>
                <a:latin typeface="Arial"/>
                <a:ea typeface="Arial"/>
                <a:cs typeface="Arial"/>
                <a:sym typeface="Arial"/>
              </a:rPr>
              <a:t>  &lt;ten_cot&gt;  &lt;kieudulieu&gt; [</a:t>
            </a:r>
            <a:r>
              <a:rPr b="0" i="1" lang="en-US" sz="2500" u="none">
                <a:solidFill>
                  <a:srgbClr val="FF6600"/>
                </a:solidFill>
                <a:latin typeface="Arial"/>
                <a:ea typeface="Arial"/>
                <a:cs typeface="Arial"/>
                <a:sym typeface="Arial"/>
              </a:rPr>
              <a:t>rangbuoc_cot </a:t>
            </a:r>
            <a:r>
              <a:rPr b="0" i="1" lang="en-US" sz="2500" u="none">
                <a:solidFill>
                  <a:srgbClr val="000000"/>
                </a:solidFill>
                <a:latin typeface="Arial"/>
                <a:ea typeface="Arial"/>
                <a:cs typeface="Arial"/>
                <a:sym typeface="Arial"/>
              </a:rPr>
              <a:t>[…]]</a:t>
            </a:r>
            <a:endParaRPr/>
          </a:p>
          <a:p>
            <a:pPr indent="-287337" lvl="2" marL="1295400" rtl="0" algn="l">
              <a:lnSpc>
                <a:spcPct val="101000"/>
              </a:lnSpc>
              <a:spcBef>
                <a:spcPts val="800"/>
              </a:spcBef>
              <a:spcAft>
                <a:spcPts val="0"/>
              </a:spcAft>
              <a:buSzPts val="2500"/>
              <a:buNone/>
            </a:pPr>
            <a:r>
              <a:rPr b="0" i="1" lang="en-US" sz="2500" u="none">
                <a:solidFill>
                  <a:srgbClr val="000000"/>
                </a:solidFill>
                <a:latin typeface="Arial"/>
                <a:ea typeface="Arial"/>
                <a:cs typeface="Arial"/>
                <a:sym typeface="Arial"/>
              </a:rPr>
              <a:t>     | </a:t>
            </a:r>
            <a:r>
              <a:rPr b="0" i="1" lang="en-US" sz="2500" u="none">
                <a:solidFill>
                  <a:srgbClr val="0000FF"/>
                </a:solidFill>
                <a:latin typeface="Arial"/>
                <a:ea typeface="Arial"/>
                <a:cs typeface="Arial"/>
                <a:sym typeface="Arial"/>
              </a:rPr>
              <a:t>rangbuoc_bang,</a:t>
            </a:r>
            <a:endParaRPr/>
          </a:p>
          <a:p>
            <a:pPr indent="-287337" lvl="2" marL="1295400" rtl="0" algn="l">
              <a:lnSpc>
                <a:spcPct val="101000"/>
              </a:lnSpc>
              <a:spcBef>
                <a:spcPts val="800"/>
              </a:spcBef>
              <a:spcAft>
                <a:spcPts val="0"/>
              </a:spcAft>
              <a:buSzPts val="2500"/>
              <a:buNone/>
            </a:pPr>
            <a:r>
              <a:rPr b="0" i="0" lang="en-US" sz="2500" u="none">
                <a:solidFill>
                  <a:srgbClr val="000000"/>
                </a:solidFill>
                <a:latin typeface="Arial"/>
                <a:ea typeface="Arial"/>
                <a:cs typeface="Arial"/>
                <a:sym typeface="Arial"/>
              </a:rPr>
              <a:t>   [,...]  );</a:t>
            </a:r>
            <a:endParaRPr/>
          </a:p>
          <a:p>
            <a:pPr indent="-323850" lvl="1" marL="863600" rtl="0" algn="l">
              <a:lnSpc>
                <a:spcPct val="101000"/>
              </a:lnSpc>
              <a:spcBef>
                <a:spcPts val="800"/>
              </a:spcBef>
              <a:spcAft>
                <a:spcPts val="0"/>
              </a:spcAft>
              <a:buClr>
                <a:srgbClr val="000000"/>
              </a:buClr>
              <a:buSzPts val="1875"/>
              <a:buFont typeface="Noto Sans Symbols"/>
              <a:buChar char="−"/>
            </a:pPr>
            <a:r>
              <a:rPr b="0" i="1" lang="en-US" sz="2500" u="none">
                <a:solidFill>
                  <a:srgbClr val="FF6600"/>
                </a:solidFill>
                <a:latin typeface="Arial"/>
                <a:ea typeface="Arial"/>
                <a:cs typeface="Arial"/>
                <a:sym typeface="Arial"/>
              </a:rPr>
              <a:t>rangbuoc_cot</a:t>
            </a:r>
            <a:r>
              <a:rPr b="0" i="0" lang="en-US" sz="2500" u="none">
                <a:solidFill>
                  <a:srgbClr val="000000"/>
                </a:solidFill>
                <a:latin typeface="Arial"/>
                <a:ea typeface="Arial"/>
                <a:cs typeface="Arial"/>
                <a:sym typeface="Arial"/>
              </a:rPr>
              <a:t> có thể là</a:t>
            </a:r>
            <a:endParaRPr/>
          </a:p>
          <a:p>
            <a:pPr indent="-287337" lvl="2" marL="1295400" rtl="0" algn="l">
              <a:lnSpc>
                <a:spcPct val="101000"/>
              </a:lnSpc>
              <a:spcBef>
                <a:spcPts val="1100"/>
              </a:spcBef>
              <a:spcAft>
                <a:spcPts val="0"/>
              </a:spcAft>
              <a:buClr>
                <a:srgbClr val="000000"/>
              </a:buClr>
              <a:buSzPts val="1125"/>
              <a:buFont typeface="Noto Sans Symbols"/>
              <a:buChar char="●"/>
            </a:pPr>
            <a:r>
              <a:rPr b="0" i="0" lang="en-US" sz="2500" u="none">
                <a:solidFill>
                  <a:srgbClr val="000000"/>
                </a:solidFill>
                <a:latin typeface="Arial"/>
                <a:ea typeface="Arial"/>
                <a:cs typeface="Arial"/>
                <a:sym typeface="Arial"/>
              </a:rPr>
              <a:t>NOT NULL</a:t>
            </a:r>
            <a:endParaRPr/>
          </a:p>
          <a:p>
            <a:pPr indent="-287337" lvl="2" marL="1295400" rtl="0" algn="l">
              <a:lnSpc>
                <a:spcPct val="101000"/>
              </a:lnSpc>
              <a:spcBef>
                <a:spcPts val="800"/>
              </a:spcBef>
              <a:spcAft>
                <a:spcPts val="0"/>
              </a:spcAft>
              <a:buClr>
                <a:srgbClr val="000000"/>
              </a:buClr>
              <a:buSzPts val="1125"/>
              <a:buFont typeface="Noto Sans Symbols"/>
              <a:buChar char="●"/>
            </a:pPr>
            <a:r>
              <a:rPr b="0" i="0" lang="en-US" sz="2500" u="none">
                <a:solidFill>
                  <a:srgbClr val="000000"/>
                </a:solidFill>
                <a:latin typeface="Arial"/>
                <a:ea typeface="Arial"/>
                <a:cs typeface="Arial"/>
                <a:sym typeface="Arial"/>
              </a:rPr>
              <a:t>UNIQUE</a:t>
            </a:r>
            <a:endParaRPr/>
          </a:p>
          <a:p>
            <a:pPr indent="-287337" lvl="2" marL="1295400" rtl="0" algn="l">
              <a:lnSpc>
                <a:spcPct val="101000"/>
              </a:lnSpc>
              <a:spcBef>
                <a:spcPts val="800"/>
              </a:spcBef>
              <a:spcAft>
                <a:spcPts val="0"/>
              </a:spcAft>
              <a:buClr>
                <a:srgbClr val="000000"/>
              </a:buClr>
              <a:buSzPts val="1125"/>
              <a:buFont typeface="Noto Sans Symbols"/>
              <a:buChar char="●"/>
            </a:pPr>
            <a:r>
              <a:rPr b="0" i="0" lang="en-US" sz="2500" u="none">
                <a:solidFill>
                  <a:srgbClr val="000000"/>
                </a:solidFill>
                <a:latin typeface="Arial"/>
                <a:ea typeface="Arial"/>
                <a:cs typeface="Arial"/>
                <a:sym typeface="Arial"/>
              </a:rPr>
              <a:t>PRIMARY KEY</a:t>
            </a:r>
            <a:endParaRPr/>
          </a:p>
          <a:p>
            <a:pPr indent="-323850" lvl="1" marL="863600" rtl="0" algn="l">
              <a:lnSpc>
                <a:spcPct val="101000"/>
              </a:lnSpc>
              <a:spcBef>
                <a:spcPts val="800"/>
              </a:spcBef>
              <a:spcAft>
                <a:spcPts val="0"/>
              </a:spcAft>
              <a:buClr>
                <a:srgbClr val="000000"/>
              </a:buClr>
              <a:buSzPts val="1875"/>
              <a:buFont typeface="Noto Sans Symbols"/>
              <a:buChar char="−"/>
            </a:pPr>
            <a:r>
              <a:rPr b="0" i="1" lang="en-US" sz="2500" u="none">
                <a:solidFill>
                  <a:srgbClr val="FF6600"/>
                </a:solidFill>
                <a:latin typeface="Arial"/>
                <a:ea typeface="Arial"/>
                <a:cs typeface="Arial"/>
                <a:sym typeface="Arial"/>
              </a:rPr>
              <a:t>rangbuoc_bang</a:t>
            </a:r>
            <a:r>
              <a:rPr b="0" i="0" lang="en-US" sz="2500" u="none">
                <a:solidFill>
                  <a:srgbClr val="000000"/>
                </a:solidFill>
                <a:latin typeface="Arial"/>
                <a:ea typeface="Arial"/>
                <a:cs typeface="Arial"/>
                <a:sym typeface="Arial"/>
              </a:rPr>
              <a:t> là  :</a:t>
            </a:r>
            <a:endParaRPr/>
          </a:p>
          <a:p>
            <a:pPr indent="-323850" lvl="0" marL="431800" rtl="0" algn="l">
              <a:lnSpc>
                <a:spcPct val="101000"/>
              </a:lnSpc>
              <a:spcBef>
                <a:spcPts val="1100"/>
              </a:spcBef>
              <a:spcAft>
                <a:spcPts val="0"/>
              </a:spcAft>
              <a:buSzPts val="1900"/>
              <a:buNone/>
            </a:pPr>
            <a:r>
              <a:rPr b="0" i="0" lang="en-US" sz="1900" u="none">
                <a:solidFill>
                  <a:srgbClr val="000000"/>
                </a:solidFill>
                <a:latin typeface="Arial"/>
                <a:ea typeface="Arial"/>
                <a:cs typeface="Arial"/>
                <a:sym typeface="Arial"/>
              </a:rPr>
              <a:t>     FOREIGN KEY(&lt;</a:t>
            </a:r>
            <a:r>
              <a:rPr b="0" i="1" lang="en-US" sz="1900" u="none">
                <a:solidFill>
                  <a:srgbClr val="000000"/>
                </a:solidFill>
                <a:latin typeface="Arial"/>
                <a:ea typeface="Arial"/>
                <a:cs typeface="Arial"/>
                <a:sym typeface="Arial"/>
              </a:rPr>
              <a:t>cot_thamchieu&gt;</a:t>
            </a:r>
            <a:r>
              <a:rPr b="0" i="0" lang="en-US" sz="1900" u="none">
                <a:solidFill>
                  <a:srgbClr val="000000"/>
                </a:solidFill>
                <a:latin typeface="Arial"/>
                <a:ea typeface="Arial"/>
                <a:cs typeface="Arial"/>
                <a:sym typeface="Arial"/>
              </a:rPr>
              <a:t>) REFERENCES &lt;</a:t>
            </a:r>
            <a:r>
              <a:rPr b="0" i="1" lang="en-US" sz="1900" u="none">
                <a:solidFill>
                  <a:srgbClr val="000000"/>
                </a:solidFill>
                <a:latin typeface="Arial"/>
                <a:ea typeface="Arial"/>
                <a:cs typeface="Arial"/>
                <a:sym typeface="Arial"/>
              </a:rPr>
              <a:t>bang_thamchieu&gt;(&lt;cot_thamchieu&gt;)</a:t>
            </a:r>
            <a:endParaRPr/>
          </a:p>
        </p:txBody>
      </p:sp>
      <p:sp>
        <p:nvSpPr>
          <p:cNvPr id="349" name="Google Shape;349;p18"/>
          <p:cNvSpPr txBox="1"/>
          <p:nvPr/>
        </p:nvSpPr>
        <p:spPr>
          <a:xfrm>
            <a:off x="4937125" y="4159250"/>
            <a:ext cx="4103687" cy="1420812"/>
          </a:xfrm>
          <a:prstGeom prst="rect">
            <a:avLst/>
          </a:prstGeom>
          <a:noFill/>
          <a:ln>
            <a:noFill/>
          </a:ln>
        </p:spPr>
        <p:txBody>
          <a:bodyPr anchorCtr="0" anchor="t" bIns="0" lIns="0" spcFirstLastPara="1" rIns="0" wrap="square" tIns="0">
            <a:noAutofit/>
          </a:bodyPr>
          <a:lstStyle/>
          <a:p>
            <a:pPr indent="-323850" lvl="0" marL="431800" marR="0" rtl="0" algn="l">
              <a:lnSpc>
                <a:spcPct val="101000"/>
              </a:lnSpc>
              <a:spcBef>
                <a:spcPts val="0"/>
              </a:spcBef>
              <a:spcAft>
                <a:spcPts val="0"/>
              </a:spcAft>
              <a:buClr>
                <a:srgbClr val="000000"/>
              </a:buClr>
              <a:buSzPts val="945"/>
              <a:buFont typeface="Noto Sans Symbols"/>
              <a:buChar char="●"/>
            </a:pPr>
            <a:r>
              <a:rPr b="0" i="0" lang="en-US" sz="2100" u="none">
                <a:solidFill>
                  <a:srgbClr val="000000"/>
                </a:solidFill>
                <a:latin typeface="Arial"/>
                <a:ea typeface="Arial"/>
                <a:cs typeface="Arial"/>
                <a:sym typeface="Arial"/>
              </a:rPr>
              <a:t>CHECK (&lt;</a:t>
            </a:r>
            <a:r>
              <a:rPr b="0" i="1" lang="en-US" sz="2100" u="none">
                <a:solidFill>
                  <a:srgbClr val="000000"/>
                </a:solidFill>
                <a:latin typeface="Arial"/>
                <a:ea typeface="Arial"/>
                <a:cs typeface="Arial"/>
                <a:sym typeface="Arial"/>
              </a:rPr>
              <a:t>dieukien</a:t>
            </a:r>
            <a:r>
              <a:rPr b="0" i="0" lang="en-US" sz="2100" u="none">
                <a:solidFill>
                  <a:srgbClr val="000000"/>
                </a:solidFill>
                <a:latin typeface="Arial"/>
                <a:ea typeface="Arial"/>
                <a:cs typeface="Arial"/>
                <a:sym typeface="Arial"/>
              </a:rPr>
              <a:t>&gt;)</a:t>
            </a:r>
            <a:endParaRPr/>
          </a:p>
          <a:p>
            <a:pPr indent="-323850" lvl="0" marL="431800" marR="0" rtl="0" algn="l">
              <a:lnSpc>
                <a:spcPct val="101000"/>
              </a:lnSpc>
              <a:spcBef>
                <a:spcPts val="1400"/>
              </a:spcBef>
              <a:spcAft>
                <a:spcPts val="0"/>
              </a:spcAft>
              <a:buClr>
                <a:srgbClr val="000000"/>
              </a:buClr>
              <a:buSzPts val="945"/>
              <a:buFont typeface="Noto Sans Symbols"/>
              <a:buChar char="●"/>
            </a:pPr>
            <a:r>
              <a:rPr b="0" i="0" lang="en-US" sz="2100" u="none">
                <a:solidFill>
                  <a:srgbClr val="000000"/>
                </a:solidFill>
                <a:latin typeface="Arial"/>
                <a:ea typeface="Arial"/>
                <a:cs typeface="Arial"/>
                <a:sym typeface="Arial"/>
              </a:rPr>
              <a:t>DEFAULT </a:t>
            </a:r>
            <a:r>
              <a:rPr b="0" i="1" lang="en-US" sz="2100" u="none">
                <a:solidFill>
                  <a:srgbClr val="000000"/>
                </a:solidFill>
                <a:latin typeface="Arial"/>
                <a:ea typeface="Arial"/>
                <a:cs typeface="Arial"/>
                <a:sym typeface="Arial"/>
              </a:rPr>
              <a:t>&lt;giatri&gt;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19"/>
          <p:cNvSpPr txBox="1"/>
          <p:nvPr/>
        </p:nvSpPr>
        <p:spPr>
          <a:xfrm>
            <a:off x="503237" y="6886575"/>
            <a:ext cx="2346325" cy="519112"/>
          </a:xfrm>
          <a:prstGeom prst="rect">
            <a:avLst/>
          </a:prstGeom>
          <a:noFill/>
          <a:ln>
            <a:noFill/>
          </a:ln>
        </p:spPr>
        <p:txBody>
          <a:bodyPr anchorCtr="0" anchor="t" bIns="0" lIns="0" spcFirstLastPara="1" rIns="0" wrap="square" tIns="0">
            <a:noAutofit/>
          </a:bodyPr>
          <a:lstStyle/>
          <a:p>
            <a:pPr indent="0" lvl="0" marL="0" marR="0" rtl="0" algn="l">
              <a:lnSpc>
                <a:spcPct val="93000"/>
              </a:lnSpc>
              <a:spcBef>
                <a:spcPts val="0"/>
              </a:spcBef>
              <a:spcAft>
                <a:spcPts val="0"/>
              </a:spcAft>
              <a:buClr>
                <a:srgbClr val="000000"/>
              </a:buClr>
              <a:buSzPts val="1400"/>
              <a:buFont typeface="Times New Roman"/>
              <a:buNone/>
            </a:pPr>
            <a:r>
              <a:rPr b="0" i="0" lang="en-US" sz="1400" u="none">
                <a:solidFill>
                  <a:srgbClr val="000000"/>
                </a:solidFill>
                <a:latin typeface="Times New Roman"/>
                <a:ea typeface="Times New Roman"/>
                <a:cs typeface="Times New Roman"/>
                <a:sym typeface="Times New Roman"/>
              </a:rPr>
              <a:t>*</a:t>
            </a:r>
            <a:endParaRPr/>
          </a:p>
        </p:txBody>
      </p:sp>
      <p:sp>
        <p:nvSpPr>
          <p:cNvPr id="356" name="Google Shape;356;p19"/>
          <p:cNvSpPr txBox="1"/>
          <p:nvPr/>
        </p:nvSpPr>
        <p:spPr>
          <a:xfrm>
            <a:off x="7227887" y="6886575"/>
            <a:ext cx="2346325" cy="519112"/>
          </a:xfrm>
          <a:prstGeom prst="rect">
            <a:avLst/>
          </a:prstGeom>
          <a:noFill/>
          <a:ln>
            <a:noFill/>
          </a:ln>
        </p:spPr>
        <p:txBody>
          <a:bodyPr anchorCtr="0" anchor="t"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a:solidFill>
                  <a:srgbClr val="000000"/>
                </a:solidFill>
                <a:latin typeface="Times New Roman"/>
                <a:ea typeface="Times New Roman"/>
                <a:cs typeface="Times New Roman"/>
                <a:sym typeface="Times New Roman"/>
              </a:rPr>
              <a:t>‹#›</a:t>
            </a:fld>
            <a:endParaRPr/>
          </a:p>
        </p:txBody>
      </p:sp>
      <p:sp>
        <p:nvSpPr>
          <p:cNvPr id="357" name="Google Shape;357;p19"/>
          <p:cNvSpPr txBox="1"/>
          <p:nvPr>
            <p:ph type="title"/>
          </p:nvPr>
        </p:nvSpPr>
        <p:spPr>
          <a:xfrm>
            <a:off x="503237" y="301625"/>
            <a:ext cx="9070975" cy="1262062"/>
          </a:xfrm>
          <a:prstGeom prst="rect">
            <a:avLst/>
          </a:prstGeom>
          <a:noFill/>
          <a:ln>
            <a:noFill/>
          </a:ln>
        </p:spPr>
        <p:txBody>
          <a:bodyPr anchorCtr="0" anchor="ctr" bIns="0" lIns="0" spcFirstLastPara="1" rIns="0" wrap="square" tIns="0">
            <a:noAutofit/>
          </a:bodyPr>
          <a:lstStyle/>
          <a:p>
            <a:pPr indent="0" lvl="0" marL="0" rtl="0" algn="l">
              <a:lnSpc>
                <a:spcPct val="101000"/>
              </a:lnSpc>
              <a:spcBef>
                <a:spcPts val="0"/>
              </a:spcBef>
              <a:spcAft>
                <a:spcPts val="0"/>
              </a:spcAft>
              <a:buSzPts val="3200"/>
              <a:buNone/>
            </a:pPr>
            <a:r>
              <a:rPr b="1" i="0" lang="en-US" sz="3200" u="none">
                <a:solidFill>
                  <a:srgbClr val="000000"/>
                </a:solidFill>
                <a:latin typeface="Arial"/>
                <a:ea typeface="Arial"/>
                <a:cs typeface="Arial"/>
                <a:sym typeface="Arial"/>
              </a:rPr>
              <a:t>CSDL minh họa</a:t>
            </a:r>
            <a:endParaRPr/>
          </a:p>
        </p:txBody>
      </p:sp>
      <p:sp>
        <p:nvSpPr>
          <p:cNvPr id="358" name="Google Shape;358;p19"/>
          <p:cNvSpPr txBox="1"/>
          <p:nvPr>
            <p:ph idx="1" type="body"/>
          </p:nvPr>
        </p:nvSpPr>
        <p:spPr>
          <a:xfrm>
            <a:off x="503237" y="1768475"/>
            <a:ext cx="9070975" cy="4384675"/>
          </a:xfrm>
          <a:prstGeom prst="rect">
            <a:avLst/>
          </a:prstGeom>
          <a:noFill/>
          <a:ln>
            <a:noFill/>
          </a:ln>
        </p:spPr>
        <p:txBody>
          <a:bodyPr anchorCtr="0" anchor="t" bIns="0" lIns="0" spcFirstLastPara="1" rIns="0" wrap="square" tIns="0">
            <a:noAutofit/>
          </a:bodyPr>
          <a:lstStyle/>
          <a:p>
            <a:pPr indent="-323850" lvl="0" marL="431800" rtl="0" algn="l">
              <a:lnSpc>
                <a:spcPct val="101000"/>
              </a:lnSpc>
              <a:spcBef>
                <a:spcPts val="0"/>
              </a:spcBef>
              <a:spcAft>
                <a:spcPts val="0"/>
              </a:spcAft>
              <a:buSzPts val="2700"/>
              <a:buNone/>
            </a:pPr>
            <a:r>
              <a:rPr b="0" i="0" lang="en-US" sz="2700" u="none">
                <a:solidFill>
                  <a:srgbClr val="000000"/>
                </a:solidFill>
                <a:latin typeface="Arial"/>
                <a:ea typeface="Arial"/>
                <a:cs typeface="Arial"/>
                <a:sym typeface="Arial"/>
              </a:rPr>
              <a:t>PHICONG(</a:t>
            </a:r>
            <a:r>
              <a:rPr b="0" i="0" lang="en-US" sz="2700" u="sng">
                <a:solidFill>
                  <a:srgbClr val="000000"/>
                </a:solidFill>
                <a:latin typeface="Arial"/>
                <a:ea typeface="Arial"/>
                <a:cs typeface="Arial"/>
                <a:sym typeface="Arial"/>
              </a:rPr>
              <a:t>MPC</a:t>
            </a:r>
            <a:r>
              <a:rPr b="0" i="0" lang="en-US" sz="2700" u="none">
                <a:solidFill>
                  <a:srgbClr val="000000"/>
                </a:solidFill>
                <a:latin typeface="Arial"/>
                <a:ea typeface="Arial"/>
                <a:cs typeface="Arial"/>
                <a:sym typeface="Arial"/>
              </a:rPr>
              <a:t>, hoten, dchi, nuoc)</a:t>
            </a:r>
            <a:endParaRPr/>
          </a:p>
          <a:p>
            <a:pPr indent="-323850" lvl="0" marL="431800" rtl="0" algn="l">
              <a:lnSpc>
                <a:spcPct val="101000"/>
              </a:lnSpc>
              <a:spcBef>
                <a:spcPts val="1400"/>
              </a:spcBef>
              <a:spcAft>
                <a:spcPts val="0"/>
              </a:spcAft>
              <a:buSzPts val="2700"/>
              <a:buNone/>
            </a:pPr>
            <a:r>
              <a:rPr b="0" i="0" lang="en-US" sz="2700" u="none">
                <a:solidFill>
                  <a:srgbClr val="000000"/>
                </a:solidFill>
                <a:latin typeface="Arial"/>
                <a:ea typeface="Arial"/>
                <a:cs typeface="Arial"/>
                <a:sym typeface="Arial"/>
              </a:rPr>
              <a:t>CONGTY (</a:t>
            </a:r>
            <a:r>
              <a:rPr b="0" i="0" lang="en-US" sz="2700" u="sng">
                <a:solidFill>
                  <a:srgbClr val="000000"/>
                </a:solidFill>
                <a:latin typeface="Arial"/>
                <a:ea typeface="Arial"/>
                <a:cs typeface="Arial"/>
                <a:sym typeface="Arial"/>
              </a:rPr>
              <a:t>MCT</a:t>
            </a:r>
            <a:r>
              <a:rPr b="0" i="0" lang="en-US" sz="2700" u="none">
                <a:solidFill>
                  <a:srgbClr val="000000"/>
                </a:solidFill>
                <a:latin typeface="Arial"/>
                <a:ea typeface="Arial"/>
                <a:cs typeface="Arial"/>
                <a:sym typeface="Arial"/>
              </a:rPr>
              <a:t>, tencty, nuoc)</a:t>
            </a:r>
            <a:endParaRPr/>
          </a:p>
          <a:p>
            <a:pPr indent="-323850" lvl="0" marL="431800" rtl="0" algn="l">
              <a:lnSpc>
                <a:spcPct val="101000"/>
              </a:lnSpc>
              <a:spcBef>
                <a:spcPts val="1400"/>
              </a:spcBef>
              <a:spcAft>
                <a:spcPts val="0"/>
              </a:spcAft>
              <a:buSzPts val="2700"/>
              <a:buNone/>
            </a:pPr>
            <a:r>
              <a:rPr b="0" i="0" lang="en-US" sz="2700" u="none">
                <a:solidFill>
                  <a:srgbClr val="000000"/>
                </a:solidFill>
                <a:latin typeface="Arial"/>
                <a:ea typeface="Arial"/>
                <a:cs typeface="Arial"/>
                <a:sym typeface="Arial"/>
              </a:rPr>
              <a:t>LOAIMAYBAY(</a:t>
            </a:r>
            <a:r>
              <a:rPr b="0" i="0" lang="en-US" sz="2700" u="sng">
                <a:solidFill>
                  <a:srgbClr val="000000"/>
                </a:solidFill>
                <a:latin typeface="Arial"/>
                <a:ea typeface="Arial"/>
                <a:cs typeface="Arial"/>
                <a:sym typeface="Arial"/>
              </a:rPr>
              <a:t>loai</a:t>
            </a:r>
            <a:r>
              <a:rPr b="0" i="0" lang="en-US" sz="2700" u="none">
                <a:solidFill>
                  <a:srgbClr val="000000"/>
                </a:solidFill>
                <a:latin typeface="Arial"/>
                <a:ea typeface="Arial"/>
                <a:cs typeface="Arial"/>
                <a:sym typeface="Arial"/>
              </a:rPr>
              <a:t>, NSX, socho)</a:t>
            </a:r>
            <a:endParaRPr/>
          </a:p>
          <a:p>
            <a:pPr indent="-323850" lvl="0" marL="431800" rtl="0" algn="l">
              <a:lnSpc>
                <a:spcPct val="101000"/>
              </a:lnSpc>
              <a:spcBef>
                <a:spcPts val="1400"/>
              </a:spcBef>
              <a:spcAft>
                <a:spcPts val="0"/>
              </a:spcAft>
              <a:buSzPts val="2700"/>
              <a:buNone/>
            </a:pPr>
            <a:r>
              <a:rPr b="0" i="0" lang="en-US" sz="2700" u="none">
                <a:solidFill>
                  <a:srgbClr val="000000"/>
                </a:solidFill>
                <a:latin typeface="Arial"/>
                <a:ea typeface="Arial"/>
                <a:cs typeface="Arial"/>
                <a:sym typeface="Arial"/>
              </a:rPr>
              <a:t>MAYBAY(</a:t>
            </a:r>
            <a:r>
              <a:rPr b="0" i="0" lang="en-US" sz="2700" u="sng">
                <a:solidFill>
                  <a:srgbClr val="000000"/>
                </a:solidFill>
                <a:latin typeface="Arial"/>
                <a:ea typeface="Arial"/>
                <a:cs typeface="Arial"/>
                <a:sym typeface="Arial"/>
              </a:rPr>
              <a:t>MMB</a:t>
            </a:r>
            <a:r>
              <a:rPr b="0" i="0" lang="en-US" sz="2700" u="none">
                <a:solidFill>
                  <a:srgbClr val="000000"/>
                </a:solidFill>
                <a:latin typeface="Arial"/>
                <a:ea typeface="Arial"/>
                <a:cs typeface="Arial"/>
                <a:sym typeface="Arial"/>
              </a:rPr>
              <a:t>, </a:t>
            </a:r>
            <a:r>
              <a:rPr b="0" i="1" lang="en-US" sz="2700" u="none">
                <a:solidFill>
                  <a:srgbClr val="000000"/>
                </a:solidFill>
                <a:latin typeface="Arial"/>
                <a:ea typeface="Arial"/>
                <a:cs typeface="Arial"/>
                <a:sym typeface="Arial"/>
              </a:rPr>
              <a:t>loai</a:t>
            </a:r>
            <a:r>
              <a:rPr b="0" i="0" lang="en-US" sz="2700" u="none">
                <a:solidFill>
                  <a:srgbClr val="000000"/>
                </a:solidFill>
                <a:latin typeface="Arial"/>
                <a:ea typeface="Arial"/>
                <a:cs typeface="Arial"/>
                <a:sym typeface="Arial"/>
              </a:rPr>
              <a:t>, </a:t>
            </a:r>
            <a:r>
              <a:rPr b="0" i="1" lang="en-US" sz="2700" u="none">
                <a:solidFill>
                  <a:srgbClr val="000000"/>
                </a:solidFill>
                <a:latin typeface="Arial"/>
                <a:ea typeface="Arial"/>
                <a:cs typeface="Arial"/>
                <a:sym typeface="Arial"/>
              </a:rPr>
              <a:t>MCT</a:t>
            </a:r>
            <a:r>
              <a:rPr b="0" i="0" lang="en-US" sz="2700" u="none">
                <a:solidFill>
                  <a:srgbClr val="000000"/>
                </a:solidFill>
                <a:latin typeface="Arial"/>
                <a:ea typeface="Arial"/>
                <a:cs typeface="Arial"/>
                <a:sym typeface="Arial"/>
              </a:rPr>
              <a:t>)</a:t>
            </a:r>
            <a:endParaRPr/>
          </a:p>
          <a:p>
            <a:pPr indent="-323850" lvl="0" marL="431800" rtl="0" algn="l">
              <a:lnSpc>
                <a:spcPct val="101000"/>
              </a:lnSpc>
              <a:spcBef>
                <a:spcPts val="1400"/>
              </a:spcBef>
              <a:spcAft>
                <a:spcPts val="0"/>
              </a:spcAft>
              <a:buSzPts val="2700"/>
              <a:buNone/>
            </a:pPr>
            <a:r>
              <a:rPr b="0" i="0" lang="en-US" sz="2700" u="none">
                <a:solidFill>
                  <a:srgbClr val="000000"/>
                </a:solidFill>
                <a:latin typeface="Arial"/>
                <a:ea typeface="Arial"/>
                <a:cs typeface="Arial"/>
                <a:sym typeface="Arial"/>
              </a:rPr>
              <a:t>CHUYENBAY(</a:t>
            </a:r>
            <a:r>
              <a:rPr b="0" i="0" lang="en-US" sz="2700" u="sng">
                <a:solidFill>
                  <a:srgbClr val="000000"/>
                </a:solidFill>
                <a:latin typeface="Arial"/>
                <a:ea typeface="Arial"/>
                <a:cs typeface="Arial"/>
                <a:sym typeface="Arial"/>
              </a:rPr>
              <a:t>SOCB, ngaybay</a:t>
            </a:r>
            <a:r>
              <a:rPr b="0" i="0" lang="en-US" sz="2700" u="none">
                <a:solidFill>
                  <a:srgbClr val="000000"/>
                </a:solidFill>
                <a:latin typeface="Arial"/>
                <a:ea typeface="Arial"/>
                <a:cs typeface="Arial"/>
                <a:sym typeface="Arial"/>
              </a:rPr>
              <a:t>, </a:t>
            </a:r>
            <a:r>
              <a:rPr b="0" i="1" lang="en-US" sz="2700" u="none">
                <a:solidFill>
                  <a:srgbClr val="000000"/>
                </a:solidFill>
                <a:latin typeface="Arial"/>
                <a:ea typeface="Arial"/>
                <a:cs typeface="Arial"/>
                <a:sym typeface="Arial"/>
              </a:rPr>
              <a:t>MPC, MMB</a:t>
            </a:r>
            <a:r>
              <a:rPr b="0" i="0" lang="en-US" sz="2700" u="none">
                <a:solidFill>
                  <a:srgbClr val="000000"/>
                </a:solidFill>
                <a:latin typeface="Arial"/>
                <a:ea typeface="Arial"/>
                <a:cs typeface="Arial"/>
                <a:sym typeface="Arial"/>
              </a:rPr>
              <a:t>, noidi, noiden, khoangcach, giodi, gioden)</a:t>
            </a:r>
            <a:endParaRPr/>
          </a:p>
          <a:p>
            <a:pPr indent="-323850" lvl="0" marL="431800" rtl="0" algn="l">
              <a:lnSpc>
                <a:spcPct val="101000"/>
              </a:lnSpc>
              <a:spcBef>
                <a:spcPts val="1400"/>
              </a:spcBef>
              <a:spcAft>
                <a:spcPts val="0"/>
              </a:spcAft>
              <a:buSzPts val="2700"/>
              <a:buNone/>
            </a:pPr>
            <a:r>
              <a:rPr b="0" i="0" lang="en-US" sz="2700" u="none">
                <a:solidFill>
                  <a:srgbClr val="000000"/>
                </a:solidFill>
                <a:latin typeface="Arial"/>
                <a:ea typeface="Arial"/>
                <a:cs typeface="Arial"/>
                <a:sym typeface="Arial"/>
              </a:rPr>
              <a:t>LAMVIEC(</a:t>
            </a:r>
            <a:r>
              <a:rPr b="0" i="1" lang="en-US" sz="2700" u="sng">
                <a:solidFill>
                  <a:srgbClr val="000000"/>
                </a:solidFill>
                <a:latin typeface="Arial"/>
                <a:ea typeface="Arial"/>
                <a:cs typeface="Arial"/>
                <a:sym typeface="Arial"/>
              </a:rPr>
              <a:t>MPC, MCT,</a:t>
            </a:r>
            <a:r>
              <a:rPr b="0" i="0" lang="en-US" sz="2700" u="sng">
                <a:solidFill>
                  <a:srgbClr val="000000"/>
                </a:solidFill>
                <a:latin typeface="Arial"/>
                <a:ea typeface="Arial"/>
                <a:cs typeface="Arial"/>
                <a:sym typeface="Arial"/>
              </a:rPr>
              <a:t> ngayBD</a:t>
            </a:r>
            <a:r>
              <a:rPr b="0" i="0" lang="en-US" sz="2700" u="none">
                <a:solidFill>
                  <a:srgbClr val="000000"/>
                </a:solidFill>
                <a:latin typeface="Arial"/>
                <a:ea typeface="Arial"/>
                <a:cs typeface="Arial"/>
                <a:sym typeface="Arial"/>
              </a:rPr>
              <a:t>, songay)</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21"/>
          <p:cNvSpPr txBox="1"/>
          <p:nvPr/>
        </p:nvSpPr>
        <p:spPr>
          <a:xfrm>
            <a:off x="503237" y="6886575"/>
            <a:ext cx="2346325" cy="519112"/>
          </a:xfrm>
          <a:prstGeom prst="rect">
            <a:avLst/>
          </a:prstGeom>
          <a:noFill/>
          <a:ln>
            <a:noFill/>
          </a:ln>
        </p:spPr>
        <p:txBody>
          <a:bodyPr anchorCtr="0" anchor="t" bIns="0" lIns="0" spcFirstLastPara="1" rIns="0" wrap="square" tIns="0">
            <a:noAutofit/>
          </a:bodyPr>
          <a:lstStyle/>
          <a:p>
            <a:pPr indent="0" lvl="0" marL="0" marR="0" rtl="0" algn="l">
              <a:lnSpc>
                <a:spcPct val="93000"/>
              </a:lnSpc>
              <a:spcBef>
                <a:spcPts val="0"/>
              </a:spcBef>
              <a:spcAft>
                <a:spcPts val="0"/>
              </a:spcAft>
              <a:buClr>
                <a:srgbClr val="000000"/>
              </a:buClr>
              <a:buSzPts val="1400"/>
              <a:buFont typeface="Times New Roman"/>
              <a:buNone/>
            </a:pPr>
            <a:r>
              <a:rPr b="0" i="0" lang="en-US" sz="1400" u="none">
                <a:solidFill>
                  <a:srgbClr val="000000"/>
                </a:solidFill>
                <a:latin typeface="Times New Roman"/>
                <a:ea typeface="Times New Roman"/>
                <a:cs typeface="Times New Roman"/>
                <a:sym typeface="Times New Roman"/>
              </a:rPr>
              <a:t>*</a:t>
            </a:r>
            <a:endParaRPr/>
          </a:p>
        </p:txBody>
      </p:sp>
      <p:sp>
        <p:nvSpPr>
          <p:cNvPr id="365" name="Google Shape;365;p21"/>
          <p:cNvSpPr txBox="1"/>
          <p:nvPr/>
        </p:nvSpPr>
        <p:spPr>
          <a:xfrm>
            <a:off x="7227887" y="6886575"/>
            <a:ext cx="2346325" cy="519112"/>
          </a:xfrm>
          <a:prstGeom prst="rect">
            <a:avLst/>
          </a:prstGeom>
          <a:noFill/>
          <a:ln>
            <a:noFill/>
          </a:ln>
        </p:spPr>
        <p:txBody>
          <a:bodyPr anchorCtr="0" anchor="t"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a:solidFill>
                  <a:srgbClr val="000000"/>
                </a:solidFill>
                <a:latin typeface="Times New Roman"/>
                <a:ea typeface="Times New Roman"/>
                <a:cs typeface="Times New Roman"/>
                <a:sym typeface="Times New Roman"/>
              </a:rPr>
              <a:t>‹#›</a:t>
            </a:fld>
            <a:endParaRPr/>
          </a:p>
        </p:txBody>
      </p:sp>
      <p:sp>
        <p:nvSpPr>
          <p:cNvPr id="366" name="Google Shape;366;p21"/>
          <p:cNvSpPr txBox="1"/>
          <p:nvPr>
            <p:ph type="title"/>
          </p:nvPr>
        </p:nvSpPr>
        <p:spPr>
          <a:xfrm>
            <a:off x="503237" y="301625"/>
            <a:ext cx="9070975" cy="1262062"/>
          </a:xfrm>
          <a:prstGeom prst="rect">
            <a:avLst/>
          </a:prstGeom>
          <a:noFill/>
          <a:ln>
            <a:noFill/>
          </a:ln>
        </p:spPr>
        <p:txBody>
          <a:bodyPr anchorCtr="0" anchor="ctr" bIns="0" lIns="0" spcFirstLastPara="1" rIns="0" wrap="square" tIns="0">
            <a:noAutofit/>
          </a:bodyPr>
          <a:lstStyle/>
          <a:p>
            <a:pPr indent="0" lvl="0" marL="0" rtl="0" algn="l">
              <a:lnSpc>
                <a:spcPct val="101000"/>
              </a:lnSpc>
              <a:spcBef>
                <a:spcPts val="0"/>
              </a:spcBef>
              <a:spcAft>
                <a:spcPts val="0"/>
              </a:spcAft>
              <a:buSzPts val="3200"/>
              <a:buNone/>
            </a:pPr>
            <a:r>
              <a:rPr b="1" i="0" lang="en-US" sz="3200" u="none">
                <a:solidFill>
                  <a:srgbClr val="000000"/>
                </a:solidFill>
                <a:latin typeface="Arial"/>
                <a:ea typeface="Arial"/>
                <a:cs typeface="Arial"/>
                <a:sym typeface="Arial"/>
              </a:rPr>
              <a:t>CREATE TABLE - Ví dụ</a:t>
            </a:r>
            <a:endParaRPr/>
          </a:p>
        </p:txBody>
      </p:sp>
      <p:sp>
        <p:nvSpPr>
          <p:cNvPr id="367" name="Google Shape;367;p21"/>
          <p:cNvSpPr txBox="1"/>
          <p:nvPr>
            <p:ph idx="1" type="body"/>
          </p:nvPr>
        </p:nvSpPr>
        <p:spPr>
          <a:xfrm>
            <a:off x="365125" y="1403350"/>
            <a:ext cx="9070975" cy="5454650"/>
          </a:xfrm>
          <a:prstGeom prst="rect">
            <a:avLst/>
          </a:prstGeom>
          <a:noFill/>
          <a:ln>
            <a:noFill/>
          </a:ln>
        </p:spPr>
        <p:txBody>
          <a:bodyPr anchorCtr="0" anchor="t" bIns="0" lIns="0" spcFirstLastPara="1" rIns="0" wrap="square" tIns="0">
            <a:noAutofit/>
          </a:bodyPr>
          <a:lstStyle/>
          <a:p>
            <a:pPr indent="-323850" lvl="0" marL="431800" rtl="0" algn="l">
              <a:lnSpc>
                <a:spcPct val="101000"/>
              </a:lnSpc>
              <a:spcBef>
                <a:spcPts val="0"/>
              </a:spcBef>
              <a:spcAft>
                <a:spcPts val="0"/>
              </a:spcAft>
              <a:buClr>
                <a:srgbClr val="000000"/>
              </a:buClr>
              <a:buSzPts val="1260"/>
              <a:buFont typeface="Noto Sans Symbols"/>
              <a:buChar char="●"/>
            </a:pPr>
            <a:r>
              <a:rPr b="0" i="0" lang="en-US" sz="2800" u="none">
                <a:solidFill>
                  <a:srgbClr val="000000"/>
                </a:solidFill>
                <a:latin typeface="Arial"/>
                <a:ea typeface="Arial"/>
                <a:cs typeface="Arial"/>
                <a:sym typeface="Arial"/>
              </a:rPr>
              <a:t>Thêm các ràng buộc </a:t>
            </a:r>
            <a:r>
              <a:rPr b="0" i="0" lang="en-US" sz="2800" u="none">
                <a:solidFill>
                  <a:srgbClr val="579D1C"/>
                </a:solidFill>
                <a:latin typeface="Arial"/>
                <a:ea typeface="Arial"/>
                <a:cs typeface="Arial"/>
                <a:sym typeface="Arial"/>
              </a:rPr>
              <a:t>PRIMARY KEY, NOT NULL, UNIQUE</a:t>
            </a:r>
            <a:r>
              <a:rPr b="0" i="0" lang="en-US" sz="2800" u="none">
                <a:solidFill>
                  <a:srgbClr val="000000"/>
                </a:solidFill>
                <a:latin typeface="Arial"/>
                <a:ea typeface="Arial"/>
                <a:cs typeface="Arial"/>
                <a:sym typeface="Arial"/>
              </a:rPr>
              <a:t> </a:t>
            </a:r>
            <a:endParaRPr/>
          </a:p>
          <a:p>
            <a:pPr indent="-323850" lvl="1" marL="863600" rtl="0" algn="l">
              <a:lnSpc>
                <a:spcPct val="98000"/>
              </a:lnSpc>
              <a:spcBef>
                <a:spcPts val="1400"/>
              </a:spcBef>
              <a:spcAft>
                <a:spcPts val="0"/>
              </a:spcAft>
              <a:buSzPts val="2000"/>
              <a:buNone/>
            </a:pPr>
            <a:r>
              <a:rPr b="1" i="0" lang="en-US" sz="2000" u="none">
                <a:solidFill>
                  <a:srgbClr val="0000FF"/>
                </a:solidFill>
                <a:latin typeface="Arial"/>
                <a:ea typeface="Arial"/>
                <a:cs typeface="Arial"/>
                <a:sym typeface="Arial"/>
              </a:rPr>
              <a:t>CREATE</a:t>
            </a:r>
            <a:r>
              <a:rPr b="1" i="0" lang="en-US" sz="2000" u="none">
                <a:solidFill>
                  <a:srgbClr val="000000"/>
                </a:solidFill>
                <a:latin typeface="Arial"/>
                <a:ea typeface="Arial"/>
                <a:cs typeface="Arial"/>
                <a:sym typeface="Arial"/>
              </a:rPr>
              <a:t> </a:t>
            </a:r>
            <a:r>
              <a:rPr b="1" i="0" lang="en-US" sz="2000" u="none">
                <a:solidFill>
                  <a:srgbClr val="0000FF"/>
                </a:solidFill>
                <a:latin typeface="Arial"/>
                <a:ea typeface="Arial"/>
                <a:cs typeface="Arial"/>
                <a:sym typeface="Arial"/>
              </a:rPr>
              <a:t>TABLE</a:t>
            </a:r>
            <a:r>
              <a:rPr b="0" i="0" lang="en-US" sz="2000" u="none">
                <a:solidFill>
                  <a:srgbClr val="000000"/>
                </a:solidFill>
                <a:latin typeface="Arial"/>
                <a:ea typeface="Arial"/>
                <a:cs typeface="Arial"/>
                <a:sym typeface="Arial"/>
              </a:rPr>
              <a:t> </a:t>
            </a:r>
            <a:r>
              <a:rPr b="0" i="0" lang="en-US" sz="2000" u="none">
                <a:solidFill>
                  <a:srgbClr val="008080"/>
                </a:solidFill>
                <a:latin typeface="Arial"/>
                <a:ea typeface="Arial"/>
                <a:cs typeface="Arial"/>
                <a:sym typeface="Arial"/>
              </a:rPr>
              <a:t>PHICONG</a:t>
            </a:r>
            <a:r>
              <a:rPr b="0" i="0" lang="en-US" sz="2000" u="none">
                <a:solidFill>
                  <a:srgbClr val="808080"/>
                </a:solidFill>
                <a:latin typeface="Arial"/>
                <a:ea typeface="Arial"/>
                <a:cs typeface="Arial"/>
                <a:sym typeface="Arial"/>
              </a:rPr>
              <a:t>(</a:t>
            </a:r>
            <a:endParaRPr/>
          </a:p>
          <a:p>
            <a:pPr indent="-323850" lvl="1" marL="863600" rtl="0" algn="l">
              <a:lnSpc>
                <a:spcPct val="98000"/>
              </a:lnSpc>
              <a:spcBef>
                <a:spcPts val="1100"/>
              </a:spcBef>
              <a:spcAft>
                <a:spcPts val="0"/>
              </a:spcAft>
              <a:buSzPts val="2000"/>
              <a:buNone/>
            </a:pPr>
            <a:r>
              <a:rPr b="0" i="0" lang="en-US" sz="2000" u="none">
                <a:solidFill>
                  <a:srgbClr val="008080"/>
                </a:solidFill>
                <a:latin typeface="Arial"/>
                <a:ea typeface="Arial"/>
                <a:cs typeface="Arial"/>
                <a:sym typeface="Arial"/>
              </a:rPr>
              <a:t>     MPC</a:t>
            </a:r>
            <a:r>
              <a:rPr b="0" i="0" lang="en-US" sz="2000" u="none">
                <a:solidFill>
                  <a:srgbClr val="000000"/>
                </a:solidFill>
                <a:latin typeface="Arial"/>
                <a:ea typeface="Arial"/>
                <a:cs typeface="Arial"/>
                <a:sym typeface="Arial"/>
              </a:rPr>
              <a:t> </a:t>
            </a:r>
            <a:r>
              <a:rPr b="0" i="0" lang="en-US" sz="2000" u="none">
                <a:solidFill>
                  <a:srgbClr val="0000FF"/>
                </a:solidFill>
                <a:latin typeface="Arial"/>
                <a:ea typeface="Arial"/>
                <a:cs typeface="Arial"/>
                <a:sym typeface="Arial"/>
              </a:rPr>
              <a:t>smallint</a:t>
            </a:r>
            <a:r>
              <a:rPr b="0" i="0" lang="en-US" sz="2000" u="none">
                <a:solidFill>
                  <a:srgbClr val="000000"/>
                </a:solidFill>
                <a:latin typeface="Arial"/>
                <a:ea typeface="Arial"/>
                <a:cs typeface="Arial"/>
                <a:sym typeface="Arial"/>
              </a:rPr>
              <a:t> </a:t>
            </a:r>
            <a:r>
              <a:rPr b="0" i="0" lang="en-US" sz="2000" u="none">
                <a:solidFill>
                  <a:srgbClr val="C5000B"/>
                </a:solidFill>
                <a:latin typeface="Arial"/>
                <a:ea typeface="Arial"/>
                <a:cs typeface="Arial"/>
                <a:sym typeface="Arial"/>
              </a:rPr>
              <a:t>PRIMARY KEY</a:t>
            </a:r>
            <a:r>
              <a:rPr b="0" i="0" lang="en-US" sz="2000" u="none">
                <a:solidFill>
                  <a:srgbClr val="1C1C1C"/>
                </a:solidFill>
                <a:latin typeface="Arial"/>
                <a:ea typeface="Arial"/>
                <a:cs typeface="Arial"/>
                <a:sym typeface="Arial"/>
              </a:rPr>
              <a:t>,</a:t>
            </a:r>
            <a:endParaRPr/>
          </a:p>
          <a:p>
            <a:pPr indent="-323850" lvl="1" marL="863600" rtl="0" algn="l">
              <a:lnSpc>
                <a:spcPct val="98000"/>
              </a:lnSpc>
              <a:spcBef>
                <a:spcPts val="1100"/>
              </a:spcBef>
              <a:spcAft>
                <a:spcPts val="0"/>
              </a:spcAft>
              <a:buSzPts val="2000"/>
              <a:buNone/>
            </a:pPr>
            <a:r>
              <a:rPr b="0" i="0" lang="en-US" sz="2000" u="none">
                <a:solidFill>
                  <a:srgbClr val="008080"/>
                </a:solidFill>
                <a:latin typeface="Arial"/>
                <a:ea typeface="Arial"/>
                <a:cs typeface="Arial"/>
                <a:sym typeface="Arial"/>
              </a:rPr>
              <a:t>     hoten</a:t>
            </a:r>
            <a:r>
              <a:rPr b="0" i="0" lang="en-US" sz="2000" u="none">
                <a:solidFill>
                  <a:srgbClr val="000000"/>
                </a:solidFill>
                <a:latin typeface="Arial"/>
                <a:ea typeface="Arial"/>
                <a:cs typeface="Arial"/>
                <a:sym typeface="Arial"/>
              </a:rPr>
              <a:t> </a:t>
            </a:r>
            <a:r>
              <a:rPr b="0" i="0" lang="en-US" sz="2000" u="none">
                <a:solidFill>
                  <a:srgbClr val="0000FF"/>
                </a:solidFill>
                <a:latin typeface="Arial"/>
                <a:ea typeface="Arial"/>
                <a:cs typeface="Arial"/>
                <a:sym typeface="Arial"/>
              </a:rPr>
              <a:t>varchar2</a:t>
            </a:r>
            <a:r>
              <a:rPr b="0" i="0" lang="en-US" sz="2000" u="none">
                <a:solidFill>
                  <a:srgbClr val="808080"/>
                </a:solidFill>
                <a:latin typeface="Arial"/>
                <a:ea typeface="Arial"/>
                <a:cs typeface="Arial"/>
                <a:sym typeface="Arial"/>
              </a:rPr>
              <a:t>(</a:t>
            </a:r>
            <a:r>
              <a:rPr lang="en-US" sz="2000"/>
              <a:t>5</a:t>
            </a:r>
            <a:r>
              <a:rPr b="0" i="0" lang="en-US" sz="2000" u="none">
                <a:solidFill>
                  <a:srgbClr val="000000"/>
                </a:solidFill>
                <a:latin typeface="Arial"/>
                <a:ea typeface="Arial"/>
                <a:cs typeface="Arial"/>
                <a:sym typeface="Arial"/>
              </a:rPr>
              <a:t>0</a:t>
            </a:r>
            <a:r>
              <a:rPr b="0" i="0" lang="en-US" sz="2000" u="none">
                <a:solidFill>
                  <a:srgbClr val="808080"/>
                </a:solidFill>
                <a:latin typeface="Arial"/>
                <a:ea typeface="Arial"/>
                <a:cs typeface="Arial"/>
                <a:sym typeface="Arial"/>
              </a:rPr>
              <a:t>) </a:t>
            </a:r>
            <a:r>
              <a:rPr b="0" i="0" lang="en-US" sz="2000" u="none">
                <a:solidFill>
                  <a:srgbClr val="C5000B"/>
                </a:solidFill>
                <a:latin typeface="Arial"/>
                <a:ea typeface="Arial"/>
                <a:cs typeface="Arial"/>
                <a:sym typeface="Arial"/>
              </a:rPr>
              <a:t>NOT NULL</a:t>
            </a:r>
            <a:r>
              <a:rPr b="0" i="0" lang="en-US" sz="2000" u="none">
                <a:solidFill>
                  <a:srgbClr val="808080"/>
                </a:solidFill>
                <a:latin typeface="Arial"/>
                <a:ea typeface="Arial"/>
                <a:cs typeface="Arial"/>
                <a:sym typeface="Arial"/>
              </a:rPr>
              <a:t>,</a:t>
            </a:r>
            <a:r>
              <a:rPr b="0" i="0" lang="en-US" sz="2000" u="none">
                <a:solidFill>
                  <a:srgbClr val="000000"/>
                </a:solidFill>
                <a:latin typeface="Arial"/>
                <a:ea typeface="Arial"/>
                <a:cs typeface="Arial"/>
                <a:sym typeface="Arial"/>
              </a:rPr>
              <a:t> </a:t>
            </a:r>
            <a:endParaRPr/>
          </a:p>
          <a:p>
            <a:pPr indent="-323850" lvl="1" marL="863600" rtl="0" algn="l">
              <a:lnSpc>
                <a:spcPct val="98000"/>
              </a:lnSpc>
              <a:spcBef>
                <a:spcPts val="1100"/>
              </a:spcBef>
              <a:spcAft>
                <a:spcPts val="0"/>
              </a:spcAft>
              <a:buSzPts val="2000"/>
              <a:buNone/>
            </a:pPr>
            <a:r>
              <a:rPr b="0" i="0" lang="en-US" sz="2000" u="none">
                <a:solidFill>
                  <a:srgbClr val="000000"/>
                </a:solidFill>
                <a:latin typeface="Arial"/>
                <a:ea typeface="Arial"/>
                <a:cs typeface="Arial"/>
                <a:sym typeface="Arial"/>
              </a:rPr>
              <a:t>     </a:t>
            </a:r>
            <a:r>
              <a:rPr b="0" i="0" lang="en-US" sz="2000" u="none">
                <a:solidFill>
                  <a:srgbClr val="008080"/>
                </a:solidFill>
                <a:latin typeface="Arial"/>
                <a:ea typeface="Arial"/>
                <a:cs typeface="Arial"/>
                <a:sym typeface="Arial"/>
              </a:rPr>
              <a:t>dchi</a:t>
            </a:r>
            <a:r>
              <a:rPr b="0" i="0" lang="en-US" sz="2000" u="none">
                <a:solidFill>
                  <a:srgbClr val="000000"/>
                </a:solidFill>
                <a:latin typeface="Arial"/>
                <a:ea typeface="Arial"/>
                <a:cs typeface="Arial"/>
                <a:sym typeface="Arial"/>
              </a:rPr>
              <a:t> </a:t>
            </a:r>
            <a:r>
              <a:rPr b="0" i="0" lang="en-US" sz="2000" u="none">
                <a:solidFill>
                  <a:srgbClr val="0000FF"/>
                </a:solidFill>
                <a:latin typeface="Arial"/>
                <a:ea typeface="Arial"/>
                <a:cs typeface="Arial"/>
                <a:sym typeface="Arial"/>
              </a:rPr>
              <a:t>varchar2</a:t>
            </a:r>
            <a:r>
              <a:rPr b="0" i="0" lang="en-US" sz="2000" u="none">
                <a:solidFill>
                  <a:srgbClr val="808080"/>
                </a:solidFill>
                <a:latin typeface="Arial"/>
                <a:ea typeface="Arial"/>
                <a:cs typeface="Arial"/>
                <a:sym typeface="Arial"/>
              </a:rPr>
              <a:t>(</a:t>
            </a:r>
            <a:r>
              <a:rPr b="0" i="0" lang="en-US" sz="2000" u="none">
                <a:solidFill>
                  <a:srgbClr val="000000"/>
                </a:solidFill>
                <a:latin typeface="Arial"/>
                <a:ea typeface="Arial"/>
                <a:cs typeface="Arial"/>
                <a:sym typeface="Arial"/>
              </a:rPr>
              <a:t>30</a:t>
            </a:r>
            <a:r>
              <a:rPr b="0" i="0" lang="en-US" sz="2000" u="none">
                <a:solidFill>
                  <a:srgbClr val="808080"/>
                </a:solidFill>
                <a:latin typeface="Arial"/>
                <a:ea typeface="Arial"/>
                <a:cs typeface="Arial"/>
                <a:sym typeface="Arial"/>
              </a:rPr>
              <a:t>));</a:t>
            </a:r>
            <a:endParaRPr/>
          </a:p>
          <a:p>
            <a:pPr indent="-323850" lvl="1" marL="863600" rtl="0" algn="l">
              <a:lnSpc>
                <a:spcPct val="98000"/>
              </a:lnSpc>
              <a:spcBef>
                <a:spcPts val="1100"/>
              </a:spcBef>
              <a:spcAft>
                <a:spcPts val="0"/>
              </a:spcAft>
              <a:buSzPts val="2000"/>
              <a:buNone/>
            </a:pPr>
            <a:r>
              <a:rPr b="1" i="0" lang="en-US" sz="2000" u="none">
                <a:solidFill>
                  <a:srgbClr val="0000FF"/>
                </a:solidFill>
                <a:latin typeface="Arial"/>
                <a:ea typeface="Arial"/>
                <a:cs typeface="Arial"/>
                <a:sym typeface="Arial"/>
              </a:rPr>
              <a:t>CREATE</a:t>
            </a:r>
            <a:r>
              <a:rPr b="1" i="0" lang="en-US" sz="2000" u="none">
                <a:solidFill>
                  <a:srgbClr val="000000"/>
                </a:solidFill>
                <a:latin typeface="Arial"/>
                <a:ea typeface="Arial"/>
                <a:cs typeface="Arial"/>
                <a:sym typeface="Arial"/>
              </a:rPr>
              <a:t> </a:t>
            </a:r>
            <a:r>
              <a:rPr b="1" i="0" lang="en-US" sz="2000" u="none">
                <a:solidFill>
                  <a:srgbClr val="0000FF"/>
                </a:solidFill>
                <a:latin typeface="Arial"/>
                <a:ea typeface="Arial"/>
                <a:cs typeface="Arial"/>
                <a:sym typeface="Arial"/>
              </a:rPr>
              <a:t>TABLE</a:t>
            </a:r>
            <a:r>
              <a:rPr b="0" i="0" lang="en-US" sz="2000" u="none">
                <a:solidFill>
                  <a:srgbClr val="000000"/>
                </a:solidFill>
                <a:latin typeface="Arial"/>
                <a:ea typeface="Arial"/>
                <a:cs typeface="Arial"/>
                <a:sym typeface="Arial"/>
              </a:rPr>
              <a:t> </a:t>
            </a:r>
            <a:r>
              <a:rPr b="0" i="0" lang="en-US" sz="2000" u="none">
                <a:solidFill>
                  <a:srgbClr val="008080"/>
                </a:solidFill>
                <a:latin typeface="Arial"/>
                <a:ea typeface="Arial"/>
                <a:cs typeface="Arial"/>
                <a:sym typeface="Arial"/>
              </a:rPr>
              <a:t>CONGTY</a:t>
            </a:r>
            <a:r>
              <a:rPr b="0" i="0" lang="en-US" sz="2000" u="none">
                <a:solidFill>
                  <a:srgbClr val="808080"/>
                </a:solidFill>
                <a:latin typeface="Arial"/>
                <a:ea typeface="Arial"/>
                <a:cs typeface="Arial"/>
                <a:sym typeface="Arial"/>
              </a:rPr>
              <a:t>(</a:t>
            </a:r>
            <a:endParaRPr/>
          </a:p>
          <a:p>
            <a:pPr indent="-287337" lvl="2" marL="1295400" rtl="0" algn="l">
              <a:lnSpc>
                <a:spcPct val="98000"/>
              </a:lnSpc>
              <a:spcBef>
                <a:spcPts val="1100"/>
              </a:spcBef>
              <a:spcAft>
                <a:spcPts val="0"/>
              </a:spcAft>
              <a:buSzPts val="2000"/>
              <a:buNone/>
            </a:pPr>
            <a:r>
              <a:rPr b="0" i="0" lang="en-US" sz="2000" u="none">
                <a:solidFill>
                  <a:srgbClr val="008080"/>
                </a:solidFill>
                <a:latin typeface="Arial"/>
                <a:ea typeface="Arial"/>
                <a:cs typeface="Arial"/>
                <a:sym typeface="Arial"/>
              </a:rPr>
              <a:t>MCT</a:t>
            </a:r>
            <a:r>
              <a:rPr b="0" i="0" lang="en-US" sz="2000" u="none">
                <a:solidFill>
                  <a:srgbClr val="000000"/>
                </a:solidFill>
                <a:latin typeface="Arial"/>
                <a:ea typeface="Arial"/>
                <a:cs typeface="Arial"/>
                <a:sym typeface="Arial"/>
              </a:rPr>
              <a:t> </a:t>
            </a:r>
            <a:r>
              <a:rPr b="0" i="0" lang="en-US" sz="2000" u="none">
                <a:solidFill>
                  <a:srgbClr val="0000FF"/>
                </a:solidFill>
                <a:latin typeface="Arial"/>
                <a:ea typeface="Arial"/>
                <a:cs typeface="Arial"/>
                <a:sym typeface="Arial"/>
              </a:rPr>
              <a:t>smallint </a:t>
            </a:r>
            <a:r>
              <a:rPr b="0" i="0" lang="en-US" sz="2000" u="none">
                <a:solidFill>
                  <a:srgbClr val="C5000B"/>
                </a:solidFill>
                <a:latin typeface="Arial"/>
                <a:ea typeface="Arial"/>
                <a:cs typeface="Arial"/>
                <a:sym typeface="Arial"/>
              </a:rPr>
              <a:t>NOT NULL</a:t>
            </a:r>
            <a:r>
              <a:rPr b="0" i="0" lang="en-US" sz="2000" u="none">
                <a:solidFill>
                  <a:srgbClr val="808080"/>
                </a:solidFill>
                <a:latin typeface="Arial"/>
                <a:ea typeface="Arial"/>
                <a:cs typeface="Arial"/>
                <a:sym typeface="Arial"/>
              </a:rPr>
              <a:t>,</a:t>
            </a:r>
            <a:endParaRPr/>
          </a:p>
          <a:p>
            <a:pPr indent="-287337" lvl="2" marL="1295400" rtl="0" algn="l">
              <a:lnSpc>
                <a:spcPct val="98000"/>
              </a:lnSpc>
              <a:spcBef>
                <a:spcPts val="1100"/>
              </a:spcBef>
              <a:spcAft>
                <a:spcPts val="0"/>
              </a:spcAft>
              <a:buSzPts val="2000"/>
              <a:buNone/>
            </a:pPr>
            <a:r>
              <a:rPr b="0" i="0" lang="en-US" sz="2000" u="none">
                <a:solidFill>
                  <a:srgbClr val="008080"/>
                </a:solidFill>
                <a:latin typeface="Arial"/>
                <a:ea typeface="Arial"/>
                <a:cs typeface="Arial"/>
                <a:sym typeface="Arial"/>
              </a:rPr>
              <a:t>tencty</a:t>
            </a:r>
            <a:r>
              <a:rPr b="0" i="0" lang="en-US" sz="2000" u="none">
                <a:solidFill>
                  <a:srgbClr val="000000"/>
                </a:solidFill>
                <a:latin typeface="Arial"/>
                <a:ea typeface="Arial"/>
                <a:cs typeface="Arial"/>
                <a:sym typeface="Arial"/>
              </a:rPr>
              <a:t> </a:t>
            </a:r>
            <a:r>
              <a:rPr b="0" i="0" lang="en-US" sz="2000" u="none">
                <a:solidFill>
                  <a:srgbClr val="0000FF"/>
                </a:solidFill>
                <a:latin typeface="Arial"/>
                <a:ea typeface="Arial"/>
                <a:cs typeface="Arial"/>
                <a:sym typeface="Arial"/>
              </a:rPr>
              <a:t>varchar</a:t>
            </a:r>
            <a:r>
              <a:rPr b="0" i="0" lang="en-US" sz="2000" u="none">
                <a:solidFill>
                  <a:srgbClr val="808080"/>
                </a:solidFill>
                <a:latin typeface="Arial"/>
                <a:ea typeface="Arial"/>
                <a:cs typeface="Arial"/>
                <a:sym typeface="Arial"/>
              </a:rPr>
              <a:t>(</a:t>
            </a:r>
            <a:r>
              <a:rPr b="0" i="0" lang="en-US" sz="2000" u="none">
                <a:solidFill>
                  <a:srgbClr val="000000"/>
                </a:solidFill>
                <a:latin typeface="Arial"/>
                <a:ea typeface="Arial"/>
                <a:cs typeface="Arial"/>
                <a:sym typeface="Arial"/>
              </a:rPr>
              <a:t>30</a:t>
            </a:r>
            <a:r>
              <a:rPr b="0" i="0" lang="en-US" sz="2000" u="none">
                <a:solidFill>
                  <a:srgbClr val="808080"/>
                </a:solidFill>
                <a:latin typeface="Arial"/>
                <a:ea typeface="Arial"/>
                <a:cs typeface="Arial"/>
                <a:sym typeface="Arial"/>
              </a:rPr>
              <a:t>) </a:t>
            </a:r>
            <a:r>
              <a:rPr b="0" i="0" lang="en-US" sz="2000" u="none">
                <a:solidFill>
                  <a:srgbClr val="C5000B"/>
                </a:solidFill>
                <a:latin typeface="Arial"/>
                <a:ea typeface="Arial"/>
                <a:cs typeface="Arial"/>
                <a:sym typeface="Arial"/>
              </a:rPr>
              <a:t>UNIQUE</a:t>
            </a:r>
            <a:r>
              <a:rPr b="0" i="0" lang="en-US" sz="2000" u="none">
                <a:solidFill>
                  <a:srgbClr val="808080"/>
                </a:solidFill>
                <a:latin typeface="Arial"/>
                <a:ea typeface="Arial"/>
                <a:cs typeface="Arial"/>
                <a:sym typeface="Arial"/>
              </a:rPr>
              <a:t>,</a:t>
            </a:r>
            <a:r>
              <a:rPr b="0" i="0" lang="en-US" sz="2000" u="none">
                <a:solidFill>
                  <a:srgbClr val="000000"/>
                </a:solidFill>
                <a:latin typeface="Arial"/>
                <a:ea typeface="Arial"/>
                <a:cs typeface="Arial"/>
                <a:sym typeface="Arial"/>
              </a:rPr>
              <a:t> </a:t>
            </a:r>
            <a:endParaRPr/>
          </a:p>
          <a:p>
            <a:pPr indent="-287337" lvl="2" marL="1295400" rtl="0" algn="l">
              <a:lnSpc>
                <a:spcPct val="98000"/>
              </a:lnSpc>
              <a:spcBef>
                <a:spcPts val="800"/>
              </a:spcBef>
              <a:spcAft>
                <a:spcPts val="0"/>
              </a:spcAft>
              <a:buSzPts val="2000"/>
              <a:buNone/>
            </a:pPr>
            <a:r>
              <a:rPr lang="en-US">
                <a:solidFill>
                  <a:srgbClr val="008080"/>
                </a:solidFill>
              </a:rPr>
              <a:t>quocgia </a:t>
            </a:r>
            <a:r>
              <a:rPr b="0" i="0" lang="en-US" sz="2000" u="none">
                <a:solidFill>
                  <a:srgbClr val="0000FF"/>
                </a:solidFill>
                <a:latin typeface="Arial"/>
                <a:ea typeface="Arial"/>
                <a:cs typeface="Arial"/>
                <a:sym typeface="Arial"/>
              </a:rPr>
              <a:t>varchar</a:t>
            </a:r>
            <a:r>
              <a:rPr b="0" i="0" lang="en-US" sz="2000" u="none">
                <a:solidFill>
                  <a:srgbClr val="808080"/>
                </a:solidFill>
                <a:latin typeface="Arial"/>
                <a:ea typeface="Arial"/>
                <a:cs typeface="Arial"/>
                <a:sym typeface="Arial"/>
              </a:rPr>
              <a:t>(</a:t>
            </a:r>
            <a:r>
              <a:rPr b="0" i="0" lang="en-US" sz="2000" u="none">
                <a:solidFill>
                  <a:srgbClr val="000000"/>
                </a:solidFill>
                <a:latin typeface="Arial"/>
                <a:ea typeface="Arial"/>
                <a:cs typeface="Arial"/>
                <a:sym typeface="Arial"/>
              </a:rPr>
              <a:t>20</a:t>
            </a:r>
            <a:r>
              <a:rPr b="0" i="0" lang="en-US" sz="2000" u="none">
                <a:solidFill>
                  <a:srgbClr val="808080"/>
                </a:solidFill>
                <a:latin typeface="Arial"/>
                <a:ea typeface="Arial"/>
                <a:cs typeface="Arial"/>
                <a:sym typeface="Arial"/>
              </a:rPr>
              <a:t>),</a:t>
            </a:r>
            <a:endParaRPr/>
          </a:p>
          <a:p>
            <a:pPr indent="-287337" lvl="2" marL="1295400" rtl="0" algn="l">
              <a:lnSpc>
                <a:spcPct val="98000"/>
              </a:lnSpc>
              <a:spcBef>
                <a:spcPts val="800"/>
              </a:spcBef>
              <a:spcAft>
                <a:spcPts val="0"/>
              </a:spcAft>
              <a:buSzPts val="2000"/>
              <a:buNone/>
            </a:pPr>
            <a:r>
              <a:rPr b="0" i="0" lang="en-US" sz="2000" u="none">
                <a:solidFill>
                  <a:srgbClr val="C5000B"/>
                </a:solidFill>
                <a:latin typeface="Arial"/>
                <a:ea typeface="Arial"/>
                <a:cs typeface="Arial"/>
                <a:sym typeface="Arial"/>
              </a:rPr>
              <a:t>PRIMARY KEY </a:t>
            </a:r>
            <a:r>
              <a:rPr b="0" i="0" lang="en-US" sz="2000" u="none">
                <a:solidFill>
                  <a:srgbClr val="808080"/>
                </a:solidFill>
                <a:latin typeface="Arial"/>
                <a:ea typeface="Arial"/>
                <a:cs typeface="Arial"/>
                <a:sym typeface="Arial"/>
              </a:rPr>
              <a:t>(</a:t>
            </a:r>
            <a:r>
              <a:rPr b="0" i="0" lang="en-US" sz="2000" u="none">
                <a:solidFill>
                  <a:srgbClr val="008080"/>
                </a:solidFill>
                <a:latin typeface="Arial"/>
                <a:ea typeface="Arial"/>
                <a:cs typeface="Arial"/>
                <a:sym typeface="Arial"/>
              </a:rPr>
              <a:t>MCT</a:t>
            </a:r>
            <a:r>
              <a:rPr b="0" i="0" lang="en-US" sz="2000" u="none">
                <a:solidFill>
                  <a:srgbClr val="808080"/>
                </a:solidFill>
                <a:latin typeface="Arial"/>
                <a:ea typeface="Arial"/>
                <a:cs typeface="Arial"/>
                <a:sym typeface="Arial"/>
              </a:rPr>
              <a:t>)</a:t>
            </a:r>
            <a:r>
              <a:rPr b="0" i="0" lang="en-US" sz="2000" u="none">
                <a:solidFill>
                  <a:srgbClr val="C5000B"/>
                </a:solidFill>
                <a:latin typeface="Arial"/>
                <a:ea typeface="Arial"/>
                <a:cs typeface="Arial"/>
                <a:sym typeface="Arial"/>
              </a:rPr>
              <a:t> </a:t>
            </a:r>
            <a:r>
              <a:rPr b="0" i="0" lang="en-US" sz="2000" u="none">
                <a:solidFill>
                  <a:srgbClr val="808080"/>
                </a:solidFill>
                <a:latin typeface="Arial"/>
                <a:ea typeface="Arial"/>
                <a:cs typeface="Arial"/>
                <a:sym typeface="Arial"/>
              </a:rPr>
              <a:t>);</a:t>
            </a:r>
            <a:endParaRPr/>
          </a:p>
          <a:p>
            <a:pPr indent="-323850" lvl="0" marL="431800" rtl="0" algn="l">
              <a:lnSpc>
                <a:spcPct val="101000"/>
              </a:lnSpc>
              <a:spcBef>
                <a:spcPts val="800"/>
              </a:spcBef>
              <a:spcAft>
                <a:spcPts val="0"/>
              </a:spcAft>
              <a:buSzPts val="2600"/>
              <a:buNone/>
            </a:pPr>
            <a:r>
              <a:rPr b="0" i="0" lang="en-US" sz="2600" u="none">
                <a:solidFill>
                  <a:srgbClr val="FF6600"/>
                </a:solidFill>
                <a:latin typeface="Arial"/>
                <a:ea typeface="Arial"/>
                <a:cs typeface="Arial"/>
                <a:sym typeface="Arial"/>
              </a:rPr>
              <a:t>Chú ý: Thuộc tính được khai báo khoá chính mặc định là NOT NULL, B</a:t>
            </a:r>
            <a:r>
              <a:rPr lang="en-US" sz="2600">
                <a:solidFill>
                  <a:srgbClr val="FF6600"/>
                </a:solidFill>
              </a:rPr>
              <a:t>ảng có PK nhiều hơn 1 cột thì dùng cách 2</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22"/>
          <p:cNvSpPr txBox="1"/>
          <p:nvPr/>
        </p:nvSpPr>
        <p:spPr>
          <a:xfrm>
            <a:off x="503237" y="6886575"/>
            <a:ext cx="2346325" cy="519112"/>
          </a:xfrm>
          <a:prstGeom prst="rect">
            <a:avLst/>
          </a:prstGeom>
          <a:noFill/>
          <a:ln>
            <a:noFill/>
          </a:ln>
        </p:spPr>
        <p:txBody>
          <a:bodyPr anchorCtr="0" anchor="t" bIns="0" lIns="0" spcFirstLastPara="1" rIns="0" wrap="square" tIns="0">
            <a:noAutofit/>
          </a:bodyPr>
          <a:lstStyle/>
          <a:p>
            <a:pPr indent="0" lvl="0" marL="0" marR="0" rtl="0" algn="l">
              <a:lnSpc>
                <a:spcPct val="93000"/>
              </a:lnSpc>
              <a:spcBef>
                <a:spcPts val="0"/>
              </a:spcBef>
              <a:spcAft>
                <a:spcPts val="0"/>
              </a:spcAft>
              <a:buClr>
                <a:srgbClr val="000000"/>
              </a:buClr>
              <a:buSzPts val="1400"/>
              <a:buFont typeface="Times New Roman"/>
              <a:buNone/>
            </a:pPr>
            <a:r>
              <a:rPr b="0" i="0" lang="en-US" sz="1400" u="none">
                <a:solidFill>
                  <a:srgbClr val="000000"/>
                </a:solidFill>
                <a:latin typeface="Times New Roman"/>
                <a:ea typeface="Times New Roman"/>
                <a:cs typeface="Times New Roman"/>
                <a:sym typeface="Times New Roman"/>
              </a:rPr>
              <a:t>*</a:t>
            </a:r>
            <a:endParaRPr/>
          </a:p>
        </p:txBody>
      </p:sp>
      <p:sp>
        <p:nvSpPr>
          <p:cNvPr id="374" name="Google Shape;374;p22"/>
          <p:cNvSpPr txBox="1"/>
          <p:nvPr/>
        </p:nvSpPr>
        <p:spPr>
          <a:xfrm>
            <a:off x="7227887" y="6886575"/>
            <a:ext cx="2346325" cy="519112"/>
          </a:xfrm>
          <a:prstGeom prst="rect">
            <a:avLst/>
          </a:prstGeom>
          <a:noFill/>
          <a:ln>
            <a:noFill/>
          </a:ln>
        </p:spPr>
        <p:txBody>
          <a:bodyPr anchorCtr="0" anchor="t"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a:solidFill>
                  <a:srgbClr val="000000"/>
                </a:solidFill>
                <a:latin typeface="Times New Roman"/>
                <a:ea typeface="Times New Roman"/>
                <a:cs typeface="Times New Roman"/>
                <a:sym typeface="Times New Roman"/>
              </a:rPr>
              <a:t>‹#›</a:t>
            </a:fld>
            <a:endParaRPr/>
          </a:p>
        </p:txBody>
      </p:sp>
      <p:sp>
        <p:nvSpPr>
          <p:cNvPr id="375" name="Google Shape;375;p22"/>
          <p:cNvSpPr txBox="1"/>
          <p:nvPr>
            <p:ph type="title"/>
          </p:nvPr>
        </p:nvSpPr>
        <p:spPr>
          <a:xfrm>
            <a:off x="503237" y="301625"/>
            <a:ext cx="9070975" cy="1262062"/>
          </a:xfrm>
          <a:prstGeom prst="rect">
            <a:avLst/>
          </a:prstGeom>
          <a:noFill/>
          <a:ln>
            <a:noFill/>
          </a:ln>
        </p:spPr>
        <p:txBody>
          <a:bodyPr anchorCtr="0" anchor="ctr" bIns="0" lIns="0" spcFirstLastPara="1" rIns="0" wrap="square" tIns="0">
            <a:noAutofit/>
          </a:bodyPr>
          <a:lstStyle/>
          <a:p>
            <a:pPr indent="0" lvl="0" marL="0" rtl="0" algn="l">
              <a:lnSpc>
                <a:spcPct val="101000"/>
              </a:lnSpc>
              <a:spcBef>
                <a:spcPts val="0"/>
              </a:spcBef>
              <a:spcAft>
                <a:spcPts val="0"/>
              </a:spcAft>
              <a:buSzPts val="3200"/>
              <a:buNone/>
            </a:pPr>
            <a:r>
              <a:rPr b="1" i="0" lang="en-US" sz="3200" u="none">
                <a:solidFill>
                  <a:srgbClr val="000000"/>
                </a:solidFill>
                <a:latin typeface="Arial"/>
                <a:ea typeface="Arial"/>
                <a:cs typeface="Arial"/>
                <a:sym typeface="Arial"/>
              </a:rPr>
              <a:t>CREATE TABLE - Ví dụ</a:t>
            </a:r>
            <a:endParaRPr/>
          </a:p>
        </p:txBody>
      </p:sp>
      <p:sp>
        <p:nvSpPr>
          <p:cNvPr id="376" name="Google Shape;376;p22"/>
          <p:cNvSpPr txBox="1"/>
          <p:nvPr>
            <p:ph idx="1" type="body"/>
          </p:nvPr>
        </p:nvSpPr>
        <p:spPr>
          <a:xfrm>
            <a:off x="182562" y="1382712"/>
            <a:ext cx="9783762" cy="5659437"/>
          </a:xfrm>
          <a:prstGeom prst="rect">
            <a:avLst/>
          </a:prstGeom>
          <a:noFill/>
          <a:ln>
            <a:noFill/>
          </a:ln>
        </p:spPr>
        <p:txBody>
          <a:bodyPr anchorCtr="0" anchor="t" bIns="0" lIns="0" spcFirstLastPara="1" rIns="0" wrap="square" tIns="0">
            <a:noAutofit/>
          </a:bodyPr>
          <a:lstStyle/>
          <a:p>
            <a:pPr indent="-323850" lvl="0" marL="431800" rtl="0" algn="l">
              <a:lnSpc>
                <a:spcPct val="101000"/>
              </a:lnSpc>
              <a:spcBef>
                <a:spcPts val="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Thêm các ràng buộc khác, đặt tên cho một ràng buộc</a:t>
            </a:r>
            <a:endParaRPr/>
          </a:p>
          <a:p>
            <a:pPr indent="-323850" lvl="0" marL="431800" rtl="0" algn="l">
              <a:lnSpc>
                <a:spcPct val="98000"/>
              </a:lnSpc>
              <a:spcBef>
                <a:spcPts val="1400"/>
              </a:spcBef>
              <a:spcAft>
                <a:spcPts val="0"/>
              </a:spcAft>
              <a:buSzPts val="2000"/>
              <a:buNone/>
            </a:pPr>
            <a:r>
              <a:rPr b="1" i="0" lang="en-US" sz="2000" u="none">
                <a:solidFill>
                  <a:srgbClr val="0000FF"/>
                </a:solidFill>
                <a:latin typeface="Arial"/>
                <a:ea typeface="Arial"/>
                <a:cs typeface="Arial"/>
                <a:sym typeface="Arial"/>
              </a:rPr>
              <a:t>CREATE</a:t>
            </a:r>
            <a:r>
              <a:rPr b="1" i="0" lang="en-US" sz="2000" u="none">
                <a:solidFill>
                  <a:srgbClr val="808080"/>
                </a:solidFill>
                <a:latin typeface="Arial"/>
                <a:ea typeface="Arial"/>
                <a:cs typeface="Arial"/>
                <a:sym typeface="Arial"/>
              </a:rPr>
              <a:t> </a:t>
            </a:r>
            <a:r>
              <a:rPr b="1" i="0" lang="en-US" sz="2000" u="none">
                <a:solidFill>
                  <a:srgbClr val="0000FF"/>
                </a:solidFill>
                <a:latin typeface="Arial"/>
                <a:ea typeface="Arial"/>
                <a:cs typeface="Arial"/>
                <a:sym typeface="Arial"/>
              </a:rPr>
              <a:t>TABLE</a:t>
            </a:r>
            <a:r>
              <a:rPr b="0" i="0" lang="en-US" sz="2000" u="none">
                <a:solidFill>
                  <a:srgbClr val="808080"/>
                </a:solidFill>
                <a:latin typeface="Arial"/>
                <a:ea typeface="Arial"/>
                <a:cs typeface="Arial"/>
                <a:sym typeface="Arial"/>
              </a:rPr>
              <a:t> </a:t>
            </a:r>
            <a:r>
              <a:rPr b="0" i="0" lang="en-US" sz="2000" u="none">
                <a:solidFill>
                  <a:srgbClr val="008080"/>
                </a:solidFill>
                <a:latin typeface="Arial"/>
                <a:ea typeface="Arial"/>
                <a:cs typeface="Arial"/>
                <a:sym typeface="Arial"/>
              </a:rPr>
              <a:t>CHUYENBAY</a:t>
            </a:r>
            <a:r>
              <a:rPr b="0" i="0" lang="en-US" sz="2000" u="none">
                <a:solidFill>
                  <a:srgbClr val="808080"/>
                </a:solidFill>
                <a:latin typeface="Arial"/>
                <a:ea typeface="Arial"/>
                <a:cs typeface="Arial"/>
                <a:sym typeface="Arial"/>
              </a:rPr>
              <a:t>(</a:t>
            </a:r>
            <a:endParaRPr/>
          </a:p>
          <a:p>
            <a:pPr indent="-323850" lvl="1" marL="863600" rtl="0" algn="l">
              <a:lnSpc>
                <a:spcPct val="98000"/>
              </a:lnSpc>
              <a:spcBef>
                <a:spcPts val="1400"/>
              </a:spcBef>
              <a:spcAft>
                <a:spcPts val="0"/>
              </a:spcAft>
              <a:buSzPts val="2000"/>
              <a:buNone/>
            </a:pPr>
            <a:r>
              <a:rPr b="0" i="0" lang="en-US" sz="2000" u="none">
                <a:solidFill>
                  <a:srgbClr val="008080"/>
                </a:solidFill>
                <a:latin typeface="Arial"/>
                <a:ea typeface="Arial"/>
                <a:cs typeface="Arial"/>
                <a:sym typeface="Arial"/>
              </a:rPr>
              <a:t>SOCB</a:t>
            </a:r>
            <a:r>
              <a:rPr b="0" i="0" lang="en-US" sz="2000" u="none">
                <a:solidFill>
                  <a:srgbClr val="808080"/>
                </a:solidFill>
                <a:latin typeface="Arial"/>
                <a:ea typeface="Arial"/>
                <a:cs typeface="Arial"/>
                <a:sym typeface="Arial"/>
              </a:rPr>
              <a:t> </a:t>
            </a:r>
            <a:r>
              <a:rPr b="0" i="0" lang="en-US" sz="2000" u="none">
                <a:solidFill>
                  <a:srgbClr val="0000FF"/>
                </a:solidFill>
                <a:latin typeface="Arial"/>
                <a:ea typeface="Arial"/>
                <a:cs typeface="Arial"/>
                <a:sym typeface="Arial"/>
              </a:rPr>
              <a:t>varchar</a:t>
            </a:r>
            <a:r>
              <a:rPr b="0" i="0" lang="en-US" sz="2000" u="none">
                <a:solidFill>
                  <a:srgbClr val="808080"/>
                </a:solidFill>
                <a:latin typeface="Arial"/>
                <a:ea typeface="Arial"/>
                <a:cs typeface="Arial"/>
                <a:sym typeface="Arial"/>
              </a:rPr>
              <a:t>(10) </a:t>
            </a:r>
            <a:r>
              <a:rPr b="0" i="0" lang="en-US" sz="2000" u="none">
                <a:solidFill>
                  <a:srgbClr val="0000FF"/>
                </a:solidFill>
                <a:latin typeface="Arial"/>
                <a:ea typeface="Arial"/>
                <a:cs typeface="Arial"/>
                <a:sym typeface="Arial"/>
              </a:rPr>
              <a:t>NOT NULL</a:t>
            </a:r>
            <a:r>
              <a:rPr b="0" i="0" lang="en-US" sz="2000" u="none">
                <a:solidFill>
                  <a:srgbClr val="808080"/>
                </a:solidFill>
                <a:latin typeface="Arial"/>
                <a:ea typeface="Arial"/>
                <a:cs typeface="Arial"/>
                <a:sym typeface="Arial"/>
              </a:rPr>
              <a:t>,</a:t>
            </a:r>
            <a:endParaRPr/>
          </a:p>
          <a:p>
            <a:pPr indent="-323850" lvl="1" marL="863600" rtl="0" algn="l">
              <a:lnSpc>
                <a:spcPct val="98000"/>
              </a:lnSpc>
              <a:spcBef>
                <a:spcPts val="100"/>
              </a:spcBef>
              <a:spcAft>
                <a:spcPts val="0"/>
              </a:spcAft>
              <a:buSzPts val="2000"/>
              <a:buNone/>
            </a:pPr>
            <a:r>
              <a:rPr b="0" i="0" lang="en-US" sz="2000" u="none">
                <a:solidFill>
                  <a:srgbClr val="008080"/>
                </a:solidFill>
                <a:latin typeface="Arial"/>
                <a:ea typeface="Arial"/>
                <a:cs typeface="Arial"/>
                <a:sym typeface="Arial"/>
              </a:rPr>
              <a:t>MPC</a:t>
            </a:r>
            <a:r>
              <a:rPr b="0" i="0" lang="en-US" sz="2000" u="none">
                <a:solidFill>
                  <a:srgbClr val="808080"/>
                </a:solidFill>
                <a:latin typeface="Arial"/>
                <a:ea typeface="Arial"/>
                <a:cs typeface="Arial"/>
                <a:sym typeface="Arial"/>
              </a:rPr>
              <a:t> </a:t>
            </a:r>
            <a:r>
              <a:rPr b="0" i="0" lang="en-US" sz="2000" u="none">
                <a:solidFill>
                  <a:srgbClr val="0000FF"/>
                </a:solidFill>
                <a:latin typeface="Arial"/>
                <a:ea typeface="Arial"/>
                <a:cs typeface="Arial"/>
                <a:sym typeface="Arial"/>
              </a:rPr>
              <a:t>smallint NOT NULL</a:t>
            </a:r>
            <a:r>
              <a:rPr b="0" i="0" lang="en-US" sz="2000" u="none">
                <a:solidFill>
                  <a:srgbClr val="808080"/>
                </a:solidFill>
                <a:latin typeface="Arial"/>
                <a:ea typeface="Arial"/>
                <a:cs typeface="Arial"/>
                <a:sym typeface="Arial"/>
              </a:rPr>
              <a:t>,</a:t>
            </a:r>
            <a:endParaRPr/>
          </a:p>
          <a:p>
            <a:pPr indent="-323850" lvl="1" marL="863600" rtl="0" algn="l">
              <a:lnSpc>
                <a:spcPct val="98000"/>
              </a:lnSpc>
              <a:spcBef>
                <a:spcPts val="100"/>
              </a:spcBef>
              <a:spcAft>
                <a:spcPts val="0"/>
              </a:spcAft>
              <a:buSzPts val="2000"/>
              <a:buNone/>
            </a:pPr>
            <a:r>
              <a:rPr b="0" i="0" lang="en-US" sz="2000" u="none">
                <a:solidFill>
                  <a:srgbClr val="008080"/>
                </a:solidFill>
                <a:latin typeface="Arial"/>
                <a:ea typeface="Arial"/>
                <a:cs typeface="Arial"/>
                <a:sym typeface="Arial"/>
              </a:rPr>
              <a:t>MMB</a:t>
            </a:r>
            <a:r>
              <a:rPr b="0" i="0" lang="en-US" sz="2000" u="none">
                <a:solidFill>
                  <a:srgbClr val="808080"/>
                </a:solidFill>
                <a:latin typeface="Arial"/>
                <a:ea typeface="Arial"/>
                <a:cs typeface="Arial"/>
                <a:sym typeface="Arial"/>
              </a:rPr>
              <a:t> </a:t>
            </a:r>
            <a:r>
              <a:rPr b="0" i="0" lang="en-US" sz="2000" u="none">
                <a:solidFill>
                  <a:srgbClr val="0000FF"/>
                </a:solidFill>
                <a:latin typeface="Arial"/>
                <a:ea typeface="Arial"/>
                <a:cs typeface="Arial"/>
                <a:sym typeface="Arial"/>
              </a:rPr>
              <a:t>smallint NOT NULL</a:t>
            </a:r>
            <a:r>
              <a:rPr b="0" i="0" lang="en-US" sz="2000" u="none">
                <a:solidFill>
                  <a:srgbClr val="808080"/>
                </a:solidFill>
                <a:latin typeface="Arial"/>
                <a:ea typeface="Arial"/>
                <a:cs typeface="Arial"/>
                <a:sym typeface="Arial"/>
              </a:rPr>
              <a:t>,</a:t>
            </a:r>
            <a:endParaRPr/>
          </a:p>
          <a:p>
            <a:pPr indent="-323850" lvl="1" marL="863600" rtl="0" algn="l">
              <a:lnSpc>
                <a:spcPct val="98000"/>
              </a:lnSpc>
              <a:spcBef>
                <a:spcPts val="100"/>
              </a:spcBef>
              <a:spcAft>
                <a:spcPts val="0"/>
              </a:spcAft>
              <a:buSzPts val="2000"/>
              <a:buNone/>
            </a:pPr>
            <a:r>
              <a:rPr b="0" i="0" lang="en-US" sz="2000" u="none">
                <a:solidFill>
                  <a:srgbClr val="008080"/>
                </a:solidFill>
                <a:latin typeface="Arial"/>
                <a:ea typeface="Arial"/>
                <a:cs typeface="Arial"/>
                <a:sym typeface="Arial"/>
              </a:rPr>
              <a:t>noidi</a:t>
            </a:r>
            <a:r>
              <a:rPr b="0" i="0" lang="en-US" sz="2000" u="none">
                <a:solidFill>
                  <a:srgbClr val="808080"/>
                </a:solidFill>
                <a:latin typeface="Arial"/>
                <a:ea typeface="Arial"/>
                <a:cs typeface="Arial"/>
                <a:sym typeface="Arial"/>
              </a:rPr>
              <a:t> </a:t>
            </a:r>
            <a:r>
              <a:rPr b="0" i="0" lang="en-US" sz="2000" u="none">
                <a:solidFill>
                  <a:srgbClr val="0000FF"/>
                </a:solidFill>
                <a:latin typeface="Arial"/>
                <a:ea typeface="Arial"/>
                <a:cs typeface="Arial"/>
                <a:sym typeface="Arial"/>
              </a:rPr>
              <a:t>varchar</a:t>
            </a:r>
            <a:r>
              <a:rPr b="0" i="0" lang="en-US" sz="2000" u="none">
                <a:solidFill>
                  <a:srgbClr val="808080"/>
                </a:solidFill>
                <a:latin typeface="Arial"/>
                <a:ea typeface="Arial"/>
                <a:cs typeface="Arial"/>
                <a:sym typeface="Arial"/>
              </a:rPr>
              <a:t>(20) </a:t>
            </a:r>
            <a:r>
              <a:rPr b="0" i="0" lang="en-US" sz="2000" u="none">
                <a:solidFill>
                  <a:srgbClr val="C5000B"/>
                </a:solidFill>
                <a:latin typeface="Arial"/>
                <a:ea typeface="Arial"/>
                <a:cs typeface="Arial"/>
                <a:sym typeface="Arial"/>
              </a:rPr>
              <a:t>DEFAULT 'Paris'</a:t>
            </a:r>
            <a:r>
              <a:rPr b="0" i="0" lang="en-US" sz="2000" u="none">
                <a:solidFill>
                  <a:srgbClr val="808080"/>
                </a:solidFill>
                <a:latin typeface="Arial"/>
                <a:ea typeface="Arial"/>
                <a:cs typeface="Arial"/>
                <a:sym typeface="Arial"/>
              </a:rPr>
              <a:t>, </a:t>
            </a:r>
            <a:endParaRPr/>
          </a:p>
          <a:p>
            <a:pPr indent="-323850" lvl="1" marL="863600" rtl="0" algn="l">
              <a:lnSpc>
                <a:spcPct val="98000"/>
              </a:lnSpc>
              <a:spcBef>
                <a:spcPts val="100"/>
              </a:spcBef>
              <a:spcAft>
                <a:spcPts val="0"/>
              </a:spcAft>
              <a:buSzPts val="2000"/>
              <a:buNone/>
            </a:pPr>
            <a:r>
              <a:rPr b="0" i="0" lang="en-US" sz="2000" u="none">
                <a:solidFill>
                  <a:srgbClr val="008080"/>
                </a:solidFill>
                <a:latin typeface="Arial"/>
                <a:ea typeface="Arial"/>
                <a:cs typeface="Arial"/>
                <a:sym typeface="Arial"/>
              </a:rPr>
              <a:t>noiden</a:t>
            </a:r>
            <a:r>
              <a:rPr b="0" i="0" lang="en-US" sz="2000" u="none">
                <a:solidFill>
                  <a:srgbClr val="808080"/>
                </a:solidFill>
                <a:latin typeface="Arial"/>
                <a:ea typeface="Arial"/>
                <a:cs typeface="Arial"/>
                <a:sym typeface="Arial"/>
              </a:rPr>
              <a:t> </a:t>
            </a:r>
            <a:r>
              <a:rPr b="0" i="0" lang="en-US" sz="2000" u="none">
                <a:solidFill>
                  <a:srgbClr val="0000FF"/>
                </a:solidFill>
                <a:latin typeface="Arial"/>
                <a:ea typeface="Arial"/>
                <a:cs typeface="Arial"/>
                <a:sym typeface="Arial"/>
              </a:rPr>
              <a:t>varchar</a:t>
            </a:r>
            <a:r>
              <a:rPr b="0" i="0" lang="en-US" sz="2000" u="none">
                <a:solidFill>
                  <a:srgbClr val="808080"/>
                </a:solidFill>
                <a:latin typeface="Arial"/>
                <a:ea typeface="Arial"/>
                <a:cs typeface="Arial"/>
                <a:sym typeface="Arial"/>
              </a:rPr>
              <a:t>(20),</a:t>
            </a:r>
            <a:endParaRPr/>
          </a:p>
          <a:p>
            <a:pPr indent="-323850" lvl="1" marL="863600" rtl="0" algn="l">
              <a:lnSpc>
                <a:spcPct val="98000"/>
              </a:lnSpc>
              <a:spcBef>
                <a:spcPts val="100"/>
              </a:spcBef>
              <a:spcAft>
                <a:spcPts val="0"/>
              </a:spcAft>
              <a:buSzPts val="2000"/>
              <a:buNone/>
            </a:pPr>
            <a:r>
              <a:rPr b="0" i="0" lang="en-US" sz="2000" u="none">
                <a:solidFill>
                  <a:srgbClr val="008080"/>
                </a:solidFill>
                <a:latin typeface="Arial"/>
                <a:ea typeface="Arial"/>
                <a:cs typeface="Arial"/>
                <a:sym typeface="Arial"/>
              </a:rPr>
              <a:t>khoangcach</a:t>
            </a:r>
            <a:r>
              <a:rPr b="0" i="0" lang="en-US" sz="2000" u="none">
                <a:solidFill>
                  <a:srgbClr val="808080"/>
                </a:solidFill>
                <a:latin typeface="Arial"/>
                <a:ea typeface="Arial"/>
                <a:cs typeface="Arial"/>
                <a:sym typeface="Arial"/>
              </a:rPr>
              <a:t> </a:t>
            </a:r>
            <a:r>
              <a:rPr b="0" i="0" lang="en-US" sz="2000" u="none">
                <a:solidFill>
                  <a:srgbClr val="0000FF"/>
                </a:solidFill>
                <a:latin typeface="Arial"/>
                <a:ea typeface="Arial"/>
                <a:cs typeface="Arial"/>
                <a:sym typeface="Arial"/>
              </a:rPr>
              <a:t>int</a:t>
            </a:r>
            <a:r>
              <a:rPr b="0" i="0" lang="en-US" sz="2000" u="none">
                <a:solidFill>
                  <a:srgbClr val="808080"/>
                </a:solidFill>
                <a:latin typeface="Arial"/>
                <a:ea typeface="Arial"/>
                <a:cs typeface="Arial"/>
                <a:sym typeface="Arial"/>
              </a:rPr>
              <a:t> </a:t>
            </a:r>
            <a:r>
              <a:rPr b="0" i="0" lang="en-US" sz="2000" u="none">
                <a:solidFill>
                  <a:srgbClr val="C5000B"/>
                </a:solidFill>
                <a:latin typeface="Arial"/>
                <a:ea typeface="Arial"/>
                <a:cs typeface="Arial"/>
                <a:sym typeface="Arial"/>
              </a:rPr>
              <a:t>CHECK(khoangcach&gt;0)</a:t>
            </a:r>
            <a:r>
              <a:rPr b="0" i="0" lang="en-US" sz="2000" u="none">
                <a:solidFill>
                  <a:srgbClr val="808080"/>
                </a:solidFill>
                <a:latin typeface="Arial"/>
                <a:ea typeface="Arial"/>
                <a:cs typeface="Arial"/>
                <a:sym typeface="Arial"/>
              </a:rPr>
              <a:t>,</a:t>
            </a:r>
            <a:endParaRPr/>
          </a:p>
          <a:p>
            <a:pPr indent="-323850" lvl="1" marL="863600" rtl="0" algn="l">
              <a:lnSpc>
                <a:spcPct val="98000"/>
              </a:lnSpc>
              <a:spcBef>
                <a:spcPts val="100"/>
              </a:spcBef>
              <a:spcAft>
                <a:spcPts val="0"/>
              </a:spcAft>
              <a:buSzPts val="2000"/>
              <a:buNone/>
            </a:pPr>
            <a:r>
              <a:rPr b="0" i="0" lang="en-US" sz="2000" u="none">
                <a:solidFill>
                  <a:srgbClr val="008080"/>
                </a:solidFill>
                <a:latin typeface="Arial"/>
                <a:ea typeface="Arial"/>
                <a:cs typeface="Arial"/>
                <a:sym typeface="Arial"/>
              </a:rPr>
              <a:t>giodi</a:t>
            </a:r>
            <a:r>
              <a:rPr b="0" i="0" lang="en-US" sz="2000" u="none">
                <a:solidFill>
                  <a:srgbClr val="808080"/>
                </a:solidFill>
                <a:latin typeface="Arial"/>
                <a:ea typeface="Arial"/>
                <a:cs typeface="Arial"/>
                <a:sym typeface="Arial"/>
              </a:rPr>
              <a:t> </a:t>
            </a:r>
            <a:r>
              <a:rPr lang="en-US" sz="2000">
                <a:solidFill>
                  <a:srgbClr val="0000FF"/>
                </a:solidFill>
              </a:rPr>
              <a:t>char(5)</a:t>
            </a:r>
            <a:r>
              <a:rPr b="0" i="0" lang="en-US" sz="2000" u="none">
                <a:solidFill>
                  <a:srgbClr val="808080"/>
                </a:solidFill>
                <a:latin typeface="Arial"/>
                <a:ea typeface="Arial"/>
                <a:cs typeface="Arial"/>
                <a:sym typeface="Arial"/>
              </a:rPr>
              <a:t>, </a:t>
            </a:r>
            <a:endParaRPr/>
          </a:p>
          <a:p>
            <a:pPr indent="-323850" lvl="1" marL="863600" rtl="0" algn="l">
              <a:lnSpc>
                <a:spcPct val="98000"/>
              </a:lnSpc>
              <a:spcBef>
                <a:spcPts val="100"/>
              </a:spcBef>
              <a:spcAft>
                <a:spcPts val="0"/>
              </a:spcAft>
              <a:buSzPts val="2000"/>
              <a:buNone/>
            </a:pPr>
            <a:r>
              <a:rPr b="0" i="0" lang="en-US" sz="2000" u="none">
                <a:solidFill>
                  <a:srgbClr val="008080"/>
                </a:solidFill>
                <a:latin typeface="Arial"/>
                <a:ea typeface="Arial"/>
                <a:cs typeface="Arial"/>
                <a:sym typeface="Arial"/>
              </a:rPr>
              <a:t>gioden</a:t>
            </a:r>
            <a:r>
              <a:rPr b="0" i="0" lang="en-US" sz="2000" u="none">
                <a:solidFill>
                  <a:srgbClr val="808080"/>
                </a:solidFill>
                <a:latin typeface="Arial"/>
                <a:ea typeface="Arial"/>
                <a:cs typeface="Arial"/>
                <a:sym typeface="Arial"/>
              </a:rPr>
              <a:t> </a:t>
            </a:r>
            <a:r>
              <a:rPr lang="en-US" sz="2000">
                <a:solidFill>
                  <a:srgbClr val="0000FF"/>
                </a:solidFill>
              </a:rPr>
              <a:t>char(5)</a:t>
            </a:r>
            <a:r>
              <a:rPr b="0" i="0" lang="en-US" sz="2000" u="none">
                <a:solidFill>
                  <a:srgbClr val="808080"/>
                </a:solidFill>
                <a:latin typeface="Arial"/>
                <a:ea typeface="Arial"/>
                <a:cs typeface="Arial"/>
                <a:sym typeface="Arial"/>
              </a:rPr>
              <a:t>, </a:t>
            </a:r>
            <a:endParaRPr/>
          </a:p>
          <a:p>
            <a:pPr indent="-323850" lvl="1" marL="863600" rtl="0" algn="l">
              <a:lnSpc>
                <a:spcPct val="98000"/>
              </a:lnSpc>
              <a:spcBef>
                <a:spcPts val="100"/>
              </a:spcBef>
              <a:spcAft>
                <a:spcPts val="0"/>
              </a:spcAft>
              <a:buSzPts val="2000"/>
              <a:buNone/>
            </a:pPr>
            <a:r>
              <a:rPr b="0" i="0" lang="en-US" sz="2000" u="none">
                <a:solidFill>
                  <a:srgbClr val="008080"/>
                </a:solidFill>
                <a:latin typeface="Arial"/>
                <a:ea typeface="Arial"/>
                <a:cs typeface="Arial"/>
                <a:sym typeface="Arial"/>
              </a:rPr>
              <a:t>ngaybay</a:t>
            </a:r>
            <a:r>
              <a:rPr b="0" i="0" lang="en-US" sz="2000" u="none">
                <a:solidFill>
                  <a:srgbClr val="808080"/>
                </a:solidFill>
                <a:latin typeface="Arial"/>
                <a:ea typeface="Arial"/>
                <a:cs typeface="Arial"/>
                <a:sym typeface="Arial"/>
              </a:rPr>
              <a:t> </a:t>
            </a:r>
            <a:r>
              <a:rPr b="0" i="0" lang="en-US" sz="2000" u="none">
                <a:solidFill>
                  <a:srgbClr val="0000FF"/>
                </a:solidFill>
                <a:latin typeface="Arial"/>
                <a:ea typeface="Arial"/>
                <a:cs typeface="Arial"/>
                <a:sym typeface="Arial"/>
              </a:rPr>
              <a:t>date</a:t>
            </a:r>
            <a:r>
              <a:rPr b="0" i="0" lang="en-US" sz="2000" u="none">
                <a:solidFill>
                  <a:srgbClr val="808080"/>
                </a:solidFill>
                <a:latin typeface="Arial"/>
                <a:ea typeface="Arial"/>
                <a:cs typeface="Arial"/>
                <a:sym typeface="Arial"/>
              </a:rPr>
              <a:t>,</a:t>
            </a:r>
            <a:endParaRPr sz="2000">
              <a:solidFill>
                <a:srgbClr val="808080"/>
              </a:solidFill>
            </a:endParaRPr>
          </a:p>
          <a:p>
            <a:pPr indent="-323850" lvl="1" marL="863600" rtl="0" algn="l">
              <a:lnSpc>
                <a:spcPct val="98000"/>
              </a:lnSpc>
              <a:spcBef>
                <a:spcPts val="100"/>
              </a:spcBef>
              <a:spcAft>
                <a:spcPts val="0"/>
              </a:spcAft>
              <a:buSzPts val="2000"/>
              <a:buNone/>
            </a:pPr>
            <a:r>
              <a:rPr b="0" i="0" lang="en-US" sz="2000" u="none">
                <a:solidFill>
                  <a:srgbClr val="C5000B"/>
                </a:solidFill>
                <a:latin typeface="Arial"/>
                <a:ea typeface="Arial"/>
                <a:cs typeface="Arial"/>
                <a:sym typeface="Arial"/>
              </a:rPr>
              <a:t>CONSTRAINT </a:t>
            </a:r>
            <a:r>
              <a:rPr b="0" i="1" lang="en-US" sz="2000" u="none">
                <a:solidFill>
                  <a:srgbClr val="C5000B"/>
                </a:solidFill>
                <a:latin typeface="Arial"/>
                <a:ea typeface="Arial"/>
                <a:cs typeface="Arial"/>
                <a:sym typeface="Arial"/>
              </a:rPr>
              <a:t>fk_MPC</a:t>
            </a:r>
            <a:r>
              <a:rPr b="0" i="0" lang="en-US" sz="2000" u="none">
                <a:solidFill>
                  <a:srgbClr val="808080"/>
                </a:solidFill>
                <a:latin typeface="Arial"/>
                <a:ea typeface="Arial"/>
                <a:cs typeface="Arial"/>
                <a:sym typeface="Arial"/>
              </a:rPr>
              <a:t> </a:t>
            </a:r>
            <a:r>
              <a:rPr b="0" i="0" lang="en-US" sz="2000" u="none">
                <a:solidFill>
                  <a:srgbClr val="0000FF"/>
                </a:solidFill>
                <a:latin typeface="Arial"/>
                <a:ea typeface="Arial"/>
                <a:cs typeface="Arial"/>
                <a:sym typeface="Arial"/>
              </a:rPr>
              <a:t>FOREIGN</a:t>
            </a:r>
            <a:r>
              <a:rPr b="0" i="0" lang="en-US" sz="2000" u="none">
                <a:solidFill>
                  <a:srgbClr val="808080"/>
                </a:solidFill>
                <a:latin typeface="Arial"/>
                <a:ea typeface="Arial"/>
                <a:cs typeface="Arial"/>
                <a:sym typeface="Arial"/>
              </a:rPr>
              <a:t> </a:t>
            </a:r>
            <a:r>
              <a:rPr b="0" i="0" lang="en-US" sz="2000" u="none">
                <a:solidFill>
                  <a:srgbClr val="0000FF"/>
                </a:solidFill>
                <a:latin typeface="Arial"/>
                <a:ea typeface="Arial"/>
                <a:cs typeface="Arial"/>
                <a:sym typeface="Arial"/>
              </a:rPr>
              <a:t>KEY</a:t>
            </a:r>
            <a:r>
              <a:rPr b="0" i="0" lang="en-US" sz="2000" u="none">
                <a:solidFill>
                  <a:srgbClr val="808080"/>
                </a:solidFill>
                <a:latin typeface="Arial"/>
                <a:ea typeface="Arial"/>
                <a:cs typeface="Arial"/>
                <a:sym typeface="Arial"/>
              </a:rPr>
              <a:t>(</a:t>
            </a:r>
            <a:r>
              <a:rPr b="0" i="0" lang="en-US" sz="2000" u="none">
                <a:solidFill>
                  <a:srgbClr val="008080"/>
                </a:solidFill>
                <a:latin typeface="Arial"/>
                <a:ea typeface="Arial"/>
                <a:cs typeface="Arial"/>
                <a:sym typeface="Arial"/>
              </a:rPr>
              <a:t>MPC</a:t>
            </a:r>
            <a:r>
              <a:rPr b="0" i="0" lang="en-US" sz="2000" u="none">
                <a:solidFill>
                  <a:srgbClr val="808080"/>
                </a:solidFill>
                <a:latin typeface="Arial"/>
                <a:ea typeface="Arial"/>
                <a:cs typeface="Arial"/>
                <a:sym typeface="Arial"/>
              </a:rPr>
              <a:t>) </a:t>
            </a:r>
            <a:r>
              <a:rPr b="0" i="0" lang="en-US" sz="2000" u="none">
                <a:solidFill>
                  <a:srgbClr val="0000FF"/>
                </a:solidFill>
                <a:latin typeface="Arial"/>
                <a:ea typeface="Arial"/>
                <a:cs typeface="Arial"/>
                <a:sym typeface="Arial"/>
              </a:rPr>
              <a:t>REFERENCES</a:t>
            </a:r>
            <a:r>
              <a:rPr b="0" i="0" lang="en-US" sz="2000" u="none">
                <a:solidFill>
                  <a:srgbClr val="808080"/>
                </a:solidFill>
                <a:latin typeface="Arial"/>
                <a:ea typeface="Arial"/>
                <a:cs typeface="Arial"/>
                <a:sym typeface="Arial"/>
              </a:rPr>
              <a:t> </a:t>
            </a:r>
            <a:r>
              <a:rPr b="0" i="0" lang="en-US" sz="2000" u="none">
                <a:solidFill>
                  <a:srgbClr val="008080"/>
                </a:solidFill>
                <a:latin typeface="Arial"/>
                <a:ea typeface="Arial"/>
                <a:cs typeface="Arial"/>
                <a:sym typeface="Arial"/>
              </a:rPr>
              <a:t>PHICONG(MPC)</a:t>
            </a:r>
            <a:r>
              <a:rPr b="0" i="0" lang="en-US" sz="2000" u="none">
                <a:solidFill>
                  <a:srgbClr val="808080"/>
                </a:solidFill>
                <a:latin typeface="Arial"/>
                <a:ea typeface="Arial"/>
                <a:cs typeface="Arial"/>
                <a:sym typeface="Arial"/>
              </a:rPr>
              <a:t>,</a:t>
            </a:r>
            <a:endParaRPr/>
          </a:p>
          <a:p>
            <a:pPr indent="-323850" lvl="1" marL="863600" rtl="0" algn="l">
              <a:lnSpc>
                <a:spcPct val="98000"/>
              </a:lnSpc>
              <a:spcBef>
                <a:spcPts val="100"/>
              </a:spcBef>
              <a:spcAft>
                <a:spcPts val="0"/>
              </a:spcAft>
              <a:buSzPts val="2000"/>
              <a:buNone/>
            </a:pPr>
            <a:r>
              <a:rPr b="0" i="0" lang="en-US" sz="2000" u="none">
                <a:solidFill>
                  <a:srgbClr val="0000FF"/>
                </a:solidFill>
                <a:latin typeface="Arial"/>
                <a:ea typeface="Arial"/>
                <a:cs typeface="Arial"/>
                <a:sym typeface="Arial"/>
              </a:rPr>
              <a:t>FOREIGN</a:t>
            </a:r>
            <a:r>
              <a:rPr b="0" i="0" lang="en-US" sz="2000" u="none">
                <a:solidFill>
                  <a:srgbClr val="808080"/>
                </a:solidFill>
                <a:latin typeface="Arial"/>
                <a:ea typeface="Arial"/>
                <a:cs typeface="Arial"/>
                <a:sym typeface="Arial"/>
              </a:rPr>
              <a:t> </a:t>
            </a:r>
            <a:r>
              <a:rPr b="0" i="0" lang="en-US" sz="2000" u="none">
                <a:solidFill>
                  <a:srgbClr val="0000FF"/>
                </a:solidFill>
                <a:latin typeface="Arial"/>
                <a:ea typeface="Arial"/>
                <a:cs typeface="Arial"/>
                <a:sym typeface="Arial"/>
              </a:rPr>
              <a:t>KEY</a:t>
            </a:r>
            <a:r>
              <a:rPr b="0" i="0" lang="en-US" sz="2000" u="none">
                <a:solidFill>
                  <a:srgbClr val="808080"/>
                </a:solidFill>
                <a:latin typeface="Arial"/>
                <a:ea typeface="Arial"/>
                <a:cs typeface="Arial"/>
                <a:sym typeface="Arial"/>
              </a:rPr>
              <a:t>(</a:t>
            </a:r>
            <a:r>
              <a:rPr b="0" i="0" lang="en-US" sz="2000" u="none">
                <a:solidFill>
                  <a:srgbClr val="008080"/>
                </a:solidFill>
                <a:latin typeface="Arial"/>
                <a:ea typeface="Arial"/>
                <a:cs typeface="Arial"/>
                <a:sym typeface="Arial"/>
              </a:rPr>
              <a:t>MMB</a:t>
            </a:r>
            <a:r>
              <a:rPr b="0" i="0" lang="en-US" sz="2000" u="none">
                <a:solidFill>
                  <a:srgbClr val="808080"/>
                </a:solidFill>
                <a:latin typeface="Arial"/>
                <a:ea typeface="Arial"/>
                <a:cs typeface="Arial"/>
                <a:sym typeface="Arial"/>
              </a:rPr>
              <a:t>) </a:t>
            </a:r>
            <a:r>
              <a:rPr b="0" i="0" lang="en-US" sz="2000" u="none">
                <a:solidFill>
                  <a:srgbClr val="0000FF"/>
                </a:solidFill>
                <a:latin typeface="Arial"/>
                <a:ea typeface="Arial"/>
                <a:cs typeface="Arial"/>
                <a:sym typeface="Arial"/>
              </a:rPr>
              <a:t>REFERENCES</a:t>
            </a:r>
            <a:r>
              <a:rPr b="0" i="0" lang="en-US" sz="2000" u="none">
                <a:solidFill>
                  <a:srgbClr val="808080"/>
                </a:solidFill>
                <a:latin typeface="Arial"/>
                <a:ea typeface="Arial"/>
                <a:cs typeface="Arial"/>
                <a:sym typeface="Arial"/>
              </a:rPr>
              <a:t> </a:t>
            </a:r>
            <a:r>
              <a:rPr b="0" i="0" lang="en-US" sz="2000" u="none">
                <a:solidFill>
                  <a:srgbClr val="008080"/>
                </a:solidFill>
                <a:latin typeface="Arial"/>
                <a:ea typeface="Arial"/>
                <a:cs typeface="Arial"/>
                <a:sym typeface="Arial"/>
              </a:rPr>
              <a:t>MAYBAY(MMB),</a:t>
            </a:r>
            <a:endParaRPr b="0" i="0" sz="2000" u="none">
              <a:solidFill>
                <a:srgbClr val="008080"/>
              </a:solidFill>
              <a:latin typeface="Arial"/>
              <a:ea typeface="Arial"/>
              <a:cs typeface="Arial"/>
              <a:sym typeface="Arial"/>
            </a:endParaRPr>
          </a:p>
          <a:p>
            <a:pPr indent="-323850" lvl="1" marL="863600" rtl="0" algn="l">
              <a:lnSpc>
                <a:spcPct val="98000"/>
              </a:lnSpc>
              <a:spcBef>
                <a:spcPts val="100"/>
              </a:spcBef>
              <a:spcAft>
                <a:spcPts val="0"/>
              </a:spcAft>
              <a:buSzPts val="2000"/>
              <a:buNone/>
            </a:pPr>
            <a:r>
              <a:rPr b="0" i="0" lang="en-US" sz="2000" u="none">
                <a:solidFill>
                  <a:srgbClr val="008080"/>
                </a:solidFill>
                <a:latin typeface="Arial"/>
                <a:ea typeface="Arial"/>
                <a:cs typeface="Arial"/>
                <a:sym typeface="Arial"/>
              </a:rPr>
              <a:t> </a:t>
            </a:r>
            <a:r>
              <a:rPr lang="en-US" sz="2000">
                <a:solidFill>
                  <a:srgbClr val="C5000B"/>
                </a:solidFill>
              </a:rPr>
              <a:t>PRIMARY KEY(</a:t>
            </a:r>
            <a:r>
              <a:rPr lang="en-US" sz="2000">
                <a:solidFill>
                  <a:srgbClr val="008080"/>
                </a:solidFill>
              </a:rPr>
              <a:t>SOCB, ngaybay</a:t>
            </a:r>
            <a:r>
              <a:rPr lang="en-US" sz="2000">
                <a:solidFill>
                  <a:srgbClr val="C5000B"/>
                </a:solidFill>
              </a:rPr>
              <a:t>)</a:t>
            </a:r>
            <a:r>
              <a:rPr b="0" i="0" lang="en-US" sz="2000" u="none">
                <a:solidFill>
                  <a:srgbClr val="808080"/>
                </a:solidFill>
                <a:latin typeface="Arial"/>
                <a:ea typeface="Arial"/>
                <a:cs typeface="Arial"/>
                <a:sym typeface="Arial"/>
              </a:rPr>
              <a:t>);</a:t>
            </a:r>
            <a:endParaRPr/>
          </a:p>
          <a:p>
            <a:pPr indent="-323850" lvl="1" marL="863600" rtl="0" algn="l">
              <a:lnSpc>
                <a:spcPct val="98000"/>
              </a:lnSpc>
              <a:spcBef>
                <a:spcPts val="100"/>
              </a:spcBef>
              <a:spcAft>
                <a:spcPts val="0"/>
              </a:spcAft>
              <a:buSzPts val="2000"/>
              <a:buNone/>
            </a:pPr>
            <a:r>
              <a:t/>
            </a:r>
            <a:endParaRPr b="0" i="0" sz="2000" u="none">
              <a:solidFill>
                <a:srgbClr val="808080"/>
              </a:solidFill>
              <a:latin typeface="Arial"/>
              <a:ea typeface="Arial"/>
              <a:cs typeface="Arial"/>
              <a:sym typeface="Arial"/>
            </a:endParaRPr>
          </a:p>
          <a:p>
            <a:pPr indent="-323850" lvl="1" marL="863600" rtl="0" algn="l">
              <a:lnSpc>
                <a:spcPct val="101000"/>
              </a:lnSpc>
              <a:spcBef>
                <a:spcPts val="1100"/>
              </a:spcBef>
              <a:spcAft>
                <a:spcPts val="0"/>
              </a:spcAft>
              <a:buSzPts val="2400"/>
              <a:buNone/>
            </a:pPr>
            <a:r>
              <a:rPr b="0" i="1" lang="en-US" sz="2400" u="none">
                <a:solidFill>
                  <a:srgbClr val="7E0021"/>
                </a:solidFill>
                <a:latin typeface="Arial"/>
                <a:ea typeface="Arial"/>
                <a:cs typeface="Arial"/>
                <a:sym typeface="Arial"/>
              </a:rPr>
              <a:t>=&gt; Khóa chính nhiều cột ?</a:t>
            </a:r>
            <a:endParaRPr/>
          </a:p>
          <a:p>
            <a:pPr indent="-342900" lvl="0" marL="342900" rtl="0" algn="l">
              <a:lnSpc>
                <a:spcPct val="101000"/>
              </a:lnSpc>
              <a:spcBef>
                <a:spcPts val="1100"/>
              </a:spcBef>
              <a:spcAft>
                <a:spcPts val="0"/>
              </a:spcAft>
              <a:buNone/>
            </a:pPr>
            <a:r>
              <a:t/>
            </a:r>
            <a:endParaRPr b="0" i="1" sz="2400" u="none">
              <a:solidFill>
                <a:srgbClr val="7E0021"/>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23"/>
          <p:cNvSpPr txBox="1"/>
          <p:nvPr/>
        </p:nvSpPr>
        <p:spPr>
          <a:xfrm>
            <a:off x="503237" y="6886575"/>
            <a:ext cx="2346325" cy="519112"/>
          </a:xfrm>
          <a:prstGeom prst="rect">
            <a:avLst/>
          </a:prstGeom>
          <a:noFill/>
          <a:ln>
            <a:noFill/>
          </a:ln>
        </p:spPr>
        <p:txBody>
          <a:bodyPr anchorCtr="0" anchor="t" bIns="0" lIns="0" spcFirstLastPara="1" rIns="0" wrap="square" tIns="0">
            <a:noAutofit/>
          </a:bodyPr>
          <a:lstStyle/>
          <a:p>
            <a:pPr indent="0" lvl="0" marL="0" marR="0" rtl="0" algn="l">
              <a:lnSpc>
                <a:spcPct val="93000"/>
              </a:lnSpc>
              <a:spcBef>
                <a:spcPts val="0"/>
              </a:spcBef>
              <a:spcAft>
                <a:spcPts val="0"/>
              </a:spcAft>
              <a:buClr>
                <a:srgbClr val="000000"/>
              </a:buClr>
              <a:buSzPts val="1400"/>
              <a:buFont typeface="Times New Roman"/>
              <a:buNone/>
            </a:pPr>
            <a:r>
              <a:rPr b="0" i="0" lang="en-US" sz="1400" u="none">
                <a:solidFill>
                  <a:srgbClr val="000000"/>
                </a:solidFill>
                <a:latin typeface="Times New Roman"/>
                <a:ea typeface="Times New Roman"/>
                <a:cs typeface="Times New Roman"/>
                <a:sym typeface="Times New Roman"/>
              </a:rPr>
              <a:t>*</a:t>
            </a:r>
            <a:endParaRPr/>
          </a:p>
        </p:txBody>
      </p:sp>
      <p:sp>
        <p:nvSpPr>
          <p:cNvPr id="383" name="Google Shape;383;p23"/>
          <p:cNvSpPr txBox="1"/>
          <p:nvPr/>
        </p:nvSpPr>
        <p:spPr>
          <a:xfrm>
            <a:off x="7227887" y="6886575"/>
            <a:ext cx="2346325" cy="519112"/>
          </a:xfrm>
          <a:prstGeom prst="rect">
            <a:avLst/>
          </a:prstGeom>
          <a:noFill/>
          <a:ln>
            <a:noFill/>
          </a:ln>
        </p:spPr>
        <p:txBody>
          <a:bodyPr anchorCtr="0" anchor="t"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a:solidFill>
                  <a:srgbClr val="000000"/>
                </a:solidFill>
                <a:latin typeface="Times New Roman"/>
                <a:ea typeface="Times New Roman"/>
                <a:cs typeface="Times New Roman"/>
                <a:sym typeface="Times New Roman"/>
              </a:rPr>
              <a:t>‹#›</a:t>
            </a:fld>
            <a:endParaRPr/>
          </a:p>
        </p:txBody>
      </p:sp>
      <p:sp>
        <p:nvSpPr>
          <p:cNvPr id="384" name="Google Shape;384;p23"/>
          <p:cNvSpPr txBox="1"/>
          <p:nvPr>
            <p:ph type="title"/>
          </p:nvPr>
        </p:nvSpPr>
        <p:spPr>
          <a:xfrm>
            <a:off x="503237" y="301625"/>
            <a:ext cx="9070975" cy="1262062"/>
          </a:xfrm>
          <a:prstGeom prst="rect">
            <a:avLst/>
          </a:prstGeom>
          <a:noFill/>
          <a:ln>
            <a:noFill/>
          </a:ln>
        </p:spPr>
        <p:txBody>
          <a:bodyPr anchorCtr="0" anchor="ctr" bIns="0" lIns="0" spcFirstLastPara="1" rIns="0" wrap="square" tIns="0">
            <a:noAutofit/>
          </a:bodyPr>
          <a:lstStyle/>
          <a:p>
            <a:pPr indent="0" lvl="0" marL="0" rtl="0" algn="l">
              <a:lnSpc>
                <a:spcPct val="101000"/>
              </a:lnSpc>
              <a:spcBef>
                <a:spcPts val="0"/>
              </a:spcBef>
              <a:spcAft>
                <a:spcPts val="0"/>
              </a:spcAft>
              <a:buSzPts val="3200"/>
              <a:buNone/>
            </a:pPr>
            <a:r>
              <a:rPr b="1" i="0" lang="en-US" sz="3200" u="none">
                <a:solidFill>
                  <a:srgbClr val="000000"/>
                </a:solidFill>
                <a:latin typeface="Arial"/>
                <a:ea typeface="Arial"/>
                <a:cs typeface="Arial"/>
                <a:sym typeface="Arial"/>
              </a:rPr>
              <a:t>ALTER TABLE</a:t>
            </a:r>
            <a:endParaRPr/>
          </a:p>
        </p:txBody>
      </p:sp>
      <p:sp>
        <p:nvSpPr>
          <p:cNvPr id="385" name="Google Shape;385;p23"/>
          <p:cNvSpPr txBox="1"/>
          <p:nvPr>
            <p:ph idx="1" type="body"/>
          </p:nvPr>
        </p:nvSpPr>
        <p:spPr>
          <a:xfrm>
            <a:off x="365125" y="1670050"/>
            <a:ext cx="9601200" cy="5659437"/>
          </a:xfrm>
          <a:prstGeom prst="rect">
            <a:avLst/>
          </a:prstGeom>
          <a:noFill/>
          <a:ln>
            <a:noFill/>
          </a:ln>
        </p:spPr>
        <p:txBody>
          <a:bodyPr anchorCtr="0" anchor="t" bIns="0" lIns="0" spcFirstLastPara="1" rIns="0" wrap="square" tIns="0">
            <a:noAutofit/>
          </a:bodyPr>
          <a:lstStyle/>
          <a:p>
            <a:pPr indent="-323850" lvl="0" marL="431800" rtl="0" algn="l">
              <a:lnSpc>
                <a:spcPct val="101000"/>
              </a:lnSpc>
              <a:spcBef>
                <a:spcPts val="0"/>
              </a:spcBef>
              <a:spcAft>
                <a:spcPts val="0"/>
              </a:spcAft>
              <a:buClr>
                <a:srgbClr val="000000"/>
              </a:buClr>
              <a:buSzPts val="1080"/>
              <a:buFont typeface="Noto Sans Symbols"/>
              <a:buChar char="●"/>
            </a:pPr>
            <a:r>
              <a:rPr b="0" i="0" lang="en-US" sz="2400" u="none">
                <a:solidFill>
                  <a:srgbClr val="000000"/>
                </a:solidFill>
                <a:latin typeface="Arial"/>
                <a:ea typeface="Arial"/>
                <a:cs typeface="Arial"/>
                <a:sym typeface="Arial"/>
              </a:rPr>
              <a:t>Cho phép thay đổi cấu trúc bảng, thêm hoặc xoá các RBTV</a:t>
            </a:r>
            <a:endParaRPr/>
          </a:p>
          <a:p>
            <a:pPr indent="-323850" lvl="0" marL="431800" rtl="0" algn="l">
              <a:lnSpc>
                <a:spcPct val="101000"/>
              </a:lnSpc>
              <a:spcBef>
                <a:spcPts val="1400"/>
              </a:spcBef>
              <a:spcAft>
                <a:spcPts val="0"/>
              </a:spcAft>
              <a:buClr>
                <a:srgbClr val="000000"/>
              </a:buClr>
              <a:buSzPts val="1080"/>
              <a:buFont typeface="Noto Sans Symbols"/>
              <a:buChar char="●"/>
            </a:pPr>
            <a:r>
              <a:rPr b="0" i="0" lang="en-US" sz="2400" u="none">
                <a:solidFill>
                  <a:srgbClr val="000000"/>
                </a:solidFill>
                <a:latin typeface="Arial"/>
                <a:ea typeface="Arial"/>
                <a:cs typeface="Arial"/>
                <a:sym typeface="Arial"/>
              </a:rPr>
              <a:t>Thay đổi cấu trúc một bảng, gồm :</a:t>
            </a:r>
            <a:endParaRPr/>
          </a:p>
          <a:p>
            <a:pPr indent="-323850" lvl="1" marL="863600" rtl="0" algn="l">
              <a:lnSpc>
                <a:spcPct val="101000"/>
              </a:lnSpc>
              <a:spcBef>
                <a:spcPts val="1400"/>
              </a:spcBef>
              <a:spcAft>
                <a:spcPts val="0"/>
              </a:spcAft>
              <a:buClr>
                <a:srgbClr val="000000"/>
              </a:buClr>
              <a:buSzPts val="1800"/>
              <a:buFont typeface="Noto Sans Symbols"/>
              <a:buChar char="−"/>
            </a:pPr>
            <a:r>
              <a:rPr b="0" i="0" lang="en-US" sz="2400" u="none">
                <a:solidFill>
                  <a:srgbClr val="000000"/>
                </a:solidFill>
                <a:latin typeface="Arial"/>
                <a:ea typeface="Arial"/>
                <a:cs typeface="Arial"/>
                <a:sym typeface="Arial"/>
              </a:rPr>
              <a:t>Cú pháp thêm cột</a:t>
            </a:r>
            <a:endParaRPr/>
          </a:p>
          <a:p>
            <a:pPr indent="-287337" lvl="2" marL="1295400" rtl="0" algn="l">
              <a:lnSpc>
                <a:spcPct val="101000"/>
              </a:lnSpc>
              <a:spcBef>
                <a:spcPts val="1100"/>
              </a:spcBef>
              <a:spcAft>
                <a:spcPts val="0"/>
              </a:spcAft>
              <a:buSzPts val="2000"/>
              <a:buNone/>
            </a:pPr>
            <a:r>
              <a:rPr b="0" i="0" lang="en-US" sz="2000" u="none">
                <a:solidFill>
                  <a:srgbClr val="000000"/>
                </a:solidFill>
                <a:latin typeface="Arial"/>
                <a:ea typeface="Arial"/>
                <a:cs typeface="Arial"/>
                <a:sym typeface="Arial"/>
              </a:rPr>
              <a:t>ALTER TABLE </a:t>
            </a:r>
            <a:r>
              <a:rPr b="0" i="1" lang="en-US" sz="2000" u="none">
                <a:solidFill>
                  <a:srgbClr val="000000"/>
                </a:solidFill>
                <a:latin typeface="Arial"/>
                <a:ea typeface="Arial"/>
                <a:cs typeface="Arial"/>
                <a:sym typeface="Arial"/>
              </a:rPr>
              <a:t>&lt;ten_bang&gt;</a:t>
            </a:r>
            <a:endParaRPr/>
          </a:p>
          <a:p>
            <a:pPr indent="-287337" lvl="2" marL="1295400" rtl="0" algn="l">
              <a:lnSpc>
                <a:spcPct val="101000"/>
              </a:lnSpc>
              <a:spcBef>
                <a:spcPts val="800"/>
              </a:spcBef>
              <a:spcAft>
                <a:spcPts val="0"/>
              </a:spcAft>
              <a:buSzPts val="2000"/>
              <a:buNone/>
            </a:pPr>
            <a:r>
              <a:rPr b="0" i="0" lang="en-US" sz="2000" u="none">
                <a:solidFill>
                  <a:srgbClr val="000000"/>
                </a:solidFill>
                <a:latin typeface="Arial"/>
                <a:ea typeface="Arial"/>
                <a:cs typeface="Arial"/>
                <a:sym typeface="Arial"/>
              </a:rPr>
              <a:t>  ADD </a:t>
            </a:r>
            <a:r>
              <a:rPr b="0" i="1" lang="en-US" sz="2000" u="none">
                <a:solidFill>
                  <a:srgbClr val="000000"/>
                </a:solidFill>
                <a:latin typeface="Arial"/>
                <a:ea typeface="Arial"/>
                <a:cs typeface="Arial"/>
                <a:sym typeface="Arial"/>
              </a:rPr>
              <a:t>&lt;ten_cot&gt;</a:t>
            </a:r>
            <a:r>
              <a:rPr b="0" i="0" lang="en-US" sz="2000" u="none">
                <a:solidFill>
                  <a:srgbClr val="000000"/>
                </a:solidFill>
                <a:latin typeface="Arial"/>
                <a:ea typeface="Arial"/>
                <a:cs typeface="Arial"/>
                <a:sym typeface="Arial"/>
              </a:rPr>
              <a:t> &lt;</a:t>
            </a:r>
            <a:r>
              <a:rPr b="0" i="1" lang="en-US" sz="2000" u="none">
                <a:solidFill>
                  <a:srgbClr val="000000"/>
                </a:solidFill>
                <a:latin typeface="Arial"/>
                <a:ea typeface="Arial"/>
                <a:cs typeface="Arial"/>
                <a:sym typeface="Arial"/>
              </a:rPr>
              <a:t>kieudulieu</a:t>
            </a:r>
            <a:r>
              <a:rPr b="0" i="0" lang="en-US" sz="2000" u="none">
                <a:solidFill>
                  <a:srgbClr val="000000"/>
                </a:solidFill>
                <a:latin typeface="Arial"/>
                <a:ea typeface="Arial"/>
                <a:cs typeface="Arial"/>
                <a:sym typeface="Arial"/>
              </a:rPr>
              <a:t>&gt;</a:t>
            </a:r>
            <a:endParaRPr/>
          </a:p>
          <a:p>
            <a:pPr indent="-323850" lvl="1" marL="863600" rtl="0" algn="l">
              <a:lnSpc>
                <a:spcPct val="101000"/>
              </a:lnSpc>
              <a:spcBef>
                <a:spcPts val="800"/>
              </a:spcBef>
              <a:spcAft>
                <a:spcPts val="0"/>
              </a:spcAft>
              <a:buClr>
                <a:srgbClr val="000000"/>
              </a:buClr>
              <a:buSzPts val="1800"/>
              <a:buFont typeface="Noto Sans Symbols"/>
              <a:buChar char="−"/>
            </a:pPr>
            <a:r>
              <a:rPr b="0" i="0" lang="en-US" sz="2400" u="none">
                <a:solidFill>
                  <a:srgbClr val="000000"/>
                </a:solidFill>
                <a:latin typeface="Arial"/>
                <a:ea typeface="Arial"/>
                <a:cs typeface="Arial"/>
                <a:sym typeface="Arial"/>
              </a:rPr>
              <a:t>Cú pháp xóa cột</a:t>
            </a:r>
            <a:endParaRPr/>
          </a:p>
          <a:p>
            <a:pPr indent="-287337" lvl="2" marL="1295400" rtl="0" algn="l">
              <a:lnSpc>
                <a:spcPct val="101000"/>
              </a:lnSpc>
              <a:spcBef>
                <a:spcPts val="1100"/>
              </a:spcBef>
              <a:spcAft>
                <a:spcPts val="0"/>
              </a:spcAft>
              <a:buSzPts val="2000"/>
              <a:buNone/>
            </a:pPr>
            <a:r>
              <a:rPr b="0" i="0" lang="en-US" sz="2000" u="none">
                <a:solidFill>
                  <a:srgbClr val="000000"/>
                </a:solidFill>
                <a:latin typeface="Arial"/>
                <a:ea typeface="Arial"/>
                <a:cs typeface="Arial"/>
                <a:sym typeface="Arial"/>
              </a:rPr>
              <a:t>ALTER TABLE </a:t>
            </a:r>
            <a:r>
              <a:rPr b="0" i="1" lang="en-US" sz="2000" u="none">
                <a:solidFill>
                  <a:srgbClr val="000000"/>
                </a:solidFill>
                <a:latin typeface="Arial"/>
                <a:ea typeface="Arial"/>
                <a:cs typeface="Arial"/>
                <a:sym typeface="Arial"/>
              </a:rPr>
              <a:t>&lt;ten_bang&gt;</a:t>
            </a:r>
            <a:endParaRPr/>
          </a:p>
          <a:p>
            <a:pPr indent="-287337" lvl="2" marL="1295400" rtl="0" algn="l">
              <a:lnSpc>
                <a:spcPct val="101000"/>
              </a:lnSpc>
              <a:spcBef>
                <a:spcPts val="800"/>
              </a:spcBef>
              <a:spcAft>
                <a:spcPts val="0"/>
              </a:spcAft>
              <a:buSzPts val="2000"/>
              <a:buNone/>
            </a:pPr>
            <a:r>
              <a:rPr b="0" i="0" lang="en-US" sz="2000" u="none">
                <a:solidFill>
                  <a:srgbClr val="000000"/>
                </a:solidFill>
                <a:latin typeface="Arial"/>
                <a:ea typeface="Arial"/>
                <a:cs typeface="Arial"/>
                <a:sym typeface="Arial"/>
              </a:rPr>
              <a:t>  DROP COLUMN  </a:t>
            </a:r>
            <a:r>
              <a:rPr b="0" i="1" lang="en-US" sz="2000" u="none">
                <a:solidFill>
                  <a:srgbClr val="000000"/>
                </a:solidFill>
                <a:latin typeface="Arial"/>
                <a:ea typeface="Arial"/>
                <a:cs typeface="Arial"/>
                <a:sym typeface="Arial"/>
              </a:rPr>
              <a:t>&lt;ten_cot&gt;</a:t>
            </a:r>
            <a:r>
              <a:rPr b="0" i="0" lang="en-US" sz="2000" u="none">
                <a:solidFill>
                  <a:srgbClr val="000000"/>
                </a:solidFill>
                <a:latin typeface="Arial"/>
                <a:ea typeface="Arial"/>
                <a:cs typeface="Arial"/>
                <a:sym typeface="Arial"/>
              </a:rPr>
              <a:t> </a:t>
            </a:r>
            <a:endParaRPr/>
          </a:p>
          <a:p>
            <a:pPr indent="-323850" lvl="1" marL="863600" rtl="0" algn="l">
              <a:lnSpc>
                <a:spcPct val="101000"/>
              </a:lnSpc>
              <a:spcBef>
                <a:spcPts val="800"/>
              </a:spcBef>
              <a:spcAft>
                <a:spcPts val="0"/>
              </a:spcAft>
              <a:buClr>
                <a:srgbClr val="000000"/>
              </a:buClr>
              <a:buSzPts val="1800"/>
              <a:buFont typeface="Noto Sans Symbols"/>
              <a:buChar char="−"/>
            </a:pPr>
            <a:r>
              <a:rPr b="0" i="0" lang="en-US" sz="2400" u="none">
                <a:solidFill>
                  <a:srgbClr val="000000"/>
                </a:solidFill>
                <a:latin typeface="Arial"/>
                <a:ea typeface="Arial"/>
                <a:cs typeface="Arial"/>
                <a:sym typeface="Arial"/>
              </a:rPr>
              <a:t>Cú pháp đổi kiểu dữ liệu một cột trong </a:t>
            </a:r>
            <a:r>
              <a:rPr lang="en-US">
                <a:solidFill>
                  <a:srgbClr val="6666FF"/>
                </a:solidFill>
              </a:rPr>
              <a:t>Oracle</a:t>
            </a:r>
            <a:endParaRPr/>
          </a:p>
          <a:p>
            <a:pPr indent="-287337" lvl="2" marL="1295400" rtl="0" algn="l">
              <a:lnSpc>
                <a:spcPct val="101000"/>
              </a:lnSpc>
              <a:spcBef>
                <a:spcPts val="1100"/>
              </a:spcBef>
              <a:spcAft>
                <a:spcPts val="0"/>
              </a:spcAft>
              <a:buSzPts val="2000"/>
              <a:buNone/>
            </a:pPr>
            <a:r>
              <a:rPr b="0" i="0" lang="en-US" sz="2000" u="none">
                <a:solidFill>
                  <a:srgbClr val="000000"/>
                </a:solidFill>
                <a:latin typeface="Arial"/>
                <a:ea typeface="Arial"/>
                <a:cs typeface="Arial"/>
                <a:sym typeface="Arial"/>
              </a:rPr>
              <a:t>ALTER TABLE </a:t>
            </a:r>
            <a:r>
              <a:rPr b="0" i="1" lang="en-US" sz="2000" u="none">
                <a:solidFill>
                  <a:srgbClr val="000000"/>
                </a:solidFill>
                <a:latin typeface="Arial"/>
                <a:ea typeface="Arial"/>
                <a:cs typeface="Arial"/>
                <a:sym typeface="Arial"/>
              </a:rPr>
              <a:t>&lt;ten_bang&gt;</a:t>
            </a:r>
            <a:endParaRPr/>
          </a:p>
          <a:p>
            <a:pPr indent="-287337" lvl="2" marL="1295400" rtl="0" algn="l">
              <a:lnSpc>
                <a:spcPct val="101000"/>
              </a:lnSpc>
              <a:spcBef>
                <a:spcPts val="800"/>
              </a:spcBef>
              <a:spcAft>
                <a:spcPts val="0"/>
              </a:spcAft>
              <a:buSzPts val="2000"/>
              <a:buNone/>
            </a:pPr>
            <a:r>
              <a:rPr b="0" i="0" lang="en-US" sz="2000" u="none">
                <a:solidFill>
                  <a:srgbClr val="000000"/>
                </a:solidFill>
                <a:latin typeface="Arial"/>
                <a:ea typeface="Arial"/>
                <a:cs typeface="Arial"/>
                <a:sym typeface="Arial"/>
              </a:rPr>
              <a:t>  </a:t>
            </a:r>
            <a:r>
              <a:rPr lang="en-US">
                <a:solidFill>
                  <a:srgbClr val="6666FF"/>
                </a:solidFill>
              </a:rPr>
              <a:t>MODIFY </a:t>
            </a:r>
            <a:r>
              <a:rPr b="0" i="1" lang="en-US" sz="2000" u="none">
                <a:solidFill>
                  <a:srgbClr val="000000"/>
                </a:solidFill>
                <a:latin typeface="Arial"/>
                <a:ea typeface="Arial"/>
                <a:cs typeface="Arial"/>
                <a:sym typeface="Arial"/>
              </a:rPr>
              <a:t>&lt;ten_cot&gt;</a:t>
            </a:r>
            <a:r>
              <a:rPr b="0" i="0" lang="en-US" sz="2000" u="none">
                <a:solidFill>
                  <a:srgbClr val="000000"/>
                </a:solidFill>
                <a:latin typeface="Arial"/>
                <a:ea typeface="Arial"/>
                <a:cs typeface="Arial"/>
                <a:sym typeface="Arial"/>
              </a:rPr>
              <a:t> &lt;</a:t>
            </a:r>
            <a:r>
              <a:rPr b="0" i="1" lang="en-US" sz="2000" u="none">
                <a:solidFill>
                  <a:srgbClr val="000000"/>
                </a:solidFill>
                <a:latin typeface="Arial"/>
                <a:ea typeface="Arial"/>
                <a:cs typeface="Arial"/>
                <a:sym typeface="Arial"/>
              </a:rPr>
              <a:t>kieudulieu</a:t>
            </a:r>
            <a:r>
              <a:rPr b="0" i="0" lang="en-US" sz="2000" u="none">
                <a:solidFill>
                  <a:srgbClr val="000000"/>
                </a:solidFill>
                <a:latin typeface="Arial"/>
                <a:ea typeface="Arial"/>
                <a:cs typeface="Arial"/>
                <a:sym typeface="Arial"/>
              </a:rPr>
              <a:t>&gt;</a:t>
            </a:r>
            <a:endParaRPr/>
          </a:p>
          <a:p>
            <a:pPr indent="-342900" lvl="0" marL="342900" rtl="0" algn="l">
              <a:lnSpc>
                <a:spcPct val="101000"/>
              </a:lnSpc>
              <a:spcBef>
                <a:spcPts val="800"/>
              </a:spcBef>
              <a:spcAft>
                <a:spcPts val="0"/>
              </a:spcAft>
              <a:buNone/>
            </a:pPr>
            <a:r>
              <a:t/>
            </a:r>
            <a:endParaRPr b="0" i="0" sz="2000" u="non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24"/>
          <p:cNvSpPr txBox="1"/>
          <p:nvPr/>
        </p:nvSpPr>
        <p:spPr>
          <a:xfrm>
            <a:off x="503237" y="6886575"/>
            <a:ext cx="2346325" cy="519112"/>
          </a:xfrm>
          <a:prstGeom prst="rect">
            <a:avLst/>
          </a:prstGeom>
          <a:noFill/>
          <a:ln>
            <a:noFill/>
          </a:ln>
        </p:spPr>
        <p:txBody>
          <a:bodyPr anchorCtr="0" anchor="t" bIns="0" lIns="0" spcFirstLastPara="1" rIns="0" wrap="square" tIns="0">
            <a:noAutofit/>
          </a:bodyPr>
          <a:lstStyle/>
          <a:p>
            <a:pPr indent="0" lvl="0" marL="0" marR="0" rtl="0" algn="l">
              <a:lnSpc>
                <a:spcPct val="93000"/>
              </a:lnSpc>
              <a:spcBef>
                <a:spcPts val="0"/>
              </a:spcBef>
              <a:spcAft>
                <a:spcPts val="0"/>
              </a:spcAft>
              <a:buClr>
                <a:srgbClr val="000000"/>
              </a:buClr>
              <a:buSzPts val="1400"/>
              <a:buFont typeface="Times New Roman"/>
              <a:buNone/>
            </a:pPr>
            <a:r>
              <a:rPr b="0" i="0" lang="en-US" sz="1400" u="none">
                <a:solidFill>
                  <a:srgbClr val="000000"/>
                </a:solidFill>
                <a:latin typeface="Times New Roman"/>
                <a:ea typeface="Times New Roman"/>
                <a:cs typeface="Times New Roman"/>
                <a:sym typeface="Times New Roman"/>
              </a:rPr>
              <a:t>*</a:t>
            </a:r>
            <a:endParaRPr/>
          </a:p>
        </p:txBody>
      </p:sp>
      <p:sp>
        <p:nvSpPr>
          <p:cNvPr id="392" name="Google Shape;392;p24"/>
          <p:cNvSpPr txBox="1"/>
          <p:nvPr/>
        </p:nvSpPr>
        <p:spPr>
          <a:xfrm>
            <a:off x="7227887" y="6886575"/>
            <a:ext cx="2346325" cy="519112"/>
          </a:xfrm>
          <a:prstGeom prst="rect">
            <a:avLst/>
          </a:prstGeom>
          <a:noFill/>
          <a:ln>
            <a:noFill/>
          </a:ln>
        </p:spPr>
        <p:txBody>
          <a:bodyPr anchorCtr="0" anchor="t"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a:solidFill>
                  <a:srgbClr val="000000"/>
                </a:solidFill>
                <a:latin typeface="Times New Roman"/>
                <a:ea typeface="Times New Roman"/>
                <a:cs typeface="Times New Roman"/>
                <a:sym typeface="Times New Roman"/>
              </a:rPr>
              <a:t>‹#›</a:t>
            </a:fld>
            <a:endParaRPr/>
          </a:p>
        </p:txBody>
      </p:sp>
      <p:sp>
        <p:nvSpPr>
          <p:cNvPr id="393" name="Google Shape;393;p24"/>
          <p:cNvSpPr txBox="1"/>
          <p:nvPr>
            <p:ph type="title"/>
          </p:nvPr>
        </p:nvSpPr>
        <p:spPr>
          <a:xfrm>
            <a:off x="503237" y="301625"/>
            <a:ext cx="9070975" cy="1262062"/>
          </a:xfrm>
          <a:prstGeom prst="rect">
            <a:avLst/>
          </a:prstGeom>
          <a:noFill/>
          <a:ln>
            <a:noFill/>
          </a:ln>
        </p:spPr>
        <p:txBody>
          <a:bodyPr anchorCtr="0" anchor="ctr" bIns="0" lIns="0" spcFirstLastPara="1" rIns="0" wrap="square" tIns="0">
            <a:noAutofit/>
          </a:bodyPr>
          <a:lstStyle/>
          <a:p>
            <a:pPr indent="0" lvl="0" marL="0" rtl="0" algn="l">
              <a:lnSpc>
                <a:spcPct val="101000"/>
              </a:lnSpc>
              <a:spcBef>
                <a:spcPts val="0"/>
              </a:spcBef>
              <a:spcAft>
                <a:spcPts val="0"/>
              </a:spcAft>
              <a:buSzPts val="3200"/>
              <a:buNone/>
            </a:pPr>
            <a:r>
              <a:rPr b="1" i="0" lang="en-US" sz="3200" u="none">
                <a:solidFill>
                  <a:srgbClr val="000000"/>
                </a:solidFill>
                <a:latin typeface="Arial"/>
                <a:ea typeface="Arial"/>
                <a:cs typeface="Arial"/>
                <a:sym typeface="Arial"/>
              </a:rPr>
              <a:t>ALTER TABLE - Ví dụ</a:t>
            </a:r>
            <a:endParaRPr/>
          </a:p>
        </p:txBody>
      </p:sp>
      <p:sp>
        <p:nvSpPr>
          <p:cNvPr id="394" name="Google Shape;394;p24"/>
          <p:cNvSpPr txBox="1"/>
          <p:nvPr>
            <p:ph idx="1" type="body"/>
          </p:nvPr>
        </p:nvSpPr>
        <p:spPr>
          <a:xfrm>
            <a:off x="365125" y="1670050"/>
            <a:ext cx="9713912" cy="5659437"/>
          </a:xfrm>
          <a:prstGeom prst="rect">
            <a:avLst/>
          </a:prstGeom>
          <a:noFill/>
          <a:ln>
            <a:noFill/>
          </a:ln>
        </p:spPr>
        <p:txBody>
          <a:bodyPr anchorCtr="0" anchor="t" bIns="0" lIns="0" spcFirstLastPara="1" rIns="0" wrap="square" tIns="0">
            <a:noAutofit/>
          </a:bodyPr>
          <a:lstStyle/>
          <a:p>
            <a:pPr indent="-323850" lvl="0" marL="431800" rtl="0" algn="l">
              <a:lnSpc>
                <a:spcPct val="101000"/>
              </a:lnSpc>
              <a:spcBef>
                <a:spcPts val="0"/>
              </a:spcBef>
              <a:spcAft>
                <a:spcPts val="0"/>
              </a:spcAft>
              <a:buClr>
                <a:srgbClr val="000000"/>
              </a:buClr>
              <a:buSzPts val="1080"/>
              <a:buFont typeface="Noto Sans Symbols"/>
              <a:buChar char="●"/>
            </a:pPr>
            <a:r>
              <a:rPr b="0" i="0" lang="en-US" sz="2400" u="none">
                <a:solidFill>
                  <a:srgbClr val="000000"/>
                </a:solidFill>
                <a:latin typeface="Arial"/>
                <a:ea typeface="Arial"/>
                <a:cs typeface="Arial"/>
                <a:sym typeface="Arial"/>
              </a:rPr>
              <a:t>Thêm cột</a:t>
            </a:r>
            <a:endParaRPr/>
          </a:p>
          <a:p>
            <a:pPr indent="-323850" lvl="1" marL="863600" rtl="0" algn="l">
              <a:lnSpc>
                <a:spcPct val="98000"/>
              </a:lnSpc>
              <a:spcBef>
                <a:spcPts val="1400"/>
              </a:spcBef>
              <a:spcAft>
                <a:spcPts val="0"/>
              </a:spcAft>
              <a:buClr>
                <a:srgbClr val="000000"/>
              </a:buClr>
              <a:buSzPts val="1500"/>
              <a:buFont typeface="Noto Sans Symbols"/>
              <a:buChar char="−"/>
            </a:pPr>
            <a:r>
              <a:rPr b="0" i="0" lang="en-US" sz="2000" u="none">
                <a:solidFill>
                  <a:srgbClr val="0000FF"/>
                </a:solidFill>
                <a:latin typeface="Arial"/>
                <a:ea typeface="Arial"/>
                <a:cs typeface="Arial"/>
                <a:sym typeface="Arial"/>
              </a:rPr>
              <a:t>ALTER TABLE </a:t>
            </a:r>
            <a:r>
              <a:rPr b="0" i="0" lang="en-US" sz="2000" u="none">
                <a:solidFill>
                  <a:srgbClr val="008080"/>
                </a:solidFill>
                <a:latin typeface="Arial"/>
                <a:ea typeface="Arial"/>
                <a:cs typeface="Arial"/>
                <a:sym typeface="Arial"/>
              </a:rPr>
              <a:t>LAMVIEC</a:t>
            </a:r>
            <a:r>
              <a:rPr b="0" i="0" lang="en-US" sz="2000" u="none">
                <a:solidFill>
                  <a:srgbClr val="0000FF"/>
                </a:solidFill>
                <a:latin typeface="Arial"/>
                <a:ea typeface="Arial"/>
                <a:cs typeface="Arial"/>
                <a:sym typeface="Arial"/>
              </a:rPr>
              <a:t> ADD </a:t>
            </a:r>
            <a:r>
              <a:rPr b="0" i="0" lang="en-US" sz="2000" u="none">
                <a:solidFill>
                  <a:srgbClr val="336699"/>
                </a:solidFill>
                <a:latin typeface="Arial"/>
                <a:ea typeface="Arial"/>
                <a:cs typeface="Arial"/>
                <a:sym typeface="Arial"/>
              </a:rPr>
              <a:t>songay</a:t>
            </a:r>
            <a:r>
              <a:rPr b="0" i="0" lang="en-US" sz="2000" u="none">
                <a:solidFill>
                  <a:srgbClr val="0000FF"/>
                </a:solidFill>
                <a:latin typeface="Arial"/>
                <a:ea typeface="Arial"/>
                <a:cs typeface="Arial"/>
                <a:sym typeface="Arial"/>
              </a:rPr>
              <a:t> int;</a:t>
            </a:r>
            <a:endParaRPr/>
          </a:p>
          <a:p>
            <a:pPr indent="-323850" lvl="1" marL="863600" rtl="0" algn="l">
              <a:lnSpc>
                <a:spcPct val="98000"/>
              </a:lnSpc>
              <a:spcBef>
                <a:spcPts val="1100"/>
              </a:spcBef>
              <a:spcAft>
                <a:spcPts val="0"/>
              </a:spcAft>
              <a:buClr>
                <a:srgbClr val="000000"/>
              </a:buClr>
              <a:buSzPts val="1500"/>
              <a:buFont typeface="Noto Sans Symbols"/>
              <a:buChar char="−"/>
            </a:pPr>
            <a:r>
              <a:rPr b="0" i="0" lang="en-US" sz="2000" u="none">
                <a:solidFill>
                  <a:srgbClr val="0000FF"/>
                </a:solidFill>
                <a:latin typeface="Arial"/>
                <a:ea typeface="Arial"/>
                <a:cs typeface="Arial"/>
                <a:sym typeface="Arial"/>
              </a:rPr>
              <a:t>ALTER TABLE </a:t>
            </a:r>
            <a:r>
              <a:rPr b="0" i="0" lang="en-US" sz="2000" u="none">
                <a:solidFill>
                  <a:srgbClr val="008080"/>
                </a:solidFill>
                <a:latin typeface="Arial"/>
                <a:ea typeface="Arial"/>
                <a:cs typeface="Arial"/>
                <a:sym typeface="Arial"/>
              </a:rPr>
              <a:t>LAMVIEC</a:t>
            </a:r>
            <a:r>
              <a:rPr b="0" i="0" lang="en-US" sz="2000" u="none">
                <a:solidFill>
                  <a:srgbClr val="0000FF"/>
                </a:solidFill>
                <a:latin typeface="Arial"/>
                <a:ea typeface="Arial"/>
                <a:cs typeface="Arial"/>
                <a:sym typeface="Arial"/>
              </a:rPr>
              <a:t> ADD  </a:t>
            </a:r>
            <a:r>
              <a:rPr b="0" i="0" lang="en-US" sz="2000" u="none">
                <a:solidFill>
                  <a:srgbClr val="336699"/>
                </a:solidFill>
                <a:latin typeface="Arial"/>
                <a:ea typeface="Arial"/>
                <a:cs typeface="Arial"/>
                <a:sym typeface="Arial"/>
              </a:rPr>
              <a:t>nuoc</a:t>
            </a:r>
            <a:r>
              <a:rPr b="0" i="0" lang="en-US" sz="2000" u="none">
                <a:solidFill>
                  <a:srgbClr val="0000FF"/>
                </a:solidFill>
                <a:latin typeface="Arial"/>
                <a:ea typeface="Arial"/>
                <a:cs typeface="Arial"/>
                <a:sym typeface="Arial"/>
              </a:rPr>
              <a:t> varchar(</a:t>
            </a:r>
            <a:r>
              <a:rPr b="0" i="0" lang="en-US" sz="2000" u="none">
                <a:solidFill>
                  <a:srgbClr val="000000"/>
                </a:solidFill>
                <a:latin typeface="Arial"/>
                <a:ea typeface="Arial"/>
                <a:cs typeface="Arial"/>
                <a:sym typeface="Arial"/>
              </a:rPr>
              <a:t>20</a:t>
            </a:r>
            <a:r>
              <a:rPr b="0" i="0" lang="en-US" sz="2000" u="none">
                <a:solidFill>
                  <a:srgbClr val="0000FF"/>
                </a:solidFill>
                <a:latin typeface="Arial"/>
                <a:ea typeface="Arial"/>
                <a:cs typeface="Arial"/>
                <a:sym typeface="Arial"/>
              </a:rPr>
              <a:t>) UNIQUE;</a:t>
            </a:r>
            <a:endParaRPr/>
          </a:p>
          <a:p>
            <a:pPr indent="-323850" lvl="0" marL="431800" rtl="0" algn="l">
              <a:lnSpc>
                <a:spcPct val="101000"/>
              </a:lnSpc>
              <a:spcBef>
                <a:spcPts val="1100"/>
              </a:spcBef>
              <a:spcAft>
                <a:spcPts val="0"/>
              </a:spcAft>
              <a:buClr>
                <a:srgbClr val="000000"/>
              </a:buClr>
              <a:buSzPts val="1080"/>
              <a:buFont typeface="Noto Sans Symbols"/>
              <a:buChar char="●"/>
            </a:pPr>
            <a:r>
              <a:rPr b="0" i="0" lang="en-US" sz="2400" u="none">
                <a:solidFill>
                  <a:srgbClr val="000000"/>
                </a:solidFill>
                <a:latin typeface="Arial"/>
                <a:ea typeface="Arial"/>
                <a:cs typeface="Arial"/>
                <a:sym typeface="Arial"/>
              </a:rPr>
              <a:t>Thêm khoá chính</a:t>
            </a:r>
            <a:endParaRPr/>
          </a:p>
          <a:p>
            <a:pPr indent="-323850" lvl="1" marL="863600" rtl="0" algn="l">
              <a:lnSpc>
                <a:spcPct val="98000"/>
              </a:lnSpc>
              <a:spcBef>
                <a:spcPts val="1400"/>
              </a:spcBef>
              <a:spcAft>
                <a:spcPts val="0"/>
              </a:spcAft>
              <a:buClr>
                <a:srgbClr val="000000"/>
              </a:buClr>
              <a:buSzPts val="1500"/>
              <a:buFont typeface="Noto Sans Symbols"/>
              <a:buChar char="−"/>
            </a:pPr>
            <a:r>
              <a:rPr b="0" i="0" lang="en-US" sz="2000" u="none">
                <a:solidFill>
                  <a:srgbClr val="0000FF"/>
                </a:solidFill>
                <a:latin typeface="Arial"/>
                <a:ea typeface="Arial"/>
                <a:cs typeface="Arial"/>
                <a:sym typeface="Arial"/>
              </a:rPr>
              <a:t> ALTER TABLE </a:t>
            </a:r>
            <a:r>
              <a:rPr b="0" i="0" lang="en-US" sz="2000" u="none">
                <a:solidFill>
                  <a:srgbClr val="6699CC"/>
                </a:solidFill>
                <a:latin typeface="Arial"/>
                <a:ea typeface="Arial"/>
                <a:cs typeface="Arial"/>
                <a:sym typeface="Arial"/>
              </a:rPr>
              <a:t>PHICONG</a:t>
            </a:r>
            <a:r>
              <a:rPr b="0" i="0" lang="en-US" sz="2000" u="none">
                <a:solidFill>
                  <a:srgbClr val="0000FF"/>
                </a:solidFill>
                <a:latin typeface="Arial"/>
                <a:ea typeface="Arial"/>
                <a:cs typeface="Arial"/>
                <a:sym typeface="Arial"/>
              </a:rPr>
              <a:t> ADD PRIMARY KEY (</a:t>
            </a:r>
            <a:r>
              <a:rPr b="0" i="0" lang="en-US" sz="2000" u="none">
                <a:solidFill>
                  <a:srgbClr val="336699"/>
                </a:solidFill>
                <a:latin typeface="Arial"/>
                <a:ea typeface="Arial"/>
                <a:cs typeface="Arial"/>
                <a:sym typeface="Arial"/>
              </a:rPr>
              <a:t>MPC</a:t>
            </a:r>
            <a:r>
              <a:rPr b="0" i="0" lang="en-US" sz="2000" u="none">
                <a:solidFill>
                  <a:srgbClr val="0000FF"/>
                </a:solidFill>
                <a:latin typeface="Arial"/>
                <a:ea typeface="Arial"/>
                <a:cs typeface="Arial"/>
                <a:sym typeface="Arial"/>
              </a:rPr>
              <a:t>);</a:t>
            </a:r>
            <a:endParaRPr/>
          </a:p>
          <a:p>
            <a:pPr indent="-323850" lvl="1" marL="863600" rtl="0" algn="l">
              <a:lnSpc>
                <a:spcPct val="98000"/>
              </a:lnSpc>
              <a:spcBef>
                <a:spcPts val="1100"/>
              </a:spcBef>
              <a:spcAft>
                <a:spcPts val="0"/>
              </a:spcAft>
              <a:buClr>
                <a:srgbClr val="000000"/>
              </a:buClr>
              <a:buSzPts val="1500"/>
              <a:buFont typeface="Noto Sans Symbols"/>
              <a:buChar char="−"/>
            </a:pPr>
            <a:r>
              <a:rPr b="0" i="0" lang="en-US" sz="2000" u="none">
                <a:solidFill>
                  <a:srgbClr val="0000FF"/>
                </a:solidFill>
                <a:latin typeface="Arial"/>
                <a:ea typeface="Arial"/>
                <a:cs typeface="Arial"/>
                <a:sym typeface="Arial"/>
              </a:rPr>
              <a:t>Hoặc: </a:t>
            </a:r>
            <a:endParaRPr/>
          </a:p>
          <a:p>
            <a:pPr indent="-323850" lvl="0" marL="431800" rtl="0" algn="l">
              <a:lnSpc>
                <a:spcPct val="98000"/>
              </a:lnSpc>
              <a:spcBef>
                <a:spcPts val="1100"/>
              </a:spcBef>
              <a:spcAft>
                <a:spcPts val="0"/>
              </a:spcAft>
              <a:buSzPts val="2000"/>
              <a:buNone/>
            </a:pPr>
            <a:r>
              <a:rPr b="0" i="0" lang="en-US" sz="2000" u="none">
                <a:solidFill>
                  <a:srgbClr val="0000FF"/>
                </a:solidFill>
                <a:latin typeface="Arial"/>
                <a:ea typeface="Arial"/>
                <a:cs typeface="Arial"/>
                <a:sym typeface="Arial"/>
              </a:rPr>
              <a:t>ALTER TABLE </a:t>
            </a:r>
            <a:r>
              <a:rPr b="0" i="0" lang="en-US" sz="2000" u="none">
                <a:solidFill>
                  <a:srgbClr val="6699CC"/>
                </a:solidFill>
                <a:latin typeface="Arial"/>
                <a:ea typeface="Arial"/>
                <a:cs typeface="Arial"/>
                <a:sym typeface="Arial"/>
              </a:rPr>
              <a:t>PHICONG</a:t>
            </a:r>
            <a:r>
              <a:rPr b="0" i="0" lang="en-US" sz="2000" u="none">
                <a:solidFill>
                  <a:srgbClr val="0000FF"/>
                </a:solidFill>
                <a:latin typeface="Arial"/>
                <a:ea typeface="Arial"/>
                <a:cs typeface="Arial"/>
                <a:sym typeface="Arial"/>
              </a:rPr>
              <a:t> ADD </a:t>
            </a:r>
            <a:r>
              <a:rPr b="0" i="0" lang="en-US" sz="2000" u="none">
                <a:solidFill>
                  <a:srgbClr val="C5000B"/>
                </a:solidFill>
                <a:latin typeface="Arial"/>
                <a:ea typeface="Arial"/>
                <a:cs typeface="Arial"/>
                <a:sym typeface="Arial"/>
              </a:rPr>
              <a:t>CONSTRAINT p</a:t>
            </a:r>
            <a:r>
              <a:rPr b="0" i="1" lang="en-US" sz="2000" u="none">
                <a:solidFill>
                  <a:srgbClr val="C5000B"/>
                </a:solidFill>
                <a:latin typeface="Arial"/>
                <a:ea typeface="Arial"/>
                <a:cs typeface="Arial"/>
                <a:sym typeface="Arial"/>
              </a:rPr>
              <a:t>k_MPC </a:t>
            </a:r>
            <a:r>
              <a:rPr b="0" i="0" lang="en-US" sz="2000" u="none">
                <a:solidFill>
                  <a:srgbClr val="0000FF"/>
                </a:solidFill>
                <a:latin typeface="Arial"/>
                <a:ea typeface="Arial"/>
                <a:cs typeface="Arial"/>
                <a:sym typeface="Arial"/>
              </a:rPr>
              <a:t>PRIMARY KEY (</a:t>
            </a:r>
            <a:r>
              <a:rPr b="0" i="0" lang="en-US" sz="2000" u="none">
                <a:solidFill>
                  <a:srgbClr val="336699"/>
                </a:solidFill>
                <a:latin typeface="Arial"/>
                <a:ea typeface="Arial"/>
                <a:cs typeface="Arial"/>
                <a:sym typeface="Arial"/>
              </a:rPr>
              <a:t>MPC</a:t>
            </a:r>
            <a:r>
              <a:rPr b="0" i="0" lang="en-US" sz="2000" u="none">
                <a:solidFill>
                  <a:srgbClr val="0000FF"/>
                </a:solidFill>
                <a:latin typeface="Arial"/>
                <a:ea typeface="Arial"/>
                <a:cs typeface="Arial"/>
                <a:sym typeface="Arial"/>
              </a:rPr>
              <a:t>);</a:t>
            </a:r>
            <a:endParaRPr/>
          </a:p>
          <a:p>
            <a:pPr indent="-323850" lvl="1" marL="863600" rtl="0" algn="l">
              <a:lnSpc>
                <a:spcPct val="101000"/>
              </a:lnSpc>
              <a:spcBef>
                <a:spcPts val="1400"/>
              </a:spcBef>
              <a:spcAft>
                <a:spcPts val="0"/>
              </a:spcAft>
              <a:buClr>
                <a:srgbClr val="000000"/>
              </a:buClr>
              <a:buSzPts val="1800"/>
              <a:buFont typeface="Noto Sans Symbols"/>
              <a:buChar char="−"/>
            </a:pPr>
            <a:r>
              <a:rPr b="1" i="0" lang="en-US" sz="2400" u="none">
                <a:solidFill>
                  <a:srgbClr val="800000"/>
                </a:solidFill>
                <a:latin typeface="Arial"/>
                <a:ea typeface="Arial"/>
                <a:cs typeface="Arial"/>
                <a:sym typeface="Arial"/>
              </a:rPr>
              <a:t>Chú ý</a:t>
            </a:r>
            <a:r>
              <a:rPr b="0" i="0" lang="en-US" sz="2400" u="none">
                <a:solidFill>
                  <a:srgbClr val="0000FF"/>
                </a:solidFill>
                <a:latin typeface="Arial"/>
                <a:ea typeface="Arial"/>
                <a:cs typeface="Arial"/>
                <a:sym typeface="Arial"/>
              </a:rPr>
              <a:t>:   cột </a:t>
            </a:r>
            <a:r>
              <a:rPr b="0" i="0" lang="en-US" sz="2400" u="none">
                <a:solidFill>
                  <a:srgbClr val="336699"/>
                </a:solidFill>
                <a:latin typeface="Arial"/>
                <a:ea typeface="Arial"/>
                <a:cs typeface="Arial"/>
                <a:sym typeface="Arial"/>
              </a:rPr>
              <a:t>MPC</a:t>
            </a:r>
            <a:r>
              <a:rPr b="0" i="0" lang="en-US" sz="2400" u="none">
                <a:solidFill>
                  <a:srgbClr val="0000FF"/>
                </a:solidFill>
                <a:latin typeface="Arial"/>
                <a:ea typeface="Arial"/>
                <a:cs typeface="Arial"/>
                <a:sym typeface="Arial"/>
              </a:rPr>
              <a:t> phải là </a:t>
            </a:r>
            <a:r>
              <a:rPr b="0" i="0" lang="en-US" sz="2400" u="none">
                <a:solidFill>
                  <a:srgbClr val="FF6600"/>
                </a:solidFill>
                <a:latin typeface="Arial"/>
                <a:ea typeface="Arial"/>
                <a:cs typeface="Arial"/>
                <a:sym typeface="Arial"/>
              </a:rPr>
              <a:t>NOT NULL</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25"/>
          <p:cNvSpPr txBox="1"/>
          <p:nvPr/>
        </p:nvSpPr>
        <p:spPr>
          <a:xfrm>
            <a:off x="503237" y="6886575"/>
            <a:ext cx="2346325" cy="519112"/>
          </a:xfrm>
          <a:prstGeom prst="rect">
            <a:avLst/>
          </a:prstGeom>
          <a:noFill/>
          <a:ln>
            <a:noFill/>
          </a:ln>
        </p:spPr>
        <p:txBody>
          <a:bodyPr anchorCtr="0" anchor="t" bIns="0" lIns="0" spcFirstLastPara="1" rIns="0" wrap="square" tIns="0">
            <a:noAutofit/>
          </a:bodyPr>
          <a:lstStyle/>
          <a:p>
            <a:pPr indent="0" lvl="0" marL="0" marR="0" rtl="0" algn="l">
              <a:lnSpc>
                <a:spcPct val="93000"/>
              </a:lnSpc>
              <a:spcBef>
                <a:spcPts val="0"/>
              </a:spcBef>
              <a:spcAft>
                <a:spcPts val="0"/>
              </a:spcAft>
              <a:buClr>
                <a:srgbClr val="000000"/>
              </a:buClr>
              <a:buSzPts val="1400"/>
              <a:buFont typeface="Times New Roman"/>
              <a:buNone/>
            </a:pPr>
            <a:r>
              <a:rPr b="0" i="0" lang="en-US" sz="1400" u="none">
                <a:solidFill>
                  <a:srgbClr val="000000"/>
                </a:solidFill>
                <a:latin typeface="Times New Roman"/>
                <a:ea typeface="Times New Roman"/>
                <a:cs typeface="Times New Roman"/>
                <a:sym typeface="Times New Roman"/>
              </a:rPr>
              <a:t>*</a:t>
            </a:r>
            <a:endParaRPr/>
          </a:p>
        </p:txBody>
      </p:sp>
      <p:sp>
        <p:nvSpPr>
          <p:cNvPr id="401" name="Google Shape;401;p25"/>
          <p:cNvSpPr txBox="1"/>
          <p:nvPr/>
        </p:nvSpPr>
        <p:spPr>
          <a:xfrm>
            <a:off x="7227887" y="6886575"/>
            <a:ext cx="2346325" cy="519112"/>
          </a:xfrm>
          <a:prstGeom prst="rect">
            <a:avLst/>
          </a:prstGeom>
          <a:noFill/>
          <a:ln>
            <a:noFill/>
          </a:ln>
        </p:spPr>
        <p:txBody>
          <a:bodyPr anchorCtr="0" anchor="t"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a:solidFill>
                  <a:srgbClr val="000000"/>
                </a:solidFill>
                <a:latin typeface="Times New Roman"/>
                <a:ea typeface="Times New Roman"/>
                <a:cs typeface="Times New Roman"/>
                <a:sym typeface="Times New Roman"/>
              </a:rPr>
              <a:t>‹#›</a:t>
            </a:fld>
            <a:endParaRPr/>
          </a:p>
        </p:txBody>
      </p:sp>
      <p:sp>
        <p:nvSpPr>
          <p:cNvPr id="402" name="Google Shape;402;p25"/>
          <p:cNvSpPr txBox="1"/>
          <p:nvPr>
            <p:ph type="title"/>
          </p:nvPr>
        </p:nvSpPr>
        <p:spPr>
          <a:xfrm>
            <a:off x="503237" y="301625"/>
            <a:ext cx="9070975" cy="1262062"/>
          </a:xfrm>
          <a:prstGeom prst="rect">
            <a:avLst/>
          </a:prstGeom>
          <a:noFill/>
          <a:ln>
            <a:noFill/>
          </a:ln>
        </p:spPr>
        <p:txBody>
          <a:bodyPr anchorCtr="0" anchor="ctr" bIns="0" lIns="0" spcFirstLastPara="1" rIns="0" wrap="square" tIns="0">
            <a:noAutofit/>
          </a:bodyPr>
          <a:lstStyle/>
          <a:p>
            <a:pPr indent="0" lvl="0" marL="0" rtl="0" algn="l">
              <a:lnSpc>
                <a:spcPct val="101000"/>
              </a:lnSpc>
              <a:spcBef>
                <a:spcPts val="0"/>
              </a:spcBef>
              <a:spcAft>
                <a:spcPts val="0"/>
              </a:spcAft>
              <a:buSzPts val="3200"/>
              <a:buNone/>
            </a:pPr>
            <a:r>
              <a:rPr b="1" i="0" lang="en-US" sz="3200" u="none">
                <a:solidFill>
                  <a:srgbClr val="000000"/>
                </a:solidFill>
                <a:latin typeface="Arial"/>
                <a:ea typeface="Arial"/>
                <a:cs typeface="Arial"/>
                <a:sym typeface="Arial"/>
              </a:rPr>
              <a:t>ALTER TABLE - Ví dụ</a:t>
            </a:r>
            <a:endParaRPr/>
          </a:p>
        </p:txBody>
      </p:sp>
      <p:sp>
        <p:nvSpPr>
          <p:cNvPr id="403" name="Google Shape;403;p25"/>
          <p:cNvSpPr txBox="1"/>
          <p:nvPr>
            <p:ph idx="1" type="body"/>
          </p:nvPr>
        </p:nvSpPr>
        <p:spPr>
          <a:xfrm>
            <a:off x="365125" y="1670050"/>
            <a:ext cx="9601200" cy="5659437"/>
          </a:xfrm>
          <a:prstGeom prst="rect">
            <a:avLst/>
          </a:prstGeom>
          <a:noFill/>
          <a:ln>
            <a:noFill/>
          </a:ln>
        </p:spPr>
        <p:txBody>
          <a:bodyPr anchorCtr="0" anchor="t" bIns="0" lIns="0" spcFirstLastPara="1" rIns="0" wrap="square" tIns="0">
            <a:noAutofit/>
          </a:bodyPr>
          <a:lstStyle/>
          <a:p>
            <a:pPr indent="-323850" lvl="0" marL="431800" rtl="0" algn="l">
              <a:lnSpc>
                <a:spcPct val="101000"/>
              </a:lnSpc>
              <a:spcBef>
                <a:spcPts val="0"/>
              </a:spcBef>
              <a:spcAft>
                <a:spcPts val="0"/>
              </a:spcAft>
              <a:buClr>
                <a:srgbClr val="000000"/>
              </a:buClr>
              <a:buSzPts val="1080"/>
              <a:buFont typeface="Noto Sans Symbols"/>
              <a:buChar char="●"/>
            </a:pPr>
            <a:r>
              <a:rPr b="0" i="0" lang="en-US" sz="2400" u="none">
                <a:solidFill>
                  <a:srgbClr val="000000"/>
                </a:solidFill>
                <a:latin typeface="Arial"/>
                <a:ea typeface="Arial"/>
                <a:cs typeface="Arial"/>
                <a:sym typeface="Arial"/>
              </a:rPr>
              <a:t>Xoá cột</a:t>
            </a:r>
            <a:endParaRPr/>
          </a:p>
          <a:p>
            <a:pPr indent="-323850" lvl="1" marL="863600" rtl="0" algn="l">
              <a:lnSpc>
                <a:spcPct val="98000"/>
              </a:lnSpc>
              <a:spcBef>
                <a:spcPts val="1400"/>
              </a:spcBef>
              <a:spcAft>
                <a:spcPts val="0"/>
              </a:spcAft>
              <a:buClr>
                <a:srgbClr val="000000"/>
              </a:buClr>
              <a:buSzPts val="1500"/>
              <a:buFont typeface="Noto Sans Symbols"/>
              <a:buChar char="−"/>
            </a:pPr>
            <a:r>
              <a:rPr b="0" i="0" lang="en-US" sz="2000" u="none">
                <a:solidFill>
                  <a:srgbClr val="0000FF"/>
                </a:solidFill>
                <a:latin typeface="Arial"/>
                <a:ea typeface="Arial"/>
                <a:cs typeface="Arial"/>
                <a:sym typeface="Arial"/>
              </a:rPr>
              <a:t>ALTER TABLE </a:t>
            </a:r>
            <a:r>
              <a:rPr b="0" i="0" lang="en-US" sz="2000" u="none">
                <a:solidFill>
                  <a:srgbClr val="008080"/>
                </a:solidFill>
                <a:latin typeface="Arial"/>
                <a:ea typeface="Arial"/>
                <a:cs typeface="Arial"/>
                <a:sym typeface="Arial"/>
              </a:rPr>
              <a:t>LAMVIEC</a:t>
            </a:r>
            <a:r>
              <a:rPr b="0" i="0" lang="en-US" sz="2000" u="none">
                <a:solidFill>
                  <a:srgbClr val="0000FF"/>
                </a:solidFill>
                <a:latin typeface="Arial"/>
                <a:ea typeface="Arial"/>
                <a:cs typeface="Arial"/>
                <a:sym typeface="Arial"/>
              </a:rPr>
              <a:t> DROP COLUMN </a:t>
            </a:r>
            <a:r>
              <a:rPr b="0" i="0" lang="en-US" sz="2000" u="none">
                <a:solidFill>
                  <a:srgbClr val="336699"/>
                </a:solidFill>
                <a:latin typeface="Arial"/>
                <a:ea typeface="Arial"/>
                <a:cs typeface="Arial"/>
                <a:sym typeface="Arial"/>
              </a:rPr>
              <a:t> nuoc</a:t>
            </a:r>
            <a:r>
              <a:rPr b="0" i="0" lang="en-US" sz="2000" u="none">
                <a:solidFill>
                  <a:srgbClr val="0000FF"/>
                </a:solidFill>
                <a:latin typeface="Arial"/>
                <a:ea typeface="Arial"/>
                <a:cs typeface="Arial"/>
                <a:sym typeface="Arial"/>
              </a:rPr>
              <a:t> ;</a:t>
            </a:r>
            <a:endParaRPr/>
          </a:p>
          <a:p>
            <a:pPr indent="-323850" lvl="0" marL="431800" rtl="0" algn="l">
              <a:lnSpc>
                <a:spcPct val="101000"/>
              </a:lnSpc>
              <a:spcBef>
                <a:spcPts val="1100"/>
              </a:spcBef>
              <a:spcAft>
                <a:spcPts val="0"/>
              </a:spcAft>
              <a:buClr>
                <a:srgbClr val="000000"/>
              </a:buClr>
              <a:buSzPts val="1080"/>
              <a:buFont typeface="Noto Sans Symbols"/>
              <a:buChar char="●"/>
            </a:pPr>
            <a:r>
              <a:rPr b="0" i="0" lang="en-US" sz="2400" u="none">
                <a:solidFill>
                  <a:srgbClr val="000000"/>
                </a:solidFill>
                <a:latin typeface="Arial"/>
                <a:ea typeface="Arial"/>
                <a:cs typeface="Arial"/>
                <a:sym typeface="Arial"/>
              </a:rPr>
              <a:t>Xoá ràng buộc</a:t>
            </a:r>
            <a:endParaRPr/>
          </a:p>
          <a:p>
            <a:pPr indent="-323850" lvl="1" marL="863600" rtl="0" algn="l">
              <a:lnSpc>
                <a:spcPct val="101000"/>
              </a:lnSpc>
              <a:spcBef>
                <a:spcPts val="1400"/>
              </a:spcBef>
              <a:spcAft>
                <a:spcPts val="0"/>
              </a:spcAft>
              <a:buClr>
                <a:srgbClr val="000000"/>
              </a:buClr>
              <a:buSzPts val="1800"/>
              <a:buFont typeface="Noto Sans Symbols"/>
              <a:buChar char="−"/>
            </a:pPr>
            <a:r>
              <a:rPr b="0" i="0" lang="en-US" sz="2400" u="none">
                <a:solidFill>
                  <a:srgbClr val="000000"/>
                </a:solidFill>
                <a:latin typeface="Arial"/>
                <a:ea typeface="Arial"/>
                <a:cs typeface="Arial"/>
                <a:sym typeface="Arial"/>
              </a:rPr>
              <a:t>SQL Server / Oracle</a:t>
            </a:r>
            <a:endParaRPr/>
          </a:p>
          <a:p>
            <a:pPr indent="-287337" lvl="2" marL="1295400" rtl="0" algn="l">
              <a:lnSpc>
                <a:spcPct val="98000"/>
              </a:lnSpc>
              <a:spcBef>
                <a:spcPts val="1100"/>
              </a:spcBef>
              <a:spcAft>
                <a:spcPts val="0"/>
              </a:spcAft>
              <a:buClr>
                <a:srgbClr val="000000"/>
              </a:buClr>
              <a:buSzPts val="900"/>
              <a:buFont typeface="Noto Sans Symbols"/>
              <a:buChar char="●"/>
            </a:pPr>
            <a:r>
              <a:rPr b="0" i="0" lang="en-US" sz="2000" u="none">
                <a:solidFill>
                  <a:srgbClr val="0000FF"/>
                </a:solidFill>
                <a:latin typeface="Arial"/>
                <a:ea typeface="Arial"/>
                <a:cs typeface="Arial"/>
                <a:sym typeface="Arial"/>
              </a:rPr>
              <a:t>ALTER TABLE </a:t>
            </a:r>
            <a:r>
              <a:rPr b="0" i="0" lang="en-US" sz="2000" u="none">
                <a:solidFill>
                  <a:srgbClr val="009999"/>
                </a:solidFill>
                <a:latin typeface="Arial"/>
                <a:ea typeface="Arial"/>
                <a:cs typeface="Arial"/>
                <a:sym typeface="Arial"/>
              </a:rPr>
              <a:t>PHICONG</a:t>
            </a:r>
            <a:r>
              <a:rPr b="0" i="0" lang="en-US" sz="2000" u="none">
                <a:solidFill>
                  <a:srgbClr val="0000FF"/>
                </a:solidFill>
                <a:latin typeface="Arial"/>
                <a:ea typeface="Arial"/>
                <a:cs typeface="Arial"/>
                <a:sym typeface="Arial"/>
              </a:rPr>
              <a:t> DROP CONSTRAINT </a:t>
            </a:r>
            <a:r>
              <a:rPr b="0" i="1" lang="en-US" sz="2000" u="none">
                <a:solidFill>
                  <a:srgbClr val="FF3333"/>
                </a:solidFill>
                <a:latin typeface="Arial"/>
                <a:ea typeface="Arial"/>
                <a:cs typeface="Arial"/>
                <a:sym typeface="Arial"/>
              </a:rPr>
              <a:t>pk_MPC</a:t>
            </a:r>
            <a:r>
              <a:rPr b="0" i="0" lang="en-US" sz="2000" u="none">
                <a:solidFill>
                  <a:srgbClr val="0000FF"/>
                </a:solidFill>
                <a:latin typeface="Arial"/>
                <a:ea typeface="Arial"/>
                <a:cs typeface="Arial"/>
                <a:sym typeface="Arial"/>
              </a:rPr>
              <a:t>;</a:t>
            </a:r>
            <a:endParaRPr/>
          </a:p>
          <a:p>
            <a:pPr indent="-323850" lvl="1" marL="863600" rtl="0" algn="l">
              <a:lnSpc>
                <a:spcPct val="101000"/>
              </a:lnSpc>
              <a:spcBef>
                <a:spcPts val="800"/>
              </a:spcBef>
              <a:spcAft>
                <a:spcPts val="0"/>
              </a:spcAft>
              <a:buClr>
                <a:srgbClr val="000000"/>
              </a:buClr>
              <a:buSzPts val="1800"/>
              <a:buFont typeface="Noto Sans Symbols"/>
              <a:buChar char="−"/>
            </a:pPr>
            <a:r>
              <a:rPr b="0" i="0" lang="en-US" sz="2400" u="none">
                <a:solidFill>
                  <a:srgbClr val="000000"/>
                </a:solidFill>
                <a:latin typeface="Arial"/>
                <a:ea typeface="Arial"/>
                <a:cs typeface="Arial"/>
                <a:sym typeface="Arial"/>
              </a:rPr>
              <a:t>My SQL </a:t>
            </a:r>
            <a:endParaRPr/>
          </a:p>
          <a:p>
            <a:pPr indent="-287337" lvl="2" marL="1295400" rtl="0" algn="l">
              <a:lnSpc>
                <a:spcPct val="98000"/>
              </a:lnSpc>
              <a:spcBef>
                <a:spcPts val="1100"/>
              </a:spcBef>
              <a:spcAft>
                <a:spcPts val="0"/>
              </a:spcAft>
              <a:buClr>
                <a:srgbClr val="000000"/>
              </a:buClr>
              <a:buSzPts val="900"/>
              <a:buFont typeface="Noto Sans Symbols"/>
              <a:buChar char="●"/>
            </a:pPr>
            <a:r>
              <a:rPr b="0" i="0" lang="en-US" sz="2000" u="none">
                <a:solidFill>
                  <a:srgbClr val="0000FF"/>
                </a:solidFill>
                <a:latin typeface="Arial"/>
                <a:ea typeface="Arial"/>
                <a:cs typeface="Arial"/>
                <a:sym typeface="Arial"/>
              </a:rPr>
              <a:t>ALTER TABLE </a:t>
            </a:r>
            <a:r>
              <a:rPr b="0" i="0" lang="en-US" sz="2000" u="none">
                <a:solidFill>
                  <a:srgbClr val="009999"/>
                </a:solidFill>
                <a:latin typeface="Arial"/>
                <a:ea typeface="Arial"/>
                <a:cs typeface="Arial"/>
                <a:sym typeface="Arial"/>
              </a:rPr>
              <a:t>PHICONG</a:t>
            </a:r>
            <a:r>
              <a:rPr b="0" i="0" lang="en-US" sz="2000" u="none">
                <a:solidFill>
                  <a:srgbClr val="0000FF"/>
                </a:solidFill>
                <a:latin typeface="Arial"/>
                <a:ea typeface="Arial"/>
                <a:cs typeface="Arial"/>
                <a:sym typeface="Arial"/>
              </a:rPr>
              <a:t> DROP </a:t>
            </a:r>
            <a:r>
              <a:rPr b="0" i="0" lang="en-US" sz="2000" u="none">
                <a:solidFill>
                  <a:srgbClr val="FF3333"/>
                </a:solidFill>
                <a:latin typeface="Arial"/>
                <a:ea typeface="Arial"/>
                <a:cs typeface="Arial"/>
                <a:sym typeface="Arial"/>
              </a:rPr>
              <a:t>PRIMARY KEY</a:t>
            </a:r>
            <a:endParaRPr/>
          </a:p>
          <a:p>
            <a:pPr indent="-323850" lvl="0" marL="431800" rtl="0" algn="l">
              <a:lnSpc>
                <a:spcPct val="101000"/>
              </a:lnSpc>
              <a:spcBef>
                <a:spcPts val="800"/>
              </a:spcBef>
              <a:spcAft>
                <a:spcPts val="0"/>
              </a:spcAft>
              <a:buClr>
                <a:srgbClr val="000000"/>
              </a:buClr>
              <a:buSzPts val="1080"/>
              <a:buFont typeface="Noto Sans Symbols"/>
              <a:buChar char="●"/>
            </a:pPr>
            <a:r>
              <a:rPr b="0" i="0" lang="en-US" sz="2400" u="none">
                <a:solidFill>
                  <a:srgbClr val="000000"/>
                </a:solidFill>
                <a:latin typeface="Arial"/>
                <a:ea typeface="Arial"/>
                <a:cs typeface="Arial"/>
                <a:sym typeface="Arial"/>
              </a:rPr>
              <a:t>Thay đổi kiểu dữ liệu một cột (</a:t>
            </a:r>
            <a:r>
              <a:rPr lang="en-US" sz="2400">
                <a:solidFill>
                  <a:srgbClr val="0000FF"/>
                </a:solidFill>
              </a:rPr>
              <a:t>Oracle</a:t>
            </a:r>
            <a:r>
              <a:rPr b="0" i="0" lang="en-US" sz="2400" u="none">
                <a:solidFill>
                  <a:srgbClr val="000000"/>
                </a:solidFill>
                <a:latin typeface="Arial"/>
                <a:ea typeface="Arial"/>
                <a:cs typeface="Arial"/>
                <a:sym typeface="Arial"/>
              </a:rPr>
              <a:t>)</a:t>
            </a:r>
            <a:endParaRPr/>
          </a:p>
          <a:p>
            <a:pPr indent="-323850" lvl="1" marL="863600" rtl="0" algn="l">
              <a:lnSpc>
                <a:spcPct val="98000"/>
              </a:lnSpc>
              <a:spcBef>
                <a:spcPts val="1400"/>
              </a:spcBef>
              <a:spcAft>
                <a:spcPts val="0"/>
              </a:spcAft>
              <a:buClr>
                <a:srgbClr val="000000"/>
              </a:buClr>
              <a:buSzPts val="1500"/>
              <a:buFont typeface="Noto Sans Symbols"/>
              <a:buChar char="−"/>
            </a:pPr>
            <a:r>
              <a:rPr b="0" i="0" lang="en-US" sz="2000" u="none">
                <a:solidFill>
                  <a:srgbClr val="0000FF"/>
                </a:solidFill>
                <a:latin typeface="Arial"/>
                <a:ea typeface="Arial"/>
                <a:cs typeface="Arial"/>
                <a:sym typeface="Arial"/>
              </a:rPr>
              <a:t> ALTER TABLE </a:t>
            </a:r>
            <a:r>
              <a:rPr b="0" i="0" lang="en-US" sz="2000" u="none">
                <a:solidFill>
                  <a:srgbClr val="008080"/>
                </a:solidFill>
                <a:latin typeface="Arial"/>
                <a:ea typeface="Arial"/>
                <a:cs typeface="Arial"/>
                <a:sym typeface="Arial"/>
              </a:rPr>
              <a:t>LAMVIEC</a:t>
            </a:r>
            <a:r>
              <a:rPr b="0" i="0" lang="en-US" sz="2000" u="none">
                <a:solidFill>
                  <a:srgbClr val="0000FF"/>
                </a:solidFill>
                <a:latin typeface="Arial"/>
                <a:ea typeface="Arial"/>
                <a:cs typeface="Arial"/>
                <a:sym typeface="Arial"/>
              </a:rPr>
              <a:t> </a:t>
            </a:r>
            <a:r>
              <a:rPr lang="en-US" sz="2000">
                <a:solidFill>
                  <a:srgbClr val="0000FF"/>
                </a:solidFill>
              </a:rPr>
              <a:t>MODIFY </a:t>
            </a:r>
            <a:r>
              <a:rPr b="0" i="0" lang="en-US" sz="2000" u="none">
                <a:solidFill>
                  <a:srgbClr val="336699"/>
                </a:solidFill>
                <a:latin typeface="Arial"/>
                <a:ea typeface="Arial"/>
                <a:cs typeface="Arial"/>
                <a:sym typeface="Arial"/>
              </a:rPr>
              <a:t>songay</a:t>
            </a:r>
            <a:r>
              <a:rPr b="0" i="0" lang="en-US" sz="2000" u="none">
                <a:solidFill>
                  <a:srgbClr val="0000FF"/>
                </a:solidFill>
                <a:latin typeface="Arial"/>
                <a:ea typeface="Arial"/>
                <a:cs typeface="Arial"/>
                <a:sym typeface="Arial"/>
              </a:rPr>
              <a:t> smallint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26"/>
          <p:cNvSpPr txBox="1"/>
          <p:nvPr/>
        </p:nvSpPr>
        <p:spPr>
          <a:xfrm>
            <a:off x="503237" y="6886575"/>
            <a:ext cx="2346325" cy="519112"/>
          </a:xfrm>
          <a:prstGeom prst="rect">
            <a:avLst/>
          </a:prstGeom>
          <a:noFill/>
          <a:ln>
            <a:noFill/>
          </a:ln>
        </p:spPr>
        <p:txBody>
          <a:bodyPr anchorCtr="0" anchor="t" bIns="0" lIns="0" spcFirstLastPara="1" rIns="0" wrap="square" tIns="0">
            <a:noAutofit/>
          </a:bodyPr>
          <a:lstStyle/>
          <a:p>
            <a:pPr indent="0" lvl="0" marL="0" marR="0" rtl="0" algn="l">
              <a:lnSpc>
                <a:spcPct val="93000"/>
              </a:lnSpc>
              <a:spcBef>
                <a:spcPts val="0"/>
              </a:spcBef>
              <a:spcAft>
                <a:spcPts val="0"/>
              </a:spcAft>
              <a:buClr>
                <a:srgbClr val="000000"/>
              </a:buClr>
              <a:buSzPts val="1400"/>
              <a:buFont typeface="Times New Roman"/>
              <a:buNone/>
            </a:pPr>
            <a:r>
              <a:rPr b="0" i="0" lang="en-US" sz="1400" u="none">
                <a:solidFill>
                  <a:srgbClr val="000000"/>
                </a:solidFill>
                <a:latin typeface="Times New Roman"/>
                <a:ea typeface="Times New Roman"/>
                <a:cs typeface="Times New Roman"/>
                <a:sym typeface="Times New Roman"/>
              </a:rPr>
              <a:t>*</a:t>
            </a:r>
            <a:endParaRPr/>
          </a:p>
        </p:txBody>
      </p:sp>
      <p:sp>
        <p:nvSpPr>
          <p:cNvPr id="410" name="Google Shape;410;p26"/>
          <p:cNvSpPr txBox="1"/>
          <p:nvPr/>
        </p:nvSpPr>
        <p:spPr>
          <a:xfrm>
            <a:off x="7227887" y="6886575"/>
            <a:ext cx="2346325" cy="519112"/>
          </a:xfrm>
          <a:prstGeom prst="rect">
            <a:avLst/>
          </a:prstGeom>
          <a:noFill/>
          <a:ln>
            <a:noFill/>
          </a:ln>
        </p:spPr>
        <p:txBody>
          <a:bodyPr anchorCtr="0" anchor="t"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a:solidFill>
                  <a:srgbClr val="000000"/>
                </a:solidFill>
                <a:latin typeface="Times New Roman"/>
                <a:ea typeface="Times New Roman"/>
                <a:cs typeface="Times New Roman"/>
                <a:sym typeface="Times New Roman"/>
              </a:rPr>
              <a:t>‹#›</a:t>
            </a:fld>
            <a:endParaRPr/>
          </a:p>
        </p:txBody>
      </p:sp>
      <p:sp>
        <p:nvSpPr>
          <p:cNvPr id="411" name="Google Shape;411;p26"/>
          <p:cNvSpPr txBox="1"/>
          <p:nvPr>
            <p:ph type="title"/>
          </p:nvPr>
        </p:nvSpPr>
        <p:spPr>
          <a:xfrm>
            <a:off x="503237" y="301625"/>
            <a:ext cx="9070975" cy="1262062"/>
          </a:xfrm>
          <a:prstGeom prst="rect">
            <a:avLst/>
          </a:prstGeom>
          <a:noFill/>
          <a:ln>
            <a:noFill/>
          </a:ln>
        </p:spPr>
        <p:txBody>
          <a:bodyPr anchorCtr="0" anchor="ctr" bIns="0" lIns="0" spcFirstLastPara="1" rIns="0" wrap="square" tIns="0">
            <a:noAutofit/>
          </a:bodyPr>
          <a:lstStyle/>
          <a:p>
            <a:pPr indent="0" lvl="0" marL="0" rtl="0" algn="l">
              <a:lnSpc>
                <a:spcPct val="101000"/>
              </a:lnSpc>
              <a:spcBef>
                <a:spcPts val="0"/>
              </a:spcBef>
              <a:spcAft>
                <a:spcPts val="0"/>
              </a:spcAft>
              <a:buSzPts val="3200"/>
              <a:buNone/>
            </a:pPr>
            <a:r>
              <a:rPr b="1" i="0" lang="en-US" sz="3200" u="none">
                <a:solidFill>
                  <a:srgbClr val="000000"/>
                </a:solidFill>
                <a:latin typeface="Arial"/>
                <a:ea typeface="Arial"/>
                <a:cs typeface="Arial"/>
                <a:sym typeface="Arial"/>
              </a:rPr>
              <a:t>DROP TABLE</a:t>
            </a:r>
            <a:endParaRPr/>
          </a:p>
        </p:txBody>
      </p:sp>
      <p:sp>
        <p:nvSpPr>
          <p:cNvPr id="412" name="Google Shape;412;p26"/>
          <p:cNvSpPr txBox="1"/>
          <p:nvPr>
            <p:ph idx="1" type="body"/>
          </p:nvPr>
        </p:nvSpPr>
        <p:spPr>
          <a:xfrm>
            <a:off x="503237" y="1768475"/>
            <a:ext cx="9070975" cy="4384675"/>
          </a:xfrm>
          <a:prstGeom prst="rect">
            <a:avLst/>
          </a:prstGeom>
          <a:noFill/>
          <a:ln>
            <a:noFill/>
          </a:ln>
        </p:spPr>
        <p:txBody>
          <a:bodyPr anchorCtr="0" anchor="t" bIns="0" lIns="0" spcFirstLastPara="1" rIns="0" wrap="square" tIns="0">
            <a:noAutofit/>
          </a:bodyPr>
          <a:lstStyle/>
          <a:p>
            <a:pPr indent="-323850" lvl="0" marL="431800" rtl="0" algn="l">
              <a:lnSpc>
                <a:spcPct val="101000"/>
              </a:lnSpc>
              <a:spcBef>
                <a:spcPts val="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Xóa cấu trúc một bảng</a:t>
            </a:r>
            <a:endParaRPr/>
          </a:p>
          <a:p>
            <a:pPr indent="-323850" lvl="0" marL="431800" rtl="0" algn="l">
              <a:lnSpc>
                <a:spcPct val="101000"/>
              </a:lnSpc>
              <a:spcBef>
                <a:spcPts val="140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Cú pháp</a:t>
            </a:r>
            <a:endParaRPr/>
          </a:p>
          <a:p>
            <a:pPr indent="-323850" lvl="1" marL="863600" rtl="0" algn="l">
              <a:lnSpc>
                <a:spcPct val="101000"/>
              </a:lnSpc>
              <a:spcBef>
                <a:spcPts val="1400"/>
              </a:spcBef>
              <a:spcAft>
                <a:spcPts val="0"/>
              </a:spcAft>
              <a:buSzPts val="2400"/>
              <a:buNone/>
            </a:pPr>
            <a:r>
              <a:rPr b="0" i="0" lang="en-US" sz="2400" u="none">
                <a:solidFill>
                  <a:srgbClr val="000000"/>
                </a:solidFill>
                <a:latin typeface="Arial"/>
                <a:ea typeface="Arial"/>
                <a:cs typeface="Arial"/>
                <a:sym typeface="Arial"/>
              </a:rPr>
              <a:t>DROP TABLE &lt;</a:t>
            </a:r>
            <a:r>
              <a:rPr b="0" i="1" lang="en-US" sz="2400" u="none">
                <a:solidFill>
                  <a:srgbClr val="000000"/>
                </a:solidFill>
                <a:latin typeface="Arial"/>
                <a:ea typeface="Arial"/>
                <a:cs typeface="Arial"/>
                <a:sym typeface="Arial"/>
              </a:rPr>
              <a:t>ten_bang</a:t>
            </a:r>
            <a:r>
              <a:rPr b="0" i="0" lang="en-US" sz="2400" u="none">
                <a:solidFill>
                  <a:srgbClr val="000000"/>
                </a:solidFill>
                <a:latin typeface="Arial"/>
                <a:ea typeface="Arial"/>
                <a:cs typeface="Arial"/>
                <a:sym typeface="Arial"/>
              </a:rPr>
              <a:t>&gt;</a:t>
            </a:r>
            <a:endParaRPr/>
          </a:p>
          <a:p>
            <a:pPr indent="-323850" lvl="1" marL="863600" rtl="0" algn="l">
              <a:lnSpc>
                <a:spcPct val="101000"/>
              </a:lnSpc>
              <a:spcBef>
                <a:spcPts val="1100"/>
              </a:spcBef>
              <a:spcAft>
                <a:spcPts val="0"/>
              </a:spcAft>
              <a:buSzPts val="2400"/>
              <a:buNone/>
            </a:pPr>
            <a:r>
              <a:t/>
            </a:r>
            <a:endParaRPr b="0" i="0" sz="2400" u="none">
              <a:solidFill>
                <a:srgbClr val="000000"/>
              </a:solidFill>
              <a:latin typeface="Arial"/>
              <a:ea typeface="Arial"/>
              <a:cs typeface="Arial"/>
              <a:sym typeface="Arial"/>
            </a:endParaRPr>
          </a:p>
          <a:p>
            <a:pPr indent="-323850" lvl="0" marL="431800" rtl="0" algn="l">
              <a:lnSpc>
                <a:spcPct val="101000"/>
              </a:lnSpc>
              <a:spcBef>
                <a:spcPts val="110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Ví dụ</a:t>
            </a:r>
            <a:endParaRPr/>
          </a:p>
          <a:p>
            <a:pPr indent="-323850" lvl="0" marL="431800" rtl="0" algn="l">
              <a:lnSpc>
                <a:spcPct val="98000"/>
              </a:lnSpc>
              <a:spcBef>
                <a:spcPts val="1400"/>
              </a:spcBef>
              <a:spcAft>
                <a:spcPts val="0"/>
              </a:spcAft>
              <a:buSzPts val="2600"/>
              <a:buNone/>
            </a:pPr>
            <a:r>
              <a:rPr b="0" i="0" lang="en-US" sz="2600" u="none">
                <a:solidFill>
                  <a:srgbClr val="0000FF"/>
                </a:solidFill>
                <a:latin typeface="Arial"/>
                <a:ea typeface="Arial"/>
                <a:cs typeface="Arial"/>
                <a:sym typeface="Arial"/>
              </a:rPr>
              <a:t>     DROP</a:t>
            </a:r>
            <a:r>
              <a:rPr b="0" i="0" lang="en-US" sz="2600" u="none">
                <a:solidFill>
                  <a:srgbClr val="000000"/>
                </a:solidFill>
                <a:latin typeface="Arial"/>
                <a:ea typeface="Arial"/>
                <a:cs typeface="Arial"/>
                <a:sym typeface="Arial"/>
              </a:rPr>
              <a:t> </a:t>
            </a:r>
            <a:r>
              <a:rPr b="0" i="0" lang="en-US" sz="2600" u="none">
                <a:solidFill>
                  <a:srgbClr val="0000FF"/>
                </a:solidFill>
                <a:latin typeface="Arial"/>
                <a:ea typeface="Arial"/>
                <a:cs typeface="Arial"/>
                <a:sym typeface="Arial"/>
              </a:rPr>
              <a:t>TABLE</a:t>
            </a:r>
            <a:r>
              <a:rPr b="0" i="0" lang="en-US" sz="2600" u="none">
                <a:solidFill>
                  <a:srgbClr val="000000"/>
                </a:solidFill>
                <a:latin typeface="Arial"/>
                <a:ea typeface="Arial"/>
                <a:cs typeface="Arial"/>
                <a:sym typeface="Arial"/>
              </a:rPr>
              <a:t> </a:t>
            </a:r>
            <a:r>
              <a:rPr b="0" i="0" lang="en-US" sz="2600" u="none">
                <a:solidFill>
                  <a:srgbClr val="008080"/>
                </a:solidFill>
                <a:latin typeface="Arial"/>
                <a:ea typeface="Arial"/>
                <a:cs typeface="Arial"/>
                <a:sym typeface="Arial"/>
              </a:rPr>
              <a:t>LAMVIEC</a:t>
            </a:r>
            <a:r>
              <a:rPr b="0" i="0" lang="en-US" sz="2600" u="none">
                <a:solidFill>
                  <a:srgbClr val="808080"/>
                </a:solidFill>
                <a:latin typeface="Arial"/>
                <a:ea typeface="Arial"/>
                <a:cs typeface="Arial"/>
                <a:sym typeface="Arial"/>
              </a:rPr>
              <a:t>;</a:t>
            </a:r>
            <a:endParaRPr/>
          </a:p>
          <a:p>
            <a:pPr indent="-323850" lvl="0" marL="431800" rtl="0" algn="l">
              <a:lnSpc>
                <a:spcPct val="98000"/>
              </a:lnSpc>
              <a:spcBef>
                <a:spcPts val="1400"/>
              </a:spcBef>
              <a:spcAft>
                <a:spcPts val="0"/>
              </a:spcAft>
              <a:buSzPts val="2600"/>
              <a:buNone/>
            </a:pPr>
            <a:r>
              <a:t/>
            </a:r>
            <a:endParaRPr b="0" i="0" sz="2600" u="none">
              <a:solidFill>
                <a:srgbClr val="808080"/>
              </a:solidFill>
              <a:latin typeface="Arial"/>
              <a:ea typeface="Arial"/>
              <a:cs typeface="Arial"/>
              <a:sym typeface="Arial"/>
            </a:endParaRPr>
          </a:p>
          <a:p>
            <a:pPr indent="-342900" lvl="0" marL="342900" rtl="0" algn="l">
              <a:lnSpc>
                <a:spcPct val="101000"/>
              </a:lnSpc>
              <a:spcBef>
                <a:spcPts val="1400"/>
              </a:spcBef>
              <a:spcAft>
                <a:spcPts val="0"/>
              </a:spcAft>
              <a:buNone/>
            </a:pPr>
            <a:r>
              <a:t/>
            </a:r>
            <a:endParaRPr b="0" i="0" sz="2600" u="none">
              <a:solidFill>
                <a:srgbClr val="80808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27"/>
          <p:cNvSpPr txBox="1"/>
          <p:nvPr/>
        </p:nvSpPr>
        <p:spPr>
          <a:xfrm>
            <a:off x="503237" y="6886575"/>
            <a:ext cx="2346325" cy="519112"/>
          </a:xfrm>
          <a:prstGeom prst="rect">
            <a:avLst/>
          </a:prstGeom>
          <a:noFill/>
          <a:ln>
            <a:noFill/>
          </a:ln>
        </p:spPr>
        <p:txBody>
          <a:bodyPr anchorCtr="0" anchor="t" bIns="0" lIns="0" spcFirstLastPara="1" rIns="0" wrap="square" tIns="0">
            <a:noAutofit/>
          </a:bodyPr>
          <a:lstStyle/>
          <a:p>
            <a:pPr indent="0" lvl="0" marL="0" marR="0" rtl="0" algn="l">
              <a:lnSpc>
                <a:spcPct val="93000"/>
              </a:lnSpc>
              <a:spcBef>
                <a:spcPts val="0"/>
              </a:spcBef>
              <a:spcAft>
                <a:spcPts val="0"/>
              </a:spcAft>
              <a:buClr>
                <a:srgbClr val="000000"/>
              </a:buClr>
              <a:buSzPts val="1400"/>
              <a:buFont typeface="Times New Roman"/>
              <a:buNone/>
            </a:pPr>
            <a:r>
              <a:rPr b="0" i="0" lang="en-US" sz="1400" u="none">
                <a:solidFill>
                  <a:srgbClr val="000000"/>
                </a:solidFill>
                <a:latin typeface="Times New Roman"/>
                <a:ea typeface="Times New Roman"/>
                <a:cs typeface="Times New Roman"/>
                <a:sym typeface="Times New Roman"/>
              </a:rPr>
              <a:t>*</a:t>
            </a:r>
            <a:endParaRPr/>
          </a:p>
        </p:txBody>
      </p:sp>
      <p:sp>
        <p:nvSpPr>
          <p:cNvPr id="419" name="Google Shape;419;p27"/>
          <p:cNvSpPr txBox="1"/>
          <p:nvPr/>
        </p:nvSpPr>
        <p:spPr>
          <a:xfrm>
            <a:off x="7227887" y="6886575"/>
            <a:ext cx="2346325" cy="519112"/>
          </a:xfrm>
          <a:prstGeom prst="rect">
            <a:avLst/>
          </a:prstGeom>
          <a:noFill/>
          <a:ln>
            <a:noFill/>
          </a:ln>
        </p:spPr>
        <p:txBody>
          <a:bodyPr anchorCtr="0" anchor="t"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a:solidFill>
                  <a:srgbClr val="000000"/>
                </a:solidFill>
                <a:latin typeface="Times New Roman"/>
                <a:ea typeface="Times New Roman"/>
                <a:cs typeface="Times New Roman"/>
                <a:sym typeface="Times New Roman"/>
              </a:rPr>
              <a:t>‹#›</a:t>
            </a:fld>
            <a:endParaRPr/>
          </a:p>
        </p:txBody>
      </p:sp>
      <p:sp>
        <p:nvSpPr>
          <p:cNvPr id="420" name="Google Shape;420;p27"/>
          <p:cNvSpPr txBox="1"/>
          <p:nvPr>
            <p:ph type="title"/>
          </p:nvPr>
        </p:nvSpPr>
        <p:spPr>
          <a:xfrm>
            <a:off x="503237" y="301625"/>
            <a:ext cx="9070975" cy="1262062"/>
          </a:xfrm>
          <a:prstGeom prst="rect">
            <a:avLst/>
          </a:prstGeom>
          <a:noFill/>
          <a:ln>
            <a:noFill/>
          </a:ln>
        </p:spPr>
        <p:txBody>
          <a:bodyPr anchorCtr="0" anchor="ctr" bIns="0" lIns="0" spcFirstLastPara="1" rIns="0" wrap="square" tIns="0">
            <a:noAutofit/>
          </a:bodyPr>
          <a:lstStyle/>
          <a:p>
            <a:pPr indent="0" lvl="0" marL="0" rtl="0" algn="l">
              <a:lnSpc>
                <a:spcPct val="101000"/>
              </a:lnSpc>
              <a:spcBef>
                <a:spcPts val="0"/>
              </a:spcBef>
              <a:spcAft>
                <a:spcPts val="0"/>
              </a:spcAft>
              <a:buNone/>
            </a:pPr>
            <a:r>
              <a:t/>
            </a:r>
            <a:endParaRPr b="1" sz="3200">
              <a:solidFill>
                <a:srgbClr val="000000"/>
              </a:solidFill>
              <a:latin typeface="Arial"/>
              <a:ea typeface="Arial"/>
              <a:cs typeface="Arial"/>
              <a:sym typeface="Arial"/>
            </a:endParaRPr>
          </a:p>
        </p:txBody>
      </p:sp>
      <p:sp>
        <p:nvSpPr>
          <p:cNvPr id="421" name="Google Shape;421;p27"/>
          <p:cNvSpPr txBox="1"/>
          <p:nvPr>
            <p:ph idx="1" type="body"/>
          </p:nvPr>
        </p:nvSpPr>
        <p:spPr>
          <a:xfrm>
            <a:off x="503237" y="1768475"/>
            <a:ext cx="9070975" cy="4384675"/>
          </a:xfrm>
          <a:prstGeom prst="rect">
            <a:avLst/>
          </a:prstGeom>
          <a:noFill/>
          <a:ln>
            <a:noFill/>
          </a:ln>
        </p:spPr>
        <p:txBody>
          <a:bodyPr anchorCtr="0" anchor="t" bIns="0" lIns="0" spcFirstLastPara="1" rIns="0" wrap="square" tIns="0">
            <a:noAutofit/>
          </a:bodyPr>
          <a:lstStyle/>
          <a:p>
            <a:pPr indent="-342900" lvl="0" marL="342900" rtl="0" algn="l">
              <a:lnSpc>
                <a:spcPct val="101000"/>
              </a:lnSpc>
              <a:spcBef>
                <a:spcPts val="0"/>
              </a:spcBef>
              <a:spcAft>
                <a:spcPts val="0"/>
              </a:spcAft>
              <a:buNone/>
            </a:pPr>
            <a:r>
              <a:t/>
            </a:r>
            <a:endParaRPr sz="2700">
              <a:solidFill>
                <a:srgbClr val="000000"/>
              </a:solidFill>
              <a:latin typeface="Arial"/>
              <a:ea typeface="Arial"/>
              <a:cs typeface="Arial"/>
              <a:sym typeface="Arial"/>
            </a:endParaRPr>
          </a:p>
        </p:txBody>
      </p:sp>
      <p:sp>
        <p:nvSpPr>
          <p:cNvPr id="422" name="Google Shape;422;p27"/>
          <p:cNvSpPr txBox="1"/>
          <p:nvPr/>
        </p:nvSpPr>
        <p:spPr>
          <a:xfrm>
            <a:off x="504825" y="1770062"/>
            <a:ext cx="9070975" cy="4989512"/>
          </a:xfrm>
          <a:prstGeom prst="rect">
            <a:avLst/>
          </a:prstGeom>
          <a:noFill/>
          <a:ln>
            <a:noFill/>
          </a:ln>
        </p:spPr>
        <p:txBody>
          <a:bodyPr anchorCtr="0" anchor="t" bIns="0" lIns="0" spcFirstLastPara="1" rIns="0" wrap="square" tIns="0">
            <a:noAutofit/>
          </a:bodyPr>
          <a:lstStyle/>
          <a:p>
            <a:pPr indent="-323850" lvl="0" marL="431800" marR="0" rtl="0" algn="ctr">
              <a:lnSpc>
                <a:spcPct val="101000"/>
              </a:lnSpc>
              <a:spcBef>
                <a:spcPts val="0"/>
              </a:spcBef>
              <a:spcAft>
                <a:spcPts val="0"/>
              </a:spcAft>
              <a:buClr>
                <a:schemeClr val="dk1"/>
              </a:buClr>
              <a:buSzPts val="2800"/>
              <a:buFont typeface="Arial"/>
              <a:buNone/>
            </a:pPr>
            <a:r>
              <a:t/>
            </a:r>
            <a:endParaRPr b="0" i="0" sz="2800" u="none">
              <a:solidFill>
                <a:srgbClr val="000000"/>
              </a:solidFill>
              <a:latin typeface="Arial"/>
              <a:ea typeface="Arial"/>
              <a:cs typeface="Arial"/>
              <a:sym typeface="Arial"/>
            </a:endParaRPr>
          </a:p>
          <a:p>
            <a:pPr indent="-323850" lvl="0" marL="431800" marR="0" rtl="0" algn="ctr">
              <a:lnSpc>
                <a:spcPct val="101000"/>
              </a:lnSpc>
              <a:spcBef>
                <a:spcPts val="1400"/>
              </a:spcBef>
              <a:spcAft>
                <a:spcPts val="0"/>
              </a:spcAft>
              <a:buClr>
                <a:srgbClr val="990000"/>
              </a:buClr>
              <a:buSzPts val="2800"/>
              <a:buFont typeface="Arial"/>
              <a:buNone/>
            </a:pPr>
            <a:r>
              <a:rPr b="0" i="0" lang="en-US" sz="2800" u="none">
                <a:solidFill>
                  <a:srgbClr val="990000"/>
                </a:solidFill>
                <a:latin typeface="Arial"/>
                <a:ea typeface="Arial"/>
                <a:cs typeface="Arial"/>
                <a:sym typeface="Arial"/>
              </a:rPr>
              <a:t>SQL</a:t>
            </a:r>
            <a:endParaRPr/>
          </a:p>
          <a:p>
            <a:pPr indent="-323850" lvl="0" marL="431800" marR="0" rtl="0" algn="ctr">
              <a:lnSpc>
                <a:spcPct val="101000"/>
              </a:lnSpc>
              <a:spcBef>
                <a:spcPts val="1400"/>
              </a:spcBef>
              <a:spcAft>
                <a:spcPts val="0"/>
              </a:spcAft>
              <a:buClr>
                <a:srgbClr val="000000"/>
              </a:buClr>
              <a:buSzPts val="2800"/>
              <a:buFont typeface="Arial"/>
              <a:buNone/>
            </a:pPr>
            <a:r>
              <a:rPr b="1" i="0" lang="en-US" sz="2800" u="none">
                <a:solidFill>
                  <a:srgbClr val="000000"/>
                </a:solidFill>
                <a:latin typeface="Arial"/>
                <a:ea typeface="Arial"/>
                <a:cs typeface="Arial"/>
                <a:sym typeface="Arial"/>
              </a:rPr>
              <a:t>Data Manipulation Language </a:t>
            </a:r>
            <a:endParaRPr/>
          </a:p>
        </p:txBody>
      </p:sp>
      <p:pic>
        <p:nvPicPr>
          <p:cNvPr id="423" name="Google Shape;423;p27"/>
          <p:cNvPicPr preferRelativeResize="0"/>
          <p:nvPr/>
        </p:nvPicPr>
        <p:blipFill rotWithShape="1">
          <a:blip r:embed="rId3">
            <a:alphaModFix/>
          </a:blip>
          <a:srcRect b="0" l="0" r="0" t="0"/>
          <a:stretch/>
        </p:blipFill>
        <p:spPr>
          <a:xfrm>
            <a:off x="3816350" y="3543300"/>
            <a:ext cx="3024188" cy="2649538"/>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28"/>
          <p:cNvSpPr txBox="1"/>
          <p:nvPr/>
        </p:nvSpPr>
        <p:spPr>
          <a:xfrm>
            <a:off x="503237" y="6886575"/>
            <a:ext cx="2346325" cy="519112"/>
          </a:xfrm>
          <a:prstGeom prst="rect">
            <a:avLst/>
          </a:prstGeom>
          <a:noFill/>
          <a:ln>
            <a:noFill/>
          </a:ln>
        </p:spPr>
        <p:txBody>
          <a:bodyPr anchorCtr="0" anchor="t" bIns="0" lIns="0" spcFirstLastPara="1" rIns="0" wrap="square" tIns="0">
            <a:noAutofit/>
          </a:bodyPr>
          <a:lstStyle/>
          <a:p>
            <a:pPr indent="0" lvl="0" marL="0" marR="0" rtl="0" algn="l">
              <a:lnSpc>
                <a:spcPct val="93000"/>
              </a:lnSpc>
              <a:spcBef>
                <a:spcPts val="0"/>
              </a:spcBef>
              <a:spcAft>
                <a:spcPts val="0"/>
              </a:spcAft>
              <a:buClr>
                <a:srgbClr val="000000"/>
              </a:buClr>
              <a:buSzPts val="1400"/>
              <a:buFont typeface="Times New Roman"/>
              <a:buNone/>
            </a:pPr>
            <a:r>
              <a:rPr b="0" i="0" lang="en-US" sz="1400" u="none">
                <a:solidFill>
                  <a:srgbClr val="000000"/>
                </a:solidFill>
                <a:latin typeface="Times New Roman"/>
                <a:ea typeface="Times New Roman"/>
                <a:cs typeface="Times New Roman"/>
                <a:sym typeface="Times New Roman"/>
              </a:rPr>
              <a:t>*</a:t>
            </a:r>
            <a:endParaRPr/>
          </a:p>
        </p:txBody>
      </p:sp>
      <p:sp>
        <p:nvSpPr>
          <p:cNvPr id="430" name="Google Shape;430;p28"/>
          <p:cNvSpPr txBox="1"/>
          <p:nvPr/>
        </p:nvSpPr>
        <p:spPr>
          <a:xfrm>
            <a:off x="7227887" y="6886575"/>
            <a:ext cx="2346325" cy="519112"/>
          </a:xfrm>
          <a:prstGeom prst="rect">
            <a:avLst/>
          </a:prstGeom>
          <a:noFill/>
          <a:ln>
            <a:noFill/>
          </a:ln>
        </p:spPr>
        <p:txBody>
          <a:bodyPr anchorCtr="0" anchor="t"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a:solidFill>
                  <a:srgbClr val="000000"/>
                </a:solidFill>
                <a:latin typeface="Times New Roman"/>
                <a:ea typeface="Times New Roman"/>
                <a:cs typeface="Times New Roman"/>
                <a:sym typeface="Times New Roman"/>
              </a:rPr>
              <a:t>‹#›</a:t>
            </a:fld>
            <a:endParaRPr/>
          </a:p>
        </p:txBody>
      </p:sp>
      <p:sp>
        <p:nvSpPr>
          <p:cNvPr id="431" name="Google Shape;431;p28"/>
          <p:cNvSpPr txBox="1"/>
          <p:nvPr>
            <p:ph type="title"/>
          </p:nvPr>
        </p:nvSpPr>
        <p:spPr>
          <a:xfrm>
            <a:off x="503237" y="301625"/>
            <a:ext cx="9070975" cy="1262062"/>
          </a:xfrm>
          <a:prstGeom prst="rect">
            <a:avLst/>
          </a:prstGeom>
          <a:noFill/>
          <a:ln>
            <a:noFill/>
          </a:ln>
        </p:spPr>
        <p:txBody>
          <a:bodyPr anchorCtr="0" anchor="ctr" bIns="0" lIns="0" spcFirstLastPara="1" rIns="0" wrap="square" tIns="0">
            <a:noAutofit/>
          </a:bodyPr>
          <a:lstStyle/>
          <a:p>
            <a:pPr indent="0" lvl="0" marL="0" rtl="0" algn="l">
              <a:lnSpc>
                <a:spcPct val="101000"/>
              </a:lnSpc>
              <a:spcBef>
                <a:spcPts val="0"/>
              </a:spcBef>
              <a:spcAft>
                <a:spcPts val="0"/>
              </a:spcAft>
              <a:buSzPts val="3200"/>
              <a:buNone/>
            </a:pPr>
            <a:r>
              <a:rPr b="1" i="0" lang="en-US" sz="3200" u="none">
                <a:solidFill>
                  <a:srgbClr val="000000"/>
                </a:solidFill>
                <a:latin typeface="Arial"/>
                <a:ea typeface="Arial"/>
                <a:cs typeface="Arial"/>
                <a:sym typeface="Arial"/>
              </a:rPr>
              <a:t>DML - Ngôn ngữ thao các dữ liệu</a:t>
            </a:r>
            <a:endParaRPr/>
          </a:p>
        </p:txBody>
      </p:sp>
      <p:sp>
        <p:nvSpPr>
          <p:cNvPr id="432" name="Google Shape;432;p28"/>
          <p:cNvSpPr txBox="1"/>
          <p:nvPr>
            <p:ph idx="1" type="body"/>
          </p:nvPr>
        </p:nvSpPr>
        <p:spPr>
          <a:xfrm>
            <a:off x="503237" y="1768475"/>
            <a:ext cx="9070975" cy="4384675"/>
          </a:xfrm>
          <a:prstGeom prst="rect">
            <a:avLst/>
          </a:prstGeom>
          <a:noFill/>
          <a:ln>
            <a:noFill/>
          </a:ln>
        </p:spPr>
        <p:txBody>
          <a:bodyPr anchorCtr="0" anchor="t" bIns="0" lIns="0" spcFirstLastPara="1" rIns="0" wrap="square" tIns="0">
            <a:noAutofit/>
          </a:bodyPr>
          <a:lstStyle/>
          <a:p>
            <a:pPr indent="-323850" lvl="0" marL="431800" rtl="0" algn="l">
              <a:lnSpc>
                <a:spcPct val="101000"/>
              </a:lnSpc>
              <a:spcBef>
                <a:spcPts val="0"/>
              </a:spcBef>
              <a:spcAft>
                <a:spcPts val="0"/>
              </a:spcAft>
              <a:buSzPts val="2800"/>
              <a:buNone/>
            </a:pPr>
            <a:r>
              <a:rPr b="0" i="0" lang="en-US" sz="2800" u="none">
                <a:solidFill>
                  <a:srgbClr val="000000"/>
                </a:solidFill>
                <a:latin typeface="Arial"/>
                <a:ea typeface="Arial"/>
                <a:cs typeface="Arial"/>
                <a:sym typeface="Arial"/>
              </a:rPr>
              <a:t>Ngôn ngữ thao tác dữ liệu (DML) cho phép:</a:t>
            </a:r>
            <a:endParaRPr/>
          </a:p>
          <a:p>
            <a:pPr indent="-323850" lvl="0" marL="431800" rtl="0" algn="l">
              <a:lnSpc>
                <a:spcPct val="101000"/>
              </a:lnSpc>
              <a:spcBef>
                <a:spcPts val="1400"/>
              </a:spcBef>
              <a:spcAft>
                <a:spcPts val="0"/>
              </a:spcAft>
              <a:buClr>
                <a:srgbClr val="000000"/>
              </a:buClr>
              <a:buSzPts val="1260"/>
              <a:buFont typeface="Noto Sans Symbols"/>
              <a:buChar char="●"/>
            </a:pPr>
            <a:r>
              <a:rPr lang="en-US" sz="2800"/>
              <a:t>Tìm kiếm</a:t>
            </a:r>
            <a:r>
              <a:rPr b="0" i="0" lang="en-US" sz="2800" u="none">
                <a:solidFill>
                  <a:srgbClr val="000000"/>
                </a:solidFill>
                <a:latin typeface="Arial"/>
                <a:ea typeface="Arial"/>
                <a:cs typeface="Arial"/>
                <a:sym typeface="Arial"/>
              </a:rPr>
              <a:t>: </a:t>
            </a:r>
            <a:r>
              <a:rPr b="1" i="0" lang="en-US" sz="2800" u="none">
                <a:solidFill>
                  <a:srgbClr val="000000"/>
                </a:solidFill>
                <a:latin typeface="Arial"/>
                <a:ea typeface="Arial"/>
                <a:cs typeface="Arial"/>
                <a:sym typeface="Arial"/>
              </a:rPr>
              <a:t>SELECT</a:t>
            </a:r>
            <a:endParaRPr/>
          </a:p>
          <a:p>
            <a:pPr indent="-323850" lvl="0" marL="431800" rtl="0" algn="l">
              <a:lnSpc>
                <a:spcPct val="101000"/>
              </a:lnSpc>
              <a:spcBef>
                <a:spcPts val="1400"/>
              </a:spcBef>
              <a:spcAft>
                <a:spcPts val="0"/>
              </a:spcAft>
              <a:buClr>
                <a:srgbClr val="000000"/>
              </a:buClr>
              <a:buSzPts val="1260"/>
              <a:buFont typeface="Noto Sans Symbols"/>
              <a:buChar char="●"/>
            </a:pPr>
            <a:r>
              <a:rPr b="0" i="0" lang="en-US" sz="2800" u="none">
                <a:solidFill>
                  <a:srgbClr val="000000"/>
                </a:solidFill>
                <a:latin typeface="Arial"/>
                <a:ea typeface="Arial"/>
                <a:cs typeface="Arial"/>
                <a:sym typeface="Arial"/>
              </a:rPr>
              <a:t>Xóa : </a:t>
            </a:r>
            <a:r>
              <a:rPr b="1" i="0" lang="en-US" sz="2800" u="none">
                <a:solidFill>
                  <a:srgbClr val="000000"/>
                </a:solidFill>
                <a:latin typeface="Arial"/>
                <a:ea typeface="Arial"/>
                <a:cs typeface="Arial"/>
                <a:sym typeface="Arial"/>
              </a:rPr>
              <a:t>DELETE</a:t>
            </a:r>
            <a:endParaRPr/>
          </a:p>
          <a:p>
            <a:pPr indent="-323850" lvl="0" marL="431800" rtl="0" algn="l">
              <a:lnSpc>
                <a:spcPct val="101000"/>
              </a:lnSpc>
              <a:spcBef>
                <a:spcPts val="1400"/>
              </a:spcBef>
              <a:spcAft>
                <a:spcPts val="0"/>
              </a:spcAft>
              <a:buClr>
                <a:srgbClr val="000000"/>
              </a:buClr>
              <a:buSzPts val="1260"/>
              <a:buFont typeface="Noto Sans Symbols"/>
              <a:buChar char="●"/>
            </a:pPr>
            <a:r>
              <a:rPr b="0" i="0" lang="en-US" sz="2800" u="none">
                <a:solidFill>
                  <a:srgbClr val="000000"/>
                </a:solidFill>
                <a:latin typeface="Arial"/>
                <a:ea typeface="Arial"/>
                <a:cs typeface="Arial"/>
                <a:sym typeface="Arial"/>
              </a:rPr>
              <a:t>Thêm : </a:t>
            </a:r>
            <a:r>
              <a:rPr b="1" i="0" lang="en-US" sz="2800" u="none">
                <a:solidFill>
                  <a:srgbClr val="000000"/>
                </a:solidFill>
                <a:latin typeface="Arial"/>
                <a:ea typeface="Arial"/>
                <a:cs typeface="Arial"/>
                <a:sym typeface="Arial"/>
              </a:rPr>
              <a:t>INSERT</a:t>
            </a:r>
            <a:endParaRPr/>
          </a:p>
          <a:p>
            <a:pPr indent="-323850" lvl="0" marL="431800" rtl="0" algn="l">
              <a:lnSpc>
                <a:spcPct val="101000"/>
              </a:lnSpc>
              <a:spcBef>
                <a:spcPts val="1400"/>
              </a:spcBef>
              <a:spcAft>
                <a:spcPts val="0"/>
              </a:spcAft>
              <a:buClr>
                <a:srgbClr val="000000"/>
              </a:buClr>
              <a:buSzPts val="1260"/>
              <a:buFont typeface="Noto Sans Symbols"/>
              <a:buChar char="●"/>
            </a:pPr>
            <a:r>
              <a:rPr b="0" i="0" lang="en-US" sz="2800" u="none">
                <a:solidFill>
                  <a:srgbClr val="000000"/>
                </a:solidFill>
                <a:latin typeface="Arial"/>
                <a:ea typeface="Arial"/>
                <a:cs typeface="Arial"/>
                <a:sym typeface="Arial"/>
              </a:rPr>
              <a:t>Cập nhật : </a:t>
            </a:r>
            <a:r>
              <a:rPr b="1" i="0" lang="en-US" sz="2800" u="none">
                <a:solidFill>
                  <a:srgbClr val="000000"/>
                </a:solidFill>
                <a:latin typeface="Arial"/>
                <a:ea typeface="Arial"/>
                <a:cs typeface="Arial"/>
                <a:sym typeface="Arial"/>
              </a:rPr>
              <a:t>UPDATE</a:t>
            </a:r>
            <a:endParaRPr/>
          </a:p>
          <a:p>
            <a:pPr indent="-323850" lvl="0" marL="431800" rtl="0" algn="l">
              <a:lnSpc>
                <a:spcPct val="101000"/>
              </a:lnSpc>
              <a:spcBef>
                <a:spcPts val="1400"/>
              </a:spcBef>
              <a:spcAft>
                <a:spcPts val="0"/>
              </a:spcAft>
              <a:buSzPts val="2800"/>
              <a:buNone/>
            </a:pPr>
            <a:r>
              <a:t/>
            </a:r>
            <a:endParaRPr b="1" i="0" sz="2800" u="none">
              <a:solidFill>
                <a:srgbClr val="000000"/>
              </a:solidFill>
              <a:latin typeface="Arial"/>
              <a:ea typeface="Arial"/>
              <a:cs typeface="Arial"/>
              <a:sym typeface="Arial"/>
            </a:endParaRPr>
          </a:p>
          <a:p>
            <a:pPr indent="-342900" lvl="0" marL="342900" rtl="0" algn="l">
              <a:lnSpc>
                <a:spcPct val="101000"/>
              </a:lnSpc>
              <a:spcBef>
                <a:spcPts val="1400"/>
              </a:spcBef>
              <a:spcAft>
                <a:spcPts val="0"/>
              </a:spcAft>
              <a:buNone/>
            </a:pPr>
            <a:r>
              <a:t/>
            </a:r>
            <a:endParaRPr b="1" i="0" sz="2800" u="none">
              <a:solidFill>
                <a:srgbClr val="000000"/>
              </a:solidFill>
              <a:latin typeface="Arial"/>
              <a:ea typeface="Arial"/>
              <a:cs typeface="Arial"/>
              <a:sym typeface="Arial"/>
            </a:endParaRPr>
          </a:p>
        </p:txBody>
      </p:sp>
      <p:sp>
        <p:nvSpPr>
          <p:cNvPr id="433" name="Google Shape;433;p28"/>
          <p:cNvSpPr/>
          <p:nvPr/>
        </p:nvSpPr>
        <p:spPr>
          <a:xfrm>
            <a:off x="4846637" y="2378075"/>
            <a:ext cx="182562" cy="2286000"/>
          </a:xfrm>
          <a:prstGeom prst="rightBrace">
            <a:avLst>
              <a:gd fmla="val 8333" name="adj1"/>
              <a:gd fmla="val 50000" name="adj2"/>
            </a:avLst>
          </a:prstGeom>
          <a:noFill/>
          <a:ln cap="flat" cmpd="sng" w="9525">
            <a:solidFill>
              <a:srgbClr val="3465A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34" name="Google Shape;434;p28"/>
          <p:cNvSpPr txBox="1"/>
          <p:nvPr/>
        </p:nvSpPr>
        <p:spPr>
          <a:xfrm>
            <a:off x="5486400" y="3244850"/>
            <a:ext cx="3587750" cy="503237"/>
          </a:xfrm>
          <a:prstGeom prst="rect">
            <a:avLst/>
          </a:prstGeom>
          <a:noFill/>
          <a:ln>
            <a:noFill/>
          </a:ln>
        </p:spPr>
        <p:txBody>
          <a:bodyPr anchorCtr="0" anchor="t" bIns="0" lIns="0" spcFirstLastPara="1" rIns="0" wrap="square" tIns="0">
            <a:noAutofit/>
          </a:bodyPr>
          <a:lstStyle/>
          <a:p>
            <a:pPr indent="0" lvl="0" marL="0" marR="0" rtl="0" algn="l">
              <a:lnSpc>
                <a:spcPct val="101000"/>
              </a:lnSpc>
              <a:spcBef>
                <a:spcPts val="0"/>
              </a:spcBef>
              <a:spcAft>
                <a:spcPts val="0"/>
              </a:spcAft>
              <a:buClr>
                <a:srgbClr val="000000"/>
              </a:buClr>
              <a:buSzPts val="2700"/>
              <a:buFont typeface="Arial"/>
              <a:buNone/>
            </a:pPr>
            <a:r>
              <a:rPr b="0" i="0" lang="en-US" sz="2700" u="none">
                <a:solidFill>
                  <a:srgbClr val="000000"/>
                </a:solidFill>
                <a:latin typeface="Arial"/>
                <a:ea typeface="Arial"/>
                <a:cs typeface="Arial"/>
                <a:sym typeface="Arial"/>
              </a:rPr>
              <a:t>dữ liệu trong các bảng</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29"/>
          <p:cNvSpPr txBox="1"/>
          <p:nvPr/>
        </p:nvSpPr>
        <p:spPr>
          <a:xfrm>
            <a:off x="503237" y="6886575"/>
            <a:ext cx="2346325" cy="519112"/>
          </a:xfrm>
          <a:prstGeom prst="rect">
            <a:avLst/>
          </a:prstGeom>
          <a:noFill/>
          <a:ln>
            <a:noFill/>
          </a:ln>
        </p:spPr>
        <p:txBody>
          <a:bodyPr anchorCtr="0" anchor="t" bIns="0" lIns="0" spcFirstLastPara="1" rIns="0" wrap="square" tIns="0">
            <a:noAutofit/>
          </a:bodyPr>
          <a:lstStyle/>
          <a:p>
            <a:pPr indent="0" lvl="0" marL="0" marR="0" rtl="0" algn="l">
              <a:lnSpc>
                <a:spcPct val="93000"/>
              </a:lnSpc>
              <a:spcBef>
                <a:spcPts val="0"/>
              </a:spcBef>
              <a:spcAft>
                <a:spcPts val="0"/>
              </a:spcAft>
              <a:buClr>
                <a:srgbClr val="000000"/>
              </a:buClr>
              <a:buSzPts val="1400"/>
              <a:buFont typeface="Times New Roman"/>
              <a:buNone/>
            </a:pPr>
            <a:r>
              <a:rPr b="0" i="0" lang="en-US" sz="1400" u="none">
                <a:solidFill>
                  <a:srgbClr val="000000"/>
                </a:solidFill>
                <a:latin typeface="Times New Roman"/>
                <a:ea typeface="Times New Roman"/>
                <a:cs typeface="Times New Roman"/>
                <a:sym typeface="Times New Roman"/>
              </a:rPr>
              <a:t>*</a:t>
            </a:r>
            <a:endParaRPr/>
          </a:p>
        </p:txBody>
      </p:sp>
      <p:sp>
        <p:nvSpPr>
          <p:cNvPr id="441" name="Google Shape;441;p29"/>
          <p:cNvSpPr txBox="1"/>
          <p:nvPr/>
        </p:nvSpPr>
        <p:spPr>
          <a:xfrm>
            <a:off x="7227887" y="6886575"/>
            <a:ext cx="2346325" cy="519112"/>
          </a:xfrm>
          <a:prstGeom prst="rect">
            <a:avLst/>
          </a:prstGeom>
          <a:noFill/>
          <a:ln>
            <a:noFill/>
          </a:ln>
        </p:spPr>
        <p:txBody>
          <a:bodyPr anchorCtr="0" anchor="t"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a:solidFill>
                  <a:srgbClr val="000000"/>
                </a:solidFill>
                <a:latin typeface="Times New Roman"/>
                <a:ea typeface="Times New Roman"/>
                <a:cs typeface="Times New Roman"/>
                <a:sym typeface="Times New Roman"/>
              </a:rPr>
              <a:t>‹#›</a:t>
            </a:fld>
            <a:endParaRPr/>
          </a:p>
        </p:txBody>
      </p:sp>
      <p:sp>
        <p:nvSpPr>
          <p:cNvPr id="442" name="Google Shape;442;p29"/>
          <p:cNvSpPr txBox="1"/>
          <p:nvPr>
            <p:ph type="title"/>
          </p:nvPr>
        </p:nvSpPr>
        <p:spPr>
          <a:xfrm>
            <a:off x="503237" y="301625"/>
            <a:ext cx="9070975" cy="1262062"/>
          </a:xfrm>
          <a:prstGeom prst="rect">
            <a:avLst/>
          </a:prstGeom>
          <a:noFill/>
          <a:ln>
            <a:noFill/>
          </a:ln>
        </p:spPr>
        <p:txBody>
          <a:bodyPr anchorCtr="0" anchor="ctr" bIns="0" lIns="0" spcFirstLastPara="1" rIns="0" wrap="square" tIns="0">
            <a:noAutofit/>
          </a:bodyPr>
          <a:lstStyle/>
          <a:p>
            <a:pPr indent="0" lvl="0" marL="0" rtl="0" algn="l">
              <a:lnSpc>
                <a:spcPct val="101000"/>
              </a:lnSpc>
              <a:spcBef>
                <a:spcPts val="0"/>
              </a:spcBef>
              <a:spcAft>
                <a:spcPts val="0"/>
              </a:spcAft>
              <a:buSzPts val="3200"/>
              <a:buNone/>
            </a:pPr>
            <a:r>
              <a:rPr b="1" i="0" lang="en-US" sz="3200" u="none">
                <a:solidFill>
                  <a:srgbClr val="000000"/>
                </a:solidFill>
                <a:latin typeface="Arial"/>
                <a:ea typeface="Arial"/>
                <a:cs typeface="Arial"/>
                <a:sym typeface="Arial"/>
              </a:rPr>
              <a:t> Lệnh INSERT</a:t>
            </a:r>
            <a:endParaRPr/>
          </a:p>
        </p:txBody>
      </p:sp>
      <p:sp>
        <p:nvSpPr>
          <p:cNvPr id="443" name="Google Shape;443;p29"/>
          <p:cNvSpPr txBox="1"/>
          <p:nvPr>
            <p:ph idx="1" type="body"/>
          </p:nvPr>
        </p:nvSpPr>
        <p:spPr>
          <a:xfrm>
            <a:off x="503237" y="1768475"/>
            <a:ext cx="9070975" cy="4384675"/>
          </a:xfrm>
          <a:prstGeom prst="rect">
            <a:avLst/>
          </a:prstGeom>
          <a:noFill/>
          <a:ln>
            <a:noFill/>
          </a:ln>
        </p:spPr>
        <p:txBody>
          <a:bodyPr anchorCtr="0" anchor="t" bIns="0" lIns="0" spcFirstLastPara="1" rIns="0" wrap="square" tIns="0">
            <a:noAutofit/>
          </a:bodyPr>
          <a:lstStyle/>
          <a:p>
            <a:pPr indent="-323850" lvl="0" marL="431800" rtl="0" algn="l">
              <a:lnSpc>
                <a:spcPct val="112000"/>
              </a:lnSpc>
              <a:spcBef>
                <a:spcPts val="0"/>
              </a:spcBef>
              <a:spcAft>
                <a:spcPts val="0"/>
              </a:spcAft>
              <a:buClr>
                <a:srgbClr val="000000"/>
              </a:buClr>
              <a:buSzPts val="1125"/>
              <a:buFont typeface="Noto Sans Symbols"/>
              <a:buChar char="●"/>
            </a:pPr>
            <a:r>
              <a:rPr b="0" i="0" lang="en-US" sz="2500" u="none">
                <a:solidFill>
                  <a:srgbClr val="000000"/>
                </a:solidFill>
                <a:latin typeface="Arial"/>
                <a:ea typeface="Arial"/>
                <a:cs typeface="Arial"/>
                <a:sym typeface="Arial"/>
              </a:rPr>
              <a:t>Thêm một dòng dữ liệu vào bảng</a:t>
            </a:r>
            <a:endParaRPr/>
          </a:p>
          <a:p>
            <a:pPr indent="-323850" lvl="0" marL="431800" rtl="0" algn="l">
              <a:lnSpc>
                <a:spcPct val="112000"/>
              </a:lnSpc>
              <a:spcBef>
                <a:spcPts val="400"/>
              </a:spcBef>
              <a:spcAft>
                <a:spcPts val="0"/>
              </a:spcAft>
              <a:buClr>
                <a:srgbClr val="000000"/>
              </a:buClr>
              <a:buSzPts val="1125"/>
              <a:buFont typeface="Noto Sans Symbols"/>
              <a:buChar char="●"/>
            </a:pPr>
            <a:r>
              <a:rPr b="0" i="0" lang="en-US" sz="2500" u="none">
                <a:solidFill>
                  <a:srgbClr val="000000"/>
                </a:solidFill>
                <a:latin typeface="Arial"/>
                <a:ea typeface="Arial"/>
                <a:cs typeface="Arial"/>
                <a:sym typeface="Arial"/>
              </a:rPr>
              <a:t>Cú pháp:</a:t>
            </a:r>
            <a:endParaRPr/>
          </a:p>
          <a:p>
            <a:pPr indent="-323850" lvl="1" marL="863600" rtl="0" algn="l">
              <a:lnSpc>
                <a:spcPct val="112000"/>
              </a:lnSpc>
              <a:spcBef>
                <a:spcPts val="400"/>
              </a:spcBef>
              <a:spcAft>
                <a:spcPts val="0"/>
              </a:spcAft>
              <a:buClr>
                <a:srgbClr val="000000"/>
              </a:buClr>
              <a:buSzPts val="1875"/>
              <a:buFont typeface="Noto Sans Symbols"/>
              <a:buChar char="−"/>
            </a:pPr>
            <a:r>
              <a:rPr lang="en-US" sz="2500"/>
              <a:t>Thêm vào tất cả các</a:t>
            </a:r>
            <a:r>
              <a:rPr b="0" i="0" lang="en-US" sz="2500" u="none">
                <a:solidFill>
                  <a:srgbClr val="000000"/>
                </a:solidFill>
                <a:latin typeface="Arial"/>
                <a:ea typeface="Arial"/>
                <a:cs typeface="Arial"/>
                <a:sym typeface="Arial"/>
              </a:rPr>
              <a:t> cột trong b</a:t>
            </a:r>
            <a:r>
              <a:rPr lang="en-US" sz="2500"/>
              <a:t>ảng</a:t>
            </a:r>
            <a:endParaRPr/>
          </a:p>
          <a:p>
            <a:pPr indent="-323850" lvl="0" marL="431800" rtl="0" algn="l">
              <a:lnSpc>
                <a:spcPct val="112000"/>
              </a:lnSpc>
              <a:spcBef>
                <a:spcPts val="400"/>
              </a:spcBef>
              <a:spcAft>
                <a:spcPts val="0"/>
              </a:spcAft>
              <a:buSzPts val="2500"/>
              <a:buNone/>
            </a:pPr>
            <a:r>
              <a:rPr b="0" i="0" lang="en-US" sz="2500" u="none">
                <a:solidFill>
                  <a:srgbClr val="000000"/>
                </a:solidFill>
                <a:latin typeface="Arial"/>
                <a:ea typeface="Arial"/>
                <a:cs typeface="Arial"/>
                <a:sym typeface="Arial"/>
              </a:rPr>
              <a:t>           </a:t>
            </a:r>
            <a:r>
              <a:rPr b="1" i="0" lang="en-US" sz="2500" u="none">
                <a:solidFill>
                  <a:srgbClr val="000000"/>
                </a:solidFill>
                <a:latin typeface="Arial"/>
                <a:ea typeface="Arial"/>
                <a:cs typeface="Arial"/>
                <a:sym typeface="Arial"/>
              </a:rPr>
              <a:t> INSERT INTO </a:t>
            </a:r>
            <a:r>
              <a:rPr b="0" i="0" lang="en-US" sz="2500" u="none">
                <a:solidFill>
                  <a:srgbClr val="000000"/>
                </a:solidFill>
                <a:latin typeface="Arial"/>
                <a:ea typeface="Arial"/>
                <a:cs typeface="Arial"/>
                <a:sym typeface="Arial"/>
              </a:rPr>
              <a:t>&lt;ten_bang&gt;</a:t>
            </a:r>
            <a:endParaRPr/>
          </a:p>
          <a:p>
            <a:pPr indent="-323850" lvl="0" marL="431800" rtl="0" algn="l">
              <a:lnSpc>
                <a:spcPct val="101000"/>
              </a:lnSpc>
              <a:spcBef>
                <a:spcPts val="400"/>
              </a:spcBef>
              <a:spcAft>
                <a:spcPts val="0"/>
              </a:spcAft>
              <a:buSzPts val="2500"/>
              <a:buNone/>
            </a:pPr>
            <a:r>
              <a:rPr b="0" i="0" lang="en-US" sz="2500" u="none">
                <a:solidFill>
                  <a:srgbClr val="000000"/>
                </a:solidFill>
                <a:latin typeface="Arial"/>
                <a:ea typeface="Arial"/>
                <a:cs typeface="Arial"/>
                <a:sym typeface="Arial"/>
              </a:rPr>
              <a:t>            </a:t>
            </a:r>
            <a:r>
              <a:rPr b="1" i="0" lang="en-US" sz="2500" u="none">
                <a:solidFill>
                  <a:srgbClr val="000000"/>
                </a:solidFill>
                <a:latin typeface="Arial"/>
                <a:ea typeface="Arial"/>
                <a:cs typeface="Arial"/>
                <a:sym typeface="Arial"/>
              </a:rPr>
              <a:t>VALUES</a:t>
            </a:r>
            <a:r>
              <a:rPr b="0" i="0" lang="en-US" sz="2500" u="none">
                <a:solidFill>
                  <a:srgbClr val="000000"/>
                </a:solidFill>
                <a:latin typeface="Arial"/>
                <a:ea typeface="Arial"/>
                <a:cs typeface="Arial"/>
                <a:sym typeface="Arial"/>
              </a:rPr>
              <a:t> (giatri1, giatri2, giatri3,...);</a:t>
            </a:r>
            <a:endParaRPr/>
          </a:p>
          <a:p>
            <a:pPr indent="-323850" lvl="0" marL="431800" rtl="0" algn="l">
              <a:lnSpc>
                <a:spcPct val="112000"/>
              </a:lnSpc>
              <a:spcBef>
                <a:spcPts val="400"/>
              </a:spcBef>
              <a:spcAft>
                <a:spcPts val="0"/>
              </a:spcAft>
              <a:buSzPts val="2500"/>
              <a:buNone/>
            </a:pPr>
            <a:r>
              <a:t/>
            </a:r>
            <a:endParaRPr b="0" i="0" sz="2500" u="none">
              <a:solidFill>
                <a:srgbClr val="000000"/>
              </a:solidFill>
              <a:latin typeface="Arial"/>
              <a:ea typeface="Arial"/>
              <a:cs typeface="Arial"/>
              <a:sym typeface="Arial"/>
            </a:endParaRPr>
          </a:p>
          <a:p>
            <a:pPr indent="-323850" lvl="1" marL="863600" rtl="0" algn="l">
              <a:lnSpc>
                <a:spcPct val="112000"/>
              </a:lnSpc>
              <a:spcBef>
                <a:spcPts val="400"/>
              </a:spcBef>
              <a:spcAft>
                <a:spcPts val="0"/>
              </a:spcAft>
              <a:buClr>
                <a:srgbClr val="000000"/>
              </a:buClr>
              <a:buSzPts val="1875"/>
              <a:buFont typeface="Noto Sans Symbols"/>
              <a:buChar char="−"/>
            </a:pPr>
            <a:r>
              <a:rPr b="0" i="0" lang="en-US" sz="2500" u="none">
                <a:solidFill>
                  <a:srgbClr val="000000"/>
                </a:solidFill>
                <a:latin typeface="Arial"/>
                <a:ea typeface="Arial"/>
                <a:cs typeface="Arial"/>
                <a:sym typeface="Arial"/>
              </a:rPr>
              <a:t>Chỉ ra tên cột</a:t>
            </a:r>
            <a:endParaRPr/>
          </a:p>
          <a:p>
            <a:pPr indent="-323850" lvl="0" marL="431800" rtl="0" algn="l">
              <a:lnSpc>
                <a:spcPct val="112000"/>
              </a:lnSpc>
              <a:spcBef>
                <a:spcPts val="400"/>
              </a:spcBef>
              <a:spcAft>
                <a:spcPts val="0"/>
              </a:spcAft>
              <a:buSzPts val="2500"/>
              <a:buNone/>
            </a:pPr>
            <a:r>
              <a:rPr b="0" i="0" lang="en-US" sz="2500" u="none">
                <a:solidFill>
                  <a:srgbClr val="000000"/>
                </a:solidFill>
                <a:latin typeface="Arial"/>
                <a:ea typeface="Arial"/>
                <a:cs typeface="Arial"/>
                <a:sym typeface="Arial"/>
              </a:rPr>
              <a:t>            </a:t>
            </a:r>
            <a:r>
              <a:rPr b="1" i="0" lang="en-US" sz="2500" u="none">
                <a:solidFill>
                  <a:srgbClr val="000000"/>
                </a:solidFill>
                <a:latin typeface="Arial"/>
                <a:ea typeface="Arial"/>
                <a:cs typeface="Arial"/>
                <a:sym typeface="Arial"/>
              </a:rPr>
              <a:t>INSERT INTO</a:t>
            </a:r>
            <a:r>
              <a:rPr b="0" i="0" lang="en-US" sz="2500" u="none">
                <a:solidFill>
                  <a:srgbClr val="000000"/>
                </a:solidFill>
                <a:latin typeface="Arial"/>
                <a:ea typeface="Arial"/>
                <a:cs typeface="Arial"/>
                <a:sym typeface="Arial"/>
              </a:rPr>
              <a:t> &lt;ten_bang&gt; (cot1, cot</a:t>
            </a:r>
            <a:r>
              <a:rPr lang="en-US" sz="2500"/>
              <a:t>5</a:t>
            </a:r>
            <a:r>
              <a:rPr b="0" i="0" lang="en-US" sz="2500" u="none">
                <a:solidFill>
                  <a:srgbClr val="000000"/>
                </a:solidFill>
                <a:latin typeface="Arial"/>
                <a:ea typeface="Arial"/>
                <a:cs typeface="Arial"/>
                <a:sym typeface="Arial"/>
              </a:rPr>
              <a:t>, cot</a:t>
            </a:r>
            <a:r>
              <a:rPr lang="en-US" sz="2500"/>
              <a:t>3</a:t>
            </a:r>
            <a:r>
              <a:rPr b="0" i="0" lang="en-US" sz="2500" u="none">
                <a:solidFill>
                  <a:srgbClr val="000000"/>
                </a:solidFill>
                <a:latin typeface="Arial"/>
                <a:ea typeface="Arial"/>
                <a:cs typeface="Arial"/>
                <a:sym typeface="Arial"/>
              </a:rPr>
              <a:t>)</a:t>
            </a:r>
            <a:endParaRPr/>
          </a:p>
          <a:p>
            <a:pPr indent="-323850" lvl="0" marL="431800" rtl="0" algn="l">
              <a:lnSpc>
                <a:spcPct val="101000"/>
              </a:lnSpc>
              <a:spcBef>
                <a:spcPts val="400"/>
              </a:spcBef>
              <a:spcAft>
                <a:spcPts val="0"/>
              </a:spcAft>
              <a:buSzPts val="2500"/>
              <a:buNone/>
            </a:pPr>
            <a:r>
              <a:rPr b="0" i="0" lang="en-US" sz="2500" u="none">
                <a:solidFill>
                  <a:srgbClr val="000000"/>
                </a:solidFill>
                <a:latin typeface="Arial"/>
                <a:ea typeface="Arial"/>
                <a:cs typeface="Arial"/>
                <a:sym typeface="Arial"/>
              </a:rPr>
              <a:t>           </a:t>
            </a:r>
            <a:r>
              <a:rPr b="1" i="0" lang="en-US" sz="2500" u="none">
                <a:solidFill>
                  <a:srgbClr val="000000"/>
                </a:solidFill>
                <a:latin typeface="Arial"/>
                <a:ea typeface="Arial"/>
                <a:cs typeface="Arial"/>
                <a:sym typeface="Arial"/>
              </a:rPr>
              <a:t> VALUES</a:t>
            </a:r>
            <a:r>
              <a:rPr b="0" i="0" lang="en-US" sz="2500" u="none">
                <a:solidFill>
                  <a:srgbClr val="000000"/>
                </a:solidFill>
                <a:latin typeface="Arial"/>
                <a:ea typeface="Arial"/>
                <a:cs typeface="Arial"/>
                <a:sym typeface="Arial"/>
              </a:rPr>
              <a:t> (giatri1, giatri</a:t>
            </a:r>
            <a:r>
              <a:rPr lang="en-US" sz="2500"/>
              <a:t>5</a:t>
            </a:r>
            <a:r>
              <a:rPr b="0" i="0" lang="en-US" sz="2500" u="none">
                <a:solidFill>
                  <a:srgbClr val="000000"/>
                </a:solidFill>
                <a:latin typeface="Arial"/>
                <a:ea typeface="Arial"/>
                <a:cs typeface="Arial"/>
                <a:sym typeface="Arial"/>
              </a:rPr>
              <a:t>, giatri3);</a:t>
            </a:r>
            <a:endParaRPr/>
          </a:p>
          <a:p>
            <a:pPr indent="-342900" lvl="0" marL="342900" rtl="0" algn="l">
              <a:lnSpc>
                <a:spcPct val="101000"/>
              </a:lnSpc>
              <a:spcBef>
                <a:spcPts val="400"/>
              </a:spcBef>
              <a:spcAft>
                <a:spcPts val="0"/>
              </a:spcAft>
              <a:buNone/>
            </a:pPr>
            <a:r>
              <a:t/>
            </a:r>
            <a:endParaRPr b="0" i="0" sz="2500" u="none">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30"/>
          <p:cNvSpPr txBox="1"/>
          <p:nvPr/>
        </p:nvSpPr>
        <p:spPr>
          <a:xfrm>
            <a:off x="503237" y="6886575"/>
            <a:ext cx="2346325" cy="519112"/>
          </a:xfrm>
          <a:prstGeom prst="rect">
            <a:avLst/>
          </a:prstGeom>
          <a:noFill/>
          <a:ln>
            <a:noFill/>
          </a:ln>
        </p:spPr>
        <p:txBody>
          <a:bodyPr anchorCtr="0" anchor="t" bIns="0" lIns="0" spcFirstLastPara="1" rIns="0" wrap="square" tIns="0">
            <a:noAutofit/>
          </a:bodyPr>
          <a:lstStyle/>
          <a:p>
            <a:pPr indent="0" lvl="0" marL="0" marR="0" rtl="0" algn="l">
              <a:lnSpc>
                <a:spcPct val="93000"/>
              </a:lnSpc>
              <a:spcBef>
                <a:spcPts val="0"/>
              </a:spcBef>
              <a:spcAft>
                <a:spcPts val="0"/>
              </a:spcAft>
              <a:buClr>
                <a:srgbClr val="000000"/>
              </a:buClr>
              <a:buSzPts val="1400"/>
              <a:buFont typeface="Times New Roman"/>
              <a:buNone/>
            </a:pPr>
            <a:r>
              <a:rPr b="0" i="0" lang="en-US" sz="1400" u="none">
                <a:solidFill>
                  <a:srgbClr val="000000"/>
                </a:solidFill>
                <a:latin typeface="Times New Roman"/>
                <a:ea typeface="Times New Roman"/>
                <a:cs typeface="Times New Roman"/>
                <a:sym typeface="Times New Roman"/>
              </a:rPr>
              <a:t>*</a:t>
            </a:r>
            <a:endParaRPr/>
          </a:p>
        </p:txBody>
      </p:sp>
      <p:sp>
        <p:nvSpPr>
          <p:cNvPr id="450" name="Google Shape;450;p30"/>
          <p:cNvSpPr txBox="1"/>
          <p:nvPr/>
        </p:nvSpPr>
        <p:spPr>
          <a:xfrm>
            <a:off x="7227887" y="6886575"/>
            <a:ext cx="2346325" cy="519112"/>
          </a:xfrm>
          <a:prstGeom prst="rect">
            <a:avLst/>
          </a:prstGeom>
          <a:noFill/>
          <a:ln>
            <a:noFill/>
          </a:ln>
        </p:spPr>
        <p:txBody>
          <a:bodyPr anchorCtr="0" anchor="t"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a:solidFill>
                  <a:srgbClr val="000000"/>
                </a:solidFill>
                <a:latin typeface="Times New Roman"/>
                <a:ea typeface="Times New Roman"/>
                <a:cs typeface="Times New Roman"/>
                <a:sym typeface="Times New Roman"/>
              </a:rPr>
              <a:t>‹#›</a:t>
            </a:fld>
            <a:endParaRPr/>
          </a:p>
        </p:txBody>
      </p:sp>
      <p:sp>
        <p:nvSpPr>
          <p:cNvPr id="451" name="Google Shape;451;p30"/>
          <p:cNvSpPr txBox="1"/>
          <p:nvPr>
            <p:ph type="title"/>
          </p:nvPr>
        </p:nvSpPr>
        <p:spPr>
          <a:xfrm>
            <a:off x="503237" y="301625"/>
            <a:ext cx="9070975" cy="1262062"/>
          </a:xfrm>
          <a:prstGeom prst="rect">
            <a:avLst/>
          </a:prstGeom>
          <a:noFill/>
          <a:ln>
            <a:noFill/>
          </a:ln>
        </p:spPr>
        <p:txBody>
          <a:bodyPr anchorCtr="0" anchor="ctr" bIns="0" lIns="0" spcFirstLastPara="1" rIns="0" wrap="square" tIns="0">
            <a:noAutofit/>
          </a:bodyPr>
          <a:lstStyle/>
          <a:p>
            <a:pPr indent="0" lvl="0" marL="0" rtl="0" algn="l">
              <a:lnSpc>
                <a:spcPct val="101000"/>
              </a:lnSpc>
              <a:spcBef>
                <a:spcPts val="0"/>
              </a:spcBef>
              <a:spcAft>
                <a:spcPts val="0"/>
              </a:spcAft>
              <a:buSzPts val="3200"/>
              <a:buNone/>
            </a:pPr>
            <a:r>
              <a:rPr b="1" i="0" lang="en-US" sz="3200" u="none">
                <a:solidFill>
                  <a:srgbClr val="000000"/>
                </a:solidFill>
                <a:latin typeface="Arial"/>
                <a:ea typeface="Arial"/>
                <a:cs typeface="Arial"/>
                <a:sym typeface="Arial"/>
              </a:rPr>
              <a:t>INSERT - Ví dụ</a:t>
            </a:r>
            <a:endParaRPr/>
          </a:p>
        </p:txBody>
      </p:sp>
      <p:sp>
        <p:nvSpPr>
          <p:cNvPr id="452" name="Google Shape;452;p30"/>
          <p:cNvSpPr txBox="1"/>
          <p:nvPr>
            <p:ph idx="1" type="body"/>
          </p:nvPr>
        </p:nvSpPr>
        <p:spPr>
          <a:xfrm>
            <a:off x="503237" y="1768475"/>
            <a:ext cx="9070975" cy="4384675"/>
          </a:xfrm>
          <a:prstGeom prst="rect">
            <a:avLst/>
          </a:prstGeom>
          <a:noFill/>
          <a:ln>
            <a:noFill/>
          </a:ln>
        </p:spPr>
        <p:txBody>
          <a:bodyPr anchorCtr="0" anchor="t" bIns="0" lIns="0" spcFirstLastPara="1" rIns="0" wrap="square" tIns="5075">
            <a:noAutofit/>
          </a:bodyPr>
          <a:lstStyle/>
          <a:p>
            <a:pPr indent="-342900" lvl="0" marL="342900" rtl="0" algn="l">
              <a:lnSpc>
                <a:spcPct val="98000"/>
              </a:lnSpc>
              <a:spcBef>
                <a:spcPts val="0"/>
              </a:spcBef>
              <a:spcAft>
                <a:spcPts val="0"/>
              </a:spcAft>
              <a:buSzPts val="2000"/>
              <a:buNone/>
            </a:pPr>
            <a:r>
              <a:rPr b="0" i="0" lang="en-US" sz="2000" u="none">
                <a:solidFill>
                  <a:srgbClr val="0000FF"/>
                </a:solidFill>
                <a:latin typeface="Arial"/>
                <a:ea typeface="Arial"/>
                <a:cs typeface="Arial"/>
                <a:sym typeface="Arial"/>
              </a:rPr>
              <a:t>INSERT</a:t>
            </a:r>
            <a:r>
              <a:rPr b="0" i="0" lang="en-US" sz="2000" u="none">
                <a:solidFill>
                  <a:srgbClr val="000000"/>
                </a:solidFill>
                <a:latin typeface="Arial"/>
                <a:ea typeface="Arial"/>
                <a:cs typeface="Arial"/>
                <a:sym typeface="Arial"/>
              </a:rPr>
              <a:t> </a:t>
            </a:r>
            <a:r>
              <a:rPr b="0" i="0" lang="en-US" sz="2000" u="none">
                <a:solidFill>
                  <a:srgbClr val="0000FF"/>
                </a:solidFill>
                <a:latin typeface="Arial"/>
                <a:ea typeface="Arial"/>
                <a:cs typeface="Arial"/>
                <a:sym typeface="Arial"/>
              </a:rPr>
              <a:t>INTO</a:t>
            </a:r>
            <a:r>
              <a:rPr b="0" i="0" lang="en-US" sz="2000" u="none">
                <a:solidFill>
                  <a:srgbClr val="000000"/>
                </a:solidFill>
                <a:latin typeface="Arial"/>
                <a:ea typeface="Arial"/>
                <a:cs typeface="Arial"/>
                <a:sym typeface="Arial"/>
              </a:rPr>
              <a:t> </a:t>
            </a:r>
            <a:r>
              <a:rPr b="0" i="0" lang="en-US" sz="2000" u="none">
                <a:solidFill>
                  <a:srgbClr val="008080"/>
                </a:solidFill>
                <a:latin typeface="Arial"/>
                <a:ea typeface="Arial"/>
                <a:cs typeface="Arial"/>
                <a:sym typeface="Arial"/>
              </a:rPr>
              <a:t>CONGTY</a:t>
            </a:r>
            <a:r>
              <a:rPr b="0" i="0" lang="en-US" sz="2000" u="none">
                <a:solidFill>
                  <a:srgbClr val="808080"/>
                </a:solidFill>
                <a:latin typeface="Arial"/>
                <a:ea typeface="Arial"/>
                <a:cs typeface="Arial"/>
                <a:sym typeface="Arial"/>
              </a:rPr>
              <a:t>(</a:t>
            </a:r>
            <a:r>
              <a:rPr b="0" i="0" lang="en-US" sz="2000" u="none">
                <a:solidFill>
                  <a:srgbClr val="008080"/>
                </a:solidFill>
                <a:latin typeface="Arial"/>
                <a:ea typeface="Arial"/>
                <a:cs typeface="Arial"/>
                <a:sym typeface="Arial"/>
              </a:rPr>
              <a:t>MCT</a:t>
            </a:r>
            <a:r>
              <a:rPr b="0" i="0" lang="en-US" sz="2000" u="none">
                <a:solidFill>
                  <a:srgbClr val="808080"/>
                </a:solidFill>
                <a:latin typeface="Arial"/>
                <a:ea typeface="Arial"/>
                <a:cs typeface="Arial"/>
                <a:sym typeface="Arial"/>
              </a:rPr>
              <a:t>,</a:t>
            </a:r>
            <a:r>
              <a:rPr b="0" i="0" lang="en-US" sz="2000" u="none">
                <a:solidFill>
                  <a:srgbClr val="000000"/>
                </a:solidFill>
                <a:latin typeface="Arial"/>
                <a:ea typeface="Arial"/>
                <a:cs typeface="Arial"/>
                <a:sym typeface="Arial"/>
              </a:rPr>
              <a:t> </a:t>
            </a:r>
            <a:r>
              <a:rPr b="0" i="0" lang="en-US" sz="2000" u="none">
                <a:solidFill>
                  <a:srgbClr val="008080"/>
                </a:solidFill>
                <a:latin typeface="Arial"/>
                <a:ea typeface="Arial"/>
                <a:cs typeface="Arial"/>
                <a:sym typeface="Arial"/>
              </a:rPr>
              <a:t>tencty</a:t>
            </a:r>
            <a:r>
              <a:rPr b="0" i="0" lang="en-US" sz="2000" u="none">
                <a:solidFill>
                  <a:srgbClr val="808080"/>
                </a:solidFill>
                <a:latin typeface="Arial"/>
                <a:ea typeface="Arial"/>
                <a:cs typeface="Arial"/>
                <a:sym typeface="Arial"/>
              </a:rPr>
              <a:t>,</a:t>
            </a:r>
            <a:r>
              <a:rPr b="0" i="0" lang="en-US" sz="2000" u="none">
                <a:solidFill>
                  <a:srgbClr val="000000"/>
                </a:solidFill>
                <a:latin typeface="Arial"/>
                <a:ea typeface="Arial"/>
                <a:cs typeface="Arial"/>
                <a:sym typeface="Arial"/>
              </a:rPr>
              <a:t> </a:t>
            </a:r>
            <a:r>
              <a:rPr b="0" i="0" lang="en-US" sz="2000" u="none">
                <a:solidFill>
                  <a:srgbClr val="008080"/>
                </a:solidFill>
                <a:latin typeface="Arial"/>
                <a:ea typeface="Arial"/>
                <a:cs typeface="Arial"/>
                <a:sym typeface="Arial"/>
              </a:rPr>
              <a:t>nuoc</a:t>
            </a:r>
            <a:r>
              <a:rPr b="0" i="0" lang="en-US" sz="2000" u="none">
                <a:solidFill>
                  <a:srgbClr val="808080"/>
                </a:solidFill>
                <a:latin typeface="Arial"/>
                <a:ea typeface="Arial"/>
                <a:cs typeface="Arial"/>
                <a:sym typeface="Arial"/>
              </a:rPr>
              <a:t>)</a:t>
            </a:r>
            <a:r>
              <a:rPr b="0" i="0" lang="en-US" sz="2000" u="none">
                <a:solidFill>
                  <a:srgbClr val="000000"/>
                </a:solidFill>
                <a:latin typeface="Arial"/>
                <a:ea typeface="Arial"/>
                <a:cs typeface="Arial"/>
                <a:sym typeface="Arial"/>
              </a:rPr>
              <a:t>  </a:t>
            </a:r>
            <a:endParaRPr/>
          </a:p>
          <a:p>
            <a:pPr indent="-342900" lvl="0" marL="342900" rtl="0" algn="l">
              <a:lnSpc>
                <a:spcPct val="98000"/>
              </a:lnSpc>
              <a:spcBef>
                <a:spcPts val="1400"/>
              </a:spcBef>
              <a:spcAft>
                <a:spcPts val="0"/>
              </a:spcAft>
              <a:buSzPts val="2000"/>
              <a:buNone/>
            </a:pPr>
            <a:r>
              <a:rPr b="0" i="0" lang="en-US" sz="2000" u="none">
                <a:solidFill>
                  <a:srgbClr val="000000"/>
                </a:solidFill>
                <a:latin typeface="Arial"/>
                <a:ea typeface="Arial"/>
                <a:cs typeface="Arial"/>
                <a:sym typeface="Arial"/>
              </a:rPr>
              <a:t>          </a:t>
            </a:r>
            <a:r>
              <a:rPr b="0" i="0" lang="en-US" sz="2000" u="none">
                <a:solidFill>
                  <a:srgbClr val="0000FF"/>
                </a:solidFill>
                <a:latin typeface="Arial"/>
                <a:ea typeface="Arial"/>
                <a:cs typeface="Arial"/>
                <a:sym typeface="Arial"/>
              </a:rPr>
              <a:t>VALUES </a:t>
            </a:r>
            <a:r>
              <a:rPr b="0" i="0" lang="en-US" sz="2000" u="none">
                <a:solidFill>
                  <a:srgbClr val="808080"/>
                </a:solidFill>
                <a:latin typeface="Arial"/>
                <a:ea typeface="Arial"/>
                <a:cs typeface="Arial"/>
                <a:sym typeface="Arial"/>
              </a:rPr>
              <a:t>(</a:t>
            </a:r>
            <a:r>
              <a:rPr b="0" i="0" lang="en-US" sz="2000" u="none">
                <a:solidFill>
                  <a:srgbClr val="000000"/>
                </a:solidFill>
                <a:latin typeface="Arial"/>
                <a:ea typeface="Arial"/>
                <a:cs typeface="Arial"/>
                <a:sym typeface="Arial"/>
              </a:rPr>
              <a:t>1</a:t>
            </a:r>
            <a:r>
              <a:rPr b="0" i="0" lang="en-US" sz="2000" u="none">
                <a:solidFill>
                  <a:srgbClr val="808080"/>
                </a:solidFill>
                <a:latin typeface="Arial"/>
                <a:ea typeface="Arial"/>
                <a:cs typeface="Arial"/>
                <a:sym typeface="Arial"/>
              </a:rPr>
              <a:t>,</a:t>
            </a:r>
            <a:r>
              <a:rPr b="0" i="0" lang="en-US" sz="2000" u="none">
                <a:solidFill>
                  <a:srgbClr val="000000"/>
                </a:solidFill>
                <a:latin typeface="Arial"/>
                <a:ea typeface="Arial"/>
                <a:cs typeface="Arial"/>
                <a:sym typeface="Arial"/>
              </a:rPr>
              <a:t> </a:t>
            </a:r>
            <a:r>
              <a:rPr b="0" i="0" lang="en-US" sz="2000" u="none">
                <a:solidFill>
                  <a:srgbClr val="FF0000"/>
                </a:solidFill>
                <a:latin typeface="Arial"/>
                <a:ea typeface="Arial"/>
                <a:cs typeface="Arial"/>
                <a:sym typeface="Arial"/>
              </a:rPr>
              <a:t>'Air France'</a:t>
            </a:r>
            <a:r>
              <a:rPr b="0" i="0" lang="en-US" sz="2000" u="none">
                <a:solidFill>
                  <a:srgbClr val="808080"/>
                </a:solidFill>
                <a:latin typeface="Arial"/>
                <a:ea typeface="Arial"/>
                <a:cs typeface="Arial"/>
                <a:sym typeface="Arial"/>
              </a:rPr>
              <a:t>,</a:t>
            </a:r>
            <a:r>
              <a:rPr b="0" i="0" lang="en-US" sz="2000" u="none">
                <a:solidFill>
                  <a:srgbClr val="000000"/>
                </a:solidFill>
                <a:latin typeface="Arial"/>
                <a:ea typeface="Arial"/>
                <a:cs typeface="Arial"/>
                <a:sym typeface="Arial"/>
              </a:rPr>
              <a:t> </a:t>
            </a:r>
            <a:r>
              <a:rPr b="0" i="0" lang="en-US" sz="2000" u="none">
                <a:solidFill>
                  <a:srgbClr val="FF0000"/>
                </a:solidFill>
                <a:latin typeface="Arial"/>
                <a:ea typeface="Arial"/>
                <a:cs typeface="Arial"/>
                <a:sym typeface="Arial"/>
              </a:rPr>
              <a:t>'Phap'</a:t>
            </a:r>
            <a:r>
              <a:rPr b="0" i="0" lang="en-US" sz="2000" u="none">
                <a:solidFill>
                  <a:srgbClr val="808080"/>
                </a:solidFill>
                <a:latin typeface="Arial"/>
                <a:ea typeface="Arial"/>
                <a:cs typeface="Arial"/>
                <a:sym typeface="Arial"/>
              </a:rPr>
              <a:t>);</a:t>
            </a:r>
            <a:endParaRPr/>
          </a:p>
          <a:p>
            <a:pPr indent="-342900" lvl="0" marL="342900" rtl="0" algn="l">
              <a:lnSpc>
                <a:spcPct val="98000"/>
              </a:lnSpc>
              <a:spcBef>
                <a:spcPts val="1400"/>
              </a:spcBef>
              <a:spcAft>
                <a:spcPts val="0"/>
              </a:spcAft>
              <a:buSzPts val="2000"/>
              <a:buNone/>
            </a:pPr>
            <a:r>
              <a:rPr b="0" i="0" lang="en-US" sz="2000" u="none">
                <a:solidFill>
                  <a:srgbClr val="0000FF"/>
                </a:solidFill>
                <a:latin typeface="Arial"/>
                <a:ea typeface="Arial"/>
                <a:cs typeface="Arial"/>
                <a:sym typeface="Arial"/>
              </a:rPr>
              <a:t>INSERT</a:t>
            </a:r>
            <a:r>
              <a:rPr b="0" i="0" lang="en-US" sz="2000" u="none">
                <a:solidFill>
                  <a:srgbClr val="000000"/>
                </a:solidFill>
                <a:latin typeface="Arial"/>
                <a:ea typeface="Arial"/>
                <a:cs typeface="Arial"/>
                <a:sym typeface="Arial"/>
              </a:rPr>
              <a:t> </a:t>
            </a:r>
            <a:r>
              <a:rPr b="0" i="0" lang="en-US" sz="2000" u="none">
                <a:solidFill>
                  <a:srgbClr val="0000FF"/>
                </a:solidFill>
                <a:latin typeface="Arial"/>
                <a:ea typeface="Arial"/>
                <a:cs typeface="Arial"/>
                <a:sym typeface="Arial"/>
              </a:rPr>
              <a:t>INTO</a:t>
            </a:r>
            <a:r>
              <a:rPr b="0" i="0" lang="en-US" sz="2000" u="none">
                <a:solidFill>
                  <a:srgbClr val="000000"/>
                </a:solidFill>
                <a:latin typeface="Arial"/>
                <a:ea typeface="Arial"/>
                <a:cs typeface="Arial"/>
                <a:sym typeface="Arial"/>
              </a:rPr>
              <a:t> </a:t>
            </a:r>
            <a:r>
              <a:rPr b="0" i="0" lang="en-US" sz="2000" u="none">
                <a:solidFill>
                  <a:srgbClr val="008080"/>
                </a:solidFill>
                <a:latin typeface="Arial"/>
                <a:ea typeface="Arial"/>
                <a:cs typeface="Arial"/>
                <a:sym typeface="Arial"/>
              </a:rPr>
              <a:t>CONGTY</a:t>
            </a:r>
            <a:r>
              <a:rPr b="0" i="0" lang="en-US" sz="2000" u="none">
                <a:solidFill>
                  <a:srgbClr val="000000"/>
                </a:solidFill>
                <a:latin typeface="Arial"/>
                <a:ea typeface="Arial"/>
                <a:cs typeface="Arial"/>
                <a:sym typeface="Arial"/>
              </a:rPr>
              <a:t>  </a:t>
            </a:r>
            <a:r>
              <a:rPr b="0" i="0" lang="en-US" sz="2000" u="none">
                <a:solidFill>
                  <a:srgbClr val="0000FF"/>
                </a:solidFill>
                <a:latin typeface="Arial"/>
                <a:ea typeface="Arial"/>
                <a:cs typeface="Arial"/>
                <a:sym typeface="Arial"/>
              </a:rPr>
              <a:t>VALUES </a:t>
            </a:r>
            <a:r>
              <a:rPr b="0" i="0" lang="en-US" sz="2000" u="none">
                <a:solidFill>
                  <a:srgbClr val="808080"/>
                </a:solidFill>
                <a:latin typeface="Arial"/>
                <a:ea typeface="Arial"/>
                <a:cs typeface="Arial"/>
                <a:sym typeface="Arial"/>
              </a:rPr>
              <a:t>(</a:t>
            </a:r>
            <a:r>
              <a:rPr b="0" i="0" lang="en-US" sz="2000" u="none">
                <a:solidFill>
                  <a:srgbClr val="000000"/>
                </a:solidFill>
                <a:latin typeface="Arial"/>
                <a:ea typeface="Arial"/>
                <a:cs typeface="Arial"/>
                <a:sym typeface="Arial"/>
              </a:rPr>
              <a:t>3</a:t>
            </a:r>
            <a:r>
              <a:rPr b="0" i="0" lang="en-US" sz="2000" u="none">
                <a:solidFill>
                  <a:srgbClr val="808080"/>
                </a:solidFill>
                <a:latin typeface="Arial"/>
                <a:ea typeface="Arial"/>
                <a:cs typeface="Arial"/>
                <a:sym typeface="Arial"/>
              </a:rPr>
              <a:t>,</a:t>
            </a:r>
            <a:r>
              <a:rPr b="0" i="0" lang="en-US" sz="2000" u="none">
                <a:solidFill>
                  <a:srgbClr val="000000"/>
                </a:solidFill>
                <a:latin typeface="Arial"/>
                <a:ea typeface="Arial"/>
                <a:cs typeface="Arial"/>
                <a:sym typeface="Arial"/>
              </a:rPr>
              <a:t> </a:t>
            </a:r>
            <a:r>
              <a:rPr b="0" i="0" lang="en-US" sz="2000" u="none">
                <a:solidFill>
                  <a:srgbClr val="FF0000"/>
                </a:solidFill>
                <a:latin typeface="Arial"/>
                <a:ea typeface="Arial"/>
                <a:cs typeface="Arial"/>
                <a:sym typeface="Arial"/>
              </a:rPr>
              <a:t>'Qantas'</a:t>
            </a:r>
            <a:r>
              <a:rPr b="0" i="0" lang="en-US" sz="2000" u="none">
                <a:solidFill>
                  <a:srgbClr val="808080"/>
                </a:solidFill>
                <a:latin typeface="Arial"/>
                <a:ea typeface="Arial"/>
                <a:cs typeface="Arial"/>
                <a:sym typeface="Arial"/>
              </a:rPr>
              <a:t>,</a:t>
            </a:r>
            <a:r>
              <a:rPr b="0" i="0" lang="en-US" sz="2000" u="none">
                <a:solidFill>
                  <a:srgbClr val="000000"/>
                </a:solidFill>
                <a:latin typeface="Arial"/>
                <a:ea typeface="Arial"/>
                <a:cs typeface="Arial"/>
                <a:sym typeface="Arial"/>
              </a:rPr>
              <a:t> </a:t>
            </a:r>
            <a:r>
              <a:rPr b="0" i="0" lang="en-US" sz="2000" u="none">
                <a:solidFill>
                  <a:srgbClr val="FF0000"/>
                </a:solidFill>
                <a:latin typeface="Arial"/>
                <a:ea typeface="Arial"/>
                <a:cs typeface="Arial"/>
                <a:sym typeface="Arial"/>
              </a:rPr>
              <a:t>'Uc'</a:t>
            </a:r>
            <a:r>
              <a:rPr b="0" i="0" lang="en-US" sz="2000" u="none">
                <a:solidFill>
                  <a:srgbClr val="808080"/>
                </a:solidFill>
                <a:latin typeface="Arial"/>
                <a:ea typeface="Arial"/>
                <a:cs typeface="Arial"/>
                <a:sym typeface="Arial"/>
              </a:rPr>
              <a:t>);</a:t>
            </a:r>
            <a:r>
              <a:rPr b="0" i="0" lang="en-US" sz="2000" u="none">
                <a:solidFill>
                  <a:srgbClr val="000000"/>
                </a:solidFill>
                <a:latin typeface="Arial"/>
                <a:ea typeface="Arial"/>
                <a:cs typeface="Arial"/>
                <a:sym typeface="Arial"/>
              </a:rPr>
              <a:t> </a:t>
            </a:r>
            <a:endParaRPr/>
          </a:p>
          <a:p>
            <a:pPr indent="-342900" lvl="0" marL="342900" rtl="0" algn="l">
              <a:lnSpc>
                <a:spcPct val="98000"/>
              </a:lnSpc>
              <a:spcBef>
                <a:spcPts val="1400"/>
              </a:spcBef>
              <a:spcAft>
                <a:spcPts val="0"/>
              </a:spcAft>
              <a:buSzPts val="2000"/>
              <a:buNone/>
            </a:pPr>
            <a:r>
              <a:rPr b="0" i="0" lang="en-US" sz="2000" u="none">
                <a:solidFill>
                  <a:srgbClr val="0000FF"/>
                </a:solidFill>
                <a:latin typeface="Arial"/>
                <a:ea typeface="Arial"/>
                <a:cs typeface="Arial"/>
                <a:sym typeface="Arial"/>
              </a:rPr>
              <a:t>INSERT</a:t>
            </a:r>
            <a:r>
              <a:rPr b="0" i="0" lang="en-US" sz="2000" u="none">
                <a:solidFill>
                  <a:srgbClr val="000000"/>
                </a:solidFill>
                <a:latin typeface="Arial"/>
                <a:ea typeface="Arial"/>
                <a:cs typeface="Arial"/>
                <a:sym typeface="Arial"/>
              </a:rPr>
              <a:t> </a:t>
            </a:r>
            <a:r>
              <a:rPr b="0" i="0" lang="en-US" sz="2000" u="none">
                <a:solidFill>
                  <a:srgbClr val="0000FF"/>
                </a:solidFill>
                <a:latin typeface="Arial"/>
                <a:ea typeface="Arial"/>
                <a:cs typeface="Arial"/>
                <a:sym typeface="Arial"/>
              </a:rPr>
              <a:t>INTO</a:t>
            </a:r>
            <a:r>
              <a:rPr b="0" i="0" lang="en-US" sz="2000" u="none">
                <a:solidFill>
                  <a:srgbClr val="000000"/>
                </a:solidFill>
                <a:latin typeface="Arial"/>
                <a:ea typeface="Arial"/>
                <a:cs typeface="Arial"/>
                <a:sym typeface="Arial"/>
              </a:rPr>
              <a:t> </a:t>
            </a:r>
            <a:r>
              <a:rPr b="0" i="0" lang="en-US" sz="2000" u="none">
                <a:solidFill>
                  <a:srgbClr val="008080"/>
                </a:solidFill>
                <a:latin typeface="Arial"/>
                <a:ea typeface="Arial"/>
                <a:cs typeface="Arial"/>
                <a:sym typeface="Arial"/>
              </a:rPr>
              <a:t>CONGTY</a:t>
            </a:r>
            <a:r>
              <a:rPr b="0" i="0" lang="en-US" sz="2000" u="none">
                <a:solidFill>
                  <a:srgbClr val="000000"/>
                </a:solidFill>
                <a:latin typeface="Arial"/>
                <a:ea typeface="Arial"/>
                <a:cs typeface="Arial"/>
                <a:sym typeface="Arial"/>
              </a:rPr>
              <a:t>  </a:t>
            </a:r>
            <a:r>
              <a:rPr b="0" i="0" lang="en-US" sz="2000" u="none">
                <a:solidFill>
                  <a:srgbClr val="0000FF"/>
                </a:solidFill>
                <a:latin typeface="Arial"/>
                <a:ea typeface="Arial"/>
                <a:cs typeface="Arial"/>
                <a:sym typeface="Arial"/>
              </a:rPr>
              <a:t>VALUES </a:t>
            </a:r>
            <a:r>
              <a:rPr b="0" i="0" lang="en-US" sz="2000" u="none">
                <a:solidFill>
                  <a:srgbClr val="808080"/>
                </a:solidFill>
                <a:latin typeface="Arial"/>
                <a:ea typeface="Arial"/>
                <a:cs typeface="Arial"/>
                <a:sym typeface="Arial"/>
              </a:rPr>
              <a:t>(</a:t>
            </a:r>
            <a:r>
              <a:rPr b="0" i="0" lang="en-US" sz="2000" u="none">
                <a:solidFill>
                  <a:srgbClr val="000000"/>
                </a:solidFill>
                <a:latin typeface="Arial"/>
                <a:ea typeface="Arial"/>
                <a:cs typeface="Arial"/>
                <a:sym typeface="Arial"/>
              </a:rPr>
              <a:t>2</a:t>
            </a:r>
            <a:r>
              <a:rPr b="0" i="0" lang="en-US" sz="2000" u="none">
                <a:solidFill>
                  <a:srgbClr val="808080"/>
                </a:solidFill>
                <a:latin typeface="Arial"/>
                <a:ea typeface="Arial"/>
                <a:cs typeface="Arial"/>
                <a:sym typeface="Arial"/>
              </a:rPr>
              <a:t>,</a:t>
            </a:r>
            <a:r>
              <a:rPr b="0" i="0" lang="en-US" sz="2000" u="none">
                <a:solidFill>
                  <a:srgbClr val="000000"/>
                </a:solidFill>
                <a:latin typeface="Arial"/>
                <a:ea typeface="Arial"/>
                <a:cs typeface="Arial"/>
                <a:sym typeface="Arial"/>
              </a:rPr>
              <a:t> </a:t>
            </a:r>
            <a:r>
              <a:rPr b="0" i="0" lang="en-US" sz="2000" u="none">
                <a:solidFill>
                  <a:srgbClr val="FF0000"/>
                </a:solidFill>
                <a:latin typeface="Arial"/>
                <a:ea typeface="Arial"/>
                <a:cs typeface="Arial"/>
                <a:sym typeface="Arial"/>
              </a:rPr>
              <a:t>'British Airways'</a:t>
            </a:r>
            <a:r>
              <a:rPr b="0" i="0" lang="en-US" sz="2000" u="none">
                <a:solidFill>
                  <a:srgbClr val="808080"/>
                </a:solidFill>
                <a:latin typeface="Arial"/>
                <a:ea typeface="Arial"/>
                <a:cs typeface="Arial"/>
                <a:sym typeface="Arial"/>
              </a:rPr>
              <a:t>,</a:t>
            </a:r>
            <a:r>
              <a:rPr b="0" i="0" lang="en-US" sz="2000" u="none">
                <a:solidFill>
                  <a:srgbClr val="000000"/>
                </a:solidFill>
                <a:latin typeface="Arial"/>
                <a:ea typeface="Arial"/>
                <a:cs typeface="Arial"/>
                <a:sym typeface="Arial"/>
              </a:rPr>
              <a:t> </a:t>
            </a:r>
            <a:r>
              <a:rPr b="0" i="0" lang="en-US" sz="2000" u="none">
                <a:solidFill>
                  <a:srgbClr val="FF0000"/>
                </a:solidFill>
                <a:latin typeface="Arial"/>
                <a:ea typeface="Arial"/>
                <a:cs typeface="Arial"/>
                <a:sym typeface="Arial"/>
              </a:rPr>
              <a:t>'Anh'</a:t>
            </a:r>
            <a:r>
              <a:rPr b="0" i="0" lang="en-US" sz="2000" u="none">
                <a:solidFill>
                  <a:srgbClr val="808080"/>
                </a:solidFill>
                <a:latin typeface="Arial"/>
                <a:ea typeface="Arial"/>
                <a:cs typeface="Arial"/>
                <a:sym typeface="Arial"/>
              </a:rPr>
              <a:t>);</a:t>
            </a:r>
            <a:endParaRPr/>
          </a:p>
          <a:p>
            <a:pPr indent="-342900" lvl="0" marL="342900" rtl="0" algn="l">
              <a:lnSpc>
                <a:spcPct val="98000"/>
              </a:lnSpc>
              <a:spcBef>
                <a:spcPts val="1400"/>
              </a:spcBef>
              <a:spcAft>
                <a:spcPts val="0"/>
              </a:spcAft>
              <a:buSzPts val="2000"/>
              <a:buNone/>
            </a:pPr>
            <a:r>
              <a:rPr b="0" i="0" lang="en-US" sz="2000" u="none">
                <a:solidFill>
                  <a:srgbClr val="0000FF"/>
                </a:solidFill>
                <a:latin typeface="Arial"/>
                <a:ea typeface="Arial"/>
                <a:cs typeface="Arial"/>
                <a:sym typeface="Arial"/>
              </a:rPr>
              <a:t>INSERT</a:t>
            </a:r>
            <a:r>
              <a:rPr b="0" i="0" lang="en-US" sz="2000" u="none">
                <a:solidFill>
                  <a:srgbClr val="000000"/>
                </a:solidFill>
                <a:latin typeface="Arial"/>
                <a:ea typeface="Arial"/>
                <a:cs typeface="Arial"/>
                <a:sym typeface="Arial"/>
              </a:rPr>
              <a:t> </a:t>
            </a:r>
            <a:r>
              <a:rPr b="0" i="0" lang="en-US" sz="2000" u="none">
                <a:solidFill>
                  <a:srgbClr val="0000FF"/>
                </a:solidFill>
                <a:latin typeface="Arial"/>
                <a:ea typeface="Arial"/>
                <a:cs typeface="Arial"/>
                <a:sym typeface="Arial"/>
              </a:rPr>
              <a:t>INTO</a:t>
            </a:r>
            <a:r>
              <a:rPr b="0" i="0" lang="en-US" sz="2000" u="none">
                <a:solidFill>
                  <a:srgbClr val="000000"/>
                </a:solidFill>
                <a:latin typeface="Arial"/>
                <a:ea typeface="Arial"/>
                <a:cs typeface="Arial"/>
                <a:sym typeface="Arial"/>
              </a:rPr>
              <a:t> </a:t>
            </a:r>
            <a:r>
              <a:rPr b="0" i="0" lang="en-US" sz="2000" u="none">
                <a:solidFill>
                  <a:srgbClr val="008080"/>
                </a:solidFill>
                <a:latin typeface="Arial"/>
                <a:ea typeface="Arial"/>
                <a:cs typeface="Arial"/>
                <a:sym typeface="Arial"/>
              </a:rPr>
              <a:t>CONGTY</a:t>
            </a:r>
            <a:r>
              <a:rPr b="0" i="0" lang="en-US" sz="2000" u="none">
                <a:solidFill>
                  <a:srgbClr val="000000"/>
                </a:solidFill>
                <a:latin typeface="Arial"/>
                <a:ea typeface="Arial"/>
                <a:cs typeface="Arial"/>
                <a:sym typeface="Arial"/>
              </a:rPr>
              <a:t>  </a:t>
            </a:r>
            <a:r>
              <a:rPr b="0" i="0" lang="en-US" sz="2000" u="none">
                <a:solidFill>
                  <a:srgbClr val="0000FF"/>
                </a:solidFill>
                <a:latin typeface="Arial"/>
                <a:ea typeface="Arial"/>
                <a:cs typeface="Arial"/>
                <a:sym typeface="Arial"/>
              </a:rPr>
              <a:t>VALUES </a:t>
            </a:r>
            <a:r>
              <a:rPr b="0" i="0" lang="en-US" sz="2000" u="none">
                <a:solidFill>
                  <a:srgbClr val="808080"/>
                </a:solidFill>
                <a:latin typeface="Arial"/>
                <a:ea typeface="Arial"/>
                <a:cs typeface="Arial"/>
                <a:sym typeface="Arial"/>
              </a:rPr>
              <a:t>(</a:t>
            </a:r>
            <a:r>
              <a:rPr b="0" i="0" lang="en-US" sz="2000" u="none">
                <a:solidFill>
                  <a:srgbClr val="000000"/>
                </a:solidFill>
                <a:latin typeface="Arial"/>
                <a:ea typeface="Arial"/>
                <a:cs typeface="Arial"/>
                <a:sym typeface="Arial"/>
              </a:rPr>
              <a:t>4</a:t>
            </a:r>
            <a:r>
              <a:rPr b="0" i="0" lang="en-US" sz="2000" u="none">
                <a:solidFill>
                  <a:srgbClr val="808080"/>
                </a:solidFill>
                <a:latin typeface="Arial"/>
                <a:ea typeface="Arial"/>
                <a:cs typeface="Arial"/>
                <a:sym typeface="Arial"/>
              </a:rPr>
              <a:t>,</a:t>
            </a:r>
            <a:r>
              <a:rPr b="0" i="0" lang="en-US" sz="2000" u="none">
                <a:solidFill>
                  <a:srgbClr val="000000"/>
                </a:solidFill>
                <a:latin typeface="Arial"/>
                <a:ea typeface="Arial"/>
                <a:cs typeface="Arial"/>
                <a:sym typeface="Arial"/>
              </a:rPr>
              <a:t> </a:t>
            </a:r>
            <a:r>
              <a:rPr b="0" i="0" lang="en-US" sz="2000" u="none">
                <a:solidFill>
                  <a:srgbClr val="FF0000"/>
                </a:solidFill>
                <a:latin typeface="Arial"/>
                <a:ea typeface="Arial"/>
                <a:cs typeface="Arial"/>
                <a:sym typeface="Arial"/>
              </a:rPr>
              <a:t>'Easy Jet'</a:t>
            </a:r>
            <a:r>
              <a:rPr b="0" i="0" lang="en-US" sz="2000" u="none">
                <a:solidFill>
                  <a:srgbClr val="808080"/>
                </a:solidFill>
                <a:latin typeface="Arial"/>
                <a:ea typeface="Arial"/>
                <a:cs typeface="Arial"/>
                <a:sym typeface="Arial"/>
              </a:rPr>
              <a:t>,</a:t>
            </a:r>
            <a:r>
              <a:rPr b="0" i="0" lang="en-US" sz="2000" u="none">
                <a:solidFill>
                  <a:srgbClr val="000000"/>
                </a:solidFill>
                <a:latin typeface="Arial"/>
                <a:ea typeface="Arial"/>
                <a:cs typeface="Arial"/>
                <a:sym typeface="Arial"/>
              </a:rPr>
              <a:t> </a:t>
            </a:r>
            <a:r>
              <a:rPr b="0" i="0" lang="en-US" sz="2000" u="none">
                <a:solidFill>
                  <a:srgbClr val="FF0000"/>
                </a:solidFill>
                <a:latin typeface="Arial"/>
                <a:ea typeface="Arial"/>
                <a:cs typeface="Arial"/>
                <a:sym typeface="Arial"/>
              </a:rPr>
              <a:t>'EU'</a:t>
            </a:r>
            <a:r>
              <a:rPr b="0" i="0" lang="en-US" sz="2000" u="none">
                <a:solidFill>
                  <a:srgbClr val="808080"/>
                </a:solidFill>
                <a:latin typeface="Arial"/>
                <a:ea typeface="Arial"/>
                <a:cs typeface="Arial"/>
                <a:sym typeface="Arial"/>
              </a:rPr>
              <a:t>);</a:t>
            </a:r>
            <a:endParaRPr/>
          </a:p>
          <a:p>
            <a:pPr indent="-342900" lvl="0" marL="342900" rtl="0" algn="l">
              <a:lnSpc>
                <a:spcPct val="101000"/>
              </a:lnSpc>
              <a:spcBef>
                <a:spcPts val="1400"/>
              </a:spcBef>
              <a:spcAft>
                <a:spcPts val="0"/>
              </a:spcAft>
              <a:buNone/>
            </a:pPr>
            <a:r>
              <a:t/>
            </a:r>
            <a:endParaRPr b="0" i="0" sz="2000" u="none">
              <a:solidFill>
                <a:srgbClr val="808080"/>
              </a:solidFill>
              <a:latin typeface="Arial"/>
              <a:ea typeface="Arial"/>
              <a:cs typeface="Arial"/>
              <a:sym typeface="Arial"/>
            </a:endParaRPr>
          </a:p>
        </p:txBody>
      </p:sp>
      <p:pic>
        <p:nvPicPr>
          <p:cNvPr id="453" name="Google Shape;453;p30"/>
          <p:cNvPicPr preferRelativeResize="0"/>
          <p:nvPr/>
        </p:nvPicPr>
        <p:blipFill rotWithShape="1">
          <a:blip r:embed="rId3">
            <a:alphaModFix/>
          </a:blip>
          <a:srcRect b="0" l="0" r="0" t="0"/>
          <a:stretch/>
        </p:blipFill>
        <p:spPr>
          <a:xfrm>
            <a:off x="2952750" y="4211638"/>
            <a:ext cx="4157663" cy="244792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31"/>
          <p:cNvSpPr txBox="1"/>
          <p:nvPr/>
        </p:nvSpPr>
        <p:spPr>
          <a:xfrm>
            <a:off x="503237" y="6886575"/>
            <a:ext cx="2346325" cy="519112"/>
          </a:xfrm>
          <a:prstGeom prst="rect">
            <a:avLst/>
          </a:prstGeom>
          <a:noFill/>
          <a:ln>
            <a:noFill/>
          </a:ln>
        </p:spPr>
        <p:txBody>
          <a:bodyPr anchorCtr="0" anchor="t" bIns="0" lIns="0" spcFirstLastPara="1" rIns="0" wrap="square" tIns="0">
            <a:noAutofit/>
          </a:bodyPr>
          <a:lstStyle/>
          <a:p>
            <a:pPr indent="0" lvl="0" marL="0" marR="0" rtl="0" algn="l">
              <a:lnSpc>
                <a:spcPct val="93000"/>
              </a:lnSpc>
              <a:spcBef>
                <a:spcPts val="0"/>
              </a:spcBef>
              <a:spcAft>
                <a:spcPts val="0"/>
              </a:spcAft>
              <a:buClr>
                <a:srgbClr val="000000"/>
              </a:buClr>
              <a:buSzPts val="1400"/>
              <a:buFont typeface="Times New Roman"/>
              <a:buNone/>
            </a:pPr>
            <a:r>
              <a:rPr b="0" i="0" lang="en-US" sz="1400" u="none">
                <a:solidFill>
                  <a:srgbClr val="000000"/>
                </a:solidFill>
                <a:latin typeface="Times New Roman"/>
                <a:ea typeface="Times New Roman"/>
                <a:cs typeface="Times New Roman"/>
                <a:sym typeface="Times New Roman"/>
              </a:rPr>
              <a:t>*</a:t>
            </a:r>
            <a:endParaRPr/>
          </a:p>
        </p:txBody>
      </p:sp>
      <p:sp>
        <p:nvSpPr>
          <p:cNvPr id="460" name="Google Shape;460;p31"/>
          <p:cNvSpPr txBox="1"/>
          <p:nvPr/>
        </p:nvSpPr>
        <p:spPr>
          <a:xfrm>
            <a:off x="7227887" y="6886575"/>
            <a:ext cx="2346325" cy="519112"/>
          </a:xfrm>
          <a:prstGeom prst="rect">
            <a:avLst/>
          </a:prstGeom>
          <a:noFill/>
          <a:ln>
            <a:noFill/>
          </a:ln>
        </p:spPr>
        <p:txBody>
          <a:bodyPr anchorCtr="0" anchor="t"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a:solidFill>
                  <a:srgbClr val="000000"/>
                </a:solidFill>
                <a:latin typeface="Times New Roman"/>
                <a:ea typeface="Times New Roman"/>
                <a:cs typeface="Times New Roman"/>
                <a:sym typeface="Times New Roman"/>
              </a:rPr>
              <a:t>‹#›</a:t>
            </a:fld>
            <a:endParaRPr/>
          </a:p>
        </p:txBody>
      </p:sp>
      <p:sp>
        <p:nvSpPr>
          <p:cNvPr id="461" name="Google Shape;461;p31"/>
          <p:cNvSpPr txBox="1"/>
          <p:nvPr>
            <p:ph type="title"/>
          </p:nvPr>
        </p:nvSpPr>
        <p:spPr>
          <a:xfrm>
            <a:off x="503237" y="301625"/>
            <a:ext cx="9070975" cy="1262062"/>
          </a:xfrm>
          <a:prstGeom prst="rect">
            <a:avLst/>
          </a:prstGeom>
          <a:noFill/>
          <a:ln>
            <a:noFill/>
          </a:ln>
        </p:spPr>
        <p:txBody>
          <a:bodyPr anchorCtr="0" anchor="ctr" bIns="0" lIns="0" spcFirstLastPara="1" rIns="0" wrap="square" tIns="0">
            <a:noAutofit/>
          </a:bodyPr>
          <a:lstStyle/>
          <a:p>
            <a:pPr indent="0" lvl="0" marL="0" rtl="0" algn="l">
              <a:lnSpc>
                <a:spcPct val="101000"/>
              </a:lnSpc>
              <a:spcBef>
                <a:spcPts val="0"/>
              </a:spcBef>
              <a:spcAft>
                <a:spcPts val="0"/>
              </a:spcAft>
              <a:buSzPts val="3200"/>
              <a:buNone/>
            </a:pPr>
            <a:r>
              <a:rPr b="1" i="0" lang="en-US" sz="3200" u="none">
                <a:solidFill>
                  <a:srgbClr val="000000"/>
                </a:solidFill>
                <a:latin typeface="Arial"/>
                <a:ea typeface="Arial"/>
                <a:cs typeface="Arial"/>
                <a:sym typeface="Arial"/>
              </a:rPr>
              <a:t>  Lệnh UPDATE</a:t>
            </a:r>
            <a:endParaRPr/>
          </a:p>
        </p:txBody>
      </p:sp>
      <p:sp>
        <p:nvSpPr>
          <p:cNvPr id="462" name="Google Shape;462;p31"/>
          <p:cNvSpPr txBox="1"/>
          <p:nvPr>
            <p:ph idx="1" type="body"/>
          </p:nvPr>
        </p:nvSpPr>
        <p:spPr>
          <a:xfrm>
            <a:off x="503237" y="1768475"/>
            <a:ext cx="9070975" cy="4384675"/>
          </a:xfrm>
          <a:prstGeom prst="rect">
            <a:avLst/>
          </a:prstGeom>
          <a:noFill/>
          <a:ln>
            <a:noFill/>
          </a:ln>
        </p:spPr>
        <p:txBody>
          <a:bodyPr anchorCtr="0" anchor="t" bIns="0" lIns="0" spcFirstLastPara="1" rIns="0" wrap="square" tIns="0">
            <a:noAutofit/>
          </a:bodyPr>
          <a:lstStyle/>
          <a:p>
            <a:pPr indent="-323850" lvl="0" marL="431800" rtl="0" algn="l">
              <a:lnSpc>
                <a:spcPct val="101000"/>
              </a:lnSpc>
              <a:spcBef>
                <a:spcPts val="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Sửa đổi nội dungcủa một hoặc nhiều dòng dữ liệu</a:t>
            </a:r>
            <a:endParaRPr/>
          </a:p>
          <a:p>
            <a:pPr indent="-323850" lvl="0" marL="431800" rtl="0" algn="l">
              <a:lnSpc>
                <a:spcPct val="101000"/>
              </a:lnSpc>
              <a:spcBef>
                <a:spcPts val="140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Cú pháp:</a:t>
            </a:r>
            <a:endParaRPr/>
          </a:p>
          <a:p>
            <a:pPr indent="-323850" lvl="1" marL="863600" rtl="0" algn="l">
              <a:lnSpc>
                <a:spcPct val="101000"/>
              </a:lnSpc>
              <a:spcBef>
                <a:spcPts val="1400"/>
              </a:spcBef>
              <a:spcAft>
                <a:spcPts val="0"/>
              </a:spcAft>
              <a:buSzPts val="2400"/>
              <a:buNone/>
            </a:pPr>
            <a:r>
              <a:rPr b="1" i="0" lang="en-US" sz="2400" u="none">
                <a:solidFill>
                  <a:srgbClr val="000000"/>
                </a:solidFill>
                <a:latin typeface="Arial"/>
                <a:ea typeface="Arial"/>
                <a:cs typeface="Arial"/>
                <a:sym typeface="Arial"/>
              </a:rPr>
              <a:t>UPDATE </a:t>
            </a:r>
            <a:r>
              <a:rPr b="0" i="1" lang="en-US" sz="2400" u="none">
                <a:solidFill>
                  <a:srgbClr val="000000"/>
                </a:solidFill>
                <a:latin typeface="Arial"/>
                <a:ea typeface="Arial"/>
                <a:cs typeface="Arial"/>
                <a:sym typeface="Arial"/>
              </a:rPr>
              <a:t>&lt;ten_bang&gt;  </a:t>
            </a:r>
            <a:r>
              <a:rPr b="1" i="0" lang="en-US" sz="2400" u="none">
                <a:solidFill>
                  <a:srgbClr val="000000"/>
                </a:solidFill>
                <a:latin typeface="Arial"/>
                <a:ea typeface="Arial"/>
                <a:cs typeface="Arial"/>
                <a:sym typeface="Arial"/>
              </a:rPr>
              <a:t>SET</a:t>
            </a:r>
            <a:r>
              <a:rPr b="0" i="0" lang="en-US" sz="2400" u="none">
                <a:solidFill>
                  <a:srgbClr val="000000"/>
                </a:solidFill>
                <a:latin typeface="Arial"/>
                <a:ea typeface="Arial"/>
                <a:cs typeface="Arial"/>
                <a:sym typeface="Arial"/>
              </a:rPr>
              <a:t> </a:t>
            </a:r>
            <a:r>
              <a:rPr b="0" i="1" lang="en-US" sz="2400" u="none">
                <a:solidFill>
                  <a:srgbClr val="000000"/>
                </a:solidFill>
                <a:latin typeface="Arial"/>
                <a:ea typeface="Arial"/>
                <a:cs typeface="Arial"/>
                <a:sym typeface="Arial"/>
              </a:rPr>
              <a:t>cot1=giatri1, cot2=giatri2, ..</a:t>
            </a:r>
            <a:r>
              <a:rPr b="0" i="0" lang="en-US" sz="2400" u="none">
                <a:solidFill>
                  <a:srgbClr val="000000"/>
                </a:solidFill>
                <a:latin typeface="Arial"/>
                <a:ea typeface="Arial"/>
                <a:cs typeface="Arial"/>
                <a:sym typeface="Arial"/>
              </a:rPr>
              <a:t>.</a:t>
            </a:r>
            <a:endParaRPr/>
          </a:p>
          <a:p>
            <a:pPr indent="-323850" lvl="1" marL="863600" rtl="0" algn="l">
              <a:lnSpc>
                <a:spcPct val="101000"/>
              </a:lnSpc>
              <a:spcBef>
                <a:spcPts val="1100"/>
              </a:spcBef>
              <a:spcAft>
                <a:spcPts val="0"/>
              </a:spcAft>
              <a:buSzPts val="2400"/>
              <a:buNone/>
            </a:pPr>
            <a:r>
              <a:rPr b="0" i="0" lang="en-US" sz="2400" u="none">
                <a:solidFill>
                  <a:srgbClr val="000000"/>
                </a:solidFill>
                <a:latin typeface="Arial"/>
                <a:ea typeface="Arial"/>
                <a:cs typeface="Arial"/>
                <a:sym typeface="Arial"/>
              </a:rPr>
              <a:t>[</a:t>
            </a:r>
            <a:r>
              <a:rPr b="1" i="0" lang="en-US" sz="2400" u="none">
                <a:solidFill>
                  <a:srgbClr val="000000"/>
                </a:solidFill>
                <a:latin typeface="Arial"/>
                <a:ea typeface="Arial"/>
                <a:cs typeface="Arial"/>
                <a:sym typeface="Arial"/>
              </a:rPr>
              <a:t>WHERE</a:t>
            </a:r>
            <a:r>
              <a:rPr b="0" i="0" lang="en-US" sz="2400" u="none">
                <a:solidFill>
                  <a:srgbClr val="000000"/>
                </a:solidFill>
                <a:latin typeface="Arial"/>
                <a:ea typeface="Arial"/>
                <a:cs typeface="Arial"/>
                <a:sym typeface="Arial"/>
              </a:rPr>
              <a:t> &lt;</a:t>
            </a:r>
            <a:r>
              <a:rPr b="0" i="1" lang="en-US" sz="2400" u="none">
                <a:solidFill>
                  <a:srgbClr val="000000"/>
                </a:solidFill>
                <a:latin typeface="Arial"/>
                <a:ea typeface="Arial"/>
                <a:cs typeface="Arial"/>
                <a:sym typeface="Arial"/>
              </a:rPr>
              <a:t>dieu_kien</a:t>
            </a:r>
            <a:r>
              <a:rPr b="0" i="0" lang="en-US" sz="2400" u="none">
                <a:solidFill>
                  <a:srgbClr val="000000"/>
                </a:solidFill>
                <a:latin typeface="Arial"/>
                <a:ea typeface="Arial"/>
                <a:cs typeface="Arial"/>
                <a:sym typeface="Arial"/>
              </a:rPr>
              <a:t>&gt;];</a:t>
            </a:r>
            <a:endParaRPr/>
          </a:p>
          <a:p>
            <a:pPr indent="-323850" lvl="0" marL="431800" rtl="0" algn="l">
              <a:lnSpc>
                <a:spcPct val="101000"/>
              </a:lnSpc>
              <a:spcBef>
                <a:spcPts val="110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Ví dụ:</a:t>
            </a:r>
            <a:endParaRPr/>
          </a:p>
          <a:p>
            <a:pPr indent="-323850" lvl="1" marL="863600" rtl="0" algn="l">
              <a:lnSpc>
                <a:spcPct val="101000"/>
              </a:lnSpc>
              <a:spcBef>
                <a:spcPts val="1400"/>
              </a:spcBef>
              <a:spcAft>
                <a:spcPts val="0"/>
              </a:spcAft>
              <a:buSzPts val="2400"/>
              <a:buNone/>
            </a:pPr>
            <a:r>
              <a:rPr b="0" i="0" lang="en-US" sz="2400" u="none">
                <a:solidFill>
                  <a:srgbClr val="FF00FF"/>
                </a:solidFill>
                <a:latin typeface="Arial"/>
                <a:ea typeface="Arial"/>
                <a:cs typeface="Arial"/>
                <a:sym typeface="Arial"/>
              </a:rPr>
              <a:t>UPDATE</a:t>
            </a:r>
            <a:r>
              <a:rPr b="0" i="0" lang="en-US" sz="2400" u="none">
                <a:solidFill>
                  <a:srgbClr val="000000"/>
                </a:solidFill>
                <a:latin typeface="Arial"/>
                <a:ea typeface="Arial"/>
                <a:cs typeface="Arial"/>
                <a:sym typeface="Arial"/>
              </a:rPr>
              <a:t> </a:t>
            </a:r>
            <a:r>
              <a:rPr b="0" i="0" lang="en-US" sz="2400" u="none">
                <a:solidFill>
                  <a:srgbClr val="008080"/>
                </a:solidFill>
                <a:latin typeface="Arial"/>
                <a:ea typeface="Arial"/>
                <a:cs typeface="Arial"/>
                <a:sym typeface="Arial"/>
              </a:rPr>
              <a:t>CONGTY </a:t>
            </a:r>
            <a:r>
              <a:rPr b="0" i="0" lang="en-US" sz="2400" u="none">
                <a:solidFill>
                  <a:srgbClr val="0000FF"/>
                </a:solidFill>
                <a:latin typeface="Arial"/>
                <a:ea typeface="Arial"/>
                <a:cs typeface="Arial"/>
                <a:sym typeface="Arial"/>
              </a:rPr>
              <a:t>SET</a:t>
            </a:r>
            <a:r>
              <a:rPr b="0" i="0" lang="en-US" sz="2400" u="none">
                <a:solidFill>
                  <a:srgbClr val="000000"/>
                </a:solidFill>
                <a:latin typeface="Arial"/>
                <a:ea typeface="Arial"/>
                <a:cs typeface="Arial"/>
                <a:sym typeface="Arial"/>
              </a:rPr>
              <a:t> </a:t>
            </a:r>
            <a:r>
              <a:rPr b="0" i="0" lang="en-US" sz="2400" u="none">
                <a:solidFill>
                  <a:srgbClr val="008080"/>
                </a:solidFill>
                <a:latin typeface="Arial"/>
                <a:ea typeface="Arial"/>
                <a:cs typeface="Arial"/>
                <a:sym typeface="Arial"/>
              </a:rPr>
              <a:t>tencty</a:t>
            </a:r>
            <a:r>
              <a:rPr b="0" i="0" lang="en-US" sz="2400" u="none">
                <a:solidFill>
                  <a:srgbClr val="808080"/>
                </a:solidFill>
                <a:latin typeface="Arial"/>
                <a:ea typeface="Arial"/>
                <a:cs typeface="Arial"/>
                <a:sym typeface="Arial"/>
              </a:rPr>
              <a:t>=</a:t>
            </a:r>
            <a:r>
              <a:rPr b="0" i="0" lang="en-US" sz="2400" u="none">
                <a:solidFill>
                  <a:srgbClr val="000000"/>
                </a:solidFill>
                <a:latin typeface="Arial"/>
                <a:ea typeface="Arial"/>
                <a:cs typeface="Arial"/>
                <a:sym typeface="Arial"/>
              </a:rPr>
              <a:t> </a:t>
            </a:r>
            <a:r>
              <a:rPr b="0" i="0" lang="en-US" sz="2400" u="none">
                <a:solidFill>
                  <a:srgbClr val="FF0000"/>
                </a:solidFill>
                <a:latin typeface="Arial"/>
                <a:ea typeface="Arial"/>
                <a:cs typeface="Arial"/>
                <a:sym typeface="Arial"/>
              </a:rPr>
              <a:t>'RYANAIR'</a:t>
            </a:r>
            <a:r>
              <a:rPr b="0" i="0" lang="en-US" sz="2400" u="none">
                <a:solidFill>
                  <a:srgbClr val="000000"/>
                </a:solidFill>
                <a:latin typeface="Arial"/>
                <a:ea typeface="Arial"/>
                <a:cs typeface="Arial"/>
                <a:sym typeface="Arial"/>
              </a:rPr>
              <a:t> </a:t>
            </a:r>
            <a:endParaRPr/>
          </a:p>
          <a:p>
            <a:pPr indent="-323850" lvl="1" marL="863600" rtl="0" algn="l">
              <a:lnSpc>
                <a:spcPct val="101000"/>
              </a:lnSpc>
              <a:spcBef>
                <a:spcPts val="1100"/>
              </a:spcBef>
              <a:spcAft>
                <a:spcPts val="0"/>
              </a:spcAft>
              <a:buSzPts val="2400"/>
              <a:buNone/>
            </a:pPr>
            <a:r>
              <a:rPr b="0" i="0" lang="en-US" sz="2400" u="none">
                <a:solidFill>
                  <a:srgbClr val="0000FF"/>
                </a:solidFill>
                <a:latin typeface="Arial"/>
                <a:ea typeface="Arial"/>
                <a:cs typeface="Arial"/>
                <a:sym typeface="Arial"/>
              </a:rPr>
              <a:t>WHERE</a:t>
            </a:r>
            <a:r>
              <a:rPr b="0" i="0" lang="en-US" sz="2400" u="none">
                <a:solidFill>
                  <a:srgbClr val="000000"/>
                </a:solidFill>
                <a:latin typeface="Arial"/>
                <a:ea typeface="Arial"/>
                <a:cs typeface="Arial"/>
                <a:sym typeface="Arial"/>
              </a:rPr>
              <a:t> </a:t>
            </a:r>
            <a:r>
              <a:rPr b="0" i="0" lang="en-US" sz="2400" u="none">
                <a:solidFill>
                  <a:srgbClr val="008080"/>
                </a:solidFill>
                <a:latin typeface="Arial"/>
                <a:ea typeface="Arial"/>
                <a:cs typeface="Arial"/>
                <a:sym typeface="Arial"/>
              </a:rPr>
              <a:t>tencty</a:t>
            </a:r>
            <a:r>
              <a:rPr b="0" i="0" lang="en-US" sz="2400" u="none">
                <a:solidFill>
                  <a:srgbClr val="808080"/>
                </a:solidFill>
                <a:latin typeface="Arial"/>
                <a:ea typeface="Arial"/>
                <a:cs typeface="Arial"/>
                <a:sym typeface="Arial"/>
              </a:rPr>
              <a:t>=</a:t>
            </a:r>
            <a:r>
              <a:rPr b="0" i="0" lang="en-US" sz="2400" u="none">
                <a:solidFill>
                  <a:srgbClr val="FF0000"/>
                </a:solidFill>
                <a:latin typeface="Arial"/>
                <a:ea typeface="Arial"/>
                <a:cs typeface="Arial"/>
                <a:sym typeface="Arial"/>
              </a:rPr>
              <a:t>'Easy Jet'</a:t>
            </a:r>
            <a:r>
              <a:rPr b="0" i="0" lang="en-US" sz="2400" u="none">
                <a:solidFill>
                  <a:srgbClr val="808080"/>
                </a:solidFill>
                <a:latin typeface="Arial"/>
                <a:ea typeface="Arial"/>
                <a:cs typeface="Arial"/>
                <a:sym typeface="Arial"/>
              </a:rPr>
              <a:t>;</a:t>
            </a:r>
            <a:endParaRPr/>
          </a:p>
          <a:p>
            <a:pPr indent="-323850" lvl="0" marL="431800" rtl="0" algn="l">
              <a:lnSpc>
                <a:spcPct val="101000"/>
              </a:lnSpc>
              <a:spcBef>
                <a:spcPts val="1100"/>
              </a:spcBef>
              <a:spcAft>
                <a:spcPts val="0"/>
              </a:spcAft>
              <a:buClr>
                <a:srgbClr val="000000"/>
              </a:buClr>
              <a:buSzPts val="1215"/>
              <a:buFont typeface="Noto Sans Symbols"/>
              <a:buChar char="●"/>
            </a:pPr>
            <a:r>
              <a:rPr b="0" i="1" lang="en-US" sz="2700" u="none">
                <a:solidFill>
                  <a:srgbClr val="0000CC"/>
                </a:solidFill>
                <a:latin typeface="Arial"/>
                <a:ea typeface="Arial"/>
                <a:cs typeface="Arial"/>
                <a:sym typeface="Arial"/>
              </a:rPr>
              <a:t>Nếu không có </a:t>
            </a:r>
            <a:r>
              <a:rPr b="1" i="1" lang="en-US" sz="2700" u="none">
                <a:solidFill>
                  <a:srgbClr val="0000CC"/>
                </a:solidFill>
                <a:latin typeface="Arial"/>
                <a:ea typeface="Arial"/>
                <a:cs typeface="Arial"/>
                <a:sym typeface="Arial"/>
              </a:rPr>
              <a:t>WHERE</a:t>
            </a:r>
            <a:r>
              <a:rPr b="0" i="1" lang="en-US" sz="2700" u="none">
                <a:solidFill>
                  <a:srgbClr val="0000CC"/>
                </a:solidFill>
                <a:latin typeface="Arial"/>
                <a:ea typeface="Arial"/>
                <a:cs typeface="Arial"/>
                <a:sym typeface="Arial"/>
              </a:rPr>
              <a:t>, sẽ cập nhật tất cả các dòng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32"/>
          <p:cNvSpPr txBox="1"/>
          <p:nvPr/>
        </p:nvSpPr>
        <p:spPr>
          <a:xfrm>
            <a:off x="503237" y="6886575"/>
            <a:ext cx="2346325" cy="519112"/>
          </a:xfrm>
          <a:prstGeom prst="rect">
            <a:avLst/>
          </a:prstGeom>
          <a:noFill/>
          <a:ln>
            <a:noFill/>
          </a:ln>
        </p:spPr>
        <p:txBody>
          <a:bodyPr anchorCtr="0" anchor="t" bIns="0" lIns="0" spcFirstLastPara="1" rIns="0" wrap="square" tIns="0">
            <a:noAutofit/>
          </a:bodyPr>
          <a:lstStyle/>
          <a:p>
            <a:pPr indent="0" lvl="0" marL="0" marR="0" rtl="0" algn="l">
              <a:lnSpc>
                <a:spcPct val="93000"/>
              </a:lnSpc>
              <a:spcBef>
                <a:spcPts val="0"/>
              </a:spcBef>
              <a:spcAft>
                <a:spcPts val="0"/>
              </a:spcAft>
              <a:buClr>
                <a:srgbClr val="000000"/>
              </a:buClr>
              <a:buSzPts val="1400"/>
              <a:buFont typeface="Times New Roman"/>
              <a:buNone/>
            </a:pPr>
            <a:r>
              <a:rPr b="0" i="0" lang="en-US" sz="1400" u="none">
                <a:solidFill>
                  <a:srgbClr val="000000"/>
                </a:solidFill>
                <a:latin typeface="Times New Roman"/>
                <a:ea typeface="Times New Roman"/>
                <a:cs typeface="Times New Roman"/>
                <a:sym typeface="Times New Roman"/>
              </a:rPr>
              <a:t>*</a:t>
            </a:r>
            <a:endParaRPr/>
          </a:p>
        </p:txBody>
      </p:sp>
      <p:sp>
        <p:nvSpPr>
          <p:cNvPr id="469" name="Google Shape;469;p32"/>
          <p:cNvSpPr txBox="1"/>
          <p:nvPr/>
        </p:nvSpPr>
        <p:spPr>
          <a:xfrm>
            <a:off x="7227887" y="6886575"/>
            <a:ext cx="2346325" cy="519112"/>
          </a:xfrm>
          <a:prstGeom prst="rect">
            <a:avLst/>
          </a:prstGeom>
          <a:noFill/>
          <a:ln>
            <a:noFill/>
          </a:ln>
        </p:spPr>
        <p:txBody>
          <a:bodyPr anchorCtr="0" anchor="t"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a:solidFill>
                  <a:srgbClr val="000000"/>
                </a:solidFill>
                <a:latin typeface="Times New Roman"/>
                <a:ea typeface="Times New Roman"/>
                <a:cs typeface="Times New Roman"/>
                <a:sym typeface="Times New Roman"/>
              </a:rPr>
              <a:t>‹#›</a:t>
            </a:fld>
            <a:endParaRPr/>
          </a:p>
        </p:txBody>
      </p:sp>
      <p:sp>
        <p:nvSpPr>
          <p:cNvPr id="470" name="Google Shape;470;p32"/>
          <p:cNvSpPr txBox="1"/>
          <p:nvPr>
            <p:ph type="title"/>
          </p:nvPr>
        </p:nvSpPr>
        <p:spPr>
          <a:xfrm>
            <a:off x="503237" y="301625"/>
            <a:ext cx="9070975" cy="1262062"/>
          </a:xfrm>
          <a:prstGeom prst="rect">
            <a:avLst/>
          </a:prstGeom>
          <a:noFill/>
          <a:ln>
            <a:noFill/>
          </a:ln>
        </p:spPr>
        <p:txBody>
          <a:bodyPr anchorCtr="0" anchor="ctr" bIns="0" lIns="0" spcFirstLastPara="1" rIns="0" wrap="square" tIns="0">
            <a:noAutofit/>
          </a:bodyPr>
          <a:lstStyle/>
          <a:p>
            <a:pPr indent="0" lvl="0" marL="0" rtl="0" algn="l">
              <a:lnSpc>
                <a:spcPct val="101000"/>
              </a:lnSpc>
              <a:spcBef>
                <a:spcPts val="0"/>
              </a:spcBef>
              <a:spcAft>
                <a:spcPts val="0"/>
              </a:spcAft>
              <a:buSzPts val="3200"/>
              <a:buNone/>
            </a:pPr>
            <a:r>
              <a:rPr b="1" i="0" lang="en-US" sz="3200" u="none">
                <a:solidFill>
                  <a:srgbClr val="000000"/>
                </a:solidFill>
                <a:latin typeface="Arial"/>
                <a:ea typeface="Arial"/>
                <a:cs typeface="Arial"/>
                <a:sym typeface="Arial"/>
              </a:rPr>
              <a:t> Lệnh DELETE</a:t>
            </a:r>
            <a:endParaRPr/>
          </a:p>
        </p:txBody>
      </p:sp>
      <p:sp>
        <p:nvSpPr>
          <p:cNvPr id="471" name="Google Shape;471;p32"/>
          <p:cNvSpPr txBox="1"/>
          <p:nvPr>
            <p:ph idx="1" type="body"/>
          </p:nvPr>
        </p:nvSpPr>
        <p:spPr>
          <a:xfrm>
            <a:off x="503237" y="1768475"/>
            <a:ext cx="9070975" cy="4384675"/>
          </a:xfrm>
          <a:prstGeom prst="rect">
            <a:avLst/>
          </a:prstGeom>
          <a:noFill/>
          <a:ln>
            <a:noFill/>
          </a:ln>
        </p:spPr>
        <p:txBody>
          <a:bodyPr anchorCtr="0" anchor="t" bIns="0" lIns="0" spcFirstLastPara="1" rIns="0" wrap="square" tIns="0">
            <a:noAutofit/>
          </a:bodyPr>
          <a:lstStyle/>
          <a:p>
            <a:pPr indent="-323850" lvl="0" marL="431800" rtl="0" algn="l">
              <a:lnSpc>
                <a:spcPct val="101000"/>
              </a:lnSpc>
              <a:spcBef>
                <a:spcPts val="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Xóa hoặc nhiều dòng dữ liệu của một bảng</a:t>
            </a:r>
            <a:endParaRPr/>
          </a:p>
          <a:p>
            <a:pPr indent="-323850" lvl="0" marL="431800" rtl="0" algn="l">
              <a:lnSpc>
                <a:spcPct val="101000"/>
              </a:lnSpc>
              <a:spcBef>
                <a:spcPts val="140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Cú pháp:</a:t>
            </a:r>
            <a:endParaRPr/>
          </a:p>
          <a:p>
            <a:pPr indent="-323850" lvl="1" marL="863600" rtl="0" algn="l">
              <a:lnSpc>
                <a:spcPct val="101000"/>
              </a:lnSpc>
              <a:spcBef>
                <a:spcPts val="1400"/>
              </a:spcBef>
              <a:spcAft>
                <a:spcPts val="0"/>
              </a:spcAft>
              <a:buSzPts val="2400"/>
              <a:buNone/>
            </a:pPr>
            <a:r>
              <a:rPr b="1" i="0" lang="en-US" sz="2400" u="none">
                <a:solidFill>
                  <a:srgbClr val="000000"/>
                </a:solidFill>
                <a:latin typeface="Arial"/>
                <a:ea typeface="Arial"/>
                <a:cs typeface="Arial"/>
                <a:sym typeface="Arial"/>
              </a:rPr>
              <a:t>DELETE  FROM</a:t>
            </a:r>
            <a:r>
              <a:rPr b="0" i="1" lang="en-US" sz="2400" u="none">
                <a:solidFill>
                  <a:srgbClr val="000000"/>
                </a:solidFill>
                <a:latin typeface="Arial"/>
                <a:ea typeface="Arial"/>
                <a:cs typeface="Arial"/>
                <a:sym typeface="Arial"/>
              </a:rPr>
              <a:t>&lt;ten_bang&gt;</a:t>
            </a:r>
            <a:endParaRPr/>
          </a:p>
          <a:p>
            <a:pPr indent="-323850" lvl="1" marL="863600" rtl="0" algn="l">
              <a:lnSpc>
                <a:spcPct val="101000"/>
              </a:lnSpc>
              <a:spcBef>
                <a:spcPts val="1100"/>
              </a:spcBef>
              <a:spcAft>
                <a:spcPts val="0"/>
              </a:spcAft>
              <a:buSzPts val="2400"/>
              <a:buNone/>
            </a:pPr>
            <a:r>
              <a:rPr b="0" i="0" lang="en-US" sz="2400" u="none">
                <a:solidFill>
                  <a:srgbClr val="000000"/>
                </a:solidFill>
                <a:latin typeface="Arial"/>
                <a:ea typeface="Arial"/>
                <a:cs typeface="Arial"/>
                <a:sym typeface="Arial"/>
              </a:rPr>
              <a:t>[</a:t>
            </a:r>
            <a:r>
              <a:rPr b="1" i="0" lang="en-US" sz="2400" u="none">
                <a:solidFill>
                  <a:srgbClr val="000000"/>
                </a:solidFill>
                <a:latin typeface="Arial"/>
                <a:ea typeface="Arial"/>
                <a:cs typeface="Arial"/>
                <a:sym typeface="Arial"/>
              </a:rPr>
              <a:t>WHERE</a:t>
            </a:r>
            <a:r>
              <a:rPr b="0" i="0" lang="en-US" sz="2400" u="none">
                <a:solidFill>
                  <a:srgbClr val="000000"/>
                </a:solidFill>
                <a:latin typeface="Arial"/>
                <a:ea typeface="Arial"/>
                <a:cs typeface="Arial"/>
                <a:sym typeface="Arial"/>
              </a:rPr>
              <a:t> &lt;</a:t>
            </a:r>
            <a:r>
              <a:rPr b="0" i="1" lang="en-US" sz="2400" u="none">
                <a:solidFill>
                  <a:srgbClr val="000000"/>
                </a:solidFill>
                <a:latin typeface="Arial"/>
                <a:ea typeface="Arial"/>
                <a:cs typeface="Arial"/>
                <a:sym typeface="Arial"/>
              </a:rPr>
              <a:t>dieu_kien</a:t>
            </a:r>
            <a:r>
              <a:rPr b="0" i="0" lang="en-US" sz="2400" u="none">
                <a:solidFill>
                  <a:srgbClr val="000000"/>
                </a:solidFill>
                <a:latin typeface="Arial"/>
                <a:ea typeface="Arial"/>
                <a:cs typeface="Arial"/>
                <a:sym typeface="Arial"/>
              </a:rPr>
              <a:t>&gt;];</a:t>
            </a:r>
            <a:endParaRPr/>
          </a:p>
          <a:p>
            <a:pPr indent="-323850" lvl="0" marL="431800" rtl="0" algn="l">
              <a:lnSpc>
                <a:spcPct val="101000"/>
              </a:lnSpc>
              <a:spcBef>
                <a:spcPts val="110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Ví dụ:</a:t>
            </a:r>
            <a:endParaRPr/>
          </a:p>
          <a:p>
            <a:pPr indent="-323850" lvl="0" marL="431800" rtl="0" algn="l">
              <a:lnSpc>
                <a:spcPct val="98000"/>
              </a:lnSpc>
              <a:spcBef>
                <a:spcPts val="1400"/>
              </a:spcBef>
              <a:spcAft>
                <a:spcPts val="0"/>
              </a:spcAft>
              <a:buSzPts val="1000"/>
              <a:buNone/>
            </a:pPr>
            <a:r>
              <a:t/>
            </a:r>
            <a:endParaRPr b="0" i="0" sz="1000" u="none">
              <a:solidFill>
                <a:srgbClr val="000000"/>
              </a:solidFill>
              <a:latin typeface="Arial"/>
              <a:ea typeface="Arial"/>
              <a:cs typeface="Arial"/>
              <a:sym typeface="Arial"/>
            </a:endParaRPr>
          </a:p>
          <a:p>
            <a:pPr indent="-323850" lvl="1" marL="863600" rtl="0" algn="l">
              <a:lnSpc>
                <a:spcPct val="101000"/>
              </a:lnSpc>
              <a:spcBef>
                <a:spcPts val="1400"/>
              </a:spcBef>
              <a:spcAft>
                <a:spcPts val="0"/>
              </a:spcAft>
              <a:buClr>
                <a:srgbClr val="000000"/>
              </a:buClr>
              <a:buSzPts val="1800"/>
              <a:buFont typeface="Noto Sans Symbols"/>
              <a:buChar char="−"/>
            </a:pPr>
            <a:r>
              <a:rPr b="0" i="0" lang="en-US" sz="2400" u="none">
                <a:solidFill>
                  <a:srgbClr val="0000FF"/>
                </a:solidFill>
                <a:latin typeface="Arial"/>
                <a:ea typeface="Arial"/>
                <a:cs typeface="Arial"/>
                <a:sym typeface="Arial"/>
              </a:rPr>
              <a:t>DELETE</a:t>
            </a:r>
            <a:r>
              <a:rPr b="0" i="0" lang="en-US" sz="2400" u="none">
                <a:solidFill>
                  <a:srgbClr val="000000"/>
                </a:solidFill>
                <a:latin typeface="Arial"/>
                <a:ea typeface="Arial"/>
                <a:cs typeface="Arial"/>
                <a:sym typeface="Arial"/>
              </a:rPr>
              <a:t> </a:t>
            </a:r>
            <a:r>
              <a:rPr b="0" i="0" lang="en-US" sz="2400" u="none">
                <a:solidFill>
                  <a:srgbClr val="0000FF"/>
                </a:solidFill>
                <a:latin typeface="Arial"/>
                <a:ea typeface="Arial"/>
                <a:cs typeface="Arial"/>
                <a:sym typeface="Arial"/>
              </a:rPr>
              <a:t>FROM</a:t>
            </a:r>
            <a:r>
              <a:rPr b="0" i="0" lang="en-US" sz="2400" u="none">
                <a:solidFill>
                  <a:srgbClr val="000000"/>
                </a:solidFill>
                <a:latin typeface="Arial"/>
                <a:ea typeface="Arial"/>
                <a:cs typeface="Arial"/>
                <a:sym typeface="Arial"/>
              </a:rPr>
              <a:t> </a:t>
            </a:r>
            <a:r>
              <a:rPr b="0" i="0" lang="en-US" sz="2400" u="none">
                <a:solidFill>
                  <a:srgbClr val="008080"/>
                </a:solidFill>
                <a:latin typeface="Arial"/>
                <a:ea typeface="Arial"/>
                <a:cs typeface="Arial"/>
                <a:sym typeface="Arial"/>
              </a:rPr>
              <a:t>CONGTY</a:t>
            </a:r>
            <a:r>
              <a:rPr b="0" i="0" lang="en-US" sz="2400" u="none">
                <a:solidFill>
                  <a:srgbClr val="000000"/>
                </a:solidFill>
                <a:latin typeface="Arial"/>
                <a:ea typeface="Arial"/>
                <a:cs typeface="Arial"/>
                <a:sym typeface="Arial"/>
              </a:rPr>
              <a:t> </a:t>
            </a:r>
            <a:r>
              <a:rPr b="0" i="0" lang="en-US" sz="2400" u="none">
                <a:solidFill>
                  <a:srgbClr val="808080"/>
                </a:solidFill>
                <a:latin typeface="Arial"/>
                <a:ea typeface="Arial"/>
                <a:cs typeface="Arial"/>
                <a:sym typeface="Arial"/>
              </a:rPr>
              <a:t>;</a:t>
            </a:r>
            <a:endParaRPr/>
          </a:p>
          <a:p>
            <a:pPr indent="-323850" lvl="1" marL="863600" rtl="0" algn="l">
              <a:lnSpc>
                <a:spcPct val="101000"/>
              </a:lnSpc>
              <a:spcBef>
                <a:spcPts val="1100"/>
              </a:spcBef>
              <a:spcAft>
                <a:spcPts val="0"/>
              </a:spcAft>
              <a:buClr>
                <a:srgbClr val="000000"/>
              </a:buClr>
              <a:buSzPts val="1800"/>
              <a:buFont typeface="Noto Sans Symbols"/>
              <a:buChar char="−"/>
            </a:pPr>
            <a:r>
              <a:rPr b="0" i="0" lang="en-US" sz="2400" u="none">
                <a:solidFill>
                  <a:srgbClr val="0000FF"/>
                </a:solidFill>
                <a:latin typeface="Arial"/>
                <a:ea typeface="Arial"/>
                <a:cs typeface="Arial"/>
                <a:sym typeface="Arial"/>
              </a:rPr>
              <a:t>DELETE</a:t>
            </a:r>
            <a:r>
              <a:rPr b="0" i="0" lang="en-US" sz="2400" u="none">
                <a:solidFill>
                  <a:srgbClr val="808080"/>
                </a:solidFill>
                <a:latin typeface="Arial"/>
                <a:ea typeface="Arial"/>
                <a:cs typeface="Arial"/>
                <a:sym typeface="Arial"/>
              </a:rPr>
              <a:t> </a:t>
            </a:r>
            <a:r>
              <a:rPr b="0" i="0" lang="en-US" sz="2400" u="none">
                <a:solidFill>
                  <a:srgbClr val="0000FF"/>
                </a:solidFill>
                <a:latin typeface="Arial"/>
                <a:ea typeface="Arial"/>
                <a:cs typeface="Arial"/>
                <a:sym typeface="Arial"/>
              </a:rPr>
              <a:t>FROM</a:t>
            </a:r>
            <a:r>
              <a:rPr b="0" i="0" lang="en-US" sz="2400" u="none">
                <a:solidFill>
                  <a:srgbClr val="808080"/>
                </a:solidFill>
                <a:latin typeface="Arial"/>
                <a:ea typeface="Arial"/>
                <a:cs typeface="Arial"/>
                <a:sym typeface="Arial"/>
              </a:rPr>
              <a:t> </a:t>
            </a:r>
            <a:r>
              <a:rPr b="0" i="0" lang="en-US" sz="2400" u="none">
                <a:solidFill>
                  <a:srgbClr val="008080"/>
                </a:solidFill>
                <a:latin typeface="Arial"/>
                <a:ea typeface="Arial"/>
                <a:cs typeface="Arial"/>
                <a:sym typeface="Arial"/>
              </a:rPr>
              <a:t>CONGTY</a:t>
            </a:r>
            <a:r>
              <a:rPr b="0" i="0" lang="en-US" sz="2400" u="none">
                <a:solidFill>
                  <a:srgbClr val="808080"/>
                </a:solidFill>
                <a:latin typeface="Arial"/>
                <a:ea typeface="Arial"/>
                <a:cs typeface="Arial"/>
                <a:sym typeface="Arial"/>
              </a:rPr>
              <a:t> </a:t>
            </a:r>
            <a:r>
              <a:rPr b="0" i="0" lang="en-US" sz="2400" u="none">
                <a:solidFill>
                  <a:srgbClr val="0000FF"/>
                </a:solidFill>
                <a:latin typeface="Arial"/>
                <a:ea typeface="Arial"/>
                <a:cs typeface="Arial"/>
                <a:sym typeface="Arial"/>
              </a:rPr>
              <a:t>WHERE</a:t>
            </a:r>
            <a:r>
              <a:rPr b="0" i="0" lang="en-US" sz="2400" u="none">
                <a:solidFill>
                  <a:srgbClr val="808080"/>
                </a:solidFill>
                <a:latin typeface="Arial"/>
                <a:ea typeface="Arial"/>
                <a:cs typeface="Arial"/>
                <a:sym typeface="Arial"/>
              </a:rPr>
              <a:t> </a:t>
            </a:r>
            <a:r>
              <a:rPr b="0" i="0" lang="en-US" sz="2400" u="none">
                <a:solidFill>
                  <a:srgbClr val="008080"/>
                </a:solidFill>
                <a:latin typeface="Arial"/>
                <a:ea typeface="Arial"/>
                <a:cs typeface="Arial"/>
                <a:sym typeface="Arial"/>
              </a:rPr>
              <a:t>tencty</a:t>
            </a:r>
            <a:r>
              <a:rPr b="0" i="0" lang="en-US" sz="2400" u="none">
                <a:solidFill>
                  <a:srgbClr val="808080"/>
                </a:solidFill>
                <a:latin typeface="Arial"/>
                <a:ea typeface="Arial"/>
                <a:cs typeface="Arial"/>
                <a:sym typeface="Arial"/>
              </a:rPr>
              <a:t>=</a:t>
            </a:r>
            <a:r>
              <a:rPr b="0" i="0" lang="en-US" sz="2400" u="none">
                <a:solidFill>
                  <a:srgbClr val="FF0000"/>
                </a:solidFill>
                <a:latin typeface="Arial"/>
                <a:ea typeface="Arial"/>
                <a:cs typeface="Arial"/>
                <a:sym typeface="Arial"/>
              </a:rPr>
              <a:t>'Easy Jet'</a:t>
            </a:r>
            <a:r>
              <a:rPr b="0" i="0" lang="en-US" sz="2400" u="none">
                <a:solidFill>
                  <a:srgbClr val="808080"/>
                </a:solidFill>
                <a:latin typeface="Arial"/>
                <a:ea typeface="Arial"/>
                <a:cs typeface="Arial"/>
                <a:sym typeface="Arial"/>
              </a:rPr>
              <a:t>;</a:t>
            </a:r>
            <a:endParaRPr/>
          </a:p>
          <a:p>
            <a:pPr indent="-323850" lvl="0" marL="431800" rtl="0" algn="l">
              <a:lnSpc>
                <a:spcPct val="98000"/>
              </a:lnSpc>
              <a:spcBef>
                <a:spcPts val="1100"/>
              </a:spcBef>
              <a:spcAft>
                <a:spcPts val="0"/>
              </a:spcAft>
              <a:buSzPts val="2000"/>
              <a:buNone/>
            </a:pPr>
            <a:r>
              <a:t/>
            </a:r>
            <a:endParaRPr b="0" i="0" sz="2000" u="none">
              <a:solidFill>
                <a:srgbClr val="808080"/>
              </a:solidFill>
              <a:latin typeface="Arial"/>
              <a:ea typeface="Arial"/>
              <a:cs typeface="Arial"/>
              <a:sym typeface="Arial"/>
            </a:endParaRPr>
          </a:p>
          <a:p>
            <a:pPr indent="-323850" lvl="0" marL="431800" rtl="0" algn="l">
              <a:lnSpc>
                <a:spcPct val="101000"/>
              </a:lnSpc>
              <a:spcBef>
                <a:spcPts val="1400"/>
              </a:spcBef>
              <a:spcAft>
                <a:spcPts val="0"/>
              </a:spcAft>
              <a:buClr>
                <a:srgbClr val="000000"/>
              </a:buClr>
              <a:buSzPts val="1215"/>
              <a:buFont typeface="Noto Sans Symbols"/>
              <a:buChar char="●"/>
            </a:pPr>
            <a:r>
              <a:rPr b="0" i="1" lang="en-US" sz="2700" u="none">
                <a:solidFill>
                  <a:srgbClr val="000099"/>
                </a:solidFill>
                <a:latin typeface="Arial"/>
                <a:ea typeface="Arial"/>
                <a:cs typeface="Arial"/>
                <a:sym typeface="Arial"/>
              </a:rPr>
              <a:t>Nếu không có </a:t>
            </a:r>
            <a:r>
              <a:rPr b="1" i="1" lang="en-US" sz="2700" u="none">
                <a:solidFill>
                  <a:srgbClr val="000099"/>
                </a:solidFill>
                <a:latin typeface="Arial"/>
                <a:ea typeface="Arial"/>
                <a:cs typeface="Arial"/>
                <a:sym typeface="Arial"/>
              </a:rPr>
              <a:t>WHERE</a:t>
            </a:r>
            <a:r>
              <a:rPr b="0" i="1" lang="en-US" sz="2700" u="none">
                <a:solidFill>
                  <a:srgbClr val="000099"/>
                </a:solidFill>
                <a:latin typeface="Arial"/>
                <a:ea typeface="Arial"/>
                <a:cs typeface="Arial"/>
                <a:sym typeface="Arial"/>
              </a:rPr>
              <a:t>, xóa tất cả các dòng</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33"/>
          <p:cNvSpPr txBox="1"/>
          <p:nvPr/>
        </p:nvSpPr>
        <p:spPr>
          <a:xfrm>
            <a:off x="503237" y="6886575"/>
            <a:ext cx="2346325" cy="519112"/>
          </a:xfrm>
          <a:prstGeom prst="rect">
            <a:avLst/>
          </a:prstGeom>
          <a:noFill/>
          <a:ln>
            <a:noFill/>
          </a:ln>
        </p:spPr>
        <p:txBody>
          <a:bodyPr anchorCtr="0" anchor="t" bIns="0" lIns="0" spcFirstLastPara="1" rIns="0" wrap="square" tIns="0">
            <a:noAutofit/>
          </a:bodyPr>
          <a:lstStyle/>
          <a:p>
            <a:pPr indent="0" lvl="0" marL="0" marR="0" rtl="0" algn="l">
              <a:lnSpc>
                <a:spcPct val="93000"/>
              </a:lnSpc>
              <a:spcBef>
                <a:spcPts val="0"/>
              </a:spcBef>
              <a:spcAft>
                <a:spcPts val="0"/>
              </a:spcAft>
              <a:buClr>
                <a:srgbClr val="000000"/>
              </a:buClr>
              <a:buSzPts val="1400"/>
              <a:buFont typeface="Times New Roman"/>
              <a:buNone/>
            </a:pPr>
            <a:r>
              <a:rPr b="0" i="0" lang="en-US" sz="1400" u="none">
                <a:solidFill>
                  <a:srgbClr val="000000"/>
                </a:solidFill>
                <a:latin typeface="Times New Roman"/>
                <a:ea typeface="Times New Roman"/>
                <a:cs typeface="Times New Roman"/>
                <a:sym typeface="Times New Roman"/>
              </a:rPr>
              <a:t>*</a:t>
            </a:r>
            <a:endParaRPr/>
          </a:p>
        </p:txBody>
      </p:sp>
      <p:sp>
        <p:nvSpPr>
          <p:cNvPr id="478" name="Google Shape;478;p33"/>
          <p:cNvSpPr txBox="1"/>
          <p:nvPr/>
        </p:nvSpPr>
        <p:spPr>
          <a:xfrm>
            <a:off x="7227887" y="6886575"/>
            <a:ext cx="2346325" cy="519112"/>
          </a:xfrm>
          <a:prstGeom prst="rect">
            <a:avLst/>
          </a:prstGeom>
          <a:noFill/>
          <a:ln>
            <a:noFill/>
          </a:ln>
        </p:spPr>
        <p:txBody>
          <a:bodyPr anchorCtr="0" anchor="t"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a:solidFill>
                  <a:srgbClr val="000000"/>
                </a:solidFill>
                <a:latin typeface="Times New Roman"/>
                <a:ea typeface="Times New Roman"/>
                <a:cs typeface="Times New Roman"/>
                <a:sym typeface="Times New Roman"/>
              </a:rPr>
              <a:t>‹#›</a:t>
            </a:fld>
            <a:endParaRPr/>
          </a:p>
        </p:txBody>
      </p:sp>
      <p:sp>
        <p:nvSpPr>
          <p:cNvPr id="479" name="Google Shape;479;p33"/>
          <p:cNvSpPr txBox="1"/>
          <p:nvPr>
            <p:ph type="title"/>
          </p:nvPr>
        </p:nvSpPr>
        <p:spPr>
          <a:xfrm>
            <a:off x="503237" y="301625"/>
            <a:ext cx="9070975" cy="1262062"/>
          </a:xfrm>
          <a:prstGeom prst="rect">
            <a:avLst/>
          </a:prstGeom>
          <a:noFill/>
          <a:ln>
            <a:noFill/>
          </a:ln>
        </p:spPr>
        <p:txBody>
          <a:bodyPr anchorCtr="0" anchor="ctr" bIns="0" lIns="0" spcFirstLastPara="1" rIns="0" wrap="square" tIns="0">
            <a:noAutofit/>
          </a:bodyPr>
          <a:lstStyle/>
          <a:p>
            <a:pPr indent="0" lvl="0" marL="0" rtl="0" algn="l">
              <a:lnSpc>
                <a:spcPct val="101000"/>
              </a:lnSpc>
              <a:spcBef>
                <a:spcPts val="0"/>
              </a:spcBef>
              <a:spcAft>
                <a:spcPts val="0"/>
              </a:spcAft>
              <a:buNone/>
            </a:pPr>
            <a:r>
              <a:t/>
            </a:r>
            <a:endParaRPr b="1" sz="3200">
              <a:solidFill>
                <a:srgbClr val="000000"/>
              </a:solidFill>
              <a:latin typeface="Arial"/>
              <a:ea typeface="Arial"/>
              <a:cs typeface="Arial"/>
              <a:sym typeface="Arial"/>
            </a:endParaRPr>
          </a:p>
        </p:txBody>
      </p:sp>
      <p:sp>
        <p:nvSpPr>
          <p:cNvPr id="480" name="Google Shape;480;p33"/>
          <p:cNvSpPr txBox="1"/>
          <p:nvPr>
            <p:ph idx="1" type="body"/>
          </p:nvPr>
        </p:nvSpPr>
        <p:spPr>
          <a:xfrm>
            <a:off x="503237" y="1768475"/>
            <a:ext cx="9070975" cy="4384675"/>
          </a:xfrm>
          <a:prstGeom prst="rect">
            <a:avLst/>
          </a:prstGeom>
          <a:noFill/>
          <a:ln>
            <a:noFill/>
          </a:ln>
        </p:spPr>
        <p:txBody>
          <a:bodyPr anchorCtr="0" anchor="t" bIns="0" lIns="0" spcFirstLastPara="1" rIns="0" wrap="square" tIns="0">
            <a:noAutofit/>
          </a:bodyPr>
          <a:lstStyle/>
          <a:p>
            <a:pPr indent="-342900" lvl="0" marL="342900" rtl="0" algn="l">
              <a:lnSpc>
                <a:spcPct val="101000"/>
              </a:lnSpc>
              <a:spcBef>
                <a:spcPts val="0"/>
              </a:spcBef>
              <a:spcAft>
                <a:spcPts val="0"/>
              </a:spcAft>
              <a:buNone/>
            </a:pPr>
            <a:r>
              <a:t/>
            </a:r>
            <a:endParaRPr sz="2700">
              <a:solidFill>
                <a:srgbClr val="000000"/>
              </a:solidFill>
              <a:latin typeface="Arial"/>
              <a:ea typeface="Arial"/>
              <a:cs typeface="Arial"/>
              <a:sym typeface="Arial"/>
            </a:endParaRPr>
          </a:p>
        </p:txBody>
      </p:sp>
      <p:sp>
        <p:nvSpPr>
          <p:cNvPr id="481" name="Google Shape;481;p33"/>
          <p:cNvSpPr txBox="1"/>
          <p:nvPr/>
        </p:nvSpPr>
        <p:spPr>
          <a:xfrm>
            <a:off x="504825" y="1260475"/>
            <a:ext cx="9070975" cy="1836737"/>
          </a:xfrm>
          <a:prstGeom prst="rect">
            <a:avLst/>
          </a:prstGeom>
          <a:noFill/>
          <a:ln>
            <a:noFill/>
          </a:ln>
        </p:spPr>
        <p:txBody>
          <a:bodyPr anchorCtr="0" anchor="ctr" bIns="0" lIns="0" spcFirstLastPara="1" rIns="0" wrap="square" tIns="0">
            <a:noAutofit/>
          </a:bodyPr>
          <a:lstStyle/>
          <a:p>
            <a:pPr indent="0" lvl="0" marL="0" marR="0" rtl="0" algn="ctr">
              <a:lnSpc>
                <a:spcPct val="101000"/>
              </a:lnSpc>
              <a:spcBef>
                <a:spcPts val="0"/>
              </a:spcBef>
              <a:spcAft>
                <a:spcPts val="0"/>
              </a:spcAft>
              <a:buClr>
                <a:srgbClr val="000000"/>
              </a:buClr>
              <a:buSzPts val="2800"/>
              <a:buFont typeface="Arial"/>
              <a:buNone/>
            </a:pPr>
            <a:r>
              <a:rPr b="1" i="0" lang="en-US" sz="2800" u="none">
                <a:solidFill>
                  <a:srgbClr val="000000"/>
                </a:solidFill>
                <a:latin typeface="Arial"/>
                <a:ea typeface="Arial"/>
                <a:cs typeface="Arial"/>
                <a:sym typeface="Arial"/>
              </a:rPr>
              <a:t>Data Manipulation Language </a:t>
            </a:r>
            <a:br>
              <a:rPr b="1" i="0" lang="en-US" sz="2800" u="none">
                <a:solidFill>
                  <a:srgbClr val="000000"/>
                </a:solidFill>
                <a:latin typeface="Arial"/>
                <a:ea typeface="Arial"/>
                <a:cs typeface="Arial"/>
                <a:sym typeface="Arial"/>
              </a:rPr>
            </a:br>
            <a:br>
              <a:rPr b="1" i="0" lang="en-US" sz="2800" u="none">
                <a:solidFill>
                  <a:srgbClr val="000000"/>
                </a:solidFill>
                <a:latin typeface="Arial"/>
                <a:ea typeface="Arial"/>
                <a:cs typeface="Arial"/>
                <a:sym typeface="Arial"/>
              </a:rPr>
            </a:br>
            <a:r>
              <a:rPr b="1" i="0" lang="en-US" sz="3200" u="none">
                <a:solidFill>
                  <a:srgbClr val="000000"/>
                </a:solidFill>
                <a:latin typeface="Arial"/>
                <a:ea typeface="Arial"/>
                <a:cs typeface="Arial"/>
                <a:sym typeface="Arial"/>
              </a:rPr>
              <a:t> </a:t>
            </a:r>
            <a:r>
              <a:rPr b="1" i="0" lang="en-US" sz="3200" u="none">
                <a:solidFill>
                  <a:srgbClr val="990000"/>
                </a:solidFill>
                <a:latin typeface="Arial"/>
                <a:ea typeface="Arial"/>
                <a:cs typeface="Arial"/>
                <a:sym typeface="Arial"/>
              </a:rPr>
              <a:t>SELECT</a:t>
            </a:r>
            <a:endParaRPr/>
          </a:p>
        </p:txBody>
      </p:sp>
      <p:sp>
        <p:nvSpPr>
          <p:cNvPr id="482" name="Google Shape;482;p33"/>
          <p:cNvSpPr txBox="1"/>
          <p:nvPr/>
        </p:nvSpPr>
        <p:spPr>
          <a:xfrm>
            <a:off x="504825" y="1878012"/>
            <a:ext cx="9070975" cy="4989512"/>
          </a:xfrm>
          <a:prstGeom prst="rect">
            <a:avLst/>
          </a:prstGeom>
          <a:noFill/>
          <a:ln>
            <a:noFill/>
          </a:ln>
        </p:spPr>
        <p:txBody>
          <a:bodyPr anchorCtr="0" anchor="t" bIns="0" lIns="0" spcFirstLastPara="1" rIns="0" wrap="square" tIns="0">
            <a:noAutofit/>
          </a:bodyPr>
          <a:lstStyle/>
          <a:p>
            <a:pPr indent="-323850" lvl="0" marL="431800" marR="0" rtl="0" algn="l">
              <a:lnSpc>
                <a:spcPct val="101000"/>
              </a:lnSpc>
              <a:spcBef>
                <a:spcPts val="0"/>
              </a:spcBef>
              <a:spcAft>
                <a:spcPts val="0"/>
              </a:spcAft>
              <a:buClr>
                <a:schemeClr val="dk1"/>
              </a:buClr>
              <a:buSzPts val="2700"/>
              <a:buFont typeface="Arial"/>
              <a:buNone/>
            </a:pPr>
            <a:r>
              <a:t/>
            </a:r>
            <a:endParaRPr b="0" i="1" sz="2700" u="none">
              <a:solidFill>
                <a:srgbClr val="000099"/>
              </a:solidFill>
              <a:latin typeface="Arial"/>
              <a:ea typeface="Arial"/>
              <a:cs typeface="Arial"/>
              <a:sym typeface="Arial"/>
            </a:endParaRPr>
          </a:p>
          <a:p>
            <a:pPr indent="0" lvl="0" marL="0" marR="0" rtl="0" algn="l">
              <a:lnSpc>
                <a:spcPct val="100000"/>
              </a:lnSpc>
              <a:spcBef>
                <a:spcPts val="1400"/>
              </a:spcBef>
              <a:spcAft>
                <a:spcPts val="0"/>
              </a:spcAft>
              <a:buNone/>
            </a:pPr>
            <a:r>
              <a:t/>
            </a:r>
            <a:endParaRPr b="0" i="1" sz="2700" u="none">
              <a:solidFill>
                <a:srgbClr val="000099"/>
              </a:solidFill>
              <a:latin typeface="Arial"/>
              <a:ea typeface="Arial"/>
              <a:cs typeface="Arial"/>
              <a:sym typeface="Arial"/>
            </a:endParaRPr>
          </a:p>
        </p:txBody>
      </p:sp>
      <p:pic>
        <p:nvPicPr>
          <p:cNvPr id="483" name="Google Shape;483;p33"/>
          <p:cNvPicPr preferRelativeResize="0"/>
          <p:nvPr/>
        </p:nvPicPr>
        <p:blipFill rotWithShape="1">
          <a:blip r:embed="rId3">
            <a:alphaModFix/>
          </a:blip>
          <a:srcRect b="0" l="0" r="0" t="0"/>
          <a:stretch/>
        </p:blipFill>
        <p:spPr>
          <a:xfrm>
            <a:off x="3792538" y="3492500"/>
            <a:ext cx="3192462" cy="27686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34"/>
          <p:cNvSpPr txBox="1"/>
          <p:nvPr/>
        </p:nvSpPr>
        <p:spPr>
          <a:xfrm>
            <a:off x="503237" y="6886575"/>
            <a:ext cx="2346325" cy="519112"/>
          </a:xfrm>
          <a:prstGeom prst="rect">
            <a:avLst/>
          </a:prstGeom>
          <a:noFill/>
          <a:ln>
            <a:noFill/>
          </a:ln>
        </p:spPr>
        <p:txBody>
          <a:bodyPr anchorCtr="0" anchor="t" bIns="0" lIns="0" spcFirstLastPara="1" rIns="0" wrap="square" tIns="0">
            <a:noAutofit/>
          </a:bodyPr>
          <a:lstStyle/>
          <a:p>
            <a:pPr indent="0" lvl="0" marL="0" marR="0" rtl="0" algn="l">
              <a:lnSpc>
                <a:spcPct val="93000"/>
              </a:lnSpc>
              <a:spcBef>
                <a:spcPts val="0"/>
              </a:spcBef>
              <a:spcAft>
                <a:spcPts val="0"/>
              </a:spcAft>
              <a:buClr>
                <a:srgbClr val="000000"/>
              </a:buClr>
              <a:buSzPts val="1400"/>
              <a:buFont typeface="Times New Roman"/>
              <a:buNone/>
            </a:pPr>
            <a:r>
              <a:rPr b="0" i="0" lang="en-US" sz="1400" u="none">
                <a:solidFill>
                  <a:srgbClr val="000000"/>
                </a:solidFill>
                <a:latin typeface="Times New Roman"/>
                <a:ea typeface="Times New Roman"/>
                <a:cs typeface="Times New Roman"/>
                <a:sym typeface="Times New Roman"/>
              </a:rPr>
              <a:t>*</a:t>
            </a:r>
            <a:endParaRPr/>
          </a:p>
        </p:txBody>
      </p:sp>
      <p:sp>
        <p:nvSpPr>
          <p:cNvPr id="490" name="Google Shape;490;p34"/>
          <p:cNvSpPr txBox="1"/>
          <p:nvPr/>
        </p:nvSpPr>
        <p:spPr>
          <a:xfrm>
            <a:off x="7227887" y="6886575"/>
            <a:ext cx="2346325" cy="519112"/>
          </a:xfrm>
          <a:prstGeom prst="rect">
            <a:avLst/>
          </a:prstGeom>
          <a:noFill/>
          <a:ln>
            <a:noFill/>
          </a:ln>
        </p:spPr>
        <p:txBody>
          <a:bodyPr anchorCtr="0" anchor="t"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a:solidFill>
                  <a:srgbClr val="000000"/>
                </a:solidFill>
                <a:latin typeface="Times New Roman"/>
                <a:ea typeface="Times New Roman"/>
                <a:cs typeface="Times New Roman"/>
                <a:sym typeface="Times New Roman"/>
              </a:rPr>
              <a:t>‹#›</a:t>
            </a:fld>
            <a:endParaRPr/>
          </a:p>
        </p:txBody>
      </p:sp>
      <p:sp>
        <p:nvSpPr>
          <p:cNvPr id="491" name="Google Shape;491;p34"/>
          <p:cNvSpPr txBox="1"/>
          <p:nvPr>
            <p:ph type="title"/>
          </p:nvPr>
        </p:nvSpPr>
        <p:spPr>
          <a:xfrm>
            <a:off x="503237" y="301625"/>
            <a:ext cx="9070975" cy="1262062"/>
          </a:xfrm>
          <a:prstGeom prst="rect">
            <a:avLst/>
          </a:prstGeom>
          <a:noFill/>
          <a:ln>
            <a:noFill/>
          </a:ln>
        </p:spPr>
        <p:txBody>
          <a:bodyPr anchorCtr="0" anchor="ctr" bIns="0" lIns="0" spcFirstLastPara="1" rIns="0" wrap="square" tIns="0">
            <a:noAutofit/>
          </a:bodyPr>
          <a:lstStyle/>
          <a:p>
            <a:pPr indent="0" lvl="0" marL="0" rtl="0" algn="l">
              <a:lnSpc>
                <a:spcPct val="101000"/>
              </a:lnSpc>
              <a:spcBef>
                <a:spcPts val="0"/>
              </a:spcBef>
              <a:spcAft>
                <a:spcPts val="0"/>
              </a:spcAft>
              <a:buSzPts val="3200"/>
              <a:buNone/>
            </a:pPr>
            <a:r>
              <a:rPr b="1" i="0" lang="en-US" sz="3200" u="none">
                <a:solidFill>
                  <a:srgbClr val="000000"/>
                </a:solidFill>
                <a:latin typeface="Arial"/>
                <a:ea typeface="Arial"/>
                <a:cs typeface="Arial"/>
                <a:sym typeface="Arial"/>
              </a:rPr>
              <a:t> Lệnh SELECT </a:t>
            </a:r>
            <a:endParaRPr/>
          </a:p>
        </p:txBody>
      </p:sp>
      <p:sp>
        <p:nvSpPr>
          <p:cNvPr id="492" name="Google Shape;492;p34"/>
          <p:cNvSpPr txBox="1"/>
          <p:nvPr>
            <p:ph idx="1" type="body"/>
          </p:nvPr>
        </p:nvSpPr>
        <p:spPr>
          <a:xfrm>
            <a:off x="503237" y="1768475"/>
            <a:ext cx="9070975" cy="4384675"/>
          </a:xfrm>
          <a:prstGeom prst="rect">
            <a:avLst/>
          </a:prstGeom>
          <a:noFill/>
          <a:ln>
            <a:noFill/>
          </a:ln>
        </p:spPr>
        <p:txBody>
          <a:bodyPr anchorCtr="0" anchor="t" bIns="0" lIns="0" spcFirstLastPara="1" rIns="0" wrap="square" tIns="0">
            <a:noAutofit/>
          </a:bodyPr>
          <a:lstStyle/>
          <a:p>
            <a:pPr indent="-323850" lvl="0" marL="431800" rtl="0" algn="l">
              <a:lnSpc>
                <a:spcPct val="101000"/>
              </a:lnSpc>
              <a:spcBef>
                <a:spcPts val="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Cho phép truy vấn và hiển thị dữ liệu từ các bảng </a:t>
            </a:r>
            <a:endParaRPr/>
          </a:p>
          <a:p>
            <a:pPr indent="-323850" lvl="0" marL="431800" rtl="0" algn="l">
              <a:lnSpc>
                <a:spcPct val="101000"/>
              </a:lnSpc>
              <a:spcBef>
                <a:spcPts val="140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Cú pháp đơn giản:</a:t>
            </a:r>
            <a:endParaRPr/>
          </a:p>
          <a:p>
            <a:pPr indent="-323850" lvl="1" marL="863600" rtl="0" algn="l">
              <a:lnSpc>
                <a:spcPct val="101000"/>
              </a:lnSpc>
              <a:spcBef>
                <a:spcPts val="1400"/>
              </a:spcBef>
              <a:spcAft>
                <a:spcPts val="0"/>
              </a:spcAft>
              <a:buSzPts val="2400"/>
              <a:buNone/>
            </a:pPr>
            <a:r>
              <a:rPr b="1" i="0" lang="en-US" sz="2400" u="none">
                <a:solidFill>
                  <a:srgbClr val="000000"/>
                </a:solidFill>
                <a:latin typeface="Arial"/>
                <a:ea typeface="Arial"/>
                <a:cs typeface="Arial"/>
                <a:sym typeface="Arial"/>
              </a:rPr>
              <a:t>SELECT</a:t>
            </a:r>
            <a:r>
              <a:rPr b="0" i="0" lang="en-US" sz="2400" u="none">
                <a:solidFill>
                  <a:srgbClr val="000000"/>
                </a:solidFill>
                <a:latin typeface="Arial"/>
                <a:ea typeface="Arial"/>
                <a:cs typeface="Arial"/>
                <a:sym typeface="Arial"/>
              </a:rPr>
              <a:t> &lt;</a:t>
            </a:r>
            <a:r>
              <a:rPr b="0" i="1" lang="en-US" sz="2400" u="none">
                <a:solidFill>
                  <a:srgbClr val="000000"/>
                </a:solidFill>
                <a:latin typeface="Arial"/>
                <a:ea typeface="Arial"/>
                <a:cs typeface="Arial"/>
                <a:sym typeface="Arial"/>
              </a:rPr>
              <a:t>ten_cot</a:t>
            </a:r>
            <a:r>
              <a:rPr b="0" i="0" lang="en-US" sz="2400" u="none">
                <a:solidFill>
                  <a:srgbClr val="000000"/>
                </a:solidFill>
                <a:latin typeface="Arial"/>
                <a:ea typeface="Arial"/>
                <a:cs typeface="Arial"/>
                <a:sym typeface="Arial"/>
              </a:rPr>
              <a:t>|</a:t>
            </a:r>
            <a:r>
              <a:rPr b="0" i="1" lang="en-US" sz="2400" u="none">
                <a:solidFill>
                  <a:srgbClr val="000000"/>
                </a:solidFill>
                <a:latin typeface="Arial"/>
                <a:ea typeface="Arial"/>
                <a:cs typeface="Arial"/>
                <a:sym typeface="Arial"/>
              </a:rPr>
              <a:t>bieu_thuc&gt; [, ...]</a:t>
            </a:r>
            <a:endParaRPr/>
          </a:p>
          <a:p>
            <a:pPr indent="-323850" lvl="1" marL="863600" rtl="0" algn="l">
              <a:lnSpc>
                <a:spcPct val="101000"/>
              </a:lnSpc>
              <a:spcBef>
                <a:spcPts val="1100"/>
              </a:spcBef>
              <a:spcAft>
                <a:spcPts val="0"/>
              </a:spcAft>
              <a:buSzPts val="2400"/>
              <a:buNone/>
            </a:pPr>
            <a:r>
              <a:rPr b="0" i="0" lang="en-US" sz="2400" u="none">
                <a:solidFill>
                  <a:srgbClr val="000000"/>
                </a:solidFill>
                <a:latin typeface="Arial"/>
                <a:ea typeface="Arial"/>
                <a:cs typeface="Arial"/>
                <a:sym typeface="Arial"/>
              </a:rPr>
              <a:t>[</a:t>
            </a:r>
            <a:r>
              <a:rPr b="1" i="0" lang="en-US" sz="2400" u="none">
                <a:solidFill>
                  <a:srgbClr val="000000"/>
                </a:solidFill>
                <a:latin typeface="Arial"/>
                <a:ea typeface="Arial"/>
                <a:cs typeface="Arial"/>
                <a:sym typeface="Arial"/>
              </a:rPr>
              <a:t>FROM</a:t>
            </a:r>
            <a:r>
              <a:rPr b="0" i="0" lang="en-US" sz="2400" u="none">
                <a:solidFill>
                  <a:srgbClr val="000000"/>
                </a:solidFill>
                <a:latin typeface="Arial"/>
                <a:ea typeface="Arial"/>
                <a:cs typeface="Arial"/>
                <a:sym typeface="Arial"/>
              </a:rPr>
              <a:t> &lt;</a:t>
            </a:r>
            <a:r>
              <a:rPr b="0" i="1" lang="en-US" sz="2400" u="none">
                <a:solidFill>
                  <a:srgbClr val="000000"/>
                </a:solidFill>
                <a:latin typeface="Arial"/>
                <a:ea typeface="Arial"/>
                <a:cs typeface="Arial"/>
                <a:sym typeface="Arial"/>
              </a:rPr>
              <a:t>ten_bang&gt; [, …] </a:t>
            </a:r>
            <a:r>
              <a:rPr b="0" i="0" lang="en-US" sz="2400" u="none">
                <a:solidFill>
                  <a:srgbClr val="000000"/>
                </a:solidFill>
                <a:latin typeface="Arial"/>
                <a:ea typeface="Arial"/>
                <a:cs typeface="Arial"/>
                <a:sym typeface="Arial"/>
              </a:rPr>
              <a:t>]</a:t>
            </a:r>
            <a:endParaRPr/>
          </a:p>
          <a:p>
            <a:pPr indent="-323850" lvl="1" marL="863600" rtl="0" algn="l">
              <a:lnSpc>
                <a:spcPct val="101000"/>
              </a:lnSpc>
              <a:spcBef>
                <a:spcPts val="1100"/>
              </a:spcBef>
              <a:spcAft>
                <a:spcPts val="0"/>
              </a:spcAft>
              <a:buSzPts val="2400"/>
              <a:buNone/>
            </a:pPr>
            <a:r>
              <a:rPr b="0" i="0" lang="en-US" sz="2400" u="none">
                <a:solidFill>
                  <a:srgbClr val="000000"/>
                </a:solidFill>
                <a:latin typeface="Arial"/>
                <a:ea typeface="Arial"/>
                <a:cs typeface="Arial"/>
                <a:sym typeface="Arial"/>
              </a:rPr>
              <a:t>[</a:t>
            </a:r>
            <a:r>
              <a:rPr b="1" i="0" lang="en-US" sz="2400" u="none">
                <a:solidFill>
                  <a:srgbClr val="000000"/>
                </a:solidFill>
                <a:latin typeface="Arial"/>
                <a:ea typeface="Arial"/>
                <a:cs typeface="Arial"/>
                <a:sym typeface="Arial"/>
              </a:rPr>
              <a:t>WHERE</a:t>
            </a:r>
            <a:r>
              <a:rPr b="0" i="0" lang="en-US" sz="2400" u="none">
                <a:solidFill>
                  <a:srgbClr val="000000"/>
                </a:solidFill>
                <a:latin typeface="Arial"/>
                <a:ea typeface="Arial"/>
                <a:cs typeface="Arial"/>
                <a:sym typeface="Arial"/>
              </a:rPr>
              <a:t> &lt;</a:t>
            </a:r>
            <a:r>
              <a:rPr b="0" i="1" lang="en-US" sz="2400" u="none">
                <a:solidFill>
                  <a:srgbClr val="000000"/>
                </a:solidFill>
                <a:latin typeface="Arial"/>
                <a:ea typeface="Arial"/>
                <a:cs typeface="Arial"/>
                <a:sym typeface="Arial"/>
              </a:rPr>
              <a:t>điều </a:t>
            </a:r>
            <a:r>
              <a:rPr b="0" i="0" lang="en-US" sz="2400" u="none">
                <a:solidFill>
                  <a:srgbClr val="000000"/>
                </a:solidFill>
                <a:latin typeface="Arial"/>
                <a:ea typeface="Arial"/>
                <a:cs typeface="Arial"/>
                <a:sym typeface="Arial"/>
              </a:rPr>
              <a:t>kiện</a:t>
            </a:r>
            <a:r>
              <a:rPr b="0" i="1" lang="en-US" sz="2400" u="none">
                <a:solidFill>
                  <a:srgbClr val="000000"/>
                </a:solidFill>
                <a:latin typeface="Arial"/>
                <a:ea typeface="Arial"/>
                <a:cs typeface="Arial"/>
                <a:sym typeface="Arial"/>
              </a:rPr>
              <a:t> logic trên dòng/bộ&gt;</a:t>
            </a:r>
            <a:r>
              <a:rPr b="0" i="0" lang="en-US" sz="2400" u="none">
                <a:solidFill>
                  <a:srgbClr val="000000"/>
                </a:solidFill>
                <a:latin typeface="Arial"/>
                <a:ea typeface="Arial"/>
                <a:cs typeface="Arial"/>
                <a:sym typeface="Arial"/>
              </a:rPr>
              <a:t>]</a:t>
            </a:r>
            <a:endParaRPr/>
          </a:p>
          <a:p>
            <a:pPr indent="-323850" lvl="0" marL="431800" rtl="0" algn="l">
              <a:lnSpc>
                <a:spcPct val="101000"/>
              </a:lnSpc>
              <a:spcBef>
                <a:spcPts val="1100"/>
              </a:spcBef>
              <a:spcAft>
                <a:spcPts val="0"/>
              </a:spcAft>
              <a:buSzPts val="2700"/>
              <a:buNone/>
            </a:pPr>
            <a:r>
              <a:rPr b="1" i="0" lang="en-US" sz="2700" u="none">
                <a:solidFill>
                  <a:srgbClr val="000000"/>
                </a:solidFill>
                <a:latin typeface="Arial"/>
                <a:ea typeface="Arial"/>
                <a:cs typeface="Arial"/>
                <a:sym typeface="Arial"/>
              </a:rPr>
              <a:t>        </a:t>
            </a:r>
            <a:r>
              <a:rPr b="0" i="0" lang="en-US" sz="2600" u="none">
                <a:solidFill>
                  <a:srgbClr val="000000"/>
                </a:solidFill>
                <a:latin typeface="Arial"/>
                <a:ea typeface="Arial"/>
                <a:cs typeface="Arial"/>
                <a:sym typeface="Arial"/>
              </a:rPr>
              <a:t>[</a:t>
            </a:r>
            <a:r>
              <a:rPr b="1" i="0" lang="en-US" sz="2600" u="none">
                <a:solidFill>
                  <a:srgbClr val="000000"/>
                </a:solidFill>
                <a:latin typeface="Arial"/>
                <a:ea typeface="Arial"/>
                <a:cs typeface="Arial"/>
                <a:sym typeface="Arial"/>
              </a:rPr>
              <a:t>GROUP BY</a:t>
            </a:r>
            <a:r>
              <a:rPr b="0" i="0" lang="en-US" sz="2600" u="none">
                <a:solidFill>
                  <a:srgbClr val="000000"/>
                </a:solidFill>
                <a:latin typeface="Arial"/>
                <a:ea typeface="Arial"/>
                <a:cs typeface="Arial"/>
                <a:sym typeface="Arial"/>
              </a:rPr>
              <a:t> &lt;các thuộc tính gom nhóm&gt;</a:t>
            </a:r>
            <a:endParaRPr/>
          </a:p>
          <a:p>
            <a:pPr indent="-323850" lvl="0" marL="431800" rtl="0" algn="l">
              <a:lnSpc>
                <a:spcPct val="101000"/>
              </a:lnSpc>
              <a:spcBef>
                <a:spcPts val="1400"/>
              </a:spcBef>
              <a:spcAft>
                <a:spcPts val="0"/>
              </a:spcAft>
              <a:buSzPts val="2600"/>
              <a:buNone/>
            </a:pPr>
            <a:r>
              <a:rPr b="0" i="0" lang="en-US" sz="2600" u="none">
                <a:solidFill>
                  <a:srgbClr val="000000"/>
                </a:solidFill>
                <a:latin typeface="Arial"/>
                <a:ea typeface="Arial"/>
                <a:cs typeface="Arial"/>
                <a:sym typeface="Arial"/>
              </a:rPr>
              <a:t>            [</a:t>
            </a:r>
            <a:r>
              <a:rPr b="1" i="0" lang="en-US" sz="2600" u="none">
                <a:solidFill>
                  <a:srgbClr val="000000"/>
                </a:solidFill>
                <a:latin typeface="Arial"/>
                <a:ea typeface="Arial"/>
                <a:cs typeface="Arial"/>
                <a:sym typeface="Arial"/>
              </a:rPr>
              <a:t>HAVING</a:t>
            </a:r>
            <a:r>
              <a:rPr b="0" i="0" lang="en-US" sz="2600" u="none">
                <a:solidFill>
                  <a:srgbClr val="000000"/>
                </a:solidFill>
                <a:latin typeface="Arial"/>
                <a:ea typeface="Arial"/>
                <a:cs typeface="Arial"/>
                <a:sym typeface="Arial"/>
              </a:rPr>
              <a:t> &lt;điều kiện logic gom nhóm&gt; ] ] </a:t>
            </a:r>
            <a:endParaRPr/>
          </a:p>
          <a:p>
            <a:pPr indent="-323850" lvl="0" marL="431800" rtl="0" algn="l">
              <a:lnSpc>
                <a:spcPct val="101000"/>
              </a:lnSpc>
              <a:spcBef>
                <a:spcPts val="1400"/>
              </a:spcBef>
              <a:spcAft>
                <a:spcPts val="0"/>
              </a:spcAft>
              <a:buSzPts val="2600"/>
              <a:buNone/>
            </a:pPr>
            <a:r>
              <a:rPr b="1" i="0" lang="en-US" sz="2600" u="none">
                <a:solidFill>
                  <a:srgbClr val="000000"/>
                </a:solidFill>
                <a:latin typeface="Arial"/>
                <a:ea typeface="Arial"/>
                <a:cs typeface="Arial"/>
                <a:sym typeface="Arial"/>
              </a:rPr>
              <a:t>       </a:t>
            </a:r>
            <a:r>
              <a:rPr b="0" i="0" lang="en-US" sz="2600" u="none">
                <a:solidFill>
                  <a:srgbClr val="000000"/>
                </a:solidFill>
                <a:latin typeface="Arial"/>
                <a:ea typeface="Arial"/>
                <a:cs typeface="Arial"/>
                <a:sym typeface="Arial"/>
              </a:rPr>
              <a:t> [</a:t>
            </a:r>
            <a:r>
              <a:rPr b="1" i="0" lang="en-US" sz="2600" u="none">
                <a:solidFill>
                  <a:srgbClr val="000000"/>
                </a:solidFill>
                <a:latin typeface="Arial"/>
                <a:ea typeface="Arial"/>
                <a:cs typeface="Arial"/>
                <a:sym typeface="Arial"/>
              </a:rPr>
              <a:t>ORDER BY</a:t>
            </a:r>
            <a:r>
              <a:rPr b="0" i="0" lang="en-US" sz="2600" u="none">
                <a:solidFill>
                  <a:srgbClr val="000000"/>
                </a:solidFill>
                <a:latin typeface="Arial"/>
                <a:ea typeface="Arial"/>
                <a:cs typeface="Arial"/>
                <a:sym typeface="Arial"/>
              </a:rPr>
              <a:t> &lt;các thuộc tính sắp xếp&gt;]</a:t>
            </a:r>
            <a:endParaRPr/>
          </a:p>
          <a:p>
            <a:pPr indent="-342900" lvl="0" marL="342900" rtl="0" algn="l">
              <a:lnSpc>
                <a:spcPct val="101000"/>
              </a:lnSpc>
              <a:spcBef>
                <a:spcPts val="1400"/>
              </a:spcBef>
              <a:spcAft>
                <a:spcPts val="0"/>
              </a:spcAft>
              <a:buNone/>
            </a:pPr>
            <a:r>
              <a:t/>
            </a:r>
            <a:endParaRPr b="0" i="0" sz="2600" u="none">
              <a:solidFill>
                <a:srgbClr val="000000"/>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35"/>
          <p:cNvSpPr txBox="1"/>
          <p:nvPr/>
        </p:nvSpPr>
        <p:spPr>
          <a:xfrm>
            <a:off x="503237" y="6886575"/>
            <a:ext cx="2346325" cy="519112"/>
          </a:xfrm>
          <a:prstGeom prst="rect">
            <a:avLst/>
          </a:prstGeom>
          <a:noFill/>
          <a:ln>
            <a:noFill/>
          </a:ln>
        </p:spPr>
        <p:txBody>
          <a:bodyPr anchorCtr="0" anchor="t" bIns="0" lIns="0" spcFirstLastPara="1" rIns="0" wrap="square" tIns="0">
            <a:noAutofit/>
          </a:bodyPr>
          <a:lstStyle/>
          <a:p>
            <a:pPr indent="0" lvl="0" marL="0" marR="0" rtl="0" algn="l">
              <a:lnSpc>
                <a:spcPct val="93000"/>
              </a:lnSpc>
              <a:spcBef>
                <a:spcPts val="0"/>
              </a:spcBef>
              <a:spcAft>
                <a:spcPts val="0"/>
              </a:spcAft>
              <a:buClr>
                <a:srgbClr val="000000"/>
              </a:buClr>
              <a:buSzPts val="1400"/>
              <a:buFont typeface="Times New Roman"/>
              <a:buNone/>
            </a:pPr>
            <a:r>
              <a:rPr b="0" i="0" lang="en-US" sz="1400" u="none">
                <a:solidFill>
                  <a:srgbClr val="000000"/>
                </a:solidFill>
                <a:latin typeface="Times New Roman"/>
                <a:ea typeface="Times New Roman"/>
                <a:cs typeface="Times New Roman"/>
                <a:sym typeface="Times New Roman"/>
              </a:rPr>
              <a:t>*</a:t>
            </a:r>
            <a:endParaRPr/>
          </a:p>
        </p:txBody>
      </p:sp>
      <p:sp>
        <p:nvSpPr>
          <p:cNvPr id="499" name="Google Shape;499;p35"/>
          <p:cNvSpPr txBox="1"/>
          <p:nvPr/>
        </p:nvSpPr>
        <p:spPr>
          <a:xfrm>
            <a:off x="7227887" y="6886575"/>
            <a:ext cx="2346325" cy="519112"/>
          </a:xfrm>
          <a:prstGeom prst="rect">
            <a:avLst/>
          </a:prstGeom>
          <a:noFill/>
          <a:ln>
            <a:noFill/>
          </a:ln>
        </p:spPr>
        <p:txBody>
          <a:bodyPr anchorCtr="0" anchor="t"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a:solidFill>
                  <a:srgbClr val="000000"/>
                </a:solidFill>
                <a:latin typeface="Times New Roman"/>
                <a:ea typeface="Times New Roman"/>
                <a:cs typeface="Times New Roman"/>
                <a:sym typeface="Times New Roman"/>
              </a:rPr>
              <a:t>‹#›</a:t>
            </a:fld>
            <a:endParaRPr/>
          </a:p>
        </p:txBody>
      </p:sp>
      <p:sp>
        <p:nvSpPr>
          <p:cNvPr id="500" name="Google Shape;500;p35"/>
          <p:cNvSpPr txBox="1"/>
          <p:nvPr>
            <p:ph type="title"/>
          </p:nvPr>
        </p:nvSpPr>
        <p:spPr>
          <a:xfrm>
            <a:off x="503237" y="301625"/>
            <a:ext cx="9070975" cy="1262062"/>
          </a:xfrm>
          <a:prstGeom prst="rect">
            <a:avLst/>
          </a:prstGeom>
          <a:noFill/>
          <a:ln>
            <a:noFill/>
          </a:ln>
        </p:spPr>
        <p:txBody>
          <a:bodyPr anchorCtr="0" anchor="ctr" bIns="0" lIns="0" spcFirstLastPara="1" rIns="0" wrap="square" tIns="0">
            <a:noAutofit/>
          </a:bodyPr>
          <a:lstStyle/>
          <a:p>
            <a:pPr indent="0" lvl="0" marL="0" rtl="0" algn="l">
              <a:lnSpc>
                <a:spcPct val="101000"/>
              </a:lnSpc>
              <a:spcBef>
                <a:spcPts val="0"/>
              </a:spcBef>
              <a:spcAft>
                <a:spcPts val="0"/>
              </a:spcAft>
              <a:buSzPts val="3200"/>
              <a:buNone/>
            </a:pPr>
            <a:r>
              <a:rPr b="1" i="0" lang="en-US" sz="3200" u="none">
                <a:solidFill>
                  <a:srgbClr val="000000"/>
                </a:solidFill>
                <a:latin typeface="Arial"/>
                <a:ea typeface="Arial"/>
                <a:cs typeface="Arial"/>
                <a:sym typeface="Arial"/>
              </a:rPr>
              <a:t> Lệnh SELECT </a:t>
            </a:r>
            <a:endParaRPr/>
          </a:p>
        </p:txBody>
      </p:sp>
      <p:sp>
        <p:nvSpPr>
          <p:cNvPr id="501" name="Google Shape;501;p35"/>
          <p:cNvSpPr txBox="1"/>
          <p:nvPr>
            <p:ph idx="1" type="body"/>
          </p:nvPr>
        </p:nvSpPr>
        <p:spPr>
          <a:xfrm>
            <a:off x="503237" y="1768475"/>
            <a:ext cx="9070975" cy="4997450"/>
          </a:xfrm>
          <a:prstGeom prst="rect">
            <a:avLst/>
          </a:prstGeom>
          <a:noFill/>
          <a:ln>
            <a:noFill/>
          </a:ln>
        </p:spPr>
        <p:txBody>
          <a:bodyPr anchorCtr="0" anchor="t" bIns="0" lIns="0" spcFirstLastPara="1" rIns="0" wrap="square" tIns="0">
            <a:noAutofit/>
          </a:bodyPr>
          <a:lstStyle/>
          <a:p>
            <a:pPr indent="-323850" lvl="0" marL="431800" rtl="0" algn="l">
              <a:lnSpc>
                <a:spcPct val="101000"/>
              </a:lnSpc>
              <a:spcBef>
                <a:spcPts val="0"/>
              </a:spcBef>
              <a:spcAft>
                <a:spcPts val="0"/>
              </a:spcAft>
              <a:buClr>
                <a:srgbClr val="000000"/>
              </a:buClr>
              <a:buSzPts val="1170"/>
              <a:buFont typeface="Noto Sans Symbols"/>
              <a:buChar char="●"/>
            </a:pPr>
            <a:r>
              <a:rPr b="0" i="0" lang="en-US" sz="2600" u="none">
                <a:solidFill>
                  <a:srgbClr val="000000"/>
                </a:solidFill>
                <a:latin typeface="Arial"/>
                <a:ea typeface="Arial"/>
                <a:cs typeface="Arial"/>
                <a:sym typeface="Arial"/>
              </a:rPr>
              <a:t>Ví dụ đơn giản: Liệt kê họ tên và địa chỉ của tất cả các phi công</a:t>
            </a:r>
            <a:endParaRPr/>
          </a:p>
          <a:p>
            <a:pPr indent="-323850" lvl="0" marL="431800" rtl="0" algn="l">
              <a:lnSpc>
                <a:spcPct val="98000"/>
              </a:lnSpc>
              <a:spcBef>
                <a:spcPts val="1400"/>
              </a:spcBef>
              <a:spcAft>
                <a:spcPts val="0"/>
              </a:spcAft>
              <a:buSzPts val="2400"/>
              <a:buNone/>
            </a:pPr>
            <a:r>
              <a:rPr b="0" i="0" lang="en-US" sz="2400" u="none">
                <a:solidFill>
                  <a:srgbClr val="0000FF"/>
                </a:solidFill>
                <a:latin typeface="Arial"/>
                <a:ea typeface="Arial"/>
                <a:cs typeface="Arial"/>
                <a:sym typeface="Arial"/>
              </a:rPr>
              <a:t>SELECT</a:t>
            </a:r>
            <a:r>
              <a:rPr b="0" i="0" lang="en-US" sz="2400" u="none">
                <a:solidFill>
                  <a:srgbClr val="000000"/>
                </a:solidFill>
                <a:latin typeface="Arial"/>
                <a:ea typeface="Arial"/>
                <a:cs typeface="Arial"/>
                <a:sym typeface="Arial"/>
              </a:rPr>
              <a:t> </a:t>
            </a:r>
            <a:r>
              <a:rPr b="0" i="0" lang="en-US" sz="2400" u="none">
                <a:solidFill>
                  <a:srgbClr val="008080"/>
                </a:solidFill>
                <a:latin typeface="Arial"/>
                <a:ea typeface="Arial"/>
                <a:cs typeface="Arial"/>
                <a:sym typeface="Arial"/>
              </a:rPr>
              <a:t>hoten</a:t>
            </a:r>
            <a:r>
              <a:rPr b="0" i="0" lang="en-US" sz="2400" u="none">
                <a:solidFill>
                  <a:srgbClr val="808080"/>
                </a:solidFill>
                <a:latin typeface="Arial"/>
                <a:ea typeface="Arial"/>
                <a:cs typeface="Arial"/>
                <a:sym typeface="Arial"/>
              </a:rPr>
              <a:t>,</a:t>
            </a:r>
            <a:r>
              <a:rPr b="0" i="0" lang="en-US" sz="2400" u="none">
                <a:solidFill>
                  <a:srgbClr val="000000"/>
                </a:solidFill>
                <a:latin typeface="Arial"/>
                <a:ea typeface="Arial"/>
                <a:cs typeface="Arial"/>
                <a:sym typeface="Arial"/>
              </a:rPr>
              <a:t> </a:t>
            </a:r>
            <a:r>
              <a:rPr b="0" i="0" lang="en-US" sz="2400" u="none">
                <a:solidFill>
                  <a:srgbClr val="008080"/>
                </a:solidFill>
                <a:latin typeface="Arial"/>
                <a:ea typeface="Arial"/>
                <a:cs typeface="Arial"/>
                <a:sym typeface="Arial"/>
              </a:rPr>
              <a:t>dchi</a:t>
            </a:r>
            <a:r>
              <a:rPr b="0" i="0" lang="en-US" sz="2400" u="none">
                <a:solidFill>
                  <a:srgbClr val="000000"/>
                </a:solidFill>
                <a:latin typeface="Arial"/>
                <a:ea typeface="Arial"/>
                <a:cs typeface="Arial"/>
                <a:sym typeface="Arial"/>
              </a:rPr>
              <a:t> </a:t>
            </a:r>
            <a:endParaRPr/>
          </a:p>
          <a:p>
            <a:pPr indent="-323850" lvl="0" marL="431800" rtl="0" algn="l">
              <a:lnSpc>
                <a:spcPct val="98000"/>
              </a:lnSpc>
              <a:spcBef>
                <a:spcPts val="1400"/>
              </a:spcBef>
              <a:spcAft>
                <a:spcPts val="0"/>
              </a:spcAft>
              <a:buSzPts val="2400"/>
              <a:buNone/>
            </a:pPr>
            <a:r>
              <a:rPr b="0" i="0" lang="en-US" sz="2400" u="none">
                <a:solidFill>
                  <a:srgbClr val="000000"/>
                </a:solidFill>
                <a:latin typeface="Arial"/>
                <a:ea typeface="Arial"/>
                <a:cs typeface="Arial"/>
                <a:sym typeface="Arial"/>
              </a:rPr>
              <a:t>   </a:t>
            </a:r>
            <a:r>
              <a:rPr b="0" i="0" lang="en-US" sz="2400" u="none">
                <a:solidFill>
                  <a:srgbClr val="0000FF"/>
                </a:solidFill>
                <a:latin typeface="Arial"/>
                <a:ea typeface="Arial"/>
                <a:cs typeface="Arial"/>
                <a:sym typeface="Arial"/>
              </a:rPr>
              <a:t>FROM</a:t>
            </a:r>
            <a:r>
              <a:rPr b="0" i="0" lang="en-US" sz="2400" u="none">
                <a:solidFill>
                  <a:srgbClr val="000000"/>
                </a:solidFill>
                <a:latin typeface="Arial"/>
                <a:ea typeface="Arial"/>
                <a:cs typeface="Arial"/>
                <a:sym typeface="Arial"/>
              </a:rPr>
              <a:t> </a:t>
            </a:r>
            <a:r>
              <a:rPr b="0" i="0" lang="en-US" sz="2400" u="none">
                <a:solidFill>
                  <a:srgbClr val="008080"/>
                </a:solidFill>
                <a:latin typeface="Arial"/>
                <a:ea typeface="Arial"/>
                <a:cs typeface="Arial"/>
                <a:sym typeface="Arial"/>
              </a:rPr>
              <a:t>PHICONG</a:t>
            </a:r>
            <a:r>
              <a:rPr b="0" i="0" lang="en-US" sz="2400" u="none">
                <a:solidFill>
                  <a:srgbClr val="000000"/>
                </a:solidFill>
                <a:latin typeface="Arial"/>
                <a:ea typeface="Arial"/>
                <a:cs typeface="Arial"/>
                <a:sym typeface="Arial"/>
              </a:rPr>
              <a:t> </a:t>
            </a:r>
            <a:r>
              <a:rPr b="0" i="0" lang="en-US" sz="2400" u="none">
                <a:solidFill>
                  <a:srgbClr val="808080"/>
                </a:solidFill>
                <a:latin typeface="Arial"/>
                <a:ea typeface="Arial"/>
                <a:cs typeface="Arial"/>
                <a:sym typeface="Arial"/>
              </a:rPr>
              <a:t>;</a:t>
            </a:r>
            <a:endParaRPr/>
          </a:p>
          <a:p>
            <a:pPr indent="-323850" lvl="0" marL="431800" rtl="0" algn="l">
              <a:lnSpc>
                <a:spcPct val="98000"/>
              </a:lnSpc>
              <a:spcBef>
                <a:spcPts val="1400"/>
              </a:spcBef>
              <a:spcAft>
                <a:spcPts val="0"/>
              </a:spcAft>
              <a:buSzPts val="2400"/>
              <a:buNone/>
            </a:pPr>
            <a:r>
              <a:t/>
            </a:r>
            <a:endParaRPr b="0" i="0" sz="2400" u="none">
              <a:solidFill>
                <a:srgbClr val="808080"/>
              </a:solidFill>
              <a:latin typeface="Arial"/>
              <a:ea typeface="Arial"/>
              <a:cs typeface="Arial"/>
              <a:sym typeface="Arial"/>
            </a:endParaRPr>
          </a:p>
          <a:p>
            <a:pPr indent="-323850" lvl="0" marL="431800" rtl="0" algn="l">
              <a:lnSpc>
                <a:spcPct val="98000"/>
              </a:lnSpc>
              <a:spcBef>
                <a:spcPts val="1400"/>
              </a:spcBef>
              <a:spcAft>
                <a:spcPts val="0"/>
              </a:spcAft>
              <a:buSzPts val="2400"/>
              <a:buNone/>
            </a:pPr>
            <a:r>
              <a:t/>
            </a:r>
            <a:endParaRPr b="0" i="0" sz="2400" u="none">
              <a:solidFill>
                <a:srgbClr val="808080"/>
              </a:solidFill>
              <a:latin typeface="Arial"/>
              <a:ea typeface="Arial"/>
              <a:cs typeface="Arial"/>
              <a:sym typeface="Arial"/>
            </a:endParaRPr>
          </a:p>
          <a:p>
            <a:pPr indent="-323850" lvl="0" marL="431800" rtl="0" algn="l">
              <a:lnSpc>
                <a:spcPct val="98000"/>
              </a:lnSpc>
              <a:spcBef>
                <a:spcPts val="1400"/>
              </a:spcBef>
              <a:spcAft>
                <a:spcPts val="0"/>
              </a:spcAft>
              <a:buSzPts val="2400"/>
              <a:buNone/>
            </a:pPr>
            <a:r>
              <a:t/>
            </a:r>
            <a:endParaRPr b="0" i="0" sz="2400" u="none">
              <a:solidFill>
                <a:srgbClr val="808080"/>
              </a:solidFill>
              <a:latin typeface="Arial"/>
              <a:ea typeface="Arial"/>
              <a:cs typeface="Arial"/>
              <a:sym typeface="Arial"/>
            </a:endParaRPr>
          </a:p>
          <a:p>
            <a:pPr indent="-323850" lvl="0" marL="431800" rtl="0" algn="l">
              <a:lnSpc>
                <a:spcPct val="101000"/>
              </a:lnSpc>
              <a:spcBef>
                <a:spcPts val="1400"/>
              </a:spcBef>
              <a:spcAft>
                <a:spcPts val="0"/>
              </a:spcAft>
              <a:buSzPts val="2600"/>
              <a:buNone/>
            </a:pPr>
            <a:r>
              <a:rPr b="0" i="0" lang="en-US" sz="2600" u="none">
                <a:solidFill>
                  <a:srgbClr val="000000"/>
                </a:solidFill>
                <a:latin typeface="Arial"/>
                <a:ea typeface="Arial"/>
                <a:cs typeface="Arial"/>
                <a:sym typeface="Arial"/>
              </a:rPr>
              <a:t>=&gt; </a:t>
            </a:r>
            <a:r>
              <a:rPr b="0" i="1" lang="en-US" sz="2600" u="none">
                <a:solidFill>
                  <a:srgbClr val="0000CC"/>
                </a:solidFill>
                <a:latin typeface="Arial"/>
                <a:ea typeface="Arial"/>
                <a:cs typeface="Arial"/>
                <a:sym typeface="Arial"/>
              </a:rPr>
              <a:t>Thứ tự các thuộc tính theo sau SELECT xác định thứ tự hiển thị của các cột trong bảng kết quả.</a:t>
            </a:r>
            <a:endParaRPr/>
          </a:p>
          <a:p>
            <a:pPr indent="-323850" lvl="0" marL="431800" rtl="0" algn="l">
              <a:lnSpc>
                <a:spcPct val="101000"/>
              </a:lnSpc>
              <a:spcBef>
                <a:spcPts val="1400"/>
              </a:spcBef>
              <a:spcAft>
                <a:spcPts val="0"/>
              </a:spcAft>
              <a:buSzPts val="2600"/>
              <a:buNone/>
            </a:pPr>
            <a:r>
              <a:rPr b="0" i="0" lang="en-US" sz="2600" u="none">
                <a:solidFill>
                  <a:srgbClr val="000000"/>
                </a:solidFill>
                <a:latin typeface="Arial"/>
                <a:ea typeface="Arial"/>
                <a:cs typeface="Arial"/>
                <a:sym typeface="Arial"/>
              </a:rPr>
              <a:t>=&gt; </a:t>
            </a:r>
            <a:r>
              <a:rPr b="0" i="1" lang="en-US" sz="2600" u="none">
                <a:solidFill>
                  <a:srgbClr val="990000"/>
                </a:solidFill>
                <a:latin typeface="Arial"/>
                <a:ea typeface="Arial"/>
                <a:cs typeface="Arial"/>
                <a:sym typeface="Arial"/>
              </a:rPr>
              <a:t>Có thể đặt lại tên thuộc tính</a:t>
            </a:r>
            <a:endParaRPr/>
          </a:p>
          <a:p>
            <a:pPr indent="-342900" lvl="0" marL="342900" rtl="0" algn="l">
              <a:lnSpc>
                <a:spcPct val="101000"/>
              </a:lnSpc>
              <a:spcBef>
                <a:spcPts val="1400"/>
              </a:spcBef>
              <a:spcAft>
                <a:spcPts val="0"/>
              </a:spcAft>
              <a:buNone/>
            </a:pPr>
            <a:r>
              <a:t/>
            </a:r>
            <a:endParaRPr b="0" i="1" sz="2600" u="none">
              <a:solidFill>
                <a:srgbClr val="990000"/>
              </a:solidFill>
              <a:latin typeface="Arial"/>
              <a:ea typeface="Arial"/>
              <a:cs typeface="Arial"/>
              <a:sym typeface="Arial"/>
            </a:endParaRPr>
          </a:p>
        </p:txBody>
      </p:sp>
      <p:pic>
        <p:nvPicPr>
          <p:cNvPr id="502" name="Google Shape;502;p35"/>
          <p:cNvPicPr preferRelativeResize="0"/>
          <p:nvPr/>
        </p:nvPicPr>
        <p:blipFill rotWithShape="1">
          <a:blip r:embed="rId3">
            <a:alphaModFix/>
          </a:blip>
          <a:srcRect b="0" l="0" r="0" t="0"/>
          <a:stretch/>
        </p:blipFill>
        <p:spPr>
          <a:xfrm>
            <a:off x="5211763" y="2435225"/>
            <a:ext cx="4121150" cy="244792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36"/>
          <p:cNvSpPr txBox="1"/>
          <p:nvPr/>
        </p:nvSpPr>
        <p:spPr>
          <a:xfrm>
            <a:off x="503237" y="6886575"/>
            <a:ext cx="2346325" cy="519112"/>
          </a:xfrm>
          <a:prstGeom prst="rect">
            <a:avLst/>
          </a:prstGeom>
          <a:noFill/>
          <a:ln>
            <a:noFill/>
          </a:ln>
        </p:spPr>
        <p:txBody>
          <a:bodyPr anchorCtr="0" anchor="t" bIns="0" lIns="0" spcFirstLastPara="1" rIns="0" wrap="square" tIns="0">
            <a:noAutofit/>
          </a:bodyPr>
          <a:lstStyle/>
          <a:p>
            <a:pPr indent="0" lvl="0" marL="0" marR="0" rtl="0" algn="l">
              <a:lnSpc>
                <a:spcPct val="93000"/>
              </a:lnSpc>
              <a:spcBef>
                <a:spcPts val="0"/>
              </a:spcBef>
              <a:spcAft>
                <a:spcPts val="0"/>
              </a:spcAft>
              <a:buClr>
                <a:srgbClr val="000000"/>
              </a:buClr>
              <a:buSzPts val="1400"/>
              <a:buFont typeface="Times New Roman"/>
              <a:buNone/>
            </a:pPr>
            <a:r>
              <a:rPr b="0" i="0" lang="en-US" sz="1400" u="none">
                <a:solidFill>
                  <a:srgbClr val="000000"/>
                </a:solidFill>
                <a:latin typeface="Times New Roman"/>
                <a:ea typeface="Times New Roman"/>
                <a:cs typeface="Times New Roman"/>
                <a:sym typeface="Times New Roman"/>
              </a:rPr>
              <a:t>*</a:t>
            </a:r>
            <a:endParaRPr/>
          </a:p>
        </p:txBody>
      </p:sp>
      <p:sp>
        <p:nvSpPr>
          <p:cNvPr id="509" name="Google Shape;509;p36"/>
          <p:cNvSpPr txBox="1"/>
          <p:nvPr/>
        </p:nvSpPr>
        <p:spPr>
          <a:xfrm>
            <a:off x="7227887" y="6886575"/>
            <a:ext cx="2346325" cy="519112"/>
          </a:xfrm>
          <a:prstGeom prst="rect">
            <a:avLst/>
          </a:prstGeom>
          <a:noFill/>
          <a:ln>
            <a:noFill/>
          </a:ln>
        </p:spPr>
        <p:txBody>
          <a:bodyPr anchorCtr="0" anchor="t"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a:solidFill>
                  <a:srgbClr val="000000"/>
                </a:solidFill>
                <a:latin typeface="Times New Roman"/>
                <a:ea typeface="Times New Roman"/>
                <a:cs typeface="Times New Roman"/>
                <a:sym typeface="Times New Roman"/>
              </a:rPr>
              <a:t>‹#›</a:t>
            </a:fld>
            <a:endParaRPr/>
          </a:p>
        </p:txBody>
      </p:sp>
      <p:sp>
        <p:nvSpPr>
          <p:cNvPr id="510" name="Google Shape;510;p36"/>
          <p:cNvSpPr txBox="1"/>
          <p:nvPr>
            <p:ph type="title"/>
          </p:nvPr>
        </p:nvSpPr>
        <p:spPr>
          <a:xfrm>
            <a:off x="503237" y="301625"/>
            <a:ext cx="9070975" cy="1262062"/>
          </a:xfrm>
          <a:prstGeom prst="rect">
            <a:avLst/>
          </a:prstGeom>
          <a:noFill/>
          <a:ln>
            <a:noFill/>
          </a:ln>
        </p:spPr>
        <p:txBody>
          <a:bodyPr anchorCtr="0" anchor="ctr" bIns="0" lIns="0" spcFirstLastPara="1" rIns="0" wrap="square" tIns="0">
            <a:noAutofit/>
          </a:bodyPr>
          <a:lstStyle/>
          <a:p>
            <a:pPr indent="0" lvl="0" marL="0" rtl="0" algn="l">
              <a:lnSpc>
                <a:spcPct val="101000"/>
              </a:lnSpc>
              <a:spcBef>
                <a:spcPts val="0"/>
              </a:spcBef>
              <a:spcAft>
                <a:spcPts val="0"/>
              </a:spcAft>
              <a:buSzPts val="3200"/>
              <a:buNone/>
            </a:pPr>
            <a:r>
              <a:rPr b="1" i="0" lang="en-US" sz="3200" u="none">
                <a:solidFill>
                  <a:srgbClr val="000000"/>
                </a:solidFill>
                <a:latin typeface="Arial"/>
                <a:ea typeface="Arial"/>
                <a:cs typeface="Arial"/>
                <a:sym typeface="Arial"/>
              </a:rPr>
              <a:t> Lệnh SELECT - Từ khóa AS </a:t>
            </a:r>
            <a:endParaRPr/>
          </a:p>
        </p:txBody>
      </p:sp>
      <p:sp>
        <p:nvSpPr>
          <p:cNvPr id="511" name="Google Shape;511;p36"/>
          <p:cNvSpPr txBox="1"/>
          <p:nvPr>
            <p:ph idx="1" type="body"/>
          </p:nvPr>
        </p:nvSpPr>
        <p:spPr>
          <a:xfrm>
            <a:off x="503237" y="1768475"/>
            <a:ext cx="9070975" cy="4997450"/>
          </a:xfrm>
          <a:prstGeom prst="rect">
            <a:avLst/>
          </a:prstGeom>
          <a:noFill/>
          <a:ln>
            <a:noFill/>
          </a:ln>
        </p:spPr>
        <p:txBody>
          <a:bodyPr anchorCtr="0" anchor="t" bIns="0" lIns="0" spcFirstLastPara="1" rIns="0" wrap="square" tIns="0">
            <a:noAutofit/>
          </a:bodyPr>
          <a:lstStyle/>
          <a:p>
            <a:pPr indent="-323850" lvl="0" marL="431800" rtl="0" algn="l">
              <a:lnSpc>
                <a:spcPct val="101000"/>
              </a:lnSpc>
              <a:spcBef>
                <a:spcPts val="0"/>
              </a:spcBef>
              <a:spcAft>
                <a:spcPts val="0"/>
              </a:spcAft>
              <a:buClr>
                <a:srgbClr val="000000"/>
              </a:buClr>
              <a:buSzPts val="1170"/>
              <a:buFont typeface="Noto Sans Symbols"/>
              <a:buChar char="●"/>
            </a:pPr>
            <a:r>
              <a:rPr b="0" i="0" lang="en-US" sz="2600" u="none">
                <a:solidFill>
                  <a:srgbClr val="000000"/>
                </a:solidFill>
                <a:latin typeface="Arial"/>
                <a:ea typeface="Arial"/>
                <a:cs typeface="Arial"/>
                <a:sym typeface="Arial"/>
              </a:rPr>
              <a:t>Sử dụng từ khoá </a:t>
            </a:r>
            <a:r>
              <a:rPr b="0" i="0" lang="en-US" sz="2600" u="none">
                <a:solidFill>
                  <a:srgbClr val="0000FF"/>
                </a:solidFill>
                <a:latin typeface="Arial"/>
                <a:ea typeface="Arial"/>
                <a:cs typeface="Arial"/>
                <a:sym typeface="Arial"/>
              </a:rPr>
              <a:t>AS </a:t>
            </a:r>
            <a:r>
              <a:rPr b="0" i="0" lang="en-US" sz="2600" u="none">
                <a:solidFill>
                  <a:srgbClr val="000000"/>
                </a:solidFill>
                <a:latin typeface="Arial"/>
                <a:ea typeface="Arial"/>
                <a:cs typeface="Arial"/>
                <a:sym typeface="Arial"/>
              </a:rPr>
              <a:t>để </a:t>
            </a:r>
            <a:r>
              <a:rPr b="0" i="1" lang="en-US" sz="2600" u="none">
                <a:solidFill>
                  <a:srgbClr val="800000"/>
                </a:solidFill>
                <a:latin typeface="Arial"/>
                <a:ea typeface="Arial"/>
                <a:cs typeface="Arial"/>
                <a:sym typeface="Arial"/>
              </a:rPr>
              <a:t>đặt lại tên cột</a:t>
            </a:r>
            <a:r>
              <a:rPr b="0" i="0" lang="en-US" sz="2600" u="none">
                <a:solidFill>
                  <a:srgbClr val="000000"/>
                </a:solidFill>
                <a:latin typeface="Arial"/>
                <a:ea typeface="Arial"/>
                <a:cs typeface="Arial"/>
                <a:sym typeface="Arial"/>
              </a:rPr>
              <a:t> hoặc </a:t>
            </a:r>
            <a:r>
              <a:rPr b="0" i="1" lang="en-US" sz="2600" u="none">
                <a:solidFill>
                  <a:srgbClr val="800000"/>
                </a:solidFill>
                <a:latin typeface="Arial"/>
                <a:ea typeface="Arial"/>
                <a:cs typeface="Arial"/>
                <a:sym typeface="Arial"/>
              </a:rPr>
              <a:t>đặt bí danh cho bảng</a:t>
            </a:r>
            <a:r>
              <a:rPr b="0" i="0" lang="en-US" sz="2600" u="none">
                <a:solidFill>
                  <a:srgbClr val="000000"/>
                </a:solidFill>
                <a:latin typeface="Arial"/>
                <a:ea typeface="Arial"/>
                <a:cs typeface="Arial"/>
                <a:sym typeface="Arial"/>
              </a:rPr>
              <a:t>.</a:t>
            </a:r>
            <a:endParaRPr/>
          </a:p>
          <a:p>
            <a:pPr indent="-323850" lvl="0" marL="431800" rtl="0" algn="l">
              <a:lnSpc>
                <a:spcPct val="101000"/>
              </a:lnSpc>
              <a:spcBef>
                <a:spcPts val="1400"/>
              </a:spcBef>
              <a:spcAft>
                <a:spcPts val="0"/>
              </a:spcAft>
              <a:buClr>
                <a:srgbClr val="000000"/>
              </a:buClr>
              <a:buSzPts val="1170"/>
              <a:buFont typeface="Noto Sans Symbols"/>
              <a:buChar char="●"/>
            </a:pPr>
            <a:r>
              <a:rPr b="1" i="0" lang="en-US" sz="2600" u="none">
                <a:solidFill>
                  <a:srgbClr val="000000"/>
                </a:solidFill>
                <a:latin typeface="Arial"/>
                <a:ea typeface="Arial"/>
                <a:cs typeface="Arial"/>
                <a:sym typeface="Arial"/>
              </a:rPr>
              <a:t>Ví dụ</a:t>
            </a:r>
            <a:r>
              <a:rPr b="0" i="0" lang="en-US" sz="2600" u="none">
                <a:solidFill>
                  <a:srgbClr val="000000"/>
                </a:solidFill>
                <a:latin typeface="Arial"/>
                <a:ea typeface="Arial"/>
                <a:cs typeface="Arial"/>
                <a:sym typeface="Arial"/>
              </a:rPr>
              <a:t>:  đặt lại tên cho cột hoten và dchi</a:t>
            </a:r>
            <a:endParaRPr/>
          </a:p>
          <a:p>
            <a:pPr indent="-323850" lvl="0" marL="431800" rtl="0" algn="l">
              <a:lnSpc>
                <a:spcPct val="98000"/>
              </a:lnSpc>
              <a:spcBef>
                <a:spcPts val="1400"/>
              </a:spcBef>
              <a:spcAft>
                <a:spcPts val="0"/>
              </a:spcAft>
              <a:buSzPts val="2400"/>
              <a:buNone/>
            </a:pPr>
            <a:r>
              <a:rPr b="0" i="0" lang="en-US" sz="2400" u="none">
                <a:solidFill>
                  <a:srgbClr val="0000FF"/>
                </a:solidFill>
                <a:latin typeface="Arial"/>
                <a:ea typeface="Arial"/>
                <a:cs typeface="Arial"/>
                <a:sym typeface="Arial"/>
              </a:rPr>
              <a:t>SELECT</a:t>
            </a:r>
            <a:r>
              <a:rPr b="0" i="0" lang="en-US" sz="2400" u="none">
                <a:solidFill>
                  <a:srgbClr val="000000"/>
                </a:solidFill>
                <a:latin typeface="Arial"/>
                <a:ea typeface="Arial"/>
                <a:cs typeface="Arial"/>
                <a:sym typeface="Arial"/>
              </a:rPr>
              <a:t> </a:t>
            </a:r>
            <a:r>
              <a:rPr b="0" i="0" lang="en-US" sz="2400" u="none">
                <a:solidFill>
                  <a:srgbClr val="008080"/>
                </a:solidFill>
                <a:latin typeface="Arial"/>
                <a:ea typeface="Arial"/>
                <a:cs typeface="Arial"/>
                <a:sym typeface="Arial"/>
              </a:rPr>
              <a:t>hoten</a:t>
            </a:r>
            <a:r>
              <a:rPr b="0" i="0" lang="en-US" sz="2400" u="none">
                <a:solidFill>
                  <a:srgbClr val="990000"/>
                </a:solidFill>
                <a:latin typeface="Arial"/>
                <a:ea typeface="Arial"/>
                <a:cs typeface="Arial"/>
                <a:sym typeface="Arial"/>
              </a:rPr>
              <a:t> AS</a:t>
            </a:r>
            <a:r>
              <a:rPr b="0" i="0" lang="en-US" sz="2400" u="none">
                <a:solidFill>
                  <a:srgbClr val="008080"/>
                </a:solidFill>
                <a:latin typeface="Arial"/>
                <a:ea typeface="Arial"/>
                <a:cs typeface="Arial"/>
                <a:sym typeface="Arial"/>
              </a:rPr>
              <a:t> </a:t>
            </a:r>
            <a:r>
              <a:rPr b="0" i="0" lang="en-US" sz="2400" u="none">
                <a:solidFill>
                  <a:srgbClr val="0000FF"/>
                </a:solidFill>
                <a:latin typeface="Arial"/>
                <a:ea typeface="Arial"/>
                <a:cs typeface="Arial"/>
                <a:sym typeface="Arial"/>
              </a:rPr>
              <a:t>hoten_phicong</a:t>
            </a:r>
            <a:r>
              <a:rPr b="0" i="0" lang="en-US" sz="2400" u="none">
                <a:solidFill>
                  <a:srgbClr val="808080"/>
                </a:solidFill>
                <a:latin typeface="Arial"/>
                <a:ea typeface="Arial"/>
                <a:cs typeface="Arial"/>
                <a:sym typeface="Arial"/>
              </a:rPr>
              <a:t>,</a:t>
            </a:r>
            <a:r>
              <a:rPr b="0" i="0" lang="en-US" sz="2400" u="none">
                <a:solidFill>
                  <a:srgbClr val="000000"/>
                </a:solidFill>
                <a:latin typeface="Arial"/>
                <a:ea typeface="Arial"/>
                <a:cs typeface="Arial"/>
                <a:sym typeface="Arial"/>
              </a:rPr>
              <a:t> </a:t>
            </a:r>
            <a:r>
              <a:rPr b="0" i="0" lang="en-US" sz="2400" u="none">
                <a:solidFill>
                  <a:srgbClr val="008080"/>
                </a:solidFill>
                <a:latin typeface="Arial"/>
                <a:ea typeface="Arial"/>
                <a:cs typeface="Arial"/>
                <a:sym typeface="Arial"/>
              </a:rPr>
              <a:t>dchi </a:t>
            </a:r>
            <a:r>
              <a:rPr b="0" i="0" lang="en-US" sz="2400" u="none">
                <a:solidFill>
                  <a:srgbClr val="0000CC"/>
                </a:solidFill>
                <a:latin typeface="Arial"/>
                <a:ea typeface="Arial"/>
                <a:cs typeface="Arial"/>
                <a:sym typeface="Arial"/>
              </a:rPr>
              <a:t> </a:t>
            </a:r>
            <a:r>
              <a:rPr b="0" i="0" lang="en-US" sz="2400" u="none">
                <a:solidFill>
                  <a:srgbClr val="800000"/>
                </a:solidFill>
                <a:latin typeface="Arial"/>
                <a:ea typeface="Arial"/>
                <a:cs typeface="Arial"/>
                <a:sym typeface="Arial"/>
              </a:rPr>
              <a:t>AS</a:t>
            </a:r>
            <a:r>
              <a:rPr b="0" i="0" lang="en-US" sz="2400" u="none">
                <a:solidFill>
                  <a:srgbClr val="0000CC"/>
                </a:solidFill>
                <a:latin typeface="Arial"/>
                <a:ea typeface="Arial"/>
                <a:cs typeface="Arial"/>
                <a:sym typeface="Arial"/>
              </a:rPr>
              <a:t> </a:t>
            </a:r>
            <a:r>
              <a:rPr b="0" i="0" lang="en-US" sz="2400" u="none">
                <a:solidFill>
                  <a:srgbClr val="0000FF"/>
                </a:solidFill>
                <a:latin typeface="Arial"/>
                <a:ea typeface="Arial"/>
                <a:cs typeface="Arial"/>
                <a:sym typeface="Arial"/>
              </a:rPr>
              <a:t>diachi</a:t>
            </a:r>
            <a:r>
              <a:rPr b="0" i="0" lang="en-US" sz="2400" u="none">
                <a:solidFill>
                  <a:srgbClr val="0000CC"/>
                </a:solidFill>
                <a:latin typeface="Arial"/>
                <a:ea typeface="Arial"/>
                <a:cs typeface="Arial"/>
                <a:sym typeface="Arial"/>
              </a:rPr>
              <a:t> </a:t>
            </a:r>
            <a:endParaRPr/>
          </a:p>
          <a:p>
            <a:pPr indent="-323850" lvl="0" marL="431800" rtl="0" algn="l">
              <a:lnSpc>
                <a:spcPct val="98000"/>
              </a:lnSpc>
              <a:spcBef>
                <a:spcPts val="1400"/>
              </a:spcBef>
              <a:spcAft>
                <a:spcPts val="0"/>
              </a:spcAft>
              <a:buSzPts val="2400"/>
              <a:buNone/>
            </a:pPr>
            <a:r>
              <a:rPr b="0" i="0" lang="en-US" sz="2400" u="none">
                <a:solidFill>
                  <a:srgbClr val="000000"/>
                </a:solidFill>
                <a:latin typeface="Arial"/>
                <a:ea typeface="Arial"/>
                <a:cs typeface="Arial"/>
                <a:sym typeface="Arial"/>
              </a:rPr>
              <a:t>   </a:t>
            </a:r>
            <a:r>
              <a:rPr b="0" i="0" lang="en-US" sz="2400" u="none">
                <a:solidFill>
                  <a:srgbClr val="0000FF"/>
                </a:solidFill>
                <a:latin typeface="Arial"/>
                <a:ea typeface="Arial"/>
                <a:cs typeface="Arial"/>
                <a:sym typeface="Arial"/>
              </a:rPr>
              <a:t>FROM</a:t>
            </a:r>
            <a:r>
              <a:rPr b="0" i="0" lang="en-US" sz="2400" u="none">
                <a:solidFill>
                  <a:srgbClr val="000000"/>
                </a:solidFill>
                <a:latin typeface="Arial"/>
                <a:ea typeface="Arial"/>
                <a:cs typeface="Arial"/>
                <a:sym typeface="Arial"/>
              </a:rPr>
              <a:t> </a:t>
            </a:r>
            <a:r>
              <a:rPr b="0" i="0" lang="en-US" sz="2400" u="none">
                <a:solidFill>
                  <a:srgbClr val="008080"/>
                </a:solidFill>
                <a:latin typeface="Arial"/>
                <a:ea typeface="Arial"/>
                <a:cs typeface="Arial"/>
                <a:sym typeface="Arial"/>
              </a:rPr>
              <a:t>PHICONG</a:t>
            </a:r>
            <a:r>
              <a:rPr b="0" i="0" lang="en-US" sz="2400" u="none">
                <a:solidFill>
                  <a:srgbClr val="000000"/>
                </a:solidFill>
                <a:latin typeface="Arial"/>
                <a:ea typeface="Arial"/>
                <a:cs typeface="Arial"/>
                <a:sym typeface="Arial"/>
              </a:rPr>
              <a:t> </a:t>
            </a:r>
            <a:r>
              <a:rPr b="0" i="0" lang="en-US" sz="2400" u="none">
                <a:solidFill>
                  <a:srgbClr val="808080"/>
                </a:solidFill>
                <a:latin typeface="Arial"/>
                <a:ea typeface="Arial"/>
                <a:cs typeface="Arial"/>
                <a:sym typeface="Arial"/>
              </a:rPr>
              <a:t>;</a:t>
            </a:r>
            <a:endParaRPr/>
          </a:p>
          <a:p>
            <a:pPr indent="-323850" lvl="0" marL="431800" rtl="0" algn="l">
              <a:lnSpc>
                <a:spcPct val="98000"/>
              </a:lnSpc>
              <a:spcBef>
                <a:spcPts val="1400"/>
              </a:spcBef>
              <a:spcAft>
                <a:spcPts val="0"/>
              </a:spcAft>
              <a:buSzPts val="2400"/>
              <a:buNone/>
            </a:pPr>
            <a:r>
              <a:t/>
            </a:r>
            <a:endParaRPr b="0" i="0" sz="2400" u="none">
              <a:solidFill>
                <a:srgbClr val="808080"/>
              </a:solidFill>
              <a:latin typeface="Arial"/>
              <a:ea typeface="Arial"/>
              <a:cs typeface="Arial"/>
              <a:sym typeface="Arial"/>
            </a:endParaRPr>
          </a:p>
          <a:p>
            <a:pPr indent="-323850" lvl="0" marL="431800" rtl="0" algn="l">
              <a:lnSpc>
                <a:spcPct val="98000"/>
              </a:lnSpc>
              <a:spcBef>
                <a:spcPts val="1400"/>
              </a:spcBef>
              <a:spcAft>
                <a:spcPts val="0"/>
              </a:spcAft>
              <a:buSzPts val="2400"/>
              <a:buNone/>
            </a:pPr>
            <a:r>
              <a:t/>
            </a:r>
            <a:endParaRPr b="0" i="0" sz="2400" u="none">
              <a:solidFill>
                <a:srgbClr val="808080"/>
              </a:solidFill>
              <a:latin typeface="Arial"/>
              <a:ea typeface="Arial"/>
              <a:cs typeface="Arial"/>
              <a:sym typeface="Arial"/>
            </a:endParaRPr>
          </a:p>
          <a:p>
            <a:pPr indent="-323850" lvl="0" marL="431800" rtl="0" algn="l">
              <a:lnSpc>
                <a:spcPct val="98000"/>
              </a:lnSpc>
              <a:spcBef>
                <a:spcPts val="1400"/>
              </a:spcBef>
              <a:spcAft>
                <a:spcPts val="0"/>
              </a:spcAft>
              <a:buSzPts val="2400"/>
              <a:buNone/>
            </a:pPr>
            <a:r>
              <a:t/>
            </a:r>
            <a:endParaRPr b="0" i="0" sz="2400" u="none">
              <a:solidFill>
                <a:srgbClr val="808080"/>
              </a:solidFill>
              <a:latin typeface="Arial"/>
              <a:ea typeface="Arial"/>
              <a:cs typeface="Arial"/>
              <a:sym typeface="Arial"/>
            </a:endParaRPr>
          </a:p>
          <a:p>
            <a:pPr indent="-323850" lvl="0" marL="431800" rtl="0" algn="l">
              <a:lnSpc>
                <a:spcPct val="98000"/>
              </a:lnSpc>
              <a:spcBef>
                <a:spcPts val="1400"/>
              </a:spcBef>
              <a:spcAft>
                <a:spcPts val="0"/>
              </a:spcAft>
              <a:buSzPts val="2400"/>
              <a:buNone/>
            </a:pPr>
            <a:r>
              <a:t/>
            </a:r>
            <a:endParaRPr b="0" i="0" sz="2400" u="none">
              <a:solidFill>
                <a:srgbClr val="808080"/>
              </a:solidFill>
              <a:latin typeface="Arial"/>
              <a:ea typeface="Arial"/>
              <a:cs typeface="Arial"/>
              <a:sym typeface="Arial"/>
            </a:endParaRPr>
          </a:p>
          <a:p>
            <a:pPr indent="-323850" lvl="0" marL="431800" rtl="0" algn="l">
              <a:lnSpc>
                <a:spcPct val="98000"/>
              </a:lnSpc>
              <a:spcBef>
                <a:spcPts val="1400"/>
              </a:spcBef>
              <a:spcAft>
                <a:spcPts val="0"/>
              </a:spcAft>
              <a:buSzPts val="2400"/>
              <a:buNone/>
            </a:pPr>
            <a:r>
              <a:t/>
            </a:r>
            <a:endParaRPr b="0" i="0" sz="2400" u="none">
              <a:solidFill>
                <a:srgbClr val="808080"/>
              </a:solidFill>
              <a:latin typeface="Arial"/>
              <a:ea typeface="Arial"/>
              <a:cs typeface="Arial"/>
              <a:sym typeface="Arial"/>
            </a:endParaRPr>
          </a:p>
          <a:p>
            <a:pPr indent="-323850" lvl="0" marL="431800" rtl="0" algn="l">
              <a:lnSpc>
                <a:spcPct val="98000"/>
              </a:lnSpc>
              <a:spcBef>
                <a:spcPts val="1400"/>
              </a:spcBef>
              <a:spcAft>
                <a:spcPts val="0"/>
              </a:spcAft>
              <a:buSzPts val="2400"/>
              <a:buNone/>
            </a:pPr>
            <a:r>
              <a:t/>
            </a:r>
            <a:endParaRPr b="0" i="0" sz="2400" u="none">
              <a:solidFill>
                <a:srgbClr val="808080"/>
              </a:solidFill>
              <a:latin typeface="Arial"/>
              <a:ea typeface="Arial"/>
              <a:cs typeface="Arial"/>
              <a:sym typeface="Arial"/>
            </a:endParaRPr>
          </a:p>
          <a:p>
            <a:pPr indent="-323850" lvl="0" marL="431800" rtl="0" algn="l">
              <a:lnSpc>
                <a:spcPct val="98000"/>
              </a:lnSpc>
              <a:spcBef>
                <a:spcPts val="1400"/>
              </a:spcBef>
              <a:spcAft>
                <a:spcPts val="0"/>
              </a:spcAft>
              <a:buSzPts val="2400"/>
              <a:buNone/>
            </a:pPr>
            <a:r>
              <a:t/>
            </a:r>
            <a:endParaRPr b="0" i="0" sz="2400" u="none">
              <a:solidFill>
                <a:srgbClr val="808080"/>
              </a:solidFill>
              <a:latin typeface="Arial"/>
              <a:ea typeface="Arial"/>
              <a:cs typeface="Arial"/>
              <a:sym typeface="Arial"/>
            </a:endParaRPr>
          </a:p>
          <a:p>
            <a:pPr indent="-323850" lvl="0" marL="431800" rtl="0" algn="l">
              <a:lnSpc>
                <a:spcPct val="98000"/>
              </a:lnSpc>
              <a:spcBef>
                <a:spcPts val="1400"/>
              </a:spcBef>
              <a:spcAft>
                <a:spcPts val="0"/>
              </a:spcAft>
              <a:buSzPts val="2600"/>
              <a:buNone/>
            </a:pPr>
            <a:r>
              <a:t/>
            </a:r>
            <a:endParaRPr b="0" i="0" sz="2600" u="none">
              <a:solidFill>
                <a:srgbClr val="808080"/>
              </a:solidFill>
              <a:latin typeface="Arial"/>
              <a:ea typeface="Arial"/>
              <a:cs typeface="Arial"/>
              <a:sym typeface="Arial"/>
            </a:endParaRPr>
          </a:p>
          <a:p>
            <a:pPr indent="-342900" lvl="0" marL="342900" rtl="0" algn="l">
              <a:lnSpc>
                <a:spcPct val="101000"/>
              </a:lnSpc>
              <a:spcBef>
                <a:spcPts val="1400"/>
              </a:spcBef>
              <a:spcAft>
                <a:spcPts val="0"/>
              </a:spcAft>
              <a:buNone/>
            </a:pPr>
            <a:r>
              <a:t/>
            </a:r>
            <a:endParaRPr b="0" i="0" sz="2600" u="none">
              <a:solidFill>
                <a:srgbClr val="808080"/>
              </a:solidFill>
              <a:latin typeface="Arial"/>
              <a:ea typeface="Arial"/>
              <a:cs typeface="Arial"/>
              <a:sym typeface="Arial"/>
            </a:endParaRPr>
          </a:p>
        </p:txBody>
      </p:sp>
      <p:pic>
        <p:nvPicPr>
          <p:cNvPr id="512" name="Google Shape;512;p36"/>
          <p:cNvPicPr preferRelativeResize="0"/>
          <p:nvPr/>
        </p:nvPicPr>
        <p:blipFill rotWithShape="1">
          <a:blip r:embed="rId3">
            <a:alphaModFix/>
          </a:blip>
          <a:srcRect b="0" l="0" r="0" t="0"/>
          <a:stretch/>
        </p:blipFill>
        <p:spPr>
          <a:xfrm>
            <a:off x="5975350" y="4319588"/>
            <a:ext cx="3959225" cy="2376487"/>
          </a:xfrm>
          <a:prstGeom prst="rect">
            <a:avLst/>
          </a:prstGeom>
          <a:noFill/>
          <a:ln>
            <a:noFill/>
          </a:ln>
        </p:spPr>
      </p:pic>
      <p:pic>
        <p:nvPicPr>
          <p:cNvPr id="513" name="Google Shape;513;p36"/>
          <p:cNvPicPr preferRelativeResize="0"/>
          <p:nvPr/>
        </p:nvPicPr>
        <p:blipFill rotWithShape="1">
          <a:blip r:embed="rId4">
            <a:alphaModFix/>
          </a:blip>
          <a:srcRect b="0" l="0" r="0" t="0"/>
          <a:stretch/>
        </p:blipFill>
        <p:spPr>
          <a:xfrm>
            <a:off x="215900" y="4392613"/>
            <a:ext cx="3671888" cy="2232025"/>
          </a:xfrm>
          <a:prstGeom prst="rect">
            <a:avLst/>
          </a:prstGeom>
          <a:noFill/>
          <a:ln>
            <a:noFill/>
          </a:ln>
        </p:spPr>
      </p:pic>
      <p:sp>
        <p:nvSpPr>
          <p:cNvPr id="514" name="Google Shape;514;p36"/>
          <p:cNvSpPr txBox="1"/>
          <p:nvPr/>
        </p:nvSpPr>
        <p:spPr>
          <a:xfrm>
            <a:off x="4183062" y="5256212"/>
            <a:ext cx="1577975" cy="490537"/>
          </a:xfrm>
          <a:prstGeom prst="rect">
            <a:avLst/>
          </a:prstGeom>
          <a:noFill/>
          <a:ln>
            <a:noFill/>
          </a:ln>
        </p:spPr>
        <p:txBody>
          <a:bodyPr anchorCtr="0" anchor="t" bIns="45000" lIns="90000" spcFirstLastPara="1" rIns="90000" wrap="square" tIns="61000">
            <a:noAutofit/>
          </a:bodyPr>
          <a:lstStyle/>
          <a:p>
            <a:pPr indent="0" lvl="0" marL="0" marR="0" rtl="0" algn="l">
              <a:lnSpc>
                <a:spcPct val="93000"/>
              </a:lnSpc>
              <a:spcBef>
                <a:spcPts val="0"/>
              </a:spcBef>
              <a:spcAft>
                <a:spcPts val="0"/>
              </a:spcAft>
              <a:buClr>
                <a:srgbClr val="FF0000"/>
              </a:buClr>
              <a:buSzPts val="1800"/>
              <a:buFont typeface="Arial"/>
              <a:buNone/>
            </a:pPr>
            <a:r>
              <a:rPr b="0" i="0" lang="en-US" sz="1800" u="none">
                <a:solidFill>
                  <a:srgbClr val="FF0000"/>
                </a:solidFill>
                <a:latin typeface="Arial"/>
                <a:ea typeface="Arial"/>
                <a:cs typeface="Arial"/>
                <a:sym typeface="Arial"/>
              </a:rPr>
              <a:t>Đặt lại tên cột</a:t>
            </a:r>
            <a:endParaRPr/>
          </a:p>
        </p:txBody>
      </p:sp>
      <p:cxnSp>
        <p:nvCxnSpPr>
          <p:cNvPr id="515" name="Google Shape;515;p36"/>
          <p:cNvCxnSpPr/>
          <p:nvPr/>
        </p:nvCxnSpPr>
        <p:spPr>
          <a:xfrm>
            <a:off x="4183062" y="5688012"/>
            <a:ext cx="1792287" cy="1587"/>
          </a:xfrm>
          <a:prstGeom prst="straightConnector1">
            <a:avLst/>
          </a:prstGeom>
          <a:noFill/>
          <a:ln cap="flat" cmpd="sng" w="9525">
            <a:solidFill>
              <a:srgbClr val="000000"/>
            </a:solidFill>
            <a:prstDash val="solid"/>
            <a:miter lim="800000"/>
            <a:headEnd len="med" w="med" type="none"/>
            <a:tailEnd len="med" w="med" type="triangle"/>
          </a:ln>
        </p:spPr>
      </p:cxn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37"/>
          <p:cNvSpPr txBox="1"/>
          <p:nvPr/>
        </p:nvSpPr>
        <p:spPr>
          <a:xfrm>
            <a:off x="503237" y="6886575"/>
            <a:ext cx="2346325" cy="519112"/>
          </a:xfrm>
          <a:prstGeom prst="rect">
            <a:avLst/>
          </a:prstGeom>
          <a:noFill/>
          <a:ln>
            <a:noFill/>
          </a:ln>
        </p:spPr>
        <p:txBody>
          <a:bodyPr anchorCtr="0" anchor="t" bIns="0" lIns="0" spcFirstLastPara="1" rIns="0" wrap="square" tIns="0">
            <a:noAutofit/>
          </a:bodyPr>
          <a:lstStyle/>
          <a:p>
            <a:pPr indent="0" lvl="0" marL="0" marR="0" rtl="0" algn="l">
              <a:lnSpc>
                <a:spcPct val="93000"/>
              </a:lnSpc>
              <a:spcBef>
                <a:spcPts val="0"/>
              </a:spcBef>
              <a:spcAft>
                <a:spcPts val="0"/>
              </a:spcAft>
              <a:buClr>
                <a:srgbClr val="000000"/>
              </a:buClr>
              <a:buSzPts val="1400"/>
              <a:buFont typeface="Times New Roman"/>
              <a:buNone/>
            </a:pPr>
            <a:r>
              <a:rPr b="0" i="0" lang="en-US" sz="1400" u="none">
                <a:solidFill>
                  <a:srgbClr val="000000"/>
                </a:solidFill>
                <a:latin typeface="Times New Roman"/>
                <a:ea typeface="Times New Roman"/>
                <a:cs typeface="Times New Roman"/>
                <a:sym typeface="Times New Roman"/>
              </a:rPr>
              <a:t>*</a:t>
            </a:r>
            <a:endParaRPr/>
          </a:p>
        </p:txBody>
      </p:sp>
      <p:sp>
        <p:nvSpPr>
          <p:cNvPr id="522" name="Google Shape;522;p37"/>
          <p:cNvSpPr txBox="1"/>
          <p:nvPr/>
        </p:nvSpPr>
        <p:spPr>
          <a:xfrm>
            <a:off x="7227887" y="6886575"/>
            <a:ext cx="2346325" cy="519112"/>
          </a:xfrm>
          <a:prstGeom prst="rect">
            <a:avLst/>
          </a:prstGeom>
          <a:noFill/>
          <a:ln>
            <a:noFill/>
          </a:ln>
        </p:spPr>
        <p:txBody>
          <a:bodyPr anchorCtr="0" anchor="t"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a:solidFill>
                  <a:srgbClr val="000000"/>
                </a:solidFill>
                <a:latin typeface="Times New Roman"/>
                <a:ea typeface="Times New Roman"/>
                <a:cs typeface="Times New Roman"/>
                <a:sym typeface="Times New Roman"/>
              </a:rPr>
              <a:t>‹#›</a:t>
            </a:fld>
            <a:endParaRPr/>
          </a:p>
        </p:txBody>
      </p:sp>
      <p:sp>
        <p:nvSpPr>
          <p:cNvPr id="523" name="Google Shape;523;p37"/>
          <p:cNvSpPr txBox="1"/>
          <p:nvPr>
            <p:ph type="title"/>
          </p:nvPr>
        </p:nvSpPr>
        <p:spPr>
          <a:xfrm>
            <a:off x="503237" y="301625"/>
            <a:ext cx="9070975" cy="1262062"/>
          </a:xfrm>
          <a:prstGeom prst="rect">
            <a:avLst/>
          </a:prstGeom>
          <a:noFill/>
          <a:ln>
            <a:noFill/>
          </a:ln>
        </p:spPr>
        <p:txBody>
          <a:bodyPr anchorCtr="0" anchor="ctr" bIns="0" lIns="0" spcFirstLastPara="1" rIns="0" wrap="square" tIns="0">
            <a:noAutofit/>
          </a:bodyPr>
          <a:lstStyle/>
          <a:p>
            <a:pPr indent="0" lvl="0" marL="0" rtl="0" algn="l">
              <a:lnSpc>
                <a:spcPct val="101000"/>
              </a:lnSpc>
              <a:spcBef>
                <a:spcPts val="0"/>
              </a:spcBef>
              <a:spcAft>
                <a:spcPts val="0"/>
              </a:spcAft>
              <a:buSzPts val="3200"/>
              <a:buNone/>
            </a:pPr>
            <a:r>
              <a:rPr b="1" i="0" lang="en-US" sz="3200" u="none">
                <a:solidFill>
                  <a:srgbClr val="000000"/>
                </a:solidFill>
                <a:latin typeface="Arial"/>
                <a:ea typeface="Arial"/>
                <a:cs typeface="Arial"/>
                <a:sym typeface="Arial"/>
              </a:rPr>
              <a:t> Lệnh SELECT - Từ khóa AS </a:t>
            </a:r>
            <a:endParaRPr/>
          </a:p>
        </p:txBody>
      </p:sp>
      <p:sp>
        <p:nvSpPr>
          <p:cNvPr id="524" name="Google Shape;524;p37"/>
          <p:cNvSpPr txBox="1"/>
          <p:nvPr>
            <p:ph idx="1" type="body"/>
          </p:nvPr>
        </p:nvSpPr>
        <p:spPr>
          <a:xfrm>
            <a:off x="503237" y="1768475"/>
            <a:ext cx="9070975" cy="4997450"/>
          </a:xfrm>
          <a:prstGeom prst="rect">
            <a:avLst/>
          </a:prstGeom>
          <a:noFill/>
          <a:ln>
            <a:noFill/>
          </a:ln>
        </p:spPr>
        <p:txBody>
          <a:bodyPr anchorCtr="0" anchor="t" bIns="0" lIns="0" spcFirstLastPara="1" rIns="0" wrap="square" tIns="0">
            <a:noAutofit/>
          </a:bodyPr>
          <a:lstStyle/>
          <a:p>
            <a:pPr indent="-323850" lvl="0" marL="431800" rtl="0" algn="l">
              <a:lnSpc>
                <a:spcPct val="101000"/>
              </a:lnSpc>
              <a:spcBef>
                <a:spcPts val="0"/>
              </a:spcBef>
              <a:spcAft>
                <a:spcPts val="0"/>
              </a:spcAft>
              <a:buClr>
                <a:srgbClr val="000000"/>
              </a:buClr>
              <a:buSzPts val="1170"/>
              <a:buFont typeface="Noto Sans Symbols"/>
              <a:buChar char="●"/>
            </a:pPr>
            <a:r>
              <a:rPr b="1" i="0" lang="en-US" sz="2600" u="none">
                <a:solidFill>
                  <a:srgbClr val="800000"/>
                </a:solidFill>
                <a:latin typeface="Arial"/>
                <a:ea typeface="Arial"/>
                <a:cs typeface="Arial"/>
                <a:sym typeface="Arial"/>
              </a:rPr>
              <a:t>Bí danh</a:t>
            </a:r>
            <a:r>
              <a:rPr b="0" i="0" lang="en-US" sz="2600" u="none">
                <a:solidFill>
                  <a:srgbClr val="000000"/>
                </a:solidFill>
                <a:latin typeface="Arial"/>
                <a:ea typeface="Arial"/>
                <a:cs typeface="Arial"/>
                <a:sym typeface="Arial"/>
              </a:rPr>
              <a:t> cho phép tạm thời đặt lại tên bảng </a:t>
            </a:r>
            <a:endParaRPr/>
          </a:p>
          <a:p>
            <a:pPr indent="-323850" lvl="0" marL="431800" rtl="0" algn="l">
              <a:lnSpc>
                <a:spcPct val="101000"/>
              </a:lnSpc>
              <a:spcBef>
                <a:spcPts val="140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Ví dụ:  </a:t>
            </a:r>
            <a:endParaRPr/>
          </a:p>
          <a:p>
            <a:pPr indent="-323850" lvl="0" marL="431800" rtl="0" algn="l">
              <a:lnSpc>
                <a:spcPct val="98000"/>
              </a:lnSpc>
              <a:spcBef>
                <a:spcPts val="1400"/>
              </a:spcBef>
              <a:spcAft>
                <a:spcPts val="0"/>
              </a:spcAft>
              <a:buSzPts val="2400"/>
              <a:buNone/>
            </a:pPr>
            <a:r>
              <a:rPr b="0" i="0" lang="en-US" sz="2400" u="none">
                <a:solidFill>
                  <a:srgbClr val="0000FF"/>
                </a:solidFill>
                <a:latin typeface="Arial"/>
                <a:ea typeface="Arial"/>
                <a:cs typeface="Arial"/>
                <a:sym typeface="Arial"/>
              </a:rPr>
              <a:t> SELECT</a:t>
            </a:r>
            <a:r>
              <a:rPr b="0" i="0" lang="en-US" sz="2400" u="none">
                <a:solidFill>
                  <a:srgbClr val="808080"/>
                </a:solidFill>
                <a:latin typeface="Arial"/>
                <a:ea typeface="Arial"/>
                <a:cs typeface="Arial"/>
                <a:sym typeface="Arial"/>
              </a:rPr>
              <a:t> p.</a:t>
            </a:r>
            <a:r>
              <a:rPr b="0" i="0" lang="en-US" sz="2400" u="none">
                <a:solidFill>
                  <a:srgbClr val="008080"/>
                </a:solidFill>
                <a:latin typeface="Arial"/>
                <a:ea typeface="Arial"/>
                <a:cs typeface="Arial"/>
                <a:sym typeface="Arial"/>
              </a:rPr>
              <a:t>hoten</a:t>
            </a:r>
            <a:r>
              <a:rPr b="0" i="0" lang="en-US" sz="2400" u="none">
                <a:solidFill>
                  <a:srgbClr val="808080"/>
                </a:solidFill>
                <a:latin typeface="Arial"/>
                <a:ea typeface="Arial"/>
                <a:cs typeface="Arial"/>
                <a:sym typeface="Arial"/>
              </a:rPr>
              <a:t>, p.</a:t>
            </a:r>
            <a:r>
              <a:rPr b="0" i="0" lang="en-US" sz="2400" u="none">
                <a:solidFill>
                  <a:srgbClr val="008080"/>
                </a:solidFill>
                <a:latin typeface="Arial"/>
                <a:ea typeface="Arial"/>
                <a:cs typeface="Arial"/>
                <a:sym typeface="Arial"/>
              </a:rPr>
              <a:t>dchi</a:t>
            </a:r>
            <a:r>
              <a:rPr b="0" i="0" lang="en-US" sz="2400" u="none">
                <a:solidFill>
                  <a:srgbClr val="0000CC"/>
                </a:solidFill>
                <a:latin typeface="Arial"/>
                <a:ea typeface="Arial"/>
                <a:cs typeface="Arial"/>
                <a:sym typeface="Arial"/>
              </a:rPr>
              <a:t> </a:t>
            </a:r>
            <a:r>
              <a:rPr b="0" i="0" lang="en-US" sz="2400" u="none">
                <a:solidFill>
                  <a:srgbClr val="800000"/>
                </a:solidFill>
                <a:latin typeface="Arial"/>
                <a:ea typeface="Arial"/>
                <a:cs typeface="Arial"/>
                <a:sym typeface="Arial"/>
              </a:rPr>
              <a:t>AS</a:t>
            </a:r>
            <a:r>
              <a:rPr b="0" i="0" lang="en-US" sz="2400" u="none">
                <a:solidFill>
                  <a:srgbClr val="0000CC"/>
                </a:solidFill>
                <a:latin typeface="Arial"/>
                <a:ea typeface="Arial"/>
                <a:cs typeface="Arial"/>
                <a:sym typeface="Arial"/>
              </a:rPr>
              <a:t> diachi</a:t>
            </a:r>
            <a:endParaRPr/>
          </a:p>
          <a:p>
            <a:pPr indent="-323850" lvl="0" marL="431800" rtl="0" algn="l">
              <a:lnSpc>
                <a:spcPct val="98000"/>
              </a:lnSpc>
              <a:spcBef>
                <a:spcPts val="1400"/>
              </a:spcBef>
              <a:spcAft>
                <a:spcPts val="0"/>
              </a:spcAft>
              <a:buSzPts val="2400"/>
              <a:buNone/>
            </a:pPr>
            <a:r>
              <a:rPr b="0" i="0" lang="en-US" sz="2400" u="none">
                <a:solidFill>
                  <a:srgbClr val="000000"/>
                </a:solidFill>
                <a:latin typeface="Arial"/>
                <a:ea typeface="Arial"/>
                <a:cs typeface="Arial"/>
                <a:sym typeface="Arial"/>
              </a:rPr>
              <a:t>    </a:t>
            </a:r>
            <a:r>
              <a:rPr b="0" i="0" lang="en-US" sz="2400" u="none">
                <a:solidFill>
                  <a:srgbClr val="0000FF"/>
                </a:solidFill>
                <a:latin typeface="Arial"/>
                <a:ea typeface="Arial"/>
                <a:cs typeface="Arial"/>
                <a:sym typeface="Arial"/>
              </a:rPr>
              <a:t>FROM</a:t>
            </a:r>
            <a:r>
              <a:rPr b="0" i="0" lang="en-US" sz="2400" u="none">
                <a:solidFill>
                  <a:srgbClr val="000000"/>
                </a:solidFill>
                <a:latin typeface="Arial"/>
                <a:ea typeface="Arial"/>
                <a:cs typeface="Arial"/>
                <a:sym typeface="Arial"/>
              </a:rPr>
              <a:t> </a:t>
            </a:r>
            <a:r>
              <a:rPr b="0" i="0" lang="en-US" sz="2400" u="none">
                <a:solidFill>
                  <a:srgbClr val="008080"/>
                </a:solidFill>
                <a:latin typeface="Arial"/>
                <a:ea typeface="Arial"/>
                <a:cs typeface="Arial"/>
                <a:sym typeface="Arial"/>
              </a:rPr>
              <a:t>PHICONG</a:t>
            </a:r>
            <a:r>
              <a:rPr b="0" i="0" lang="en-US" sz="2400" u="none">
                <a:solidFill>
                  <a:srgbClr val="000000"/>
                </a:solidFill>
                <a:latin typeface="Arial"/>
                <a:ea typeface="Arial"/>
                <a:cs typeface="Arial"/>
                <a:sym typeface="Arial"/>
              </a:rPr>
              <a:t> </a:t>
            </a:r>
            <a:r>
              <a:rPr b="0" i="0" lang="en-US" sz="2400" u="none">
                <a:solidFill>
                  <a:srgbClr val="990000"/>
                </a:solidFill>
                <a:latin typeface="Arial"/>
                <a:ea typeface="Arial"/>
                <a:cs typeface="Arial"/>
                <a:sym typeface="Arial"/>
              </a:rPr>
              <a:t>AS </a:t>
            </a:r>
            <a:r>
              <a:rPr b="0" i="0" lang="en-US" sz="2400" u="none">
                <a:solidFill>
                  <a:srgbClr val="0000CC"/>
                </a:solidFill>
                <a:latin typeface="Arial"/>
                <a:ea typeface="Arial"/>
                <a:cs typeface="Arial"/>
                <a:sym typeface="Arial"/>
              </a:rPr>
              <a:t>p</a:t>
            </a:r>
            <a:r>
              <a:rPr b="0" i="0" lang="en-US" sz="2400" u="none">
                <a:solidFill>
                  <a:srgbClr val="808080"/>
                </a:solidFill>
                <a:latin typeface="Arial"/>
                <a:ea typeface="Arial"/>
                <a:cs typeface="Arial"/>
                <a:sym typeface="Arial"/>
              </a:rPr>
              <a:t>;</a:t>
            </a:r>
            <a:endParaRPr/>
          </a:p>
          <a:p>
            <a:pPr indent="-323850" lvl="0" marL="431800" rtl="0" algn="l">
              <a:lnSpc>
                <a:spcPct val="98000"/>
              </a:lnSpc>
              <a:spcBef>
                <a:spcPts val="1400"/>
              </a:spcBef>
              <a:spcAft>
                <a:spcPts val="0"/>
              </a:spcAft>
              <a:buClr>
                <a:srgbClr val="000000"/>
              </a:buClr>
              <a:buSzPts val="1080"/>
              <a:buFont typeface="Noto Sans Symbols"/>
              <a:buChar char="●"/>
            </a:pPr>
            <a:r>
              <a:rPr b="0" i="0" lang="en-US" sz="2400" u="none">
                <a:solidFill>
                  <a:srgbClr val="990000"/>
                </a:solidFill>
                <a:latin typeface="Arial"/>
                <a:ea typeface="Arial"/>
                <a:cs typeface="Arial"/>
                <a:sym typeface="Arial"/>
              </a:rPr>
              <a:t>AS là tuỳ chọn </a:t>
            </a:r>
            <a:r>
              <a:rPr b="0" i="0" lang="en-US" sz="2400" u="none">
                <a:solidFill>
                  <a:srgbClr val="000000"/>
                </a:solidFill>
                <a:latin typeface="Arial"/>
                <a:ea typeface="Arial"/>
                <a:cs typeface="Arial"/>
                <a:sym typeface="Arial"/>
              </a:rPr>
              <a:t>và có thể bỏ qua, nghĩa là:</a:t>
            </a:r>
            <a:endParaRPr/>
          </a:p>
          <a:p>
            <a:pPr indent="-323850" lvl="0" marL="431800" rtl="0" algn="l">
              <a:lnSpc>
                <a:spcPct val="98000"/>
              </a:lnSpc>
              <a:spcBef>
                <a:spcPts val="1400"/>
              </a:spcBef>
              <a:spcAft>
                <a:spcPts val="0"/>
              </a:spcAft>
              <a:buSzPts val="2400"/>
              <a:buNone/>
            </a:pPr>
            <a:r>
              <a:rPr b="0" i="0" lang="en-US" sz="2400" u="none">
                <a:solidFill>
                  <a:srgbClr val="008080"/>
                </a:solidFill>
                <a:latin typeface="Arial"/>
                <a:ea typeface="Arial"/>
                <a:cs typeface="Arial"/>
                <a:sym typeface="Arial"/>
              </a:rPr>
              <a:t>        - PHICONG</a:t>
            </a:r>
            <a:r>
              <a:rPr b="0" i="0" lang="en-US" sz="2400" u="none">
                <a:solidFill>
                  <a:srgbClr val="000000"/>
                </a:solidFill>
                <a:latin typeface="Arial"/>
                <a:ea typeface="Arial"/>
                <a:cs typeface="Arial"/>
                <a:sym typeface="Arial"/>
              </a:rPr>
              <a:t> </a:t>
            </a:r>
            <a:r>
              <a:rPr b="0" i="0" lang="en-US" sz="2400" u="none">
                <a:solidFill>
                  <a:srgbClr val="990000"/>
                </a:solidFill>
                <a:latin typeface="Arial"/>
                <a:ea typeface="Arial"/>
                <a:cs typeface="Arial"/>
                <a:sym typeface="Arial"/>
              </a:rPr>
              <a:t>AS </a:t>
            </a:r>
            <a:r>
              <a:rPr b="0" i="0" lang="en-US" sz="2400" u="none">
                <a:solidFill>
                  <a:srgbClr val="0000CC"/>
                </a:solidFill>
                <a:latin typeface="Arial"/>
                <a:ea typeface="Arial"/>
                <a:cs typeface="Arial"/>
                <a:sym typeface="Arial"/>
              </a:rPr>
              <a:t>p</a:t>
            </a:r>
            <a:r>
              <a:rPr b="0" i="0" lang="en-US" sz="2400" u="none">
                <a:solidFill>
                  <a:srgbClr val="000000"/>
                </a:solidFill>
                <a:latin typeface="Arial"/>
                <a:ea typeface="Arial"/>
                <a:cs typeface="Arial"/>
                <a:sym typeface="Arial"/>
              </a:rPr>
              <a:t> = </a:t>
            </a:r>
            <a:r>
              <a:rPr b="0" i="0" lang="en-US" sz="2400" u="none">
                <a:solidFill>
                  <a:srgbClr val="008080"/>
                </a:solidFill>
                <a:latin typeface="Arial"/>
                <a:ea typeface="Arial"/>
                <a:cs typeface="Arial"/>
                <a:sym typeface="Arial"/>
              </a:rPr>
              <a:t>PHICONG</a:t>
            </a:r>
            <a:r>
              <a:rPr b="0" i="0" lang="en-US" sz="2400" u="none">
                <a:solidFill>
                  <a:srgbClr val="990000"/>
                </a:solidFill>
                <a:latin typeface="Arial"/>
                <a:ea typeface="Arial"/>
                <a:cs typeface="Arial"/>
                <a:sym typeface="Arial"/>
              </a:rPr>
              <a:t> </a:t>
            </a:r>
            <a:r>
              <a:rPr b="0" i="0" lang="en-US" sz="2400" u="none">
                <a:solidFill>
                  <a:srgbClr val="0000CC"/>
                </a:solidFill>
                <a:latin typeface="Arial"/>
                <a:ea typeface="Arial"/>
                <a:cs typeface="Arial"/>
                <a:sym typeface="Arial"/>
              </a:rPr>
              <a:t>p</a:t>
            </a:r>
            <a:r>
              <a:rPr b="0" i="0" lang="en-US" sz="2400" u="none">
                <a:solidFill>
                  <a:srgbClr val="000000"/>
                </a:solidFill>
                <a:latin typeface="Arial"/>
                <a:ea typeface="Arial"/>
                <a:cs typeface="Arial"/>
                <a:sym typeface="Arial"/>
              </a:rPr>
              <a:t> </a:t>
            </a:r>
            <a:endParaRPr/>
          </a:p>
          <a:p>
            <a:pPr indent="-323850" lvl="0" marL="431800" rtl="0" algn="l">
              <a:lnSpc>
                <a:spcPct val="98000"/>
              </a:lnSpc>
              <a:spcBef>
                <a:spcPts val="1400"/>
              </a:spcBef>
              <a:spcAft>
                <a:spcPts val="0"/>
              </a:spcAft>
              <a:buSzPts val="2400"/>
              <a:buNone/>
            </a:pPr>
            <a:r>
              <a:rPr b="0" i="0" lang="en-US" sz="2400" u="none">
                <a:solidFill>
                  <a:srgbClr val="808080"/>
                </a:solidFill>
                <a:latin typeface="Arial"/>
                <a:ea typeface="Arial"/>
                <a:cs typeface="Arial"/>
                <a:sym typeface="Arial"/>
              </a:rPr>
              <a:t> 			     - p.</a:t>
            </a:r>
            <a:r>
              <a:rPr b="0" i="0" lang="en-US" sz="2400" u="none">
                <a:solidFill>
                  <a:srgbClr val="008080"/>
                </a:solidFill>
                <a:latin typeface="Arial"/>
                <a:ea typeface="Arial"/>
                <a:cs typeface="Arial"/>
                <a:sym typeface="Arial"/>
              </a:rPr>
              <a:t>dchi</a:t>
            </a:r>
            <a:r>
              <a:rPr b="0" i="0" lang="en-US" sz="2400" u="none">
                <a:solidFill>
                  <a:srgbClr val="0000CC"/>
                </a:solidFill>
                <a:latin typeface="Arial"/>
                <a:ea typeface="Arial"/>
                <a:cs typeface="Arial"/>
                <a:sym typeface="Arial"/>
              </a:rPr>
              <a:t> </a:t>
            </a:r>
            <a:r>
              <a:rPr b="0" i="0" lang="en-US" sz="2400" u="none">
                <a:solidFill>
                  <a:srgbClr val="800000"/>
                </a:solidFill>
                <a:latin typeface="Arial"/>
                <a:ea typeface="Arial"/>
                <a:cs typeface="Arial"/>
                <a:sym typeface="Arial"/>
              </a:rPr>
              <a:t>AS</a:t>
            </a:r>
            <a:r>
              <a:rPr b="0" i="0" lang="en-US" sz="2400" u="none">
                <a:solidFill>
                  <a:srgbClr val="0000CC"/>
                </a:solidFill>
                <a:latin typeface="Arial"/>
                <a:ea typeface="Arial"/>
                <a:cs typeface="Arial"/>
                <a:sym typeface="Arial"/>
              </a:rPr>
              <a:t> diachi = </a:t>
            </a:r>
            <a:r>
              <a:rPr b="0" i="0" lang="en-US" sz="2400" u="none">
                <a:solidFill>
                  <a:srgbClr val="808080"/>
                </a:solidFill>
                <a:latin typeface="Arial"/>
                <a:ea typeface="Arial"/>
                <a:cs typeface="Arial"/>
                <a:sym typeface="Arial"/>
              </a:rPr>
              <a:t>p.</a:t>
            </a:r>
            <a:r>
              <a:rPr b="0" i="0" lang="en-US" sz="2400" u="none">
                <a:solidFill>
                  <a:srgbClr val="008080"/>
                </a:solidFill>
                <a:latin typeface="Arial"/>
                <a:ea typeface="Arial"/>
                <a:cs typeface="Arial"/>
                <a:sym typeface="Arial"/>
              </a:rPr>
              <a:t>dchi</a:t>
            </a:r>
            <a:r>
              <a:rPr b="0" i="0" lang="en-US" sz="2400" u="none">
                <a:solidFill>
                  <a:srgbClr val="0000CC"/>
                </a:solidFill>
                <a:latin typeface="Arial"/>
                <a:ea typeface="Arial"/>
                <a:cs typeface="Arial"/>
                <a:sym typeface="Arial"/>
              </a:rPr>
              <a:t>  diachi</a:t>
            </a:r>
            <a:endParaRPr/>
          </a:p>
          <a:p>
            <a:pPr indent="-323850" lvl="0" marL="431800" rtl="0" algn="l">
              <a:lnSpc>
                <a:spcPct val="98000"/>
              </a:lnSpc>
              <a:spcBef>
                <a:spcPts val="1400"/>
              </a:spcBef>
              <a:spcAft>
                <a:spcPts val="0"/>
              </a:spcAft>
              <a:buClr>
                <a:srgbClr val="000000"/>
              </a:buClr>
              <a:buSzPts val="1080"/>
              <a:buFont typeface="Noto Sans Symbols"/>
              <a:buChar char="●"/>
            </a:pPr>
            <a:r>
              <a:rPr b="1" i="0" lang="en-US" sz="2400" u="none">
                <a:solidFill>
                  <a:srgbClr val="0000CC"/>
                </a:solidFill>
                <a:latin typeface="Arial"/>
                <a:ea typeface="Arial"/>
                <a:cs typeface="Arial"/>
                <a:sym typeface="Arial"/>
              </a:rPr>
              <a:t>Lưu ý</a:t>
            </a:r>
            <a:r>
              <a:rPr b="0" i="0" lang="en-US" sz="2400" u="none">
                <a:solidFill>
                  <a:srgbClr val="0000CC"/>
                </a:solidFill>
                <a:latin typeface="Arial"/>
                <a:ea typeface="Arial"/>
                <a:cs typeface="Arial"/>
                <a:sym typeface="Arial"/>
              </a:rPr>
              <a:t>:</a:t>
            </a:r>
            <a:endParaRPr/>
          </a:p>
          <a:p>
            <a:pPr indent="-323850" lvl="1" marL="863600" rtl="0" algn="l">
              <a:lnSpc>
                <a:spcPct val="101000"/>
              </a:lnSpc>
              <a:spcBef>
                <a:spcPts val="1400"/>
              </a:spcBef>
              <a:spcAft>
                <a:spcPts val="0"/>
              </a:spcAft>
              <a:buClr>
                <a:srgbClr val="000000"/>
              </a:buClr>
              <a:buSzPts val="1800"/>
              <a:buFont typeface="Noto Sans Symbols"/>
              <a:buChar char="−"/>
            </a:pPr>
            <a:r>
              <a:rPr b="0" i="1" lang="en-US" sz="2400" u="none">
                <a:solidFill>
                  <a:srgbClr val="0000CC"/>
                </a:solidFill>
                <a:latin typeface="Arial"/>
                <a:ea typeface="Arial"/>
                <a:cs typeface="Arial"/>
                <a:sym typeface="Arial"/>
              </a:rPr>
              <a:t>Oracle bỏ qua AS</a:t>
            </a:r>
            <a:endParaRPr/>
          </a:p>
          <a:p>
            <a:pPr indent="-323850" lvl="1" marL="863600" rtl="0" algn="l">
              <a:lnSpc>
                <a:spcPct val="101000"/>
              </a:lnSpc>
              <a:spcBef>
                <a:spcPts val="1100"/>
              </a:spcBef>
              <a:spcAft>
                <a:spcPts val="0"/>
              </a:spcAft>
              <a:buClr>
                <a:srgbClr val="000000"/>
              </a:buClr>
              <a:buSzPts val="1800"/>
              <a:buFont typeface="Noto Sans Symbols"/>
              <a:buChar char="−"/>
            </a:pPr>
            <a:r>
              <a:rPr b="0" i="1" lang="en-US" sz="2400" u="none">
                <a:solidFill>
                  <a:srgbClr val="0000CC"/>
                </a:solidFill>
                <a:latin typeface="Arial"/>
                <a:ea typeface="Arial"/>
                <a:cs typeface="Arial"/>
                <a:sym typeface="Arial"/>
              </a:rPr>
              <a:t>SQL Server: sử dụng cả hai</a:t>
            </a:r>
            <a:endParaRPr/>
          </a:p>
          <a:p>
            <a:pPr indent="-323850" lvl="0" marL="431800" rtl="0" algn="l">
              <a:lnSpc>
                <a:spcPct val="98000"/>
              </a:lnSpc>
              <a:spcBef>
                <a:spcPts val="1100"/>
              </a:spcBef>
              <a:spcAft>
                <a:spcPts val="0"/>
              </a:spcAft>
              <a:buSzPts val="2400"/>
              <a:buNone/>
            </a:pPr>
            <a:r>
              <a:t/>
            </a:r>
            <a:endParaRPr b="0" i="0" sz="2400" u="none">
              <a:solidFill>
                <a:srgbClr val="808080"/>
              </a:solidFill>
              <a:latin typeface="Arial"/>
              <a:ea typeface="Arial"/>
              <a:cs typeface="Arial"/>
              <a:sym typeface="Arial"/>
            </a:endParaRPr>
          </a:p>
          <a:p>
            <a:pPr indent="-323850" lvl="0" marL="431800" rtl="0" algn="l">
              <a:lnSpc>
                <a:spcPct val="98000"/>
              </a:lnSpc>
              <a:spcBef>
                <a:spcPts val="1400"/>
              </a:spcBef>
              <a:spcAft>
                <a:spcPts val="0"/>
              </a:spcAft>
              <a:buSzPts val="2400"/>
              <a:buNone/>
            </a:pPr>
            <a:r>
              <a:t/>
            </a:r>
            <a:endParaRPr b="0" i="0" sz="2400" u="none">
              <a:solidFill>
                <a:srgbClr val="808080"/>
              </a:solidFill>
              <a:latin typeface="Arial"/>
              <a:ea typeface="Arial"/>
              <a:cs typeface="Arial"/>
              <a:sym typeface="Arial"/>
            </a:endParaRPr>
          </a:p>
          <a:p>
            <a:pPr indent="-323850" lvl="0" marL="431800" rtl="0" algn="l">
              <a:lnSpc>
                <a:spcPct val="98000"/>
              </a:lnSpc>
              <a:spcBef>
                <a:spcPts val="1400"/>
              </a:spcBef>
              <a:spcAft>
                <a:spcPts val="0"/>
              </a:spcAft>
              <a:buSzPts val="2400"/>
              <a:buNone/>
            </a:pPr>
            <a:r>
              <a:t/>
            </a:r>
            <a:endParaRPr b="0" i="0" sz="2400" u="none">
              <a:solidFill>
                <a:srgbClr val="808080"/>
              </a:solidFill>
              <a:latin typeface="Arial"/>
              <a:ea typeface="Arial"/>
              <a:cs typeface="Arial"/>
              <a:sym typeface="Arial"/>
            </a:endParaRPr>
          </a:p>
          <a:p>
            <a:pPr indent="-323850" lvl="0" marL="431800" rtl="0" algn="l">
              <a:lnSpc>
                <a:spcPct val="98000"/>
              </a:lnSpc>
              <a:spcBef>
                <a:spcPts val="1400"/>
              </a:spcBef>
              <a:spcAft>
                <a:spcPts val="0"/>
              </a:spcAft>
              <a:buSzPts val="2400"/>
              <a:buNone/>
            </a:pPr>
            <a:r>
              <a:t/>
            </a:r>
            <a:endParaRPr b="0" i="0" sz="2400" u="none">
              <a:solidFill>
                <a:srgbClr val="808080"/>
              </a:solidFill>
              <a:latin typeface="Arial"/>
              <a:ea typeface="Arial"/>
              <a:cs typeface="Arial"/>
              <a:sym typeface="Arial"/>
            </a:endParaRPr>
          </a:p>
          <a:p>
            <a:pPr indent="-323850" lvl="0" marL="431800" rtl="0" algn="l">
              <a:lnSpc>
                <a:spcPct val="98000"/>
              </a:lnSpc>
              <a:spcBef>
                <a:spcPts val="1400"/>
              </a:spcBef>
              <a:spcAft>
                <a:spcPts val="0"/>
              </a:spcAft>
              <a:buSzPts val="2400"/>
              <a:buNone/>
            </a:pPr>
            <a:r>
              <a:t/>
            </a:r>
            <a:endParaRPr b="0" i="0" sz="2400" u="none">
              <a:solidFill>
                <a:srgbClr val="808080"/>
              </a:solidFill>
              <a:latin typeface="Arial"/>
              <a:ea typeface="Arial"/>
              <a:cs typeface="Arial"/>
              <a:sym typeface="Arial"/>
            </a:endParaRPr>
          </a:p>
          <a:p>
            <a:pPr indent="-323850" lvl="0" marL="431800" rtl="0" algn="l">
              <a:lnSpc>
                <a:spcPct val="98000"/>
              </a:lnSpc>
              <a:spcBef>
                <a:spcPts val="1400"/>
              </a:spcBef>
              <a:spcAft>
                <a:spcPts val="0"/>
              </a:spcAft>
              <a:buSzPts val="2400"/>
              <a:buNone/>
            </a:pPr>
            <a:r>
              <a:t/>
            </a:r>
            <a:endParaRPr b="0" i="0" sz="2400" u="none">
              <a:solidFill>
                <a:srgbClr val="808080"/>
              </a:solidFill>
              <a:latin typeface="Arial"/>
              <a:ea typeface="Arial"/>
              <a:cs typeface="Arial"/>
              <a:sym typeface="Arial"/>
            </a:endParaRPr>
          </a:p>
          <a:p>
            <a:pPr indent="-323850" lvl="0" marL="431800" rtl="0" algn="l">
              <a:lnSpc>
                <a:spcPct val="98000"/>
              </a:lnSpc>
              <a:spcBef>
                <a:spcPts val="1400"/>
              </a:spcBef>
              <a:spcAft>
                <a:spcPts val="0"/>
              </a:spcAft>
              <a:buSzPts val="2400"/>
              <a:buNone/>
            </a:pPr>
            <a:r>
              <a:t/>
            </a:r>
            <a:endParaRPr b="0" i="0" sz="2400" u="none">
              <a:solidFill>
                <a:srgbClr val="808080"/>
              </a:solidFill>
              <a:latin typeface="Arial"/>
              <a:ea typeface="Arial"/>
              <a:cs typeface="Arial"/>
              <a:sym typeface="Arial"/>
            </a:endParaRPr>
          </a:p>
          <a:p>
            <a:pPr indent="-323850" lvl="0" marL="431800" rtl="0" algn="l">
              <a:lnSpc>
                <a:spcPct val="98000"/>
              </a:lnSpc>
              <a:spcBef>
                <a:spcPts val="1400"/>
              </a:spcBef>
              <a:spcAft>
                <a:spcPts val="0"/>
              </a:spcAft>
              <a:buSzPts val="2600"/>
              <a:buNone/>
            </a:pPr>
            <a:r>
              <a:t/>
            </a:r>
            <a:endParaRPr b="0" i="0" sz="2600" u="none">
              <a:solidFill>
                <a:srgbClr val="808080"/>
              </a:solidFill>
              <a:latin typeface="Arial"/>
              <a:ea typeface="Arial"/>
              <a:cs typeface="Arial"/>
              <a:sym typeface="Arial"/>
            </a:endParaRPr>
          </a:p>
          <a:p>
            <a:pPr indent="-342900" lvl="0" marL="342900" rtl="0" algn="l">
              <a:lnSpc>
                <a:spcPct val="101000"/>
              </a:lnSpc>
              <a:spcBef>
                <a:spcPts val="1400"/>
              </a:spcBef>
              <a:spcAft>
                <a:spcPts val="0"/>
              </a:spcAft>
              <a:buNone/>
            </a:pPr>
            <a:r>
              <a:t/>
            </a:r>
            <a:endParaRPr b="0" i="0" sz="2600" u="none">
              <a:solidFill>
                <a:srgbClr val="808080"/>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38"/>
          <p:cNvSpPr txBox="1"/>
          <p:nvPr/>
        </p:nvSpPr>
        <p:spPr>
          <a:xfrm>
            <a:off x="503237" y="6886575"/>
            <a:ext cx="2346325" cy="519112"/>
          </a:xfrm>
          <a:prstGeom prst="rect">
            <a:avLst/>
          </a:prstGeom>
          <a:noFill/>
          <a:ln>
            <a:noFill/>
          </a:ln>
        </p:spPr>
        <p:txBody>
          <a:bodyPr anchorCtr="0" anchor="t" bIns="0" lIns="0" spcFirstLastPara="1" rIns="0" wrap="square" tIns="0">
            <a:noAutofit/>
          </a:bodyPr>
          <a:lstStyle/>
          <a:p>
            <a:pPr indent="0" lvl="0" marL="0" marR="0" rtl="0" algn="l">
              <a:lnSpc>
                <a:spcPct val="93000"/>
              </a:lnSpc>
              <a:spcBef>
                <a:spcPts val="0"/>
              </a:spcBef>
              <a:spcAft>
                <a:spcPts val="0"/>
              </a:spcAft>
              <a:buClr>
                <a:srgbClr val="000000"/>
              </a:buClr>
              <a:buSzPts val="1400"/>
              <a:buFont typeface="Times New Roman"/>
              <a:buNone/>
            </a:pPr>
            <a:r>
              <a:rPr b="0" i="0" lang="en-US" sz="1400" u="none">
                <a:solidFill>
                  <a:srgbClr val="000000"/>
                </a:solidFill>
                <a:latin typeface="Times New Roman"/>
                <a:ea typeface="Times New Roman"/>
                <a:cs typeface="Times New Roman"/>
                <a:sym typeface="Times New Roman"/>
              </a:rPr>
              <a:t>*</a:t>
            </a:r>
            <a:endParaRPr/>
          </a:p>
        </p:txBody>
      </p:sp>
      <p:sp>
        <p:nvSpPr>
          <p:cNvPr id="531" name="Google Shape;531;p38"/>
          <p:cNvSpPr txBox="1"/>
          <p:nvPr/>
        </p:nvSpPr>
        <p:spPr>
          <a:xfrm>
            <a:off x="7227887" y="6886575"/>
            <a:ext cx="2346325" cy="519112"/>
          </a:xfrm>
          <a:prstGeom prst="rect">
            <a:avLst/>
          </a:prstGeom>
          <a:noFill/>
          <a:ln>
            <a:noFill/>
          </a:ln>
        </p:spPr>
        <p:txBody>
          <a:bodyPr anchorCtr="0" anchor="t"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a:solidFill>
                  <a:srgbClr val="000000"/>
                </a:solidFill>
                <a:latin typeface="Times New Roman"/>
                <a:ea typeface="Times New Roman"/>
                <a:cs typeface="Times New Roman"/>
                <a:sym typeface="Times New Roman"/>
              </a:rPr>
              <a:t>‹#›</a:t>
            </a:fld>
            <a:endParaRPr/>
          </a:p>
        </p:txBody>
      </p:sp>
      <p:sp>
        <p:nvSpPr>
          <p:cNvPr id="532" name="Google Shape;532;p38"/>
          <p:cNvSpPr txBox="1"/>
          <p:nvPr>
            <p:ph type="title"/>
          </p:nvPr>
        </p:nvSpPr>
        <p:spPr>
          <a:xfrm>
            <a:off x="503237" y="301625"/>
            <a:ext cx="9070975" cy="1262062"/>
          </a:xfrm>
          <a:prstGeom prst="rect">
            <a:avLst/>
          </a:prstGeom>
          <a:noFill/>
          <a:ln>
            <a:noFill/>
          </a:ln>
        </p:spPr>
        <p:txBody>
          <a:bodyPr anchorCtr="0" anchor="ctr" bIns="0" lIns="0" spcFirstLastPara="1" rIns="0" wrap="square" tIns="0">
            <a:noAutofit/>
          </a:bodyPr>
          <a:lstStyle/>
          <a:p>
            <a:pPr indent="0" lvl="0" marL="0" rtl="0" algn="l">
              <a:lnSpc>
                <a:spcPct val="101000"/>
              </a:lnSpc>
              <a:spcBef>
                <a:spcPts val="0"/>
              </a:spcBef>
              <a:spcAft>
                <a:spcPts val="0"/>
              </a:spcAft>
              <a:buSzPts val="3200"/>
              <a:buNone/>
            </a:pPr>
            <a:r>
              <a:rPr b="1" i="0" lang="en-US" sz="3200" u="none">
                <a:solidFill>
                  <a:srgbClr val="000000"/>
                </a:solidFill>
                <a:latin typeface="Arial"/>
                <a:ea typeface="Arial"/>
                <a:cs typeface="Arial"/>
                <a:sym typeface="Arial"/>
              </a:rPr>
              <a:t> Lệnh SELECT - Chọn tất cả các cột</a:t>
            </a:r>
            <a:endParaRPr/>
          </a:p>
        </p:txBody>
      </p:sp>
      <p:sp>
        <p:nvSpPr>
          <p:cNvPr id="533" name="Google Shape;533;p38"/>
          <p:cNvSpPr txBox="1"/>
          <p:nvPr>
            <p:ph idx="1" type="body"/>
          </p:nvPr>
        </p:nvSpPr>
        <p:spPr>
          <a:xfrm>
            <a:off x="503237" y="1768475"/>
            <a:ext cx="9070975" cy="4997450"/>
          </a:xfrm>
          <a:prstGeom prst="rect">
            <a:avLst/>
          </a:prstGeom>
          <a:noFill/>
          <a:ln>
            <a:noFill/>
          </a:ln>
        </p:spPr>
        <p:txBody>
          <a:bodyPr anchorCtr="0" anchor="t" bIns="0" lIns="0" spcFirstLastPara="1" rIns="0" wrap="square" tIns="0">
            <a:noAutofit/>
          </a:bodyPr>
          <a:lstStyle/>
          <a:p>
            <a:pPr indent="-323850" lvl="0" marL="431800" rtl="0" algn="l">
              <a:lnSpc>
                <a:spcPct val="101000"/>
              </a:lnSpc>
              <a:spcBef>
                <a:spcPts val="0"/>
              </a:spcBef>
              <a:spcAft>
                <a:spcPts val="0"/>
              </a:spcAft>
              <a:buClr>
                <a:srgbClr val="000000"/>
              </a:buClr>
              <a:buSzPts val="1170"/>
              <a:buFont typeface="Noto Sans Symbols"/>
              <a:buChar char="●"/>
            </a:pPr>
            <a:r>
              <a:rPr b="0" i="0" lang="en-US" sz="2600" u="none">
                <a:solidFill>
                  <a:srgbClr val="000000"/>
                </a:solidFill>
                <a:latin typeface="Arial"/>
                <a:ea typeface="Arial"/>
                <a:cs typeface="Arial"/>
                <a:sym typeface="Arial"/>
              </a:rPr>
              <a:t>Hiển thị tất cả các cột của một bảng, dùng </a:t>
            </a:r>
            <a:r>
              <a:rPr b="0" i="1" lang="en-US" sz="2600" u="none">
                <a:solidFill>
                  <a:srgbClr val="990000"/>
                </a:solidFill>
                <a:latin typeface="Arial"/>
                <a:ea typeface="Arial"/>
                <a:cs typeface="Arial"/>
                <a:sym typeface="Arial"/>
              </a:rPr>
              <a:t>*</a:t>
            </a:r>
            <a:endParaRPr/>
          </a:p>
          <a:p>
            <a:pPr indent="-323850" lvl="0" marL="431800" rtl="0" algn="l">
              <a:lnSpc>
                <a:spcPct val="101000"/>
              </a:lnSpc>
              <a:spcBef>
                <a:spcPts val="1400"/>
              </a:spcBef>
              <a:spcAft>
                <a:spcPts val="0"/>
              </a:spcAft>
              <a:buClr>
                <a:srgbClr val="000000"/>
              </a:buClr>
              <a:buSzPts val="1170"/>
              <a:buFont typeface="Noto Sans Symbols"/>
              <a:buChar char="●"/>
            </a:pPr>
            <a:r>
              <a:rPr b="0" i="0" lang="en-US" sz="2600" u="none">
                <a:solidFill>
                  <a:srgbClr val="000000"/>
                </a:solidFill>
                <a:latin typeface="Arial"/>
                <a:ea typeface="Arial"/>
                <a:cs typeface="Arial"/>
                <a:sym typeface="Arial"/>
              </a:rPr>
              <a:t>Ví dụ:  Tìm tất cả thông tin của các phi công </a:t>
            </a:r>
            <a:endParaRPr/>
          </a:p>
          <a:p>
            <a:pPr indent="-323850" lvl="0" marL="431800" rtl="0" algn="l">
              <a:lnSpc>
                <a:spcPct val="98000"/>
              </a:lnSpc>
              <a:spcBef>
                <a:spcPts val="1400"/>
              </a:spcBef>
              <a:spcAft>
                <a:spcPts val="0"/>
              </a:spcAft>
              <a:buSzPts val="2200"/>
              <a:buNone/>
            </a:pPr>
            <a:r>
              <a:t/>
            </a:r>
            <a:endParaRPr b="0" i="0" sz="2200" u="none">
              <a:solidFill>
                <a:srgbClr val="0000FF"/>
              </a:solidFill>
              <a:latin typeface="Arial"/>
              <a:ea typeface="Arial"/>
              <a:cs typeface="Arial"/>
              <a:sym typeface="Arial"/>
            </a:endParaRPr>
          </a:p>
          <a:p>
            <a:pPr indent="-323850" lvl="0" marL="431800" rtl="0" algn="l">
              <a:lnSpc>
                <a:spcPct val="98000"/>
              </a:lnSpc>
              <a:spcBef>
                <a:spcPts val="1400"/>
              </a:spcBef>
              <a:spcAft>
                <a:spcPts val="0"/>
              </a:spcAft>
              <a:buSzPts val="2400"/>
              <a:buNone/>
            </a:pPr>
            <a:r>
              <a:rPr b="0" i="0" lang="en-US" sz="2400" u="none">
                <a:solidFill>
                  <a:srgbClr val="0000FF"/>
                </a:solidFill>
                <a:latin typeface="Arial"/>
                <a:ea typeface="Arial"/>
                <a:cs typeface="Arial"/>
                <a:sym typeface="Arial"/>
              </a:rPr>
              <a:t>SELECT</a:t>
            </a:r>
            <a:r>
              <a:rPr b="0" i="0" lang="en-US" sz="2400" u="none">
                <a:solidFill>
                  <a:srgbClr val="000000"/>
                </a:solidFill>
                <a:latin typeface="Arial"/>
                <a:ea typeface="Arial"/>
                <a:cs typeface="Arial"/>
                <a:sym typeface="Arial"/>
              </a:rPr>
              <a:t> </a:t>
            </a:r>
            <a:r>
              <a:rPr b="0" i="0" lang="en-US" sz="2400" u="none">
                <a:solidFill>
                  <a:srgbClr val="008080"/>
                </a:solidFill>
                <a:latin typeface="Arial"/>
                <a:ea typeface="Arial"/>
                <a:cs typeface="Arial"/>
                <a:sym typeface="Arial"/>
              </a:rPr>
              <a:t>*</a:t>
            </a:r>
            <a:r>
              <a:rPr b="0" i="0" lang="en-US" sz="2400" u="none">
                <a:solidFill>
                  <a:srgbClr val="990000"/>
                </a:solidFill>
                <a:latin typeface="Arial"/>
                <a:ea typeface="Arial"/>
                <a:cs typeface="Arial"/>
                <a:sym typeface="Arial"/>
              </a:rPr>
              <a:t> </a:t>
            </a:r>
            <a:endParaRPr/>
          </a:p>
          <a:p>
            <a:pPr indent="-323850" lvl="0" marL="431800" rtl="0" algn="l">
              <a:lnSpc>
                <a:spcPct val="98000"/>
              </a:lnSpc>
              <a:spcBef>
                <a:spcPts val="1400"/>
              </a:spcBef>
              <a:spcAft>
                <a:spcPts val="0"/>
              </a:spcAft>
              <a:buSzPts val="2400"/>
              <a:buNone/>
            </a:pPr>
            <a:r>
              <a:rPr b="0" i="0" lang="en-US" sz="2400" u="none">
                <a:solidFill>
                  <a:srgbClr val="000000"/>
                </a:solidFill>
                <a:latin typeface="Arial"/>
                <a:ea typeface="Arial"/>
                <a:cs typeface="Arial"/>
                <a:sym typeface="Arial"/>
              </a:rPr>
              <a:t>   </a:t>
            </a:r>
            <a:r>
              <a:rPr b="0" i="0" lang="en-US" sz="2400" u="none">
                <a:solidFill>
                  <a:srgbClr val="0000FF"/>
                </a:solidFill>
                <a:latin typeface="Arial"/>
                <a:ea typeface="Arial"/>
                <a:cs typeface="Arial"/>
                <a:sym typeface="Arial"/>
              </a:rPr>
              <a:t>FROM</a:t>
            </a:r>
            <a:r>
              <a:rPr b="0" i="0" lang="en-US" sz="2400" u="none">
                <a:solidFill>
                  <a:srgbClr val="000000"/>
                </a:solidFill>
                <a:latin typeface="Arial"/>
                <a:ea typeface="Arial"/>
                <a:cs typeface="Arial"/>
                <a:sym typeface="Arial"/>
              </a:rPr>
              <a:t> </a:t>
            </a:r>
            <a:r>
              <a:rPr b="0" i="0" lang="en-US" sz="2400" u="none">
                <a:solidFill>
                  <a:srgbClr val="008080"/>
                </a:solidFill>
                <a:latin typeface="Arial"/>
                <a:ea typeface="Arial"/>
                <a:cs typeface="Arial"/>
                <a:sym typeface="Arial"/>
              </a:rPr>
              <a:t>PHICONG</a:t>
            </a:r>
            <a:r>
              <a:rPr b="0" i="0" lang="en-US" sz="2400" u="none">
                <a:solidFill>
                  <a:srgbClr val="000000"/>
                </a:solidFill>
                <a:latin typeface="Arial"/>
                <a:ea typeface="Arial"/>
                <a:cs typeface="Arial"/>
                <a:sym typeface="Arial"/>
              </a:rPr>
              <a:t> </a:t>
            </a:r>
            <a:r>
              <a:rPr b="0" i="0" lang="en-US" sz="2400" u="none">
                <a:solidFill>
                  <a:srgbClr val="808080"/>
                </a:solidFill>
                <a:latin typeface="Arial"/>
                <a:ea typeface="Arial"/>
                <a:cs typeface="Arial"/>
                <a:sym typeface="Arial"/>
              </a:rPr>
              <a:t>;</a:t>
            </a:r>
            <a:endParaRPr/>
          </a:p>
          <a:p>
            <a:pPr indent="-323850" lvl="0" marL="431800" rtl="0" algn="l">
              <a:lnSpc>
                <a:spcPct val="98000"/>
              </a:lnSpc>
              <a:spcBef>
                <a:spcPts val="1400"/>
              </a:spcBef>
              <a:spcAft>
                <a:spcPts val="0"/>
              </a:spcAft>
              <a:buSzPts val="2400"/>
              <a:buNone/>
            </a:pPr>
            <a:r>
              <a:t/>
            </a:r>
            <a:endParaRPr b="0" i="0" sz="2400" u="none">
              <a:solidFill>
                <a:srgbClr val="808080"/>
              </a:solidFill>
              <a:latin typeface="Arial"/>
              <a:ea typeface="Arial"/>
              <a:cs typeface="Arial"/>
              <a:sym typeface="Arial"/>
            </a:endParaRPr>
          </a:p>
          <a:p>
            <a:pPr indent="-323850" lvl="0" marL="431800" rtl="0" algn="l">
              <a:lnSpc>
                <a:spcPct val="98000"/>
              </a:lnSpc>
              <a:spcBef>
                <a:spcPts val="1400"/>
              </a:spcBef>
              <a:spcAft>
                <a:spcPts val="0"/>
              </a:spcAft>
              <a:buSzPts val="2400"/>
              <a:buNone/>
            </a:pPr>
            <a:r>
              <a:t/>
            </a:r>
            <a:endParaRPr b="0" i="0" sz="2400" u="none">
              <a:solidFill>
                <a:srgbClr val="808080"/>
              </a:solidFill>
              <a:latin typeface="Arial"/>
              <a:ea typeface="Arial"/>
              <a:cs typeface="Arial"/>
              <a:sym typeface="Arial"/>
            </a:endParaRPr>
          </a:p>
          <a:p>
            <a:pPr indent="-323850" lvl="0" marL="431800" rtl="0" algn="l">
              <a:lnSpc>
                <a:spcPct val="98000"/>
              </a:lnSpc>
              <a:spcBef>
                <a:spcPts val="1400"/>
              </a:spcBef>
              <a:spcAft>
                <a:spcPts val="0"/>
              </a:spcAft>
              <a:buSzPts val="2400"/>
              <a:buNone/>
            </a:pPr>
            <a:r>
              <a:t/>
            </a:r>
            <a:endParaRPr b="0" i="0" sz="2400" u="none">
              <a:solidFill>
                <a:srgbClr val="808080"/>
              </a:solidFill>
              <a:latin typeface="Arial"/>
              <a:ea typeface="Arial"/>
              <a:cs typeface="Arial"/>
              <a:sym typeface="Arial"/>
            </a:endParaRPr>
          </a:p>
          <a:p>
            <a:pPr indent="-323850" lvl="0" marL="431800" rtl="0" algn="l">
              <a:lnSpc>
                <a:spcPct val="98000"/>
              </a:lnSpc>
              <a:spcBef>
                <a:spcPts val="1400"/>
              </a:spcBef>
              <a:spcAft>
                <a:spcPts val="0"/>
              </a:spcAft>
              <a:buSzPts val="2400"/>
              <a:buNone/>
            </a:pPr>
            <a:r>
              <a:t/>
            </a:r>
            <a:endParaRPr b="0" i="0" sz="2400" u="none">
              <a:solidFill>
                <a:srgbClr val="808080"/>
              </a:solidFill>
              <a:latin typeface="Arial"/>
              <a:ea typeface="Arial"/>
              <a:cs typeface="Arial"/>
              <a:sym typeface="Arial"/>
            </a:endParaRPr>
          </a:p>
          <a:p>
            <a:pPr indent="-323850" lvl="0" marL="431800" rtl="0" algn="l">
              <a:lnSpc>
                <a:spcPct val="98000"/>
              </a:lnSpc>
              <a:spcBef>
                <a:spcPts val="1400"/>
              </a:spcBef>
              <a:spcAft>
                <a:spcPts val="0"/>
              </a:spcAft>
              <a:buSzPts val="2400"/>
              <a:buNone/>
            </a:pPr>
            <a:r>
              <a:t/>
            </a:r>
            <a:endParaRPr b="0" i="0" sz="2400" u="none">
              <a:solidFill>
                <a:srgbClr val="808080"/>
              </a:solidFill>
              <a:latin typeface="Arial"/>
              <a:ea typeface="Arial"/>
              <a:cs typeface="Arial"/>
              <a:sym typeface="Arial"/>
            </a:endParaRPr>
          </a:p>
          <a:p>
            <a:pPr indent="-323850" lvl="0" marL="431800" rtl="0" algn="l">
              <a:lnSpc>
                <a:spcPct val="98000"/>
              </a:lnSpc>
              <a:spcBef>
                <a:spcPts val="1400"/>
              </a:spcBef>
              <a:spcAft>
                <a:spcPts val="0"/>
              </a:spcAft>
              <a:buSzPts val="2400"/>
              <a:buNone/>
            </a:pPr>
            <a:r>
              <a:t/>
            </a:r>
            <a:endParaRPr b="0" i="0" sz="2400" u="none">
              <a:solidFill>
                <a:srgbClr val="808080"/>
              </a:solidFill>
              <a:latin typeface="Arial"/>
              <a:ea typeface="Arial"/>
              <a:cs typeface="Arial"/>
              <a:sym typeface="Arial"/>
            </a:endParaRPr>
          </a:p>
          <a:p>
            <a:pPr indent="-323850" lvl="0" marL="431800" rtl="0" algn="l">
              <a:lnSpc>
                <a:spcPct val="98000"/>
              </a:lnSpc>
              <a:spcBef>
                <a:spcPts val="1400"/>
              </a:spcBef>
              <a:spcAft>
                <a:spcPts val="0"/>
              </a:spcAft>
              <a:buSzPts val="2400"/>
              <a:buNone/>
            </a:pPr>
            <a:r>
              <a:t/>
            </a:r>
            <a:endParaRPr b="0" i="0" sz="2400" u="none">
              <a:solidFill>
                <a:srgbClr val="808080"/>
              </a:solidFill>
              <a:latin typeface="Arial"/>
              <a:ea typeface="Arial"/>
              <a:cs typeface="Arial"/>
              <a:sym typeface="Arial"/>
            </a:endParaRPr>
          </a:p>
          <a:p>
            <a:pPr indent="-323850" lvl="0" marL="431800" rtl="0" algn="l">
              <a:lnSpc>
                <a:spcPct val="98000"/>
              </a:lnSpc>
              <a:spcBef>
                <a:spcPts val="1400"/>
              </a:spcBef>
              <a:spcAft>
                <a:spcPts val="0"/>
              </a:spcAft>
              <a:buSzPts val="2400"/>
              <a:buNone/>
            </a:pPr>
            <a:r>
              <a:t/>
            </a:r>
            <a:endParaRPr b="0" i="0" sz="2400" u="none">
              <a:solidFill>
                <a:srgbClr val="808080"/>
              </a:solidFill>
              <a:latin typeface="Arial"/>
              <a:ea typeface="Arial"/>
              <a:cs typeface="Arial"/>
              <a:sym typeface="Arial"/>
            </a:endParaRPr>
          </a:p>
          <a:p>
            <a:pPr indent="-323850" lvl="0" marL="431800" rtl="0" algn="l">
              <a:lnSpc>
                <a:spcPct val="98000"/>
              </a:lnSpc>
              <a:spcBef>
                <a:spcPts val="1400"/>
              </a:spcBef>
              <a:spcAft>
                <a:spcPts val="0"/>
              </a:spcAft>
              <a:buSzPts val="2400"/>
              <a:buNone/>
            </a:pPr>
            <a:r>
              <a:t/>
            </a:r>
            <a:endParaRPr b="0" i="0" sz="2400" u="none">
              <a:solidFill>
                <a:srgbClr val="808080"/>
              </a:solidFill>
              <a:latin typeface="Arial"/>
              <a:ea typeface="Arial"/>
              <a:cs typeface="Arial"/>
              <a:sym typeface="Arial"/>
            </a:endParaRPr>
          </a:p>
          <a:p>
            <a:pPr indent="-323850" lvl="0" marL="431800" rtl="0" algn="l">
              <a:lnSpc>
                <a:spcPct val="98000"/>
              </a:lnSpc>
              <a:spcBef>
                <a:spcPts val="1400"/>
              </a:spcBef>
              <a:spcAft>
                <a:spcPts val="0"/>
              </a:spcAft>
              <a:buSzPts val="2400"/>
              <a:buNone/>
            </a:pPr>
            <a:r>
              <a:t/>
            </a:r>
            <a:endParaRPr b="0" i="0" sz="2400" u="none">
              <a:solidFill>
                <a:srgbClr val="808080"/>
              </a:solidFill>
              <a:latin typeface="Arial"/>
              <a:ea typeface="Arial"/>
              <a:cs typeface="Arial"/>
              <a:sym typeface="Arial"/>
            </a:endParaRPr>
          </a:p>
          <a:p>
            <a:pPr indent="-323850" lvl="0" marL="431800" rtl="0" algn="l">
              <a:lnSpc>
                <a:spcPct val="98000"/>
              </a:lnSpc>
              <a:spcBef>
                <a:spcPts val="1400"/>
              </a:spcBef>
              <a:spcAft>
                <a:spcPts val="0"/>
              </a:spcAft>
              <a:buSzPts val="2400"/>
              <a:buNone/>
            </a:pPr>
            <a:r>
              <a:t/>
            </a:r>
            <a:endParaRPr b="0" i="0" sz="2400" u="none">
              <a:solidFill>
                <a:srgbClr val="808080"/>
              </a:solidFill>
              <a:latin typeface="Arial"/>
              <a:ea typeface="Arial"/>
              <a:cs typeface="Arial"/>
              <a:sym typeface="Arial"/>
            </a:endParaRPr>
          </a:p>
          <a:p>
            <a:pPr indent="-323850" lvl="0" marL="431800" rtl="0" algn="l">
              <a:lnSpc>
                <a:spcPct val="98000"/>
              </a:lnSpc>
              <a:spcBef>
                <a:spcPts val="1400"/>
              </a:spcBef>
              <a:spcAft>
                <a:spcPts val="0"/>
              </a:spcAft>
              <a:buSzPts val="2400"/>
              <a:buNone/>
            </a:pPr>
            <a:r>
              <a:t/>
            </a:r>
            <a:endParaRPr b="0" i="0" sz="2400" u="none">
              <a:solidFill>
                <a:srgbClr val="808080"/>
              </a:solidFill>
              <a:latin typeface="Arial"/>
              <a:ea typeface="Arial"/>
              <a:cs typeface="Arial"/>
              <a:sym typeface="Arial"/>
            </a:endParaRPr>
          </a:p>
          <a:p>
            <a:pPr indent="-323850" lvl="0" marL="431800" rtl="0" algn="l">
              <a:lnSpc>
                <a:spcPct val="98000"/>
              </a:lnSpc>
              <a:spcBef>
                <a:spcPts val="1400"/>
              </a:spcBef>
              <a:spcAft>
                <a:spcPts val="0"/>
              </a:spcAft>
              <a:buSzPts val="2600"/>
              <a:buNone/>
            </a:pPr>
            <a:r>
              <a:t/>
            </a:r>
            <a:endParaRPr b="0" i="0" sz="2600" u="none">
              <a:solidFill>
                <a:srgbClr val="808080"/>
              </a:solidFill>
              <a:latin typeface="Arial"/>
              <a:ea typeface="Arial"/>
              <a:cs typeface="Arial"/>
              <a:sym typeface="Arial"/>
            </a:endParaRPr>
          </a:p>
          <a:p>
            <a:pPr indent="-342900" lvl="0" marL="342900" rtl="0" algn="l">
              <a:lnSpc>
                <a:spcPct val="101000"/>
              </a:lnSpc>
              <a:spcBef>
                <a:spcPts val="1400"/>
              </a:spcBef>
              <a:spcAft>
                <a:spcPts val="0"/>
              </a:spcAft>
              <a:buNone/>
            </a:pPr>
            <a:r>
              <a:t/>
            </a:r>
            <a:endParaRPr b="0" i="0" sz="2600" u="none">
              <a:solidFill>
                <a:srgbClr val="808080"/>
              </a:solidFill>
              <a:latin typeface="Arial"/>
              <a:ea typeface="Arial"/>
              <a:cs typeface="Arial"/>
              <a:sym typeface="Arial"/>
            </a:endParaRPr>
          </a:p>
        </p:txBody>
      </p:sp>
      <p:pic>
        <p:nvPicPr>
          <p:cNvPr id="534" name="Google Shape;534;p38"/>
          <p:cNvPicPr preferRelativeResize="0"/>
          <p:nvPr/>
        </p:nvPicPr>
        <p:blipFill rotWithShape="1">
          <a:blip r:embed="rId3">
            <a:alphaModFix/>
          </a:blip>
          <a:srcRect b="0" l="0" r="0" t="0"/>
          <a:stretch/>
        </p:blipFill>
        <p:spPr>
          <a:xfrm>
            <a:off x="4313238" y="3749675"/>
            <a:ext cx="5470525" cy="28067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41"/>
          <p:cNvSpPr txBox="1"/>
          <p:nvPr/>
        </p:nvSpPr>
        <p:spPr>
          <a:xfrm>
            <a:off x="503237" y="6886575"/>
            <a:ext cx="2346325" cy="519112"/>
          </a:xfrm>
          <a:prstGeom prst="rect">
            <a:avLst/>
          </a:prstGeom>
          <a:noFill/>
          <a:ln>
            <a:noFill/>
          </a:ln>
        </p:spPr>
        <p:txBody>
          <a:bodyPr anchorCtr="0" anchor="t" bIns="0" lIns="0" spcFirstLastPara="1" rIns="0" wrap="square" tIns="0">
            <a:noAutofit/>
          </a:bodyPr>
          <a:lstStyle/>
          <a:p>
            <a:pPr indent="0" lvl="0" marL="0" marR="0" rtl="0" algn="l">
              <a:lnSpc>
                <a:spcPct val="93000"/>
              </a:lnSpc>
              <a:spcBef>
                <a:spcPts val="0"/>
              </a:spcBef>
              <a:spcAft>
                <a:spcPts val="0"/>
              </a:spcAft>
              <a:buClr>
                <a:srgbClr val="000000"/>
              </a:buClr>
              <a:buSzPts val="1400"/>
              <a:buFont typeface="Times New Roman"/>
              <a:buNone/>
            </a:pPr>
            <a:r>
              <a:rPr b="0" i="0" lang="en-US" sz="1400" u="none">
                <a:solidFill>
                  <a:srgbClr val="000000"/>
                </a:solidFill>
                <a:latin typeface="Times New Roman"/>
                <a:ea typeface="Times New Roman"/>
                <a:cs typeface="Times New Roman"/>
                <a:sym typeface="Times New Roman"/>
              </a:rPr>
              <a:t>*</a:t>
            </a:r>
            <a:endParaRPr/>
          </a:p>
        </p:txBody>
      </p:sp>
      <p:sp>
        <p:nvSpPr>
          <p:cNvPr id="541" name="Google Shape;541;p41"/>
          <p:cNvSpPr txBox="1"/>
          <p:nvPr/>
        </p:nvSpPr>
        <p:spPr>
          <a:xfrm>
            <a:off x="7227887" y="6886575"/>
            <a:ext cx="2346325" cy="519112"/>
          </a:xfrm>
          <a:prstGeom prst="rect">
            <a:avLst/>
          </a:prstGeom>
          <a:noFill/>
          <a:ln>
            <a:noFill/>
          </a:ln>
        </p:spPr>
        <p:txBody>
          <a:bodyPr anchorCtr="0" anchor="t"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a:solidFill>
                  <a:srgbClr val="000000"/>
                </a:solidFill>
                <a:latin typeface="Times New Roman"/>
                <a:ea typeface="Times New Roman"/>
                <a:cs typeface="Times New Roman"/>
                <a:sym typeface="Times New Roman"/>
              </a:rPr>
              <a:t>‹#›</a:t>
            </a:fld>
            <a:endParaRPr/>
          </a:p>
        </p:txBody>
      </p:sp>
      <p:sp>
        <p:nvSpPr>
          <p:cNvPr id="542" name="Google Shape;542;p41"/>
          <p:cNvSpPr txBox="1"/>
          <p:nvPr>
            <p:ph type="title"/>
          </p:nvPr>
        </p:nvSpPr>
        <p:spPr>
          <a:xfrm>
            <a:off x="503237" y="301625"/>
            <a:ext cx="9070975" cy="1262062"/>
          </a:xfrm>
          <a:prstGeom prst="rect">
            <a:avLst/>
          </a:prstGeom>
          <a:noFill/>
          <a:ln>
            <a:noFill/>
          </a:ln>
        </p:spPr>
        <p:txBody>
          <a:bodyPr anchorCtr="0" anchor="ctr" bIns="0" lIns="0" spcFirstLastPara="1" rIns="0" wrap="square" tIns="0">
            <a:noAutofit/>
          </a:bodyPr>
          <a:lstStyle/>
          <a:p>
            <a:pPr indent="0" lvl="0" marL="0" rtl="0" algn="l">
              <a:lnSpc>
                <a:spcPct val="101000"/>
              </a:lnSpc>
              <a:spcBef>
                <a:spcPts val="0"/>
              </a:spcBef>
              <a:spcAft>
                <a:spcPts val="0"/>
              </a:spcAft>
              <a:buSzPts val="3200"/>
              <a:buNone/>
            </a:pPr>
            <a:r>
              <a:rPr b="1" i="0" lang="en-US" sz="3200" u="none">
                <a:solidFill>
                  <a:srgbClr val="000000"/>
                </a:solidFill>
                <a:latin typeface="Arial"/>
                <a:ea typeface="Arial"/>
                <a:cs typeface="Arial"/>
                <a:sym typeface="Arial"/>
              </a:rPr>
              <a:t> Phép chọn - Mệnh đề WHERE</a:t>
            </a:r>
            <a:endParaRPr/>
          </a:p>
        </p:txBody>
      </p:sp>
      <p:sp>
        <p:nvSpPr>
          <p:cNvPr id="543" name="Google Shape;543;p41"/>
          <p:cNvSpPr txBox="1"/>
          <p:nvPr>
            <p:ph idx="1" type="body"/>
          </p:nvPr>
        </p:nvSpPr>
        <p:spPr>
          <a:xfrm>
            <a:off x="503237" y="1768475"/>
            <a:ext cx="9070975" cy="4384675"/>
          </a:xfrm>
          <a:prstGeom prst="rect">
            <a:avLst/>
          </a:prstGeom>
          <a:noFill/>
          <a:ln>
            <a:noFill/>
          </a:ln>
        </p:spPr>
        <p:txBody>
          <a:bodyPr anchorCtr="0" anchor="t" bIns="0" lIns="0" spcFirstLastPara="1" rIns="0" wrap="square" tIns="0">
            <a:noAutofit/>
          </a:bodyPr>
          <a:lstStyle/>
          <a:p>
            <a:pPr indent="-323850" lvl="0" marL="431800" rtl="0" algn="l">
              <a:lnSpc>
                <a:spcPct val="101000"/>
              </a:lnSpc>
              <a:spcBef>
                <a:spcPts val="0"/>
              </a:spcBef>
              <a:spcAft>
                <a:spcPts val="0"/>
              </a:spcAft>
              <a:buClr>
                <a:srgbClr val="000000"/>
              </a:buClr>
              <a:buSzPts val="1260"/>
              <a:buFont typeface="Noto Sans Symbols"/>
              <a:buChar char="●"/>
            </a:pPr>
            <a:r>
              <a:rPr b="0" i="0" lang="en-US" sz="2800" u="none">
                <a:solidFill>
                  <a:srgbClr val="000000"/>
                </a:solidFill>
                <a:latin typeface="Arial"/>
                <a:ea typeface="Arial"/>
                <a:cs typeface="Arial"/>
                <a:sym typeface="Arial"/>
              </a:rPr>
              <a:t>Mệnh đề WHERE là tùy chọn</a:t>
            </a:r>
            <a:endParaRPr/>
          </a:p>
          <a:p>
            <a:pPr indent="-323850" lvl="0" marL="431800" rtl="0" algn="l">
              <a:lnSpc>
                <a:spcPct val="101000"/>
              </a:lnSpc>
              <a:spcBef>
                <a:spcPts val="1400"/>
              </a:spcBef>
              <a:spcAft>
                <a:spcPts val="0"/>
              </a:spcAft>
              <a:buSzPts val="2800"/>
              <a:buNone/>
            </a:pPr>
            <a:r>
              <a:t/>
            </a:r>
            <a:endParaRPr b="0" i="0" sz="2800" u="none">
              <a:solidFill>
                <a:srgbClr val="000000"/>
              </a:solidFill>
              <a:latin typeface="Arial"/>
              <a:ea typeface="Arial"/>
              <a:cs typeface="Arial"/>
              <a:sym typeface="Arial"/>
            </a:endParaRPr>
          </a:p>
          <a:p>
            <a:pPr indent="-323850" lvl="0" marL="431800" rtl="0" algn="l">
              <a:lnSpc>
                <a:spcPct val="101000"/>
              </a:lnSpc>
              <a:spcBef>
                <a:spcPts val="1400"/>
              </a:spcBef>
              <a:spcAft>
                <a:spcPts val="0"/>
              </a:spcAft>
              <a:buClr>
                <a:srgbClr val="000000"/>
              </a:buClr>
              <a:buSzPts val="1260"/>
              <a:buFont typeface="Noto Sans Symbols"/>
              <a:buChar char="●"/>
            </a:pPr>
            <a:r>
              <a:rPr b="0" i="0" lang="en-US" sz="2800" u="none">
                <a:solidFill>
                  <a:srgbClr val="000000"/>
                </a:solidFill>
                <a:latin typeface="Arial"/>
                <a:ea typeface="Arial"/>
                <a:cs typeface="Arial"/>
                <a:sym typeface="Arial"/>
              </a:rPr>
              <a:t>Sử dụng mệnh đề WHERE để chỉ ra một tập các điều kiện chọn. </a:t>
            </a:r>
            <a:endParaRPr/>
          </a:p>
          <a:p>
            <a:pPr indent="-323850" lvl="0" marL="431800" rtl="0" algn="l">
              <a:lnSpc>
                <a:spcPct val="101000"/>
              </a:lnSpc>
              <a:spcBef>
                <a:spcPts val="1400"/>
              </a:spcBef>
              <a:spcAft>
                <a:spcPts val="0"/>
              </a:spcAft>
              <a:buSzPts val="2800"/>
              <a:buNone/>
            </a:pPr>
            <a:r>
              <a:t/>
            </a:r>
            <a:endParaRPr b="0" i="0" sz="2800" u="none">
              <a:solidFill>
                <a:srgbClr val="000000"/>
              </a:solidFill>
              <a:latin typeface="Arial"/>
              <a:ea typeface="Arial"/>
              <a:cs typeface="Arial"/>
              <a:sym typeface="Arial"/>
            </a:endParaRPr>
          </a:p>
          <a:p>
            <a:pPr indent="-323850" lvl="0" marL="431800" rtl="0" algn="l">
              <a:lnSpc>
                <a:spcPct val="101000"/>
              </a:lnSpc>
              <a:spcBef>
                <a:spcPts val="140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Nếu một bộ thỏa mãn các điều kiện, nó sẽ là một bộ trong kết quả</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p42"/>
          <p:cNvSpPr txBox="1"/>
          <p:nvPr/>
        </p:nvSpPr>
        <p:spPr>
          <a:xfrm>
            <a:off x="503237" y="6886575"/>
            <a:ext cx="2346325" cy="519112"/>
          </a:xfrm>
          <a:prstGeom prst="rect">
            <a:avLst/>
          </a:prstGeom>
          <a:noFill/>
          <a:ln>
            <a:noFill/>
          </a:ln>
        </p:spPr>
        <p:txBody>
          <a:bodyPr anchorCtr="0" anchor="t" bIns="0" lIns="0" spcFirstLastPara="1" rIns="0" wrap="square" tIns="0">
            <a:noAutofit/>
          </a:bodyPr>
          <a:lstStyle/>
          <a:p>
            <a:pPr indent="0" lvl="0" marL="0" marR="0" rtl="0" algn="l">
              <a:lnSpc>
                <a:spcPct val="93000"/>
              </a:lnSpc>
              <a:spcBef>
                <a:spcPts val="0"/>
              </a:spcBef>
              <a:spcAft>
                <a:spcPts val="0"/>
              </a:spcAft>
              <a:buClr>
                <a:srgbClr val="000000"/>
              </a:buClr>
              <a:buSzPts val="1400"/>
              <a:buFont typeface="Times New Roman"/>
              <a:buNone/>
            </a:pPr>
            <a:r>
              <a:rPr b="0" i="0" lang="en-US" sz="1400" u="none">
                <a:solidFill>
                  <a:srgbClr val="000000"/>
                </a:solidFill>
                <a:latin typeface="Times New Roman"/>
                <a:ea typeface="Times New Roman"/>
                <a:cs typeface="Times New Roman"/>
                <a:sym typeface="Times New Roman"/>
              </a:rPr>
              <a:t>*</a:t>
            </a:r>
            <a:endParaRPr/>
          </a:p>
        </p:txBody>
      </p:sp>
      <p:sp>
        <p:nvSpPr>
          <p:cNvPr id="550" name="Google Shape;550;p42"/>
          <p:cNvSpPr txBox="1"/>
          <p:nvPr/>
        </p:nvSpPr>
        <p:spPr>
          <a:xfrm>
            <a:off x="7227887" y="6886575"/>
            <a:ext cx="2346325" cy="519112"/>
          </a:xfrm>
          <a:prstGeom prst="rect">
            <a:avLst/>
          </a:prstGeom>
          <a:noFill/>
          <a:ln>
            <a:noFill/>
          </a:ln>
        </p:spPr>
        <p:txBody>
          <a:bodyPr anchorCtr="0" anchor="t"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a:solidFill>
                  <a:srgbClr val="000000"/>
                </a:solidFill>
                <a:latin typeface="Times New Roman"/>
                <a:ea typeface="Times New Roman"/>
                <a:cs typeface="Times New Roman"/>
                <a:sym typeface="Times New Roman"/>
              </a:rPr>
              <a:t>‹#›</a:t>
            </a:fld>
            <a:endParaRPr/>
          </a:p>
        </p:txBody>
      </p:sp>
      <p:sp>
        <p:nvSpPr>
          <p:cNvPr id="551" name="Google Shape;551;p42"/>
          <p:cNvSpPr txBox="1"/>
          <p:nvPr>
            <p:ph type="title"/>
          </p:nvPr>
        </p:nvSpPr>
        <p:spPr>
          <a:xfrm>
            <a:off x="503237" y="301625"/>
            <a:ext cx="9070975" cy="1262062"/>
          </a:xfrm>
          <a:prstGeom prst="rect">
            <a:avLst/>
          </a:prstGeom>
          <a:noFill/>
          <a:ln>
            <a:noFill/>
          </a:ln>
        </p:spPr>
        <p:txBody>
          <a:bodyPr anchorCtr="0" anchor="ctr" bIns="0" lIns="0" spcFirstLastPara="1" rIns="0" wrap="square" tIns="0">
            <a:noAutofit/>
          </a:bodyPr>
          <a:lstStyle/>
          <a:p>
            <a:pPr indent="0" lvl="0" marL="0" rtl="0" algn="l">
              <a:lnSpc>
                <a:spcPct val="101000"/>
              </a:lnSpc>
              <a:spcBef>
                <a:spcPts val="0"/>
              </a:spcBef>
              <a:spcAft>
                <a:spcPts val="0"/>
              </a:spcAft>
              <a:buSzPts val="3200"/>
              <a:buNone/>
            </a:pPr>
            <a:r>
              <a:rPr b="1" i="0" lang="en-US" sz="3200" u="none">
                <a:solidFill>
                  <a:srgbClr val="000000"/>
                </a:solidFill>
                <a:latin typeface="Arial"/>
                <a:ea typeface="Arial"/>
                <a:cs typeface="Arial"/>
                <a:sym typeface="Arial"/>
              </a:rPr>
              <a:t> Điều kiện chọn</a:t>
            </a:r>
            <a:endParaRPr/>
          </a:p>
        </p:txBody>
      </p:sp>
      <p:sp>
        <p:nvSpPr>
          <p:cNvPr id="552" name="Google Shape;552;p42"/>
          <p:cNvSpPr txBox="1"/>
          <p:nvPr>
            <p:ph idx="1" type="body"/>
          </p:nvPr>
        </p:nvSpPr>
        <p:spPr>
          <a:xfrm>
            <a:off x="503237" y="1768475"/>
            <a:ext cx="9070975" cy="4384675"/>
          </a:xfrm>
          <a:prstGeom prst="rect">
            <a:avLst/>
          </a:prstGeom>
          <a:noFill/>
          <a:ln>
            <a:noFill/>
          </a:ln>
        </p:spPr>
        <p:txBody>
          <a:bodyPr anchorCtr="0" anchor="t" bIns="0" lIns="0" spcFirstLastPara="1" rIns="0" wrap="square" tIns="0">
            <a:noAutofit/>
          </a:bodyPr>
          <a:lstStyle/>
          <a:p>
            <a:pPr indent="-323850" lvl="0" marL="431800" rtl="0" algn="l">
              <a:lnSpc>
                <a:spcPct val="101000"/>
              </a:lnSpc>
              <a:spcBef>
                <a:spcPts val="0"/>
              </a:spcBef>
              <a:spcAft>
                <a:spcPts val="0"/>
              </a:spcAft>
              <a:buClr>
                <a:srgbClr val="000000"/>
              </a:buClr>
              <a:buSzPts val="1260"/>
              <a:buFont typeface="Noto Sans Symbols"/>
              <a:buChar char="●"/>
            </a:pPr>
            <a:r>
              <a:rPr b="0" i="0" lang="en-US" sz="2800" u="none">
                <a:solidFill>
                  <a:srgbClr val="FF0000"/>
                </a:solidFill>
                <a:latin typeface="Arial"/>
                <a:ea typeface="Arial"/>
                <a:cs typeface="Arial"/>
                <a:sym typeface="Arial"/>
              </a:rPr>
              <a:t>Các điều kiện chọn </a:t>
            </a:r>
            <a:r>
              <a:rPr b="1" i="0" lang="en-US" sz="2800" u="none">
                <a:solidFill>
                  <a:srgbClr val="FF0000"/>
                </a:solidFill>
                <a:latin typeface="Arial"/>
                <a:ea typeface="Arial"/>
                <a:cs typeface="Arial"/>
                <a:sym typeface="Arial"/>
              </a:rPr>
              <a:t>chỉ có thể đặt sau WHERE</a:t>
            </a:r>
            <a:r>
              <a:rPr b="0" i="0" lang="en-US" sz="2800" u="none">
                <a:solidFill>
                  <a:srgbClr val="FF0000"/>
                </a:solidFill>
                <a:latin typeface="Arial"/>
                <a:ea typeface="Arial"/>
                <a:cs typeface="Arial"/>
                <a:sym typeface="Arial"/>
              </a:rPr>
              <a:t> </a:t>
            </a:r>
            <a:r>
              <a:rPr b="1" i="0" lang="en-US" sz="2800" u="none">
                <a:solidFill>
                  <a:srgbClr val="FF0000"/>
                </a:solidFill>
                <a:latin typeface="Arial"/>
                <a:ea typeface="Arial"/>
                <a:cs typeface="Arial"/>
                <a:sym typeface="Arial"/>
              </a:rPr>
              <a:t>hoặc HAVING</a:t>
            </a:r>
            <a:r>
              <a:rPr b="0" i="0" lang="en-US" sz="2800" u="none">
                <a:solidFill>
                  <a:srgbClr val="000000"/>
                </a:solidFill>
                <a:latin typeface="Arial"/>
                <a:ea typeface="Arial"/>
                <a:cs typeface="Arial"/>
                <a:sym typeface="Arial"/>
              </a:rPr>
              <a:t> (xem phần GROUP BY)</a:t>
            </a:r>
            <a:endParaRPr/>
          </a:p>
          <a:p>
            <a:pPr indent="-323850" lvl="0" marL="431800" rtl="0" algn="l">
              <a:lnSpc>
                <a:spcPct val="101000"/>
              </a:lnSpc>
              <a:spcBef>
                <a:spcPts val="140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Các điều kiện chọn là một biểu thức logic gồm</a:t>
            </a:r>
            <a:endParaRPr/>
          </a:p>
          <a:p>
            <a:pPr indent="-323850" lvl="1" marL="863600" rtl="0" algn="l">
              <a:lnSpc>
                <a:spcPct val="101000"/>
              </a:lnSpc>
              <a:spcBef>
                <a:spcPts val="1400"/>
              </a:spcBef>
              <a:spcAft>
                <a:spcPts val="0"/>
              </a:spcAft>
              <a:buClr>
                <a:srgbClr val="000000"/>
              </a:buClr>
              <a:buSzPts val="1800"/>
              <a:buFont typeface="Noto Sans Symbols"/>
              <a:buChar char="−"/>
            </a:pPr>
            <a:r>
              <a:rPr b="0" i="0" lang="en-US" sz="2400" u="none">
                <a:solidFill>
                  <a:srgbClr val="000000"/>
                </a:solidFill>
                <a:latin typeface="Arial"/>
                <a:ea typeface="Arial"/>
                <a:cs typeface="Arial"/>
                <a:sym typeface="Arial"/>
              </a:rPr>
              <a:t>Các phép toán số học</a:t>
            </a:r>
            <a:endParaRPr/>
          </a:p>
          <a:p>
            <a:pPr indent="-323850" lvl="1" marL="863600" rtl="0" algn="l">
              <a:lnSpc>
                <a:spcPct val="101000"/>
              </a:lnSpc>
              <a:spcBef>
                <a:spcPts val="1100"/>
              </a:spcBef>
              <a:spcAft>
                <a:spcPts val="0"/>
              </a:spcAft>
              <a:buClr>
                <a:srgbClr val="000000"/>
              </a:buClr>
              <a:buSzPts val="1800"/>
              <a:buFont typeface="Noto Sans Symbols"/>
              <a:buChar char="−"/>
            </a:pPr>
            <a:r>
              <a:rPr b="0" i="0" lang="en-US" sz="2400" u="none">
                <a:solidFill>
                  <a:srgbClr val="000000"/>
                </a:solidFill>
                <a:latin typeface="Arial"/>
                <a:ea typeface="Arial"/>
                <a:cs typeface="Arial"/>
                <a:sym typeface="Arial"/>
              </a:rPr>
              <a:t>Các phép toán so sánh với các toán tử : &lt;, &lt;=, &gt;, &gt;=,</a:t>
            </a:r>
            <a:endParaRPr/>
          </a:p>
          <a:p>
            <a:pPr indent="-323850" lvl="1" marL="863600" rtl="0" algn="l">
              <a:lnSpc>
                <a:spcPct val="101000"/>
              </a:lnSpc>
              <a:spcBef>
                <a:spcPts val="1100"/>
              </a:spcBef>
              <a:spcAft>
                <a:spcPts val="0"/>
              </a:spcAft>
              <a:buSzPts val="2400"/>
              <a:buNone/>
            </a:pPr>
            <a:r>
              <a:rPr b="0" i="0" lang="en-US" sz="2400" u="none">
                <a:solidFill>
                  <a:srgbClr val="000000"/>
                </a:solidFill>
                <a:latin typeface="Arial"/>
                <a:ea typeface="Arial"/>
                <a:cs typeface="Arial"/>
                <a:sym typeface="Arial"/>
              </a:rPr>
              <a:t>!= (&lt;&gt;)</a:t>
            </a:r>
            <a:endParaRPr/>
          </a:p>
          <a:p>
            <a:pPr indent="-323850" lvl="1" marL="863600" rtl="0" algn="l">
              <a:lnSpc>
                <a:spcPct val="101000"/>
              </a:lnSpc>
              <a:spcBef>
                <a:spcPts val="1100"/>
              </a:spcBef>
              <a:spcAft>
                <a:spcPts val="0"/>
              </a:spcAft>
              <a:buClr>
                <a:srgbClr val="000000"/>
              </a:buClr>
              <a:buSzPts val="1800"/>
              <a:buFont typeface="Noto Sans Symbols"/>
              <a:buChar char="−"/>
            </a:pPr>
            <a:r>
              <a:rPr b="0" i="0" lang="en-US" sz="2400" u="none">
                <a:solidFill>
                  <a:srgbClr val="000000"/>
                </a:solidFill>
                <a:latin typeface="Arial"/>
                <a:ea typeface="Arial"/>
                <a:cs typeface="Arial"/>
                <a:sym typeface="Arial"/>
              </a:rPr>
              <a:t>Các toán tử AND, OR và NOT với thứ tự ưu tiên NOT, AND, OR</a:t>
            </a:r>
            <a:endParaRPr/>
          </a:p>
          <a:p>
            <a:pPr indent="-323850" lvl="1" marL="863600" rtl="0" algn="l">
              <a:lnSpc>
                <a:spcPct val="101000"/>
              </a:lnSpc>
              <a:spcBef>
                <a:spcPts val="1100"/>
              </a:spcBef>
              <a:spcAft>
                <a:spcPts val="0"/>
              </a:spcAft>
              <a:buClr>
                <a:srgbClr val="000000"/>
              </a:buClr>
              <a:buSzPts val="1800"/>
              <a:buFont typeface="Noto Sans Symbols"/>
              <a:buChar char="−"/>
            </a:pPr>
            <a:r>
              <a:rPr b="0" i="0" lang="en-US" sz="2400" u="none">
                <a:solidFill>
                  <a:srgbClr val="000000"/>
                </a:solidFill>
                <a:latin typeface="Arial"/>
                <a:ea typeface="Arial"/>
                <a:cs typeface="Arial"/>
                <a:sym typeface="Arial"/>
              </a:rPr>
              <a:t>Các toán tử IN, LIKE, BETWEEN, IS NULL,,...</a:t>
            </a:r>
            <a:endParaRPr/>
          </a:p>
          <a:p>
            <a:pPr indent="-342900" lvl="0" marL="342900" rtl="0" algn="l">
              <a:lnSpc>
                <a:spcPct val="101000"/>
              </a:lnSpc>
              <a:spcBef>
                <a:spcPts val="1100"/>
              </a:spcBef>
              <a:spcAft>
                <a:spcPts val="0"/>
              </a:spcAft>
              <a:buNone/>
            </a:pPr>
            <a:r>
              <a:t/>
            </a:r>
            <a:endParaRPr b="0" i="0" sz="2400" u="none">
              <a:solidFill>
                <a:srgbClr val="000000"/>
              </a:solidFill>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43"/>
          <p:cNvSpPr txBox="1"/>
          <p:nvPr/>
        </p:nvSpPr>
        <p:spPr>
          <a:xfrm>
            <a:off x="503237" y="6886575"/>
            <a:ext cx="2346325" cy="519112"/>
          </a:xfrm>
          <a:prstGeom prst="rect">
            <a:avLst/>
          </a:prstGeom>
          <a:noFill/>
          <a:ln>
            <a:noFill/>
          </a:ln>
        </p:spPr>
        <p:txBody>
          <a:bodyPr anchorCtr="0" anchor="t" bIns="0" lIns="0" spcFirstLastPara="1" rIns="0" wrap="square" tIns="0">
            <a:noAutofit/>
          </a:bodyPr>
          <a:lstStyle/>
          <a:p>
            <a:pPr indent="0" lvl="0" marL="0" marR="0" rtl="0" algn="l">
              <a:lnSpc>
                <a:spcPct val="93000"/>
              </a:lnSpc>
              <a:spcBef>
                <a:spcPts val="0"/>
              </a:spcBef>
              <a:spcAft>
                <a:spcPts val="0"/>
              </a:spcAft>
              <a:buClr>
                <a:srgbClr val="000000"/>
              </a:buClr>
              <a:buSzPts val="1400"/>
              <a:buFont typeface="Times New Roman"/>
              <a:buNone/>
            </a:pPr>
            <a:r>
              <a:rPr b="0" i="0" lang="en-US" sz="1400" u="none">
                <a:solidFill>
                  <a:srgbClr val="000000"/>
                </a:solidFill>
                <a:latin typeface="Times New Roman"/>
                <a:ea typeface="Times New Roman"/>
                <a:cs typeface="Times New Roman"/>
                <a:sym typeface="Times New Roman"/>
              </a:rPr>
              <a:t>*</a:t>
            </a:r>
            <a:endParaRPr/>
          </a:p>
        </p:txBody>
      </p:sp>
      <p:sp>
        <p:nvSpPr>
          <p:cNvPr id="559" name="Google Shape;559;p43"/>
          <p:cNvSpPr txBox="1"/>
          <p:nvPr/>
        </p:nvSpPr>
        <p:spPr>
          <a:xfrm>
            <a:off x="7227887" y="6886575"/>
            <a:ext cx="2346325" cy="519112"/>
          </a:xfrm>
          <a:prstGeom prst="rect">
            <a:avLst/>
          </a:prstGeom>
          <a:noFill/>
          <a:ln>
            <a:noFill/>
          </a:ln>
        </p:spPr>
        <p:txBody>
          <a:bodyPr anchorCtr="0" anchor="t"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a:solidFill>
                  <a:srgbClr val="000000"/>
                </a:solidFill>
                <a:latin typeface="Times New Roman"/>
                <a:ea typeface="Times New Roman"/>
                <a:cs typeface="Times New Roman"/>
                <a:sym typeface="Times New Roman"/>
              </a:rPr>
              <a:t>‹#›</a:t>
            </a:fld>
            <a:endParaRPr/>
          </a:p>
        </p:txBody>
      </p:sp>
      <p:sp>
        <p:nvSpPr>
          <p:cNvPr id="560" name="Google Shape;560;p43"/>
          <p:cNvSpPr txBox="1"/>
          <p:nvPr>
            <p:ph type="title"/>
          </p:nvPr>
        </p:nvSpPr>
        <p:spPr>
          <a:xfrm>
            <a:off x="503237" y="301625"/>
            <a:ext cx="9070975" cy="1262062"/>
          </a:xfrm>
          <a:prstGeom prst="rect">
            <a:avLst/>
          </a:prstGeom>
          <a:noFill/>
          <a:ln>
            <a:noFill/>
          </a:ln>
        </p:spPr>
        <p:txBody>
          <a:bodyPr anchorCtr="0" anchor="ctr" bIns="0" lIns="0" spcFirstLastPara="1" rIns="0" wrap="square" tIns="0">
            <a:noAutofit/>
          </a:bodyPr>
          <a:lstStyle/>
          <a:p>
            <a:pPr indent="0" lvl="0" marL="0" rtl="0" algn="l">
              <a:lnSpc>
                <a:spcPct val="101000"/>
              </a:lnSpc>
              <a:spcBef>
                <a:spcPts val="0"/>
              </a:spcBef>
              <a:spcAft>
                <a:spcPts val="0"/>
              </a:spcAft>
              <a:buSzPts val="3200"/>
              <a:buNone/>
            </a:pPr>
            <a:r>
              <a:rPr b="1" i="0" lang="en-US" sz="3200" u="none">
                <a:solidFill>
                  <a:srgbClr val="000000"/>
                </a:solidFill>
                <a:latin typeface="Arial"/>
                <a:ea typeface="Arial"/>
                <a:cs typeface="Arial"/>
                <a:sym typeface="Arial"/>
              </a:rPr>
              <a:t> Ví dụ</a:t>
            </a:r>
            <a:endParaRPr/>
          </a:p>
        </p:txBody>
      </p:sp>
      <p:sp>
        <p:nvSpPr>
          <p:cNvPr id="561" name="Google Shape;561;p43"/>
          <p:cNvSpPr txBox="1"/>
          <p:nvPr>
            <p:ph idx="1" type="body"/>
          </p:nvPr>
        </p:nvSpPr>
        <p:spPr>
          <a:xfrm>
            <a:off x="639762" y="1768475"/>
            <a:ext cx="9070975" cy="4384675"/>
          </a:xfrm>
          <a:prstGeom prst="rect">
            <a:avLst/>
          </a:prstGeom>
          <a:noFill/>
          <a:ln>
            <a:noFill/>
          </a:ln>
        </p:spPr>
        <p:txBody>
          <a:bodyPr anchorCtr="0" anchor="t" bIns="0" lIns="0" spcFirstLastPara="1" rIns="0" wrap="square" tIns="0">
            <a:noAutofit/>
          </a:bodyPr>
          <a:lstStyle/>
          <a:p>
            <a:pPr indent="-323850" lvl="0" marL="431800" rtl="0" algn="l">
              <a:lnSpc>
                <a:spcPct val="101000"/>
              </a:lnSpc>
              <a:spcBef>
                <a:spcPts val="0"/>
              </a:spcBef>
              <a:spcAft>
                <a:spcPts val="0"/>
              </a:spcAft>
              <a:buClr>
                <a:srgbClr val="000000"/>
              </a:buClr>
              <a:buSzPts val="1260"/>
              <a:buFont typeface="Noto Sans Symbols"/>
              <a:buChar char="●"/>
            </a:pPr>
            <a:r>
              <a:rPr b="0" i="0" lang="en-US" sz="2800" u="none">
                <a:solidFill>
                  <a:srgbClr val="000000"/>
                </a:solidFill>
                <a:latin typeface="Arial"/>
                <a:ea typeface="Arial"/>
                <a:cs typeface="Arial"/>
                <a:sym typeface="Arial"/>
              </a:rPr>
              <a:t>Ví dụ 1: Tìm họ tên các phi công sống ở Paris</a:t>
            </a:r>
            <a:endParaRPr/>
          </a:p>
          <a:p>
            <a:pPr indent="-323850" lvl="0" marL="431800" rtl="0" algn="l">
              <a:lnSpc>
                <a:spcPct val="101000"/>
              </a:lnSpc>
              <a:spcBef>
                <a:spcPts val="1400"/>
              </a:spcBef>
              <a:spcAft>
                <a:spcPts val="0"/>
              </a:spcAft>
              <a:buSzPts val="2800"/>
              <a:buNone/>
            </a:pPr>
            <a:r>
              <a:rPr b="0" i="0" lang="en-US" sz="2800" u="none">
                <a:solidFill>
                  <a:srgbClr val="000000"/>
                </a:solidFill>
                <a:latin typeface="Arial"/>
                <a:ea typeface="Arial"/>
                <a:cs typeface="Arial"/>
                <a:sym typeface="Arial"/>
              </a:rPr>
              <a:t>    </a:t>
            </a:r>
            <a:r>
              <a:rPr b="0" i="0" lang="en-US" sz="2400" u="none">
                <a:solidFill>
                  <a:srgbClr val="0000FF"/>
                </a:solidFill>
                <a:latin typeface="Arial"/>
                <a:ea typeface="Arial"/>
                <a:cs typeface="Arial"/>
                <a:sym typeface="Arial"/>
              </a:rPr>
              <a:t>SELECT</a:t>
            </a:r>
            <a:r>
              <a:rPr b="0" i="0" lang="en-US" sz="2400" u="none">
                <a:solidFill>
                  <a:srgbClr val="000000"/>
                </a:solidFill>
                <a:latin typeface="Arial"/>
                <a:ea typeface="Arial"/>
                <a:cs typeface="Arial"/>
                <a:sym typeface="Arial"/>
              </a:rPr>
              <a:t> </a:t>
            </a:r>
            <a:r>
              <a:rPr b="0" i="0" lang="en-US" sz="2400" u="none">
                <a:solidFill>
                  <a:srgbClr val="008080"/>
                </a:solidFill>
                <a:latin typeface="Arial"/>
                <a:ea typeface="Arial"/>
                <a:cs typeface="Arial"/>
                <a:sym typeface="Arial"/>
              </a:rPr>
              <a:t>hoten</a:t>
            </a:r>
            <a:r>
              <a:rPr b="0" i="0" lang="en-US" sz="2400" u="none">
                <a:solidFill>
                  <a:srgbClr val="000000"/>
                </a:solidFill>
                <a:latin typeface="Arial"/>
                <a:ea typeface="Arial"/>
                <a:cs typeface="Arial"/>
                <a:sym typeface="Arial"/>
              </a:rPr>
              <a:t> </a:t>
            </a:r>
            <a:endParaRPr/>
          </a:p>
          <a:p>
            <a:pPr indent="-323850" lvl="0" marL="431800" rtl="0" algn="l">
              <a:lnSpc>
                <a:spcPct val="98000"/>
              </a:lnSpc>
              <a:spcBef>
                <a:spcPts val="1400"/>
              </a:spcBef>
              <a:spcAft>
                <a:spcPts val="0"/>
              </a:spcAft>
              <a:buSzPts val="2400"/>
              <a:buNone/>
            </a:pPr>
            <a:r>
              <a:rPr b="0" i="0" lang="en-US" sz="2400" u="none">
                <a:solidFill>
                  <a:srgbClr val="000000"/>
                </a:solidFill>
                <a:latin typeface="Arial"/>
                <a:ea typeface="Arial"/>
                <a:cs typeface="Arial"/>
                <a:sym typeface="Arial"/>
              </a:rPr>
              <a:t>      </a:t>
            </a:r>
            <a:r>
              <a:rPr b="0" i="0" lang="en-US" sz="2400" u="none">
                <a:solidFill>
                  <a:srgbClr val="0000FF"/>
                </a:solidFill>
                <a:latin typeface="Arial"/>
                <a:ea typeface="Arial"/>
                <a:cs typeface="Arial"/>
                <a:sym typeface="Arial"/>
              </a:rPr>
              <a:t>FROM</a:t>
            </a:r>
            <a:r>
              <a:rPr b="0" i="0" lang="en-US" sz="2400" u="none">
                <a:solidFill>
                  <a:srgbClr val="000000"/>
                </a:solidFill>
                <a:latin typeface="Arial"/>
                <a:ea typeface="Arial"/>
                <a:cs typeface="Arial"/>
                <a:sym typeface="Arial"/>
              </a:rPr>
              <a:t> </a:t>
            </a:r>
            <a:r>
              <a:rPr b="0" i="0" lang="en-US" sz="2400" u="none">
                <a:solidFill>
                  <a:srgbClr val="008080"/>
                </a:solidFill>
                <a:latin typeface="Arial"/>
                <a:ea typeface="Arial"/>
                <a:cs typeface="Arial"/>
                <a:sym typeface="Arial"/>
              </a:rPr>
              <a:t>PHICONG</a:t>
            </a:r>
            <a:endParaRPr/>
          </a:p>
          <a:p>
            <a:pPr indent="-323850" lvl="0" marL="431800" rtl="0" algn="l">
              <a:lnSpc>
                <a:spcPct val="98000"/>
              </a:lnSpc>
              <a:spcBef>
                <a:spcPts val="1400"/>
              </a:spcBef>
              <a:spcAft>
                <a:spcPts val="0"/>
              </a:spcAft>
              <a:buSzPts val="2400"/>
              <a:buNone/>
            </a:pPr>
            <a:r>
              <a:rPr b="0" i="0" lang="en-US" sz="2400" u="none">
                <a:solidFill>
                  <a:srgbClr val="000000"/>
                </a:solidFill>
                <a:latin typeface="Arial"/>
                <a:ea typeface="Arial"/>
                <a:cs typeface="Arial"/>
                <a:sym typeface="Arial"/>
              </a:rPr>
              <a:t>      </a:t>
            </a:r>
            <a:r>
              <a:rPr b="0" i="0" lang="en-US" sz="2400" u="none">
                <a:solidFill>
                  <a:srgbClr val="0000FF"/>
                </a:solidFill>
                <a:latin typeface="Arial"/>
                <a:ea typeface="Arial"/>
                <a:cs typeface="Arial"/>
                <a:sym typeface="Arial"/>
              </a:rPr>
              <a:t>WHERE</a:t>
            </a:r>
            <a:r>
              <a:rPr b="0" i="0" lang="en-US" sz="2400" u="none">
                <a:solidFill>
                  <a:srgbClr val="000000"/>
                </a:solidFill>
                <a:latin typeface="Arial"/>
                <a:ea typeface="Arial"/>
                <a:cs typeface="Arial"/>
                <a:sym typeface="Arial"/>
              </a:rPr>
              <a:t> </a:t>
            </a:r>
            <a:r>
              <a:rPr b="0" i="0" lang="en-US" sz="2400" u="none">
                <a:solidFill>
                  <a:srgbClr val="008080"/>
                </a:solidFill>
                <a:latin typeface="Arial"/>
                <a:ea typeface="Arial"/>
                <a:cs typeface="Arial"/>
                <a:sym typeface="Arial"/>
              </a:rPr>
              <a:t>dchi</a:t>
            </a:r>
            <a:r>
              <a:rPr b="0" i="0" lang="en-US" sz="2400" u="none">
                <a:solidFill>
                  <a:srgbClr val="808080"/>
                </a:solidFill>
                <a:latin typeface="Arial"/>
                <a:ea typeface="Arial"/>
                <a:cs typeface="Arial"/>
                <a:sym typeface="Arial"/>
              </a:rPr>
              <a:t>=</a:t>
            </a:r>
            <a:r>
              <a:rPr b="0" i="0" lang="en-US" sz="2400" u="none">
                <a:solidFill>
                  <a:srgbClr val="FF0000"/>
                </a:solidFill>
                <a:latin typeface="Arial"/>
                <a:ea typeface="Arial"/>
                <a:cs typeface="Arial"/>
                <a:sym typeface="Arial"/>
              </a:rPr>
              <a:t>'Paris'</a:t>
            </a:r>
            <a:r>
              <a:rPr b="0" i="0" lang="en-US" sz="2400" u="none">
                <a:solidFill>
                  <a:srgbClr val="000000"/>
                </a:solidFill>
                <a:latin typeface="Arial"/>
                <a:ea typeface="Arial"/>
                <a:cs typeface="Arial"/>
                <a:sym typeface="Arial"/>
              </a:rPr>
              <a:t>;</a:t>
            </a:r>
            <a:endParaRPr/>
          </a:p>
          <a:p>
            <a:pPr indent="-323850" lvl="0" marL="431800" rtl="0" algn="l">
              <a:lnSpc>
                <a:spcPct val="101000"/>
              </a:lnSpc>
              <a:spcBef>
                <a:spcPts val="1400"/>
              </a:spcBef>
              <a:spcAft>
                <a:spcPts val="0"/>
              </a:spcAft>
              <a:buClr>
                <a:srgbClr val="000000"/>
              </a:buClr>
              <a:buSzPts val="1260"/>
              <a:buFont typeface="Noto Sans Symbols"/>
              <a:buChar char="●"/>
            </a:pPr>
            <a:r>
              <a:rPr b="0" i="0" lang="en-US" sz="2800" u="none">
                <a:solidFill>
                  <a:srgbClr val="000000"/>
                </a:solidFill>
                <a:latin typeface="Arial"/>
                <a:ea typeface="Arial"/>
                <a:cs typeface="Arial"/>
                <a:sym typeface="Arial"/>
              </a:rPr>
              <a:t>Ví dụ 2: </a:t>
            </a:r>
            <a:r>
              <a:rPr b="0" i="0" lang="en-US" sz="2800" u="none">
                <a:solidFill>
                  <a:srgbClr val="0066FF"/>
                </a:solidFill>
                <a:latin typeface="Arial"/>
                <a:ea typeface="Arial"/>
                <a:cs typeface="Arial"/>
                <a:sym typeface="Arial"/>
              </a:rPr>
              <a:t>Tìm thông tin về các chuyến bay từ Hanoi đến Paris ngày 1/1/2014 ???</a:t>
            </a:r>
            <a:endParaRPr/>
          </a:p>
          <a:p>
            <a:pPr indent="-323850" lvl="0" marL="431800" rtl="0" algn="l">
              <a:lnSpc>
                <a:spcPct val="101000"/>
              </a:lnSpc>
              <a:spcBef>
                <a:spcPts val="1400"/>
              </a:spcBef>
              <a:spcAft>
                <a:spcPts val="0"/>
              </a:spcAft>
              <a:buSzPts val="2800"/>
              <a:buNone/>
            </a:pPr>
            <a:r>
              <a:rPr b="0" i="1" lang="en-US" sz="2800" u="none">
                <a:solidFill>
                  <a:srgbClr val="007826"/>
                </a:solidFill>
                <a:latin typeface="Arial"/>
                <a:ea typeface="Arial"/>
                <a:cs typeface="Arial"/>
                <a:sym typeface="Arial"/>
              </a:rPr>
              <a:t>→ Giá trị ngày : '2014-01-01'</a:t>
            </a:r>
            <a:endParaRPr/>
          </a:p>
          <a:p>
            <a:pPr indent="-298450" lvl="1" marL="863600" rtl="0" algn="l">
              <a:lnSpc>
                <a:spcPct val="101000"/>
              </a:lnSpc>
              <a:spcBef>
                <a:spcPts val="1400"/>
              </a:spcBef>
              <a:spcAft>
                <a:spcPts val="0"/>
              </a:spcAft>
              <a:buClr>
                <a:srgbClr val="000000"/>
              </a:buClr>
              <a:buSzPts val="1700"/>
              <a:buFont typeface="Noto Sans Symbols"/>
              <a:buChar char="−"/>
            </a:pPr>
            <a:r>
              <a:rPr b="0" i="0" lang="en-US" sz="1700" u="none">
                <a:solidFill>
                  <a:srgbClr val="0000FF"/>
                </a:solidFill>
                <a:latin typeface="Arial"/>
                <a:ea typeface="Arial"/>
                <a:cs typeface="Arial"/>
                <a:sym typeface="Arial"/>
              </a:rPr>
              <a:t>SQL Server</a:t>
            </a:r>
            <a:r>
              <a:rPr b="0" i="0" lang="en-US" sz="1700" u="none">
                <a:solidFill>
                  <a:srgbClr val="000000"/>
                </a:solidFill>
                <a:latin typeface="Arial"/>
                <a:ea typeface="Arial"/>
                <a:cs typeface="Arial"/>
                <a:sym typeface="Arial"/>
              </a:rPr>
              <a:t>: Lệnh</a:t>
            </a:r>
            <a:r>
              <a:rPr b="0" i="0" lang="en-US" sz="1700" u="none">
                <a:solidFill>
                  <a:srgbClr val="990000"/>
                </a:solidFill>
                <a:latin typeface="Arial"/>
                <a:ea typeface="Arial"/>
                <a:cs typeface="Arial"/>
                <a:sym typeface="Arial"/>
              </a:rPr>
              <a:t> SET DATEFORMAT</a:t>
            </a:r>
            <a:r>
              <a:rPr b="0" i="0" lang="en-US" sz="1700" u="none">
                <a:solidFill>
                  <a:srgbClr val="000000"/>
                </a:solidFill>
                <a:latin typeface="Arial"/>
                <a:ea typeface="Arial"/>
                <a:cs typeface="Arial"/>
                <a:sym typeface="Arial"/>
              </a:rPr>
              <a:t> : định dạng kiểu ngày</a:t>
            </a:r>
            <a:endParaRPr sz="1700"/>
          </a:p>
          <a:p>
            <a:pPr indent="-315277" lvl="2" marL="1295400" rtl="0" algn="l">
              <a:lnSpc>
                <a:spcPct val="101000"/>
              </a:lnSpc>
              <a:spcBef>
                <a:spcPts val="1100"/>
              </a:spcBef>
              <a:spcAft>
                <a:spcPts val="0"/>
              </a:spcAft>
              <a:buClr>
                <a:srgbClr val="000000"/>
              </a:buClr>
              <a:buSzPts val="1700"/>
              <a:buFont typeface="Noto Sans Symbols"/>
              <a:buChar char="●"/>
            </a:pPr>
            <a:r>
              <a:rPr b="0" i="0" lang="en-US" sz="1700" u="none">
                <a:solidFill>
                  <a:srgbClr val="000000"/>
                </a:solidFill>
                <a:latin typeface="Arial"/>
                <a:ea typeface="Arial"/>
                <a:cs typeface="Arial"/>
                <a:sym typeface="Arial"/>
              </a:rPr>
              <a:t>Ví dụ: </a:t>
            </a:r>
            <a:r>
              <a:rPr b="0" i="0" lang="en-US" sz="1700" u="none">
                <a:solidFill>
                  <a:srgbClr val="0000FF"/>
                </a:solidFill>
                <a:latin typeface="Arial"/>
                <a:ea typeface="Arial"/>
                <a:cs typeface="Arial"/>
                <a:sym typeface="Arial"/>
              </a:rPr>
              <a:t>SET</a:t>
            </a:r>
            <a:r>
              <a:rPr b="0" i="0" lang="en-US" sz="1700" u="none">
                <a:solidFill>
                  <a:srgbClr val="000000"/>
                </a:solidFill>
                <a:latin typeface="Arial"/>
                <a:ea typeface="Arial"/>
                <a:cs typeface="Arial"/>
                <a:sym typeface="Arial"/>
              </a:rPr>
              <a:t> </a:t>
            </a:r>
            <a:r>
              <a:rPr b="0" i="0" lang="en-US" sz="1700" u="none">
                <a:solidFill>
                  <a:srgbClr val="0000FF"/>
                </a:solidFill>
                <a:latin typeface="Arial"/>
                <a:ea typeface="Arial"/>
                <a:cs typeface="Arial"/>
                <a:sym typeface="Arial"/>
              </a:rPr>
              <a:t>DATEFORMAT</a:t>
            </a:r>
            <a:r>
              <a:rPr b="0" i="0" lang="en-US" sz="1700" u="none">
                <a:solidFill>
                  <a:srgbClr val="000000"/>
                </a:solidFill>
                <a:latin typeface="Arial"/>
                <a:ea typeface="Arial"/>
                <a:cs typeface="Arial"/>
                <a:sym typeface="Arial"/>
              </a:rPr>
              <a:t> </a:t>
            </a:r>
            <a:r>
              <a:rPr b="0" i="0" lang="en-US" sz="1700" u="none">
                <a:solidFill>
                  <a:srgbClr val="008080"/>
                </a:solidFill>
                <a:latin typeface="Arial"/>
                <a:ea typeface="Arial"/>
                <a:cs typeface="Arial"/>
                <a:sym typeface="Arial"/>
              </a:rPr>
              <a:t>dmy</a:t>
            </a:r>
            <a:r>
              <a:rPr b="0" i="0" lang="en-US" sz="1700" u="none">
                <a:solidFill>
                  <a:srgbClr val="808080"/>
                </a:solidFill>
                <a:latin typeface="Arial"/>
                <a:ea typeface="Arial"/>
                <a:cs typeface="Arial"/>
                <a:sym typeface="Arial"/>
              </a:rPr>
              <a:t>; </a:t>
            </a:r>
            <a:endParaRPr b="0" i="0" sz="1700" u="none">
              <a:solidFill>
                <a:srgbClr val="808080"/>
              </a:solidFill>
              <a:latin typeface="Arial"/>
              <a:ea typeface="Arial"/>
              <a:cs typeface="Arial"/>
              <a:sym typeface="Arial"/>
            </a:endParaRPr>
          </a:p>
          <a:p>
            <a:pPr indent="457200" lvl="0" marL="457200" rtl="0" algn="l">
              <a:lnSpc>
                <a:spcPct val="101000"/>
              </a:lnSpc>
              <a:spcBef>
                <a:spcPts val="1100"/>
              </a:spcBef>
              <a:spcAft>
                <a:spcPts val="0"/>
              </a:spcAft>
              <a:buNone/>
            </a:pPr>
            <a:r>
              <a:rPr lang="en-US" sz="1700">
                <a:solidFill>
                  <a:schemeClr val="accent2"/>
                </a:solidFill>
              </a:rPr>
              <a:t>ORACLE: alter session set nls_date_format = 'mm/dd/yyyy';</a:t>
            </a:r>
            <a:endParaRPr sz="1700">
              <a:solidFill>
                <a:schemeClr val="accent2"/>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p44"/>
          <p:cNvSpPr txBox="1"/>
          <p:nvPr/>
        </p:nvSpPr>
        <p:spPr>
          <a:xfrm>
            <a:off x="503237" y="6886575"/>
            <a:ext cx="2346325" cy="519112"/>
          </a:xfrm>
          <a:prstGeom prst="rect">
            <a:avLst/>
          </a:prstGeom>
          <a:noFill/>
          <a:ln>
            <a:noFill/>
          </a:ln>
        </p:spPr>
        <p:txBody>
          <a:bodyPr anchorCtr="0" anchor="t" bIns="0" lIns="0" spcFirstLastPara="1" rIns="0" wrap="square" tIns="0">
            <a:noAutofit/>
          </a:bodyPr>
          <a:lstStyle/>
          <a:p>
            <a:pPr indent="0" lvl="0" marL="0" marR="0" rtl="0" algn="l">
              <a:lnSpc>
                <a:spcPct val="93000"/>
              </a:lnSpc>
              <a:spcBef>
                <a:spcPts val="0"/>
              </a:spcBef>
              <a:spcAft>
                <a:spcPts val="0"/>
              </a:spcAft>
              <a:buClr>
                <a:srgbClr val="000000"/>
              </a:buClr>
              <a:buSzPts val="1400"/>
              <a:buFont typeface="Times New Roman"/>
              <a:buNone/>
            </a:pPr>
            <a:r>
              <a:rPr b="0" i="0" lang="en-US" sz="1400" u="none">
                <a:solidFill>
                  <a:srgbClr val="000000"/>
                </a:solidFill>
                <a:latin typeface="Times New Roman"/>
                <a:ea typeface="Times New Roman"/>
                <a:cs typeface="Times New Roman"/>
                <a:sym typeface="Times New Roman"/>
              </a:rPr>
              <a:t>*</a:t>
            </a:r>
            <a:endParaRPr/>
          </a:p>
        </p:txBody>
      </p:sp>
      <p:sp>
        <p:nvSpPr>
          <p:cNvPr id="568" name="Google Shape;568;p44"/>
          <p:cNvSpPr txBox="1"/>
          <p:nvPr/>
        </p:nvSpPr>
        <p:spPr>
          <a:xfrm>
            <a:off x="7227887" y="6886575"/>
            <a:ext cx="2346325" cy="519112"/>
          </a:xfrm>
          <a:prstGeom prst="rect">
            <a:avLst/>
          </a:prstGeom>
          <a:noFill/>
          <a:ln>
            <a:noFill/>
          </a:ln>
        </p:spPr>
        <p:txBody>
          <a:bodyPr anchorCtr="0" anchor="t"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a:solidFill>
                  <a:srgbClr val="000000"/>
                </a:solidFill>
                <a:latin typeface="Times New Roman"/>
                <a:ea typeface="Times New Roman"/>
                <a:cs typeface="Times New Roman"/>
                <a:sym typeface="Times New Roman"/>
              </a:rPr>
              <a:t>‹#›</a:t>
            </a:fld>
            <a:endParaRPr/>
          </a:p>
        </p:txBody>
      </p:sp>
      <p:sp>
        <p:nvSpPr>
          <p:cNvPr id="569" name="Google Shape;569;p44"/>
          <p:cNvSpPr txBox="1"/>
          <p:nvPr>
            <p:ph type="title"/>
          </p:nvPr>
        </p:nvSpPr>
        <p:spPr>
          <a:xfrm>
            <a:off x="503237" y="301625"/>
            <a:ext cx="9070975" cy="1262062"/>
          </a:xfrm>
          <a:prstGeom prst="rect">
            <a:avLst/>
          </a:prstGeom>
          <a:noFill/>
          <a:ln>
            <a:noFill/>
          </a:ln>
        </p:spPr>
        <p:txBody>
          <a:bodyPr anchorCtr="0" anchor="ctr" bIns="0" lIns="0" spcFirstLastPara="1" rIns="0" wrap="square" tIns="0">
            <a:noAutofit/>
          </a:bodyPr>
          <a:lstStyle/>
          <a:p>
            <a:pPr indent="0" lvl="0" marL="0" rtl="0" algn="l">
              <a:lnSpc>
                <a:spcPct val="101000"/>
              </a:lnSpc>
              <a:spcBef>
                <a:spcPts val="0"/>
              </a:spcBef>
              <a:spcAft>
                <a:spcPts val="0"/>
              </a:spcAft>
              <a:buSzPts val="3200"/>
              <a:buNone/>
            </a:pPr>
            <a:r>
              <a:rPr b="1" i="0" lang="en-US" sz="3200" u="none">
                <a:solidFill>
                  <a:srgbClr val="000000"/>
                </a:solidFill>
                <a:latin typeface="Arial"/>
                <a:ea typeface="Arial"/>
                <a:cs typeface="Arial"/>
                <a:sym typeface="Arial"/>
              </a:rPr>
              <a:t> Toán tử IN</a:t>
            </a:r>
            <a:endParaRPr/>
          </a:p>
        </p:txBody>
      </p:sp>
      <p:sp>
        <p:nvSpPr>
          <p:cNvPr id="570" name="Google Shape;570;p44"/>
          <p:cNvSpPr txBox="1"/>
          <p:nvPr>
            <p:ph idx="1" type="body"/>
          </p:nvPr>
        </p:nvSpPr>
        <p:spPr>
          <a:xfrm>
            <a:off x="503237" y="1768475"/>
            <a:ext cx="9070975" cy="4384675"/>
          </a:xfrm>
          <a:prstGeom prst="rect">
            <a:avLst/>
          </a:prstGeom>
          <a:noFill/>
          <a:ln>
            <a:noFill/>
          </a:ln>
        </p:spPr>
        <p:txBody>
          <a:bodyPr anchorCtr="0" anchor="t" bIns="0" lIns="0" spcFirstLastPara="1" rIns="0" wrap="square" tIns="0">
            <a:noAutofit/>
          </a:bodyPr>
          <a:lstStyle/>
          <a:p>
            <a:pPr indent="-323850" lvl="0" marL="431800" rtl="0" algn="l">
              <a:lnSpc>
                <a:spcPct val="101000"/>
              </a:lnSpc>
              <a:spcBef>
                <a:spcPts val="0"/>
              </a:spcBef>
              <a:spcAft>
                <a:spcPts val="0"/>
              </a:spcAft>
              <a:buClr>
                <a:srgbClr val="000000"/>
              </a:buClr>
              <a:buSzPts val="1260"/>
              <a:buFont typeface="Noto Sans Symbols"/>
              <a:buChar char="●"/>
            </a:pPr>
            <a:r>
              <a:rPr b="0" i="0" lang="en-US" sz="2800" u="none">
                <a:solidFill>
                  <a:srgbClr val="000000"/>
                </a:solidFill>
                <a:latin typeface="Arial"/>
                <a:ea typeface="Arial"/>
                <a:cs typeface="Arial"/>
                <a:sym typeface="Arial"/>
              </a:rPr>
              <a:t>Cho phép chỉ ra nhiều giá trị trong mệnh đề </a:t>
            </a:r>
            <a:r>
              <a:rPr b="1" i="0" lang="en-US" sz="2800" u="none">
                <a:solidFill>
                  <a:srgbClr val="000000"/>
                </a:solidFill>
                <a:latin typeface="Arial"/>
                <a:ea typeface="Arial"/>
                <a:cs typeface="Arial"/>
                <a:sym typeface="Arial"/>
              </a:rPr>
              <a:t>WHERE</a:t>
            </a:r>
            <a:endParaRPr/>
          </a:p>
          <a:p>
            <a:pPr indent="-287337" lvl="2" marL="1295400" rtl="0" algn="l">
              <a:lnSpc>
                <a:spcPct val="101000"/>
              </a:lnSpc>
              <a:spcBef>
                <a:spcPts val="1400"/>
              </a:spcBef>
              <a:spcAft>
                <a:spcPts val="0"/>
              </a:spcAft>
              <a:buSzPts val="2400"/>
              <a:buNone/>
            </a:pPr>
            <a:r>
              <a:rPr b="0" i="0" lang="en-US" sz="2400" u="none">
                <a:solidFill>
                  <a:srgbClr val="000000"/>
                </a:solidFill>
                <a:latin typeface="Arial"/>
                <a:ea typeface="Arial"/>
                <a:cs typeface="Arial"/>
                <a:sym typeface="Arial"/>
              </a:rPr>
              <a:t>SELECT </a:t>
            </a:r>
            <a:r>
              <a:rPr b="0" i="1" lang="en-US" sz="2400" u="none">
                <a:solidFill>
                  <a:srgbClr val="000000"/>
                </a:solidFill>
                <a:latin typeface="Arial"/>
                <a:ea typeface="Arial"/>
                <a:cs typeface="Arial"/>
                <a:sym typeface="Arial"/>
              </a:rPr>
              <a:t>&lt;ten_cot&gt; [, ...] </a:t>
            </a:r>
            <a:endParaRPr/>
          </a:p>
          <a:p>
            <a:pPr indent="-287337" lvl="2" marL="1295400" rtl="0" algn="l">
              <a:lnSpc>
                <a:spcPct val="101000"/>
              </a:lnSpc>
              <a:spcBef>
                <a:spcPts val="800"/>
              </a:spcBef>
              <a:spcAft>
                <a:spcPts val="0"/>
              </a:spcAft>
              <a:buSzPts val="2400"/>
              <a:buNone/>
            </a:pPr>
            <a:r>
              <a:rPr b="0" i="0" lang="en-US" sz="2400" u="none">
                <a:solidFill>
                  <a:srgbClr val="000000"/>
                </a:solidFill>
                <a:latin typeface="Arial"/>
                <a:ea typeface="Arial"/>
                <a:cs typeface="Arial"/>
                <a:sym typeface="Arial"/>
              </a:rPr>
              <a:t>FROM  </a:t>
            </a:r>
            <a:r>
              <a:rPr b="0" i="1" lang="en-US" sz="2400" u="none">
                <a:solidFill>
                  <a:srgbClr val="000000"/>
                </a:solidFill>
                <a:latin typeface="Arial"/>
                <a:ea typeface="Arial"/>
                <a:cs typeface="Arial"/>
                <a:sym typeface="Arial"/>
              </a:rPr>
              <a:t>&lt;ten_bang&gt;</a:t>
            </a:r>
            <a:endParaRPr/>
          </a:p>
          <a:p>
            <a:pPr indent="-287337" lvl="2" marL="1295400" rtl="0" algn="l">
              <a:lnSpc>
                <a:spcPct val="101000"/>
              </a:lnSpc>
              <a:spcBef>
                <a:spcPts val="800"/>
              </a:spcBef>
              <a:spcAft>
                <a:spcPts val="0"/>
              </a:spcAft>
              <a:buSzPts val="2400"/>
              <a:buNone/>
            </a:pPr>
            <a:r>
              <a:rPr b="0" i="0" lang="en-US" sz="2400" u="none">
                <a:solidFill>
                  <a:srgbClr val="000000"/>
                </a:solidFill>
                <a:latin typeface="Arial"/>
                <a:ea typeface="Arial"/>
                <a:cs typeface="Arial"/>
                <a:sym typeface="Arial"/>
              </a:rPr>
              <a:t>WHERE &lt;</a:t>
            </a:r>
            <a:r>
              <a:rPr b="0" i="1" lang="en-US" sz="2400" u="none">
                <a:solidFill>
                  <a:srgbClr val="000000"/>
                </a:solidFill>
                <a:latin typeface="Arial"/>
                <a:ea typeface="Arial"/>
                <a:cs typeface="Arial"/>
                <a:sym typeface="Arial"/>
              </a:rPr>
              <a:t>ten_cot&gt; </a:t>
            </a:r>
            <a:r>
              <a:rPr b="1" i="1" lang="en-US" sz="2400" u="none">
                <a:solidFill>
                  <a:srgbClr val="990000"/>
                </a:solidFill>
                <a:latin typeface="Arial"/>
                <a:ea typeface="Arial"/>
                <a:cs typeface="Arial"/>
                <a:sym typeface="Arial"/>
              </a:rPr>
              <a:t>IN </a:t>
            </a:r>
            <a:r>
              <a:rPr b="0" i="1" lang="en-US" sz="2400" u="none">
                <a:solidFill>
                  <a:srgbClr val="000000"/>
                </a:solidFill>
                <a:latin typeface="Arial"/>
                <a:ea typeface="Arial"/>
                <a:cs typeface="Arial"/>
                <a:sym typeface="Arial"/>
              </a:rPr>
              <a:t>(value1,value2,...)</a:t>
            </a:r>
            <a:r>
              <a:rPr b="0" i="0" lang="en-US" sz="2400" u="none">
                <a:solidFill>
                  <a:srgbClr val="000000"/>
                </a:solidFill>
                <a:latin typeface="Arial"/>
                <a:ea typeface="Arial"/>
                <a:cs typeface="Arial"/>
                <a:sym typeface="Arial"/>
              </a:rPr>
              <a:t> ;</a:t>
            </a:r>
            <a:endParaRPr/>
          </a:p>
          <a:p>
            <a:pPr indent="-287337" lvl="2" marL="1295400" rtl="0" algn="l">
              <a:lnSpc>
                <a:spcPct val="101000"/>
              </a:lnSpc>
              <a:spcBef>
                <a:spcPts val="800"/>
              </a:spcBef>
              <a:spcAft>
                <a:spcPts val="0"/>
              </a:spcAft>
              <a:buSzPts val="2400"/>
              <a:buNone/>
            </a:pPr>
            <a:r>
              <a:t/>
            </a:r>
            <a:endParaRPr b="0" i="0" sz="2400" u="none">
              <a:solidFill>
                <a:srgbClr val="000000"/>
              </a:solidFill>
              <a:latin typeface="Arial"/>
              <a:ea typeface="Arial"/>
              <a:cs typeface="Arial"/>
              <a:sym typeface="Arial"/>
            </a:endParaRPr>
          </a:p>
          <a:p>
            <a:pPr indent="-323850" lvl="0" marL="431800" rtl="0" algn="l">
              <a:lnSpc>
                <a:spcPct val="101000"/>
              </a:lnSpc>
              <a:spcBef>
                <a:spcPts val="800"/>
              </a:spcBef>
              <a:spcAft>
                <a:spcPts val="0"/>
              </a:spcAft>
              <a:buClr>
                <a:srgbClr val="000000"/>
              </a:buClr>
              <a:buSzPts val="1260"/>
              <a:buFont typeface="Noto Sans Symbols"/>
              <a:buChar char="●"/>
            </a:pPr>
            <a:r>
              <a:rPr b="0" i="0" lang="en-US" sz="2800" u="none">
                <a:solidFill>
                  <a:srgbClr val="000000"/>
                </a:solidFill>
                <a:latin typeface="Arial"/>
                <a:ea typeface="Arial"/>
                <a:cs typeface="Arial"/>
                <a:sym typeface="Arial"/>
              </a:rPr>
              <a:t>Ví dụ: Tìm họ tên các phi công ở các nước Pháp, Anh hoặc Úc</a:t>
            </a:r>
            <a:endParaRPr/>
          </a:p>
          <a:p>
            <a:pPr indent="-323850" lvl="1" marL="863600" rtl="0" algn="l">
              <a:lnSpc>
                <a:spcPct val="101000"/>
              </a:lnSpc>
              <a:spcBef>
                <a:spcPts val="1400"/>
              </a:spcBef>
              <a:spcAft>
                <a:spcPts val="0"/>
              </a:spcAft>
              <a:buSzPts val="2800"/>
              <a:buNone/>
            </a:pPr>
            <a:r>
              <a:rPr b="0" i="0" lang="en-US" sz="2800" u="none">
                <a:solidFill>
                  <a:srgbClr val="000000"/>
                </a:solidFill>
                <a:latin typeface="Arial"/>
                <a:ea typeface="Arial"/>
                <a:cs typeface="Arial"/>
                <a:sym typeface="Arial"/>
              </a:rPr>
              <a:t>  </a:t>
            </a:r>
            <a:r>
              <a:rPr b="0" i="0" lang="en-US" sz="2400" u="none">
                <a:solidFill>
                  <a:srgbClr val="000000"/>
                </a:solidFill>
                <a:latin typeface="Arial"/>
                <a:ea typeface="Arial"/>
                <a:cs typeface="Arial"/>
                <a:sym typeface="Arial"/>
              </a:rPr>
              <a:t>  </a:t>
            </a:r>
            <a:r>
              <a:rPr b="0" i="0" lang="en-US" sz="2400" u="none">
                <a:solidFill>
                  <a:srgbClr val="0000FF"/>
                </a:solidFill>
                <a:latin typeface="Arial"/>
                <a:ea typeface="Arial"/>
                <a:cs typeface="Arial"/>
                <a:sym typeface="Arial"/>
              </a:rPr>
              <a:t>SELECT</a:t>
            </a:r>
            <a:r>
              <a:rPr b="0" i="0" lang="en-US" sz="2400" u="none">
                <a:solidFill>
                  <a:srgbClr val="000000"/>
                </a:solidFill>
                <a:latin typeface="Arial"/>
                <a:ea typeface="Arial"/>
                <a:cs typeface="Arial"/>
                <a:sym typeface="Arial"/>
              </a:rPr>
              <a:t> </a:t>
            </a:r>
            <a:r>
              <a:rPr b="0" i="0" lang="en-US" sz="2400" u="none">
                <a:solidFill>
                  <a:srgbClr val="008080"/>
                </a:solidFill>
                <a:latin typeface="Arial"/>
                <a:ea typeface="Arial"/>
                <a:cs typeface="Arial"/>
                <a:sym typeface="Arial"/>
              </a:rPr>
              <a:t>hoten</a:t>
            </a:r>
            <a:r>
              <a:rPr b="0" i="0" lang="en-US" sz="2400" u="none">
                <a:solidFill>
                  <a:srgbClr val="000000"/>
                </a:solidFill>
                <a:latin typeface="Arial"/>
                <a:ea typeface="Arial"/>
                <a:cs typeface="Arial"/>
                <a:sym typeface="Arial"/>
              </a:rPr>
              <a:t> </a:t>
            </a:r>
            <a:endParaRPr/>
          </a:p>
          <a:p>
            <a:pPr indent="-323850" lvl="0" marL="431800" rtl="0" algn="l">
              <a:lnSpc>
                <a:spcPct val="98000"/>
              </a:lnSpc>
              <a:spcBef>
                <a:spcPts val="1100"/>
              </a:spcBef>
              <a:spcAft>
                <a:spcPts val="0"/>
              </a:spcAft>
              <a:buSzPts val="2400"/>
              <a:buNone/>
            </a:pPr>
            <a:r>
              <a:rPr b="0" i="0" lang="en-US" sz="2400" u="none">
                <a:solidFill>
                  <a:srgbClr val="000000"/>
                </a:solidFill>
                <a:latin typeface="Arial"/>
                <a:ea typeface="Arial"/>
                <a:cs typeface="Arial"/>
                <a:sym typeface="Arial"/>
              </a:rPr>
              <a:t>        </a:t>
            </a:r>
            <a:r>
              <a:rPr b="0" i="0" lang="en-US" sz="2400" u="none">
                <a:solidFill>
                  <a:srgbClr val="0000FF"/>
                </a:solidFill>
                <a:latin typeface="Arial"/>
                <a:ea typeface="Arial"/>
                <a:cs typeface="Arial"/>
                <a:sym typeface="Arial"/>
              </a:rPr>
              <a:t>FROM</a:t>
            </a:r>
            <a:r>
              <a:rPr b="0" i="0" lang="en-US" sz="2400" u="none">
                <a:solidFill>
                  <a:srgbClr val="000000"/>
                </a:solidFill>
                <a:latin typeface="Arial"/>
                <a:ea typeface="Arial"/>
                <a:cs typeface="Arial"/>
                <a:sym typeface="Arial"/>
              </a:rPr>
              <a:t> </a:t>
            </a:r>
            <a:r>
              <a:rPr b="0" i="0" lang="en-US" sz="2400" u="none">
                <a:solidFill>
                  <a:srgbClr val="008080"/>
                </a:solidFill>
                <a:latin typeface="Arial"/>
                <a:ea typeface="Arial"/>
                <a:cs typeface="Arial"/>
                <a:sym typeface="Arial"/>
              </a:rPr>
              <a:t>PHICONG</a:t>
            </a:r>
            <a:endParaRPr/>
          </a:p>
          <a:p>
            <a:pPr indent="-323850" lvl="0" marL="431800" rtl="0" algn="l">
              <a:lnSpc>
                <a:spcPct val="98000"/>
              </a:lnSpc>
              <a:spcBef>
                <a:spcPts val="1400"/>
              </a:spcBef>
              <a:spcAft>
                <a:spcPts val="0"/>
              </a:spcAft>
              <a:buSzPts val="2400"/>
              <a:buNone/>
            </a:pPr>
            <a:r>
              <a:rPr b="0" i="0" lang="en-US" sz="2400" u="none">
                <a:solidFill>
                  <a:srgbClr val="000000"/>
                </a:solidFill>
                <a:latin typeface="Arial"/>
                <a:ea typeface="Arial"/>
                <a:cs typeface="Arial"/>
                <a:sym typeface="Arial"/>
              </a:rPr>
              <a:t>        </a:t>
            </a:r>
            <a:r>
              <a:rPr b="0" i="0" lang="en-US" sz="2400" u="none">
                <a:solidFill>
                  <a:srgbClr val="0000FF"/>
                </a:solidFill>
                <a:latin typeface="Arial"/>
                <a:ea typeface="Arial"/>
                <a:cs typeface="Arial"/>
                <a:sym typeface="Arial"/>
              </a:rPr>
              <a:t>WHERE</a:t>
            </a:r>
            <a:r>
              <a:rPr b="0" i="0" lang="en-US" sz="2400" u="none">
                <a:solidFill>
                  <a:srgbClr val="000000"/>
                </a:solidFill>
                <a:latin typeface="Arial"/>
                <a:ea typeface="Arial"/>
                <a:cs typeface="Arial"/>
                <a:sym typeface="Arial"/>
              </a:rPr>
              <a:t> </a:t>
            </a:r>
            <a:r>
              <a:rPr b="0" i="0" lang="en-US" sz="2400" u="none">
                <a:solidFill>
                  <a:srgbClr val="008080"/>
                </a:solidFill>
                <a:latin typeface="Arial"/>
                <a:ea typeface="Arial"/>
                <a:cs typeface="Arial"/>
                <a:sym typeface="Arial"/>
              </a:rPr>
              <a:t>nuoc</a:t>
            </a:r>
            <a:r>
              <a:rPr b="0" i="0" lang="en-US" sz="2400" u="none">
                <a:solidFill>
                  <a:srgbClr val="808080"/>
                </a:solidFill>
                <a:latin typeface="Arial"/>
                <a:ea typeface="Arial"/>
                <a:cs typeface="Arial"/>
                <a:sym typeface="Arial"/>
              </a:rPr>
              <a:t> IN (</a:t>
            </a:r>
            <a:r>
              <a:rPr b="0" i="0" lang="en-US" sz="2400" u="none">
                <a:solidFill>
                  <a:srgbClr val="FF0000"/>
                </a:solidFill>
                <a:latin typeface="Arial"/>
                <a:ea typeface="Arial"/>
                <a:cs typeface="Arial"/>
                <a:sym typeface="Arial"/>
              </a:rPr>
              <a:t>'Phap','Anh','Uc')</a:t>
            </a:r>
            <a:r>
              <a:rPr b="0" i="0" lang="en-US" sz="2400" u="none">
                <a:solidFill>
                  <a:srgbClr val="000000"/>
                </a:solidFill>
                <a:latin typeface="Arial"/>
                <a:ea typeface="Arial"/>
                <a:cs typeface="Arial"/>
                <a:sym typeface="Arial"/>
              </a:rPr>
              <a:t>;</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p45"/>
          <p:cNvSpPr txBox="1"/>
          <p:nvPr/>
        </p:nvSpPr>
        <p:spPr>
          <a:xfrm>
            <a:off x="503237" y="6886575"/>
            <a:ext cx="2346325" cy="519112"/>
          </a:xfrm>
          <a:prstGeom prst="rect">
            <a:avLst/>
          </a:prstGeom>
          <a:noFill/>
          <a:ln>
            <a:noFill/>
          </a:ln>
        </p:spPr>
        <p:txBody>
          <a:bodyPr anchorCtr="0" anchor="t" bIns="0" lIns="0" spcFirstLastPara="1" rIns="0" wrap="square" tIns="0">
            <a:noAutofit/>
          </a:bodyPr>
          <a:lstStyle/>
          <a:p>
            <a:pPr indent="0" lvl="0" marL="0" marR="0" rtl="0" algn="l">
              <a:lnSpc>
                <a:spcPct val="93000"/>
              </a:lnSpc>
              <a:spcBef>
                <a:spcPts val="0"/>
              </a:spcBef>
              <a:spcAft>
                <a:spcPts val="0"/>
              </a:spcAft>
              <a:buClr>
                <a:srgbClr val="000000"/>
              </a:buClr>
              <a:buSzPts val="1400"/>
              <a:buFont typeface="Times New Roman"/>
              <a:buNone/>
            </a:pPr>
            <a:r>
              <a:rPr b="0" i="0" lang="en-US" sz="1400" u="none">
                <a:solidFill>
                  <a:srgbClr val="000000"/>
                </a:solidFill>
                <a:latin typeface="Times New Roman"/>
                <a:ea typeface="Times New Roman"/>
                <a:cs typeface="Times New Roman"/>
                <a:sym typeface="Times New Roman"/>
              </a:rPr>
              <a:t>*</a:t>
            </a:r>
            <a:endParaRPr/>
          </a:p>
        </p:txBody>
      </p:sp>
      <p:sp>
        <p:nvSpPr>
          <p:cNvPr id="577" name="Google Shape;577;p45"/>
          <p:cNvSpPr txBox="1"/>
          <p:nvPr/>
        </p:nvSpPr>
        <p:spPr>
          <a:xfrm>
            <a:off x="7227887" y="6886575"/>
            <a:ext cx="2346325" cy="519112"/>
          </a:xfrm>
          <a:prstGeom prst="rect">
            <a:avLst/>
          </a:prstGeom>
          <a:noFill/>
          <a:ln>
            <a:noFill/>
          </a:ln>
        </p:spPr>
        <p:txBody>
          <a:bodyPr anchorCtr="0" anchor="t"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a:solidFill>
                  <a:srgbClr val="000000"/>
                </a:solidFill>
                <a:latin typeface="Times New Roman"/>
                <a:ea typeface="Times New Roman"/>
                <a:cs typeface="Times New Roman"/>
                <a:sym typeface="Times New Roman"/>
              </a:rPr>
              <a:t>‹#›</a:t>
            </a:fld>
            <a:endParaRPr/>
          </a:p>
        </p:txBody>
      </p:sp>
      <p:sp>
        <p:nvSpPr>
          <p:cNvPr id="578" name="Google Shape;578;p45"/>
          <p:cNvSpPr txBox="1"/>
          <p:nvPr>
            <p:ph type="title"/>
          </p:nvPr>
        </p:nvSpPr>
        <p:spPr>
          <a:xfrm>
            <a:off x="503237" y="301625"/>
            <a:ext cx="9070975" cy="1262062"/>
          </a:xfrm>
          <a:prstGeom prst="rect">
            <a:avLst/>
          </a:prstGeom>
          <a:noFill/>
          <a:ln>
            <a:noFill/>
          </a:ln>
        </p:spPr>
        <p:txBody>
          <a:bodyPr anchorCtr="0" anchor="ctr" bIns="0" lIns="0" spcFirstLastPara="1" rIns="0" wrap="square" tIns="0">
            <a:noAutofit/>
          </a:bodyPr>
          <a:lstStyle/>
          <a:p>
            <a:pPr indent="0" lvl="0" marL="0" rtl="0" algn="l">
              <a:lnSpc>
                <a:spcPct val="101000"/>
              </a:lnSpc>
              <a:spcBef>
                <a:spcPts val="0"/>
              </a:spcBef>
              <a:spcAft>
                <a:spcPts val="0"/>
              </a:spcAft>
              <a:buSzPts val="3200"/>
              <a:buNone/>
            </a:pPr>
            <a:r>
              <a:rPr b="1" i="0" lang="en-US" sz="3200" u="none">
                <a:solidFill>
                  <a:srgbClr val="000000"/>
                </a:solidFill>
                <a:latin typeface="Arial"/>
                <a:ea typeface="Arial"/>
                <a:cs typeface="Arial"/>
                <a:sym typeface="Arial"/>
              </a:rPr>
              <a:t> Toán tử BETWEEN</a:t>
            </a:r>
            <a:endParaRPr/>
          </a:p>
        </p:txBody>
      </p:sp>
      <p:sp>
        <p:nvSpPr>
          <p:cNvPr id="579" name="Google Shape;579;p45"/>
          <p:cNvSpPr txBox="1"/>
          <p:nvPr>
            <p:ph idx="1" type="body"/>
          </p:nvPr>
        </p:nvSpPr>
        <p:spPr>
          <a:xfrm>
            <a:off x="503237" y="1768475"/>
            <a:ext cx="9070975" cy="4384675"/>
          </a:xfrm>
          <a:prstGeom prst="rect">
            <a:avLst/>
          </a:prstGeom>
          <a:noFill/>
          <a:ln>
            <a:noFill/>
          </a:ln>
        </p:spPr>
        <p:txBody>
          <a:bodyPr anchorCtr="0" anchor="t" bIns="0" lIns="0" spcFirstLastPara="1" rIns="0" wrap="square" tIns="0">
            <a:noAutofit/>
          </a:bodyPr>
          <a:lstStyle/>
          <a:p>
            <a:pPr indent="-323850" lvl="0" marL="431800" rtl="0" algn="l">
              <a:lnSpc>
                <a:spcPct val="101000"/>
              </a:lnSpc>
              <a:spcBef>
                <a:spcPts val="0"/>
              </a:spcBef>
              <a:spcAft>
                <a:spcPts val="0"/>
              </a:spcAft>
              <a:buClr>
                <a:srgbClr val="000000"/>
              </a:buClr>
              <a:buSzPts val="1260"/>
              <a:buFont typeface="Noto Sans Symbols"/>
              <a:buChar char="●"/>
            </a:pPr>
            <a:r>
              <a:rPr b="0" i="0" lang="en-US" sz="2800" u="none">
                <a:solidFill>
                  <a:srgbClr val="000000"/>
                </a:solidFill>
                <a:latin typeface="Arial"/>
                <a:ea typeface="Arial"/>
                <a:cs typeface="Arial"/>
                <a:sym typeface="Arial"/>
              </a:rPr>
              <a:t> Cho phép chọn một giá trị trong một giới hạn. Giá trị có thể là số, chuỗi hoặc ngày </a:t>
            </a:r>
            <a:endParaRPr/>
          </a:p>
          <a:p>
            <a:pPr indent="-287337" lvl="2" marL="1295400" rtl="0" algn="l">
              <a:lnSpc>
                <a:spcPct val="101000"/>
              </a:lnSpc>
              <a:spcBef>
                <a:spcPts val="1400"/>
              </a:spcBef>
              <a:spcAft>
                <a:spcPts val="0"/>
              </a:spcAft>
              <a:buSzPts val="2400"/>
              <a:buNone/>
            </a:pPr>
            <a:r>
              <a:rPr b="0" i="0" lang="en-US" sz="2400" u="none">
                <a:solidFill>
                  <a:srgbClr val="000000"/>
                </a:solidFill>
                <a:latin typeface="Arial"/>
                <a:ea typeface="Arial"/>
                <a:cs typeface="Arial"/>
                <a:sym typeface="Arial"/>
              </a:rPr>
              <a:t>SELECT </a:t>
            </a:r>
            <a:r>
              <a:rPr b="0" i="1" lang="en-US" sz="2400" u="none">
                <a:solidFill>
                  <a:srgbClr val="000000"/>
                </a:solidFill>
                <a:latin typeface="Arial"/>
                <a:ea typeface="Arial"/>
                <a:cs typeface="Arial"/>
                <a:sym typeface="Arial"/>
              </a:rPr>
              <a:t>&lt;ten_cot&gt; [, ...] </a:t>
            </a:r>
            <a:endParaRPr/>
          </a:p>
          <a:p>
            <a:pPr indent="-287337" lvl="2" marL="1295400" rtl="0" algn="l">
              <a:lnSpc>
                <a:spcPct val="101000"/>
              </a:lnSpc>
              <a:spcBef>
                <a:spcPts val="800"/>
              </a:spcBef>
              <a:spcAft>
                <a:spcPts val="0"/>
              </a:spcAft>
              <a:buSzPts val="2400"/>
              <a:buNone/>
            </a:pPr>
            <a:r>
              <a:rPr b="0" i="0" lang="en-US" sz="2400" u="none">
                <a:solidFill>
                  <a:srgbClr val="000000"/>
                </a:solidFill>
                <a:latin typeface="Arial"/>
                <a:ea typeface="Arial"/>
                <a:cs typeface="Arial"/>
                <a:sym typeface="Arial"/>
              </a:rPr>
              <a:t>FROM  </a:t>
            </a:r>
            <a:r>
              <a:rPr b="0" i="1" lang="en-US" sz="2400" u="none">
                <a:solidFill>
                  <a:srgbClr val="000000"/>
                </a:solidFill>
                <a:latin typeface="Arial"/>
                <a:ea typeface="Arial"/>
                <a:cs typeface="Arial"/>
                <a:sym typeface="Arial"/>
              </a:rPr>
              <a:t>&lt;ten_bang&gt;</a:t>
            </a:r>
            <a:endParaRPr/>
          </a:p>
          <a:p>
            <a:pPr indent="-287337" lvl="2" marL="1295400" rtl="0" algn="l">
              <a:lnSpc>
                <a:spcPct val="101000"/>
              </a:lnSpc>
              <a:spcBef>
                <a:spcPts val="800"/>
              </a:spcBef>
              <a:spcAft>
                <a:spcPts val="0"/>
              </a:spcAft>
              <a:buSzPts val="2400"/>
              <a:buNone/>
            </a:pPr>
            <a:r>
              <a:rPr b="0" i="0" lang="en-US" sz="2400" u="none">
                <a:solidFill>
                  <a:srgbClr val="000000"/>
                </a:solidFill>
                <a:latin typeface="Arial"/>
                <a:ea typeface="Arial"/>
                <a:cs typeface="Arial"/>
                <a:sym typeface="Arial"/>
              </a:rPr>
              <a:t>WHERE &lt;</a:t>
            </a:r>
            <a:r>
              <a:rPr b="0" i="1" lang="en-US" sz="2400" u="none">
                <a:solidFill>
                  <a:srgbClr val="000000"/>
                </a:solidFill>
                <a:latin typeface="Arial"/>
                <a:ea typeface="Arial"/>
                <a:cs typeface="Arial"/>
                <a:sym typeface="Arial"/>
              </a:rPr>
              <a:t>ten_cot&gt; </a:t>
            </a:r>
            <a:r>
              <a:rPr b="1" i="1" lang="en-US" sz="2400" u="none">
                <a:solidFill>
                  <a:srgbClr val="990000"/>
                </a:solidFill>
                <a:latin typeface="Arial"/>
                <a:ea typeface="Arial"/>
                <a:cs typeface="Arial"/>
                <a:sym typeface="Arial"/>
              </a:rPr>
              <a:t>BETWEEN  </a:t>
            </a:r>
            <a:r>
              <a:rPr b="0" i="1" lang="en-US" sz="2400" u="none">
                <a:solidFill>
                  <a:srgbClr val="000000"/>
                </a:solidFill>
                <a:latin typeface="Arial"/>
                <a:ea typeface="Arial"/>
                <a:cs typeface="Arial"/>
                <a:sym typeface="Arial"/>
              </a:rPr>
              <a:t>value1 </a:t>
            </a:r>
            <a:r>
              <a:rPr b="1" i="1" lang="en-US" sz="2400" u="none">
                <a:solidFill>
                  <a:srgbClr val="990000"/>
                </a:solidFill>
                <a:latin typeface="Arial"/>
                <a:ea typeface="Arial"/>
                <a:cs typeface="Arial"/>
                <a:sym typeface="Arial"/>
              </a:rPr>
              <a:t>AND</a:t>
            </a:r>
            <a:r>
              <a:rPr b="0" i="1" lang="en-US" sz="2400" u="none">
                <a:solidFill>
                  <a:srgbClr val="000000"/>
                </a:solidFill>
                <a:latin typeface="Arial"/>
                <a:ea typeface="Arial"/>
                <a:cs typeface="Arial"/>
                <a:sym typeface="Arial"/>
              </a:rPr>
              <a:t> value2 </a:t>
            </a:r>
            <a:r>
              <a:rPr b="0" i="0" lang="en-US" sz="2400" u="none">
                <a:solidFill>
                  <a:srgbClr val="000000"/>
                </a:solidFill>
                <a:latin typeface="Arial"/>
                <a:ea typeface="Arial"/>
                <a:cs typeface="Arial"/>
                <a:sym typeface="Arial"/>
              </a:rPr>
              <a:t>;</a:t>
            </a:r>
            <a:endParaRPr/>
          </a:p>
          <a:p>
            <a:pPr indent="-287337" lvl="2" marL="1295400" rtl="0" algn="l">
              <a:lnSpc>
                <a:spcPct val="101000"/>
              </a:lnSpc>
              <a:spcBef>
                <a:spcPts val="800"/>
              </a:spcBef>
              <a:spcAft>
                <a:spcPts val="0"/>
              </a:spcAft>
              <a:buSzPts val="2400"/>
              <a:buNone/>
            </a:pPr>
            <a:r>
              <a:t/>
            </a:r>
            <a:endParaRPr b="0" i="0" sz="2400" u="none">
              <a:solidFill>
                <a:srgbClr val="000000"/>
              </a:solidFill>
              <a:latin typeface="Arial"/>
              <a:ea typeface="Arial"/>
              <a:cs typeface="Arial"/>
              <a:sym typeface="Arial"/>
            </a:endParaRPr>
          </a:p>
          <a:p>
            <a:pPr indent="-323850" lvl="1" marL="863600" rtl="0" algn="l">
              <a:lnSpc>
                <a:spcPct val="101000"/>
              </a:lnSpc>
              <a:spcBef>
                <a:spcPts val="800"/>
              </a:spcBef>
              <a:spcAft>
                <a:spcPts val="0"/>
              </a:spcAft>
              <a:buClr>
                <a:srgbClr val="000000"/>
              </a:buClr>
              <a:buSzPts val="2100"/>
              <a:buFont typeface="Noto Sans Symbols"/>
              <a:buChar char="−"/>
            </a:pPr>
            <a:r>
              <a:rPr b="0" i="0" lang="en-US" sz="2800" u="none">
                <a:solidFill>
                  <a:srgbClr val="000000"/>
                </a:solidFill>
                <a:latin typeface="Arial"/>
                <a:ea typeface="Arial"/>
                <a:cs typeface="Arial"/>
                <a:sym typeface="Arial"/>
              </a:rPr>
              <a:t>Ví dụ: Tìm thông tin tất cả các chuyến bay từ 10000 km đến 15000 km</a:t>
            </a:r>
            <a:endParaRPr/>
          </a:p>
          <a:p>
            <a:pPr indent="-323850" lvl="1" marL="863600" rtl="0" algn="l">
              <a:lnSpc>
                <a:spcPct val="101000"/>
              </a:lnSpc>
              <a:spcBef>
                <a:spcPts val="1100"/>
              </a:spcBef>
              <a:spcAft>
                <a:spcPts val="0"/>
              </a:spcAft>
              <a:buSzPts val="2800"/>
              <a:buNone/>
            </a:pPr>
            <a:r>
              <a:rPr b="0" i="0" lang="en-US" sz="2800" u="none">
                <a:solidFill>
                  <a:srgbClr val="000000"/>
                </a:solidFill>
                <a:latin typeface="Arial"/>
                <a:ea typeface="Arial"/>
                <a:cs typeface="Arial"/>
                <a:sym typeface="Arial"/>
              </a:rPr>
              <a:t>  </a:t>
            </a:r>
            <a:r>
              <a:rPr b="0" i="0" lang="en-US" sz="2400" u="none">
                <a:solidFill>
                  <a:srgbClr val="000000"/>
                </a:solidFill>
                <a:latin typeface="Arial"/>
                <a:ea typeface="Arial"/>
                <a:cs typeface="Arial"/>
                <a:sym typeface="Arial"/>
              </a:rPr>
              <a:t>  </a:t>
            </a:r>
            <a:r>
              <a:rPr b="0" i="0" lang="en-US" sz="2400" u="none">
                <a:solidFill>
                  <a:srgbClr val="0000FF"/>
                </a:solidFill>
                <a:latin typeface="Arial"/>
                <a:ea typeface="Arial"/>
                <a:cs typeface="Arial"/>
                <a:sym typeface="Arial"/>
              </a:rPr>
              <a:t>SELECT</a:t>
            </a:r>
            <a:r>
              <a:rPr b="0" i="0" lang="en-US" sz="2400" u="none">
                <a:solidFill>
                  <a:srgbClr val="000000"/>
                </a:solidFill>
                <a:latin typeface="Arial"/>
                <a:ea typeface="Arial"/>
                <a:cs typeface="Arial"/>
                <a:sym typeface="Arial"/>
              </a:rPr>
              <a:t> </a:t>
            </a:r>
            <a:r>
              <a:rPr b="0" i="0" lang="en-US" sz="2400" u="none">
                <a:solidFill>
                  <a:srgbClr val="008080"/>
                </a:solidFill>
                <a:latin typeface="Arial"/>
                <a:ea typeface="Arial"/>
                <a:cs typeface="Arial"/>
                <a:sym typeface="Arial"/>
              </a:rPr>
              <a:t>*</a:t>
            </a:r>
            <a:r>
              <a:rPr b="0" i="0" lang="en-US" sz="2400" u="none">
                <a:solidFill>
                  <a:srgbClr val="000000"/>
                </a:solidFill>
                <a:latin typeface="Arial"/>
                <a:ea typeface="Arial"/>
                <a:cs typeface="Arial"/>
                <a:sym typeface="Arial"/>
              </a:rPr>
              <a:t> </a:t>
            </a:r>
            <a:endParaRPr/>
          </a:p>
          <a:p>
            <a:pPr indent="-323850" lvl="0" marL="431800" rtl="0" algn="l">
              <a:lnSpc>
                <a:spcPct val="98000"/>
              </a:lnSpc>
              <a:spcBef>
                <a:spcPts val="1100"/>
              </a:spcBef>
              <a:spcAft>
                <a:spcPts val="0"/>
              </a:spcAft>
              <a:buSzPts val="2400"/>
              <a:buNone/>
            </a:pPr>
            <a:r>
              <a:rPr b="0" i="0" lang="en-US" sz="2400" u="none">
                <a:solidFill>
                  <a:srgbClr val="000000"/>
                </a:solidFill>
                <a:latin typeface="Arial"/>
                <a:ea typeface="Arial"/>
                <a:cs typeface="Arial"/>
                <a:sym typeface="Arial"/>
              </a:rPr>
              <a:t>        </a:t>
            </a:r>
            <a:r>
              <a:rPr b="0" i="0" lang="en-US" sz="2400" u="none">
                <a:solidFill>
                  <a:srgbClr val="0000FF"/>
                </a:solidFill>
                <a:latin typeface="Arial"/>
                <a:ea typeface="Arial"/>
                <a:cs typeface="Arial"/>
                <a:sym typeface="Arial"/>
              </a:rPr>
              <a:t>FROM</a:t>
            </a:r>
            <a:r>
              <a:rPr b="0" i="0" lang="en-US" sz="2400" u="none">
                <a:solidFill>
                  <a:srgbClr val="000000"/>
                </a:solidFill>
                <a:latin typeface="Arial"/>
                <a:ea typeface="Arial"/>
                <a:cs typeface="Arial"/>
                <a:sym typeface="Arial"/>
              </a:rPr>
              <a:t> </a:t>
            </a:r>
            <a:r>
              <a:rPr b="0" i="0" lang="en-US" sz="2400" u="none">
                <a:solidFill>
                  <a:srgbClr val="008080"/>
                </a:solidFill>
                <a:latin typeface="Arial"/>
                <a:ea typeface="Arial"/>
                <a:cs typeface="Arial"/>
                <a:sym typeface="Arial"/>
              </a:rPr>
              <a:t>CHUYENBAY</a:t>
            </a:r>
            <a:endParaRPr/>
          </a:p>
          <a:p>
            <a:pPr indent="-323850" lvl="0" marL="431800" rtl="0" algn="l">
              <a:lnSpc>
                <a:spcPct val="98000"/>
              </a:lnSpc>
              <a:spcBef>
                <a:spcPts val="1400"/>
              </a:spcBef>
              <a:spcAft>
                <a:spcPts val="0"/>
              </a:spcAft>
              <a:buSzPts val="2400"/>
              <a:buNone/>
            </a:pPr>
            <a:r>
              <a:rPr b="0" i="0" lang="en-US" sz="2400" u="none">
                <a:solidFill>
                  <a:srgbClr val="000000"/>
                </a:solidFill>
                <a:latin typeface="Arial"/>
                <a:ea typeface="Arial"/>
                <a:cs typeface="Arial"/>
                <a:sym typeface="Arial"/>
              </a:rPr>
              <a:t>        </a:t>
            </a:r>
            <a:r>
              <a:rPr b="0" i="0" lang="en-US" sz="2400" u="none">
                <a:solidFill>
                  <a:srgbClr val="0000FF"/>
                </a:solidFill>
                <a:latin typeface="Arial"/>
                <a:ea typeface="Arial"/>
                <a:cs typeface="Arial"/>
                <a:sym typeface="Arial"/>
              </a:rPr>
              <a:t>WHERE</a:t>
            </a:r>
            <a:r>
              <a:rPr b="0" i="0" lang="en-US" sz="2400" u="none">
                <a:solidFill>
                  <a:srgbClr val="000000"/>
                </a:solidFill>
                <a:latin typeface="Arial"/>
                <a:ea typeface="Arial"/>
                <a:cs typeface="Arial"/>
                <a:sym typeface="Arial"/>
              </a:rPr>
              <a:t> </a:t>
            </a:r>
            <a:r>
              <a:rPr b="0" i="0" lang="en-US" sz="2400" u="none">
                <a:solidFill>
                  <a:srgbClr val="008080"/>
                </a:solidFill>
                <a:latin typeface="Arial"/>
                <a:ea typeface="Arial"/>
                <a:cs typeface="Arial"/>
                <a:sym typeface="Arial"/>
              </a:rPr>
              <a:t>khoangcach</a:t>
            </a:r>
            <a:r>
              <a:rPr b="0" i="0" lang="en-US" sz="2400" u="none">
                <a:solidFill>
                  <a:srgbClr val="808080"/>
                </a:solidFill>
                <a:latin typeface="Arial"/>
                <a:ea typeface="Arial"/>
                <a:cs typeface="Arial"/>
                <a:sym typeface="Arial"/>
              </a:rPr>
              <a:t> BETWEEN </a:t>
            </a:r>
            <a:r>
              <a:rPr b="0" i="0" lang="en-US" sz="2400" u="none">
                <a:solidFill>
                  <a:srgbClr val="FF0000"/>
                </a:solidFill>
                <a:latin typeface="Arial"/>
                <a:ea typeface="Arial"/>
                <a:cs typeface="Arial"/>
                <a:sym typeface="Arial"/>
              </a:rPr>
              <a:t>10000 </a:t>
            </a:r>
            <a:r>
              <a:rPr b="0" i="0" lang="en-US" sz="2400" u="none">
                <a:solidFill>
                  <a:srgbClr val="808080"/>
                </a:solidFill>
                <a:latin typeface="Arial"/>
                <a:ea typeface="Arial"/>
                <a:cs typeface="Arial"/>
                <a:sym typeface="Arial"/>
              </a:rPr>
              <a:t>AND</a:t>
            </a:r>
            <a:r>
              <a:rPr b="0" i="0" lang="en-US" sz="2400" u="none">
                <a:solidFill>
                  <a:srgbClr val="FF0000"/>
                </a:solidFill>
                <a:latin typeface="Arial"/>
                <a:ea typeface="Arial"/>
                <a:cs typeface="Arial"/>
                <a:sym typeface="Arial"/>
              </a:rPr>
              <a:t> 15000</a:t>
            </a:r>
            <a:r>
              <a:rPr b="0" i="0" lang="en-US" sz="2400" u="none">
                <a:solidFill>
                  <a:srgbClr val="000000"/>
                </a:solidFill>
                <a:latin typeface="Arial"/>
                <a:ea typeface="Arial"/>
                <a:cs typeface="Arial"/>
                <a:sym typeface="Arial"/>
              </a:rPr>
              <a:t>;</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sp>
        <p:nvSpPr>
          <p:cNvPr id="585" name="Google Shape;585;p46"/>
          <p:cNvSpPr txBox="1"/>
          <p:nvPr/>
        </p:nvSpPr>
        <p:spPr>
          <a:xfrm>
            <a:off x="503237" y="6886575"/>
            <a:ext cx="2346325" cy="519112"/>
          </a:xfrm>
          <a:prstGeom prst="rect">
            <a:avLst/>
          </a:prstGeom>
          <a:noFill/>
          <a:ln>
            <a:noFill/>
          </a:ln>
        </p:spPr>
        <p:txBody>
          <a:bodyPr anchorCtr="0" anchor="t" bIns="0" lIns="0" spcFirstLastPara="1" rIns="0" wrap="square" tIns="0">
            <a:noAutofit/>
          </a:bodyPr>
          <a:lstStyle/>
          <a:p>
            <a:pPr indent="0" lvl="0" marL="0" marR="0" rtl="0" algn="l">
              <a:lnSpc>
                <a:spcPct val="93000"/>
              </a:lnSpc>
              <a:spcBef>
                <a:spcPts val="0"/>
              </a:spcBef>
              <a:spcAft>
                <a:spcPts val="0"/>
              </a:spcAft>
              <a:buClr>
                <a:srgbClr val="000000"/>
              </a:buClr>
              <a:buSzPts val="1400"/>
              <a:buFont typeface="Times New Roman"/>
              <a:buNone/>
            </a:pPr>
            <a:r>
              <a:rPr b="0" i="0" lang="en-US" sz="1400" u="none">
                <a:solidFill>
                  <a:srgbClr val="000000"/>
                </a:solidFill>
                <a:latin typeface="Times New Roman"/>
                <a:ea typeface="Times New Roman"/>
                <a:cs typeface="Times New Roman"/>
                <a:sym typeface="Times New Roman"/>
              </a:rPr>
              <a:t>*</a:t>
            </a:r>
            <a:endParaRPr/>
          </a:p>
        </p:txBody>
      </p:sp>
      <p:sp>
        <p:nvSpPr>
          <p:cNvPr id="586" name="Google Shape;586;p46"/>
          <p:cNvSpPr txBox="1"/>
          <p:nvPr/>
        </p:nvSpPr>
        <p:spPr>
          <a:xfrm>
            <a:off x="7227887" y="6886575"/>
            <a:ext cx="2346325" cy="519112"/>
          </a:xfrm>
          <a:prstGeom prst="rect">
            <a:avLst/>
          </a:prstGeom>
          <a:noFill/>
          <a:ln>
            <a:noFill/>
          </a:ln>
        </p:spPr>
        <p:txBody>
          <a:bodyPr anchorCtr="0" anchor="t"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a:solidFill>
                  <a:srgbClr val="000000"/>
                </a:solidFill>
                <a:latin typeface="Times New Roman"/>
                <a:ea typeface="Times New Roman"/>
                <a:cs typeface="Times New Roman"/>
                <a:sym typeface="Times New Roman"/>
              </a:rPr>
              <a:t>‹#›</a:t>
            </a:fld>
            <a:endParaRPr/>
          </a:p>
        </p:txBody>
      </p:sp>
      <p:sp>
        <p:nvSpPr>
          <p:cNvPr id="587" name="Google Shape;587;p46"/>
          <p:cNvSpPr txBox="1"/>
          <p:nvPr>
            <p:ph type="title"/>
          </p:nvPr>
        </p:nvSpPr>
        <p:spPr>
          <a:xfrm>
            <a:off x="503237" y="301625"/>
            <a:ext cx="9070975" cy="1262062"/>
          </a:xfrm>
          <a:prstGeom prst="rect">
            <a:avLst/>
          </a:prstGeom>
          <a:noFill/>
          <a:ln>
            <a:noFill/>
          </a:ln>
        </p:spPr>
        <p:txBody>
          <a:bodyPr anchorCtr="0" anchor="ctr" bIns="0" lIns="0" spcFirstLastPara="1" rIns="0" wrap="square" tIns="0">
            <a:noAutofit/>
          </a:bodyPr>
          <a:lstStyle/>
          <a:p>
            <a:pPr indent="0" lvl="0" marL="0" rtl="0" algn="l">
              <a:lnSpc>
                <a:spcPct val="101000"/>
              </a:lnSpc>
              <a:spcBef>
                <a:spcPts val="0"/>
              </a:spcBef>
              <a:spcAft>
                <a:spcPts val="0"/>
              </a:spcAft>
              <a:buSzPts val="3200"/>
              <a:buNone/>
            </a:pPr>
            <a:r>
              <a:rPr b="1" i="0" lang="en-US" sz="3200" u="none">
                <a:solidFill>
                  <a:srgbClr val="000000"/>
                </a:solidFill>
                <a:latin typeface="Arial"/>
                <a:ea typeface="Arial"/>
                <a:cs typeface="Arial"/>
                <a:sym typeface="Arial"/>
              </a:rPr>
              <a:t> Toán tử LIKE </a:t>
            </a:r>
            <a:endParaRPr/>
          </a:p>
        </p:txBody>
      </p:sp>
      <p:sp>
        <p:nvSpPr>
          <p:cNvPr id="588" name="Google Shape;588;p46"/>
          <p:cNvSpPr txBox="1"/>
          <p:nvPr>
            <p:ph idx="1" type="body"/>
          </p:nvPr>
        </p:nvSpPr>
        <p:spPr>
          <a:xfrm>
            <a:off x="503237" y="1768475"/>
            <a:ext cx="9070975" cy="4384675"/>
          </a:xfrm>
          <a:prstGeom prst="rect">
            <a:avLst/>
          </a:prstGeom>
          <a:noFill/>
          <a:ln>
            <a:noFill/>
          </a:ln>
        </p:spPr>
        <p:txBody>
          <a:bodyPr anchorCtr="0" anchor="t" bIns="0" lIns="0" spcFirstLastPara="1" rIns="0" wrap="square" tIns="0">
            <a:noAutofit/>
          </a:bodyPr>
          <a:lstStyle/>
          <a:p>
            <a:pPr indent="-323850" lvl="0" marL="431800" rtl="0" algn="l">
              <a:lnSpc>
                <a:spcPct val="101000"/>
              </a:lnSpc>
              <a:spcBef>
                <a:spcPts val="0"/>
              </a:spcBef>
              <a:spcAft>
                <a:spcPts val="0"/>
              </a:spcAft>
              <a:buClr>
                <a:srgbClr val="000000"/>
              </a:buClr>
              <a:buSzPts val="1260"/>
              <a:buFont typeface="Noto Sans Symbols"/>
              <a:buChar char="●"/>
            </a:pPr>
            <a:r>
              <a:rPr b="0" i="0" lang="en-US" sz="2800" u="none">
                <a:solidFill>
                  <a:srgbClr val="000000"/>
                </a:solidFill>
                <a:latin typeface="Arial"/>
                <a:ea typeface="Arial"/>
                <a:cs typeface="Arial"/>
                <a:sym typeface="Arial"/>
              </a:rPr>
              <a:t> Được sử dụng trong mệnh đề WHERE để tìm một </a:t>
            </a:r>
            <a:r>
              <a:rPr b="0" i="1" lang="en-US" sz="2800" u="none">
                <a:solidFill>
                  <a:srgbClr val="0000CC"/>
                </a:solidFill>
                <a:latin typeface="Arial"/>
                <a:ea typeface="Arial"/>
                <a:cs typeface="Arial"/>
                <a:sym typeface="Arial"/>
              </a:rPr>
              <a:t>mẫu</a:t>
            </a:r>
            <a:r>
              <a:rPr b="0" i="0" lang="en-US" sz="2800" u="none">
                <a:solidFill>
                  <a:srgbClr val="000000"/>
                </a:solidFill>
                <a:latin typeface="Arial"/>
                <a:ea typeface="Arial"/>
                <a:cs typeface="Arial"/>
                <a:sym typeface="Arial"/>
              </a:rPr>
              <a:t>  cụ thể trong một cột </a:t>
            </a:r>
            <a:endParaRPr/>
          </a:p>
          <a:p>
            <a:pPr indent="-287337" lvl="2" marL="1295400" rtl="0" algn="l">
              <a:lnSpc>
                <a:spcPct val="101000"/>
              </a:lnSpc>
              <a:spcBef>
                <a:spcPts val="1400"/>
              </a:spcBef>
              <a:spcAft>
                <a:spcPts val="0"/>
              </a:spcAft>
              <a:buSzPts val="2400"/>
              <a:buNone/>
            </a:pPr>
            <a:r>
              <a:rPr b="0" i="0" lang="en-US" sz="2400" u="none">
                <a:solidFill>
                  <a:srgbClr val="000000"/>
                </a:solidFill>
                <a:latin typeface="Arial"/>
                <a:ea typeface="Arial"/>
                <a:cs typeface="Arial"/>
                <a:sym typeface="Arial"/>
              </a:rPr>
              <a:t>SELECT </a:t>
            </a:r>
            <a:r>
              <a:rPr b="0" i="1" lang="en-US" sz="2400" u="none">
                <a:solidFill>
                  <a:srgbClr val="000000"/>
                </a:solidFill>
                <a:latin typeface="Arial"/>
                <a:ea typeface="Arial"/>
                <a:cs typeface="Arial"/>
                <a:sym typeface="Arial"/>
              </a:rPr>
              <a:t>&lt;ten_cot&gt; [, ...] </a:t>
            </a:r>
            <a:endParaRPr/>
          </a:p>
          <a:p>
            <a:pPr indent="-287337" lvl="2" marL="1295400" rtl="0" algn="l">
              <a:lnSpc>
                <a:spcPct val="101000"/>
              </a:lnSpc>
              <a:spcBef>
                <a:spcPts val="800"/>
              </a:spcBef>
              <a:spcAft>
                <a:spcPts val="0"/>
              </a:spcAft>
              <a:buSzPts val="2400"/>
              <a:buNone/>
            </a:pPr>
            <a:r>
              <a:rPr b="0" i="0" lang="en-US" sz="2400" u="none">
                <a:solidFill>
                  <a:srgbClr val="000000"/>
                </a:solidFill>
                <a:latin typeface="Arial"/>
                <a:ea typeface="Arial"/>
                <a:cs typeface="Arial"/>
                <a:sym typeface="Arial"/>
              </a:rPr>
              <a:t>FROM  </a:t>
            </a:r>
            <a:r>
              <a:rPr b="0" i="1" lang="en-US" sz="2400" u="none">
                <a:solidFill>
                  <a:srgbClr val="000000"/>
                </a:solidFill>
                <a:latin typeface="Arial"/>
                <a:ea typeface="Arial"/>
                <a:cs typeface="Arial"/>
                <a:sym typeface="Arial"/>
              </a:rPr>
              <a:t>&lt;ten_bang&gt;</a:t>
            </a:r>
            <a:endParaRPr/>
          </a:p>
          <a:p>
            <a:pPr indent="-287337" lvl="2" marL="1295400" rtl="0" algn="l">
              <a:lnSpc>
                <a:spcPct val="101000"/>
              </a:lnSpc>
              <a:spcBef>
                <a:spcPts val="800"/>
              </a:spcBef>
              <a:spcAft>
                <a:spcPts val="0"/>
              </a:spcAft>
              <a:buSzPts val="2400"/>
              <a:buNone/>
            </a:pPr>
            <a:r>
              <a:rPr b="0" i="0" lang="en-US" sz="2400" u="none">
                <a:solidFill>
                  <a:srgbClr val="000000"/>
                </a:solidFill>
                <a:latin typeface="Arial"/>
                <a:ea typeface="Arial"/>
                <a:cs typeface="Arial"/>
                <a:sym typeface="Arial"/>
              </a:rPr>
              <a:t>WHERE &lt;</a:t>
            </a:r>
            <a:r>
              <a:rPr b="0" i="1" lang="en-US" sz="2400" u="none">
                <a:solidFill>
                  <a:srgbClr val="000000"/>
                </a:solidFill>
                <a:latin typeface="Arial"/>
                <a:ea typeface="Arial"/>
                <a:cs typeface="Arial"/>
                <a:sym typeface="Arial"/>
              </a:rPr>
              <a:t>ten_cot&gt; </a:t>
            </a:r>
            <a:r>
              <a:rPr b="1" i="1" lang="en-US" sz="2400" u="none">
                <a:solidFill>
                  <a:srgbClr val="990000"/>
                </a:solidFill>
                <a:latin typeface="Arial"/>
                <a:ea typeface="Arial"/>
                <a:cs typeface="Arial"/>
                <a:sym typeface="Arial"/>
              </a:rPr>
              <a:t>LIKE  </a:t>
            </a:r>
            <a:r>
              <a:rPr b="0" i="1" lang="en-US" sz="2400" u="none">
                <a:solidFill>
                  <a:srgbClr val="000000"/>
                </a:solidFill>
                <a:latin typeface="Arial"/>
                <a:ea typeface="Arial"/>
                <a:cs typeface="Arial"/>
                <a:sym typeface="Arial"/>
              </a:rPr>
              <a:t> </a:t>
            </a:r>
            <a:r>
              <a:rPr b="0" i="1" lang="en-US" sz="2400" u="none">
                <a:solidFill>
                  <a:srgbClr val="0000CC"/>
                </a:solidFill>
                <a:latin typeface="Arial"/>
                <a:ea typeface="Arial"/>
                <a:cs typeface="Arial"/>
                <a:sym typeface="Arial"/>
              </a:rPr>
              <a:t>mẫu</a:t>
            </a:r>
            <a:r>
              <a:rPr b="0" i="0" lang="en-US" sz="2400" u="none">
                <a:solidFill>
                  <a:srgbClr val="000000"/>
                </a:solidFill>
                <a:latin typeface="Arial"/>
                <a:ea typeface="Arial"/>
                <a:cs typeface="Arial"/>
                <a:sym typeface="Arial"/>
              </a:rPr>
              <a:t>;</a:t>
            </a:r>
            <a:endParaRPr/>
          </a:p>
          <a:p>
            <a:pPr indent="-287337" lvl="2" marL="1295400" rtl="0" algn="l">
              <a:lnSpc>
                <a:spcPct val="101000"/>
              </a:lnSpc>
              <a:spcBef>
                <a:spcPts val="800"/>
              </a:spcBef>
              <a:spcAft>
                <a:spcPts val="0"/>
              </a:spcAft>
              <a:buSzPts val="2400"/>
              <a:buNone/>
            </a:pPr>
            <a:r>
              <a:t/>
            </a:r>
            <a:endParaRPr b="0" i="0" sz="2400" u="none">
              <a:solidFill>
                <a:srgbClr val="000000"/>
              </a:solidFill>
              <a:latin typeface="Arial"/>
              <a:ea typeface="Arial"/>
              <a:cs typeface="Arial"/>
              <a:sym typeface="Arial"/>
            </a:endParaRPr>
          </a:p>
          <a:p>
            <a:pPr indent="-323850" lvl="1" marL="863600" rtl="0" algn="l">
              <a:lnSpc>
                <a:spcPct val="101000"/>
              </a:lnSpc>
              <a:spcBef>
                <a:spcPts val="800"/>
              </a:spcBef>
              <a:spcAft>
                <a:spcPts val="0"/>
              </a:spcAft>
              <a:buClr>
                <a:srgbClr val="000000"/>
              </a:buClr>
              <a:buSzPts val="2100"/>
              <a:buFont typeface="Noto Sans Symbols"/>
              <a:buChar char="−"/>
            </a:pPr>
            <a:r>
              <a:rPr b="0" i="0" lang="en-US" sz="2800" u="none">
                <a:solidFill>
                  <a:srgbClr val="000000"/>
                </a:solidFill>
                <a:latin typeface="Arial"/>
                <a:ea typeface="Arial"/>
                <a:cs typeface="Arial"/>
                <a:sym typeface="Arial"/>
              </a:rPr>
              <a:t>Ví dụ: Tìm họ tên các phi công bắt đầu bằng chữ D</a:t>
            </a:r>
            <a:endParaRPr/>
          </a:p>
          <a:p>
            <a:pPr indent="-323850" lvl="1" marL="863600" rtl="0" algn="l">
              <a:lnSpc>
                <a:spcPct val="101000"/>
              </a:lnSpc>
              <a:spcBef>
                <a:spcPts val="1100"/>
              </a:spcBef>
              <a:spcAft>
                <a:spcPts val="0"/>
              </a:spcAft>
              <a:buSzPts val="2800"/>
              <a:buNone/>
            </a:pPr>
            <a:r>
              <a:rPr b="0" i="0" lang="en-US" sz="2800" u="none">
                <a:solidFill>
                  <a:srgbClr val="000000"/>
                </a:solidFill>
                <a:latin typeface="Arial"/>
                <a:ea typeface="Arial"/>
                <a:cs typeface="Arial"/>
                <a:sym typeface="Arial"/>
              </a:rPr>
              <a:t>  </a:t>
            </a:r>
            <a:r>
              <a:rPr b="0" i="0" lang="en-US" sz="2400" u="none">
                <a:solidFill>
                  <a:srgbClr val="000000"/>
                </a:solidFill>
                <a:latin typeface="Arial"/>
                <a:ea typeface="Arial"/>
                <a:cs typeface="Arial"/>
                <a:sym typeface="Arial"/>
              </a:rPr>
              <a:t>  </a:t>
            </a:r>
            <a:r>
              <a:rPr b="0" i="0" lang="en-US" sz="2400" u="none">
                <a:solidFill>
                  <a:srgbClr val="0000FF"/>
                </a:solidFill>
                <a:latin typeface="Arial"/>
                <a:ea typeface="Arial"/>
                <a:cs typeface="Arial"/>
                <a:sym typeface="Arial"/>
              </a:rPr>
              <a:t>SELECT</a:t>
            </a:r>
            <a:r>
              <a:rPr b="0" i="0" lang="en-US" sz="2400" u="none">
                <a:solidFill>
                  <a:srgbClr val="000000"/>
                </a:solidFill>
                <a:latin typeface="Arial"/>
                <a:ea typeface="Arial"/>
                <a:cs typeface="Arial"/>
                <a:sym typeface="Arial"/>
              </a:rPr>
              <a:t> </a:t>
            </a:r>
            <a:r>
              <a:rPr b="0" i="0" lang="en-US" sz="2400" u="none">
                <a:solidFill>
                  <a:srgbClr val="008080"/>
                </a:solidFill>
                <a:latin typeface="Arial"/>
                <a:ea typeface="Arial"/>
                <a:cs typeface="Arial"/>
                <a:sym typeface="Arial"/>
              </a:rPr>
              <a:t>hoten</a:t>
            </a:r>
            <a:r>
              <a:rPr b="0" i="0" lang="en-US" sz="2400" u="none">
                <a:solidFill>
                  <a:srgbClr val="000000"/>
                </a:solidFill>
                <a:latin typeface="Arial"/>
                <a:ea typeface="Arial"/>
                <a:cs typeface="Arial"/>
                <a:sym typeface="Arial"/>
              </a:rPr>
              <a:t> </a:t>
            </a:r>
            <a:endParaRPr/>
          </a:p>
          <a:p>
            <a:pPr indent="-323850" lvl="0" marL="431800" rtl="0" algn="l">
              <a:lnSpc>
                <a:spcPct val="98000"/>
              </a:lnSpc>
              <a:spcBef>
                <a:spcPts val="1100"/>
              </a:spcBef>
              <a:spcAft>
                <a:spcPts val="0"/>
              </a:spcAft>
              <a:buSzPts val="2400"/>
              <a:buNone/>
            </a:pPr>
            <a:r>
              <a:rPr b="0" i="0" lang="en-US" sz="2400" u="none">
                <a:solidFill>
                  <a:srgbClr val="000000"/>
                </a:solidFill>
                <a:latin typeface="Arial"/>
                <a:ea typeface="Arial"/>
                <a:cs typeface="Arial"/>
                <a:sym typeface="Arial"/>
              </a:rPr>
              <a:t>        </a:t>
            </a:r>
            <a:r>
              <a:rPr b="0" i="0" lang="en-US" sz="2400" u="none">
                <a:solidFill>
                  <a:srgbClr val="0000FF"/>
                </a:solidFill>
                <a:latin typeface="Arial"/>
                <a:ea typeface="Arial"/>
                <a:cs typeface="Arial"/>
                <a:sym typeface="Arial"/>
              </a:rPr>
              <a:t>FROM</a:t>
            </a:r>
            <a:r>
              <a:rPr b="0" i="0" lang="en-US" sz="2400" u="none">
                <a:solidFill>
                  <a:srgbClr val="000000"/>
                </a:solidFill>
                <a:latin typeface="Arial"/>
                <a:ea typeface="Arial"/>
                <a:cs typeface="Arial"/>
                <a:sym typeface="Arial"/>
              </a:rPr>
              <a:t> </a:t>
            </a:r>
            <a:r>
              <a:rPr b="0" i="0" lang="en-US" sz="2400" u="none">
                <a:solidFill>
                  <a:srgbClr val="008080"/>
                </a:solidFill>
                <a:latin typeface="Arial"/>
                <a:ea typeface="Arial"/>
                <a:cs typeface="Arial"/>
                <a:sym typeface="Arial"/>
              </a:rPr>
              <a:t>PHICONG</a:t>
            </a:r>
            <a:endParaRPr/>
          </a:p>
          <a:p>
            <a:pPr indent="-323850" lvl="0" marL="431800" rtl="0" algn="l">
              <a:lnSpc>
                <a:spcPct val="98000"/>
              </a:lnSpc>
              <a:spcBef>
                <a:spcPts val="1400"/>
              </a:spcBef>
              <a:spcAft>
                <a:spcPts val="0"/>
              </a:spcAft>
              <a:buSzPts val="2400"/>
              <a:buNone/>
            </a:pPr>
            <a:r>
              <a:rPr b="0" i="0" lang="en-US" sz="2400" u="none">
                <a:solidFill>
                  <a:srgbClr val="000000"/>
                </a:solidFill>
                <a:latin typeface="Arial"/>
                <a:ea typeface="Arial"/>
                <a:cs typeface="Arial"/>
                <a:sym typeface="Arial"/>
              </a:rPr>
              <a:t>        </a:t>
            </a:r>
            <a:r>
              <a:rPr b="0" i="0" lang="en-US" sz="2400" u="none">
                <a:solidFill>
                  <a:srgbClr val="0000FF"/>
                </a:solidFill>
                <a:latin typeface="Arial"/>
                <a:ea typeface="Arial"/>
                <a:cs typeface="Arial"/>
                <a:sym typeface="Arial"/>
              </a:rPr>
              <a:t>WHERE</a:t>
            </a:r>
            <a:r>
              <a:rPr b="0" i="0" lang="en-US" sz="2400" u="none">
                <a:solidFill>
                  <a:srgbClr val="000000"/>
                </a:solidFill>
                <a:latin typeface="Arial"/>
                <a:ea typeface="Arial"/>
                <a:cs typeface="Arial"/>
                <a:sym typeface="Arial"/>
              </a:rPr>
              <a:t> </a:t>
            </a:r>
            <a:r>
              <a:rPr b="0" i="0" lang="en-US" sz="2400" u="none">
                <a:solidFill>
                  <a:srgbClr val="008080"/>
                </a:solidFill>
                <a:latin typeface="Arial"/>
                <a:ea typeface="Arial"/>
                <a:cs typeface="Arial"/>
                <a:sym typeface="Arial"/>
              </a:rPr>
              <a:t>hoten</a:t>
            </a:r>
            <a:r>
              <a:rPr b="0" i="0" lang="en-US" sz="2400" u="none">
                <a:solidFill>
                  <a:srgbClr val="808080"/>
                </a:solidFill>
                <a:latin typeface="Arial"/>
                <a:ea typeface="Arial"/>
                <a:cs typeface="Arial"/>
                <a:sym typeface="Arial"/>
              </a:rPr>
              <a:t> LIKE </a:t>
            </a:r>
            <a:r>
              <a:rPr b="0" i="0" lang="en-US" sz="2400" u="none">
                <a:solidFill>
                  <a:srgbClr val="FF0000"/>
                </a:solidFill>
                <a:latin typeface="Arial"/>
                <a:ea typeface="Arial"/>
                <a:cs typeface="Arial"/>
                <a:sym typeface="Arial"/>
              </a:rPr>
              <a:t>'D%'</a:t>
            </a:r>
            <a:r>
              <a:rPr b="0" i="0" lang="en-US" sz="2400" u="none">
                <a:solidFill>
                  <a:srgbClr val="000000"/>
                </a:solidFill>
                <a:latin typeface="Arial"/>
                <a:ea typeface="Arial"/>
                <a:cs typeface="Arial"/>
                <a:sym typeface="Arial"/>
              </a:rPr>
              <a:t>;</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p47"/>
          <p:cNvSpPr txBox="1"/>
          <p:nvPr/>
        </p:nvSpPr>
        <p:spPr>
          <a:xfrm>
            <a:off x="503237" y="6886575"/>
            <a:ext cx="2346325" cy="519112"/>
          </a:xfrm>
          <a:prstGeom prst="rect">
            <a:avLst/>
          </a:prstGeom>
          <a:noFill/>
          <a:ln>
            <a:noFill/>
          </a:ln>
        </p:spPr>
        <p:txBody>
          <a:bodyPr anchorCtr="0" anchor="t" bIns="0" lIns="0" spcFirstLastPara="1" rIns="0" wrap="square" tIns="0">
            <a:noAutofit/>
          </a:bodyPr>
          <a:lstStyle/>
          <a:p>
            <a:pPr indent="0" lvl="0" marL="0" marR="0" rtl="0" algn="l">
              <a:lnSpc>
                <a:spcPct val="93000"/>
              </a:lnSpc>
              <a:spcBef>
                <a:spcPts val="0"/>
              </a:spcBef>
              <a:spcAft>
                <a:spcPts val="0"/>
              </a:spcAft>
              <a:buClr>
                <a:srgbClr val="000000"/>
              </a:buClr>
              <a:buSzPts val="1400"/>
              <a:buFont typeface="Times New Roman"/>
              <a:buNone/>
            </a:pPr>
            <a:r>
              <a:rPr b="0" i="0" lang="en-US" sz="1400" u="none">
                <a:solidFill>
                  <a:srgbClr val="000000"/>
                </a:solidFill>
                <a:latin typeface="Times New Roman"/>
                <a:ea typeface="Times New Roman"/>
                <a:cs typeface="Times New Roman"/>
                <a:sym typeface="Times New Roman"/>
              </a:rPr>
              <a:t>*</a:t>
            </a:r>
            <a:endParaRPr/>
          </a:p>
        </p:txBody>
      </p:sp>
      <p:sp>
        <p:nvSpPr>
          <p:cNvPr id="595" name="Google Shape;595;p47"/>
          <p:cNvSpPr txBox="1"/>
          <p:nvPr/>
        </p:nvSpPr>
        <p:spPr>
          <a:xfrm>
            <a:off x="7227887" y="6886575"/>
            <a:ext cx="2346325" cy="519112"/>
          </a:xfrm>
          <a:prstGeom prst="rect">
            <a:avLst/>
          </a:prstGeom>
          <a:noFill/>
          <a:ln>
            <a:noFill/>
          </a:ln>
        </p:spPr>
        <p:txBody>
          <a:bodyPr anchorCtr="0" anchor="t"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a:solidFill>
                  <a:srgbClr val="000000"/>
                </a:solidFill>
                <a:latin typeface="Times New Roman"/>
                <a:ea typeface="Times New Roman"/>
                <a:cs typeface="Times New Roman"/>
                <a:sym typeface="Times New Roman"/>
              </a:rPr>
              <a:t>‹#›</a:t>
            </a:fld>
            <a:endParaRPr/>
          </a:p>
        </p:txBody>
      </p:sp>
      <p:sp>
        <p:nvSpPr>
          <p:cNvPr id="596" name="Google Shape;596;p47"/>
          <p:cNvSpPr txBox="1"/>
          <p:nvPr>
            <p:ph type="title"/>
          </p:nvPr>
        </p:nvSpPr>
        <p:spPr>
          <a:xfrm>
            <a:off x="503237" y="301625"/>
            <a:ext cx="9070975" cy="1262062"/>
          </a:xfrm>
          <a:prstGeom prst="rect">
            <a:avLst/>
          </a:prstGeom>
          <a:noFill/>
          <a:ln>
            <a:noFill/>
          </a:ln>
        </p:spPr>
        <p:txBody>
          <a:bodyPr anchorCtr="0" anchor="ctr" bIns="0" lIns="0" spcFirstLastPara="1" rIns="0" wrap="square" tIns="0">
            <a:noAutofit/>
          </a:bodyPr>
          <a:lstStyle/>
          <a:p>
            <a:pPr indent="0" lvl="0" marL="0" rtl="0" algn="l">
              <a:lnSpc>
                <a:spcPct val="101000"/>
              </a:lnSpc>
              <a:spcBef>
                <a:spcPts val="0"/>
              </a:spcBef>
              <a:spcAft>
                <a:spcPts val="0"/>
              </a:spcAft>
              <a:buSzPts val="3200"/>
              <a:buNone/>
            </a:pPr>
            <a:r>
              <a:rPr b="1" i="0" lang="en-US" sz="3200" u="none">
                <a:solidFill>
                  <a:srgbClr val="000000"/>
                </a:solidFill>
                <a:latin typeface="Arial"/>
                <a:ea typeface="Arial"/>
                <a:cs typeface="Arial"/>
                <a:sym typeface="Arial"/>
              </a:rPr>
              <a:t> Toán tử LIKE </a:t>
            </a:r>
            <a:endParaRPr/>
          </a:p>
        </p:txBody>
      </p:sp>
      <p:sp>
        <p:nvSpPr>
          <p:cNvPr id="597" name="Google Shape;597;p47"/>
          <p:cNvSpPr txBox="1"/>
          <p:nvPr>
            <p:ph idx="1" type="body"/>
          </p:nvPr>
        </p:nvSpPr>
        <p:spPr>
          <a:xfrm>
            <a:off x="503237" y="1768475"/>
            <a:ext cx="9070975" cy="4384675"/>
          </a:xfrm>
          <a:prstGeom prst="rect">
            <a:avLst/>
          </a:prstGeom>
          <a:noFill/>
          <a:ln>
            <a:noFill/>
          </a:ln>
        </p:spPr>
        <p:txBody>
          <a:bodyPr anchorCtr="0" anchor="t" bIns="0" lIns="0" spcFirstLastPara="1" rIns="0" wrap="square" tIns="0">
            <a:noAutofit/>
          </a:bodyPr>
          <a:lstStyle/>
          <a:p>
            <a:pPr indent="-323850" lvl="0" marL="431800" rtl="0" algn="l">
              <a:lnSpc>
                <a:spcPct val="101000"/>
              </a:lnSpc>
              <a:spcBef>
                <a:spcPts val="0"/>
              </a:spcBef>
              <a:spcAft>
                <a:spcPts val="0"/>
              </a:spcAft>
              <a:buClr>
                <a:srgbClr val="000000"/>
              </a:buClr>
              <a:buSzPts val="1260"/>
              <a:buFont typeface="Noto Sans Symbols"/>
              <a:buChar char="●"/>
            </a:pPr>
            <a:r>
              <a:rPr b="0" i="0" lang="en-US" sz="2800" u="none">
                <a:solidFill>
                  <a:srgbClr val="000000"/>
                </a:solidFill>
                <a:latin typeface="Arial"/>
                <a:ea typeface="Arial"/>
                <a:cs typeface="Arial"/>
                <a:sym typeface="Arial"/>
              </a:rPr>
              <a:t> Các dạng của </a:t>
            </a:r>
            <a:r>
              <a:rPr b="0" i="1" lang="en-US" sz="2800" u="none">
                <a:solidFill>
                  <a:srgbClr val="0000CC"/>
                </a:solidFill>
                <a:latin typeface="Arial"/>
                <a:ea typeface="Arial"/>
                <a:cs typeface="Arial"/>
                <a:sym typeface="Arial"/>
              </a:rPr>
              <a:t>mẫu</a:t>
            </a:r>
            <a:endParaRPr/>
          </a:p>
          <a:p>
            <a:pPr indent="-323850" lvl="1" marL="863600" rtl="0" algn="l">
              <a:lnSpc>
                <a:spcPct val="101000"/>
              </a:lnSpc>
              <a:spcBef>
                <a:spcPts val="1400"/>
              </a:spcBef>
              <a:spcAft>
                <a:spcPts val="0"/>
              </a:spcAft>
              <a:buSzPts val="2800"/>
              <a:buNone/>
            </a:pPr>
            <a:r>
              <a:t/>
            </a:r>
            <a:endParaRPr b="0" i="1" sz="2800" u="none">
              <a:solidFill>
                <a:srgbClr val="0000CC"/>
              </a:solidFill>
              <a:latin typeface="Arial"/>
              <a:ea typeface="Arial"/>
              <a:cs typeface="Arial"/>
              <a:sym typeface="Arial"/>
            </a:endParaRPr>
          </a:p>
          <a:p>
            <a:pPr indent="-323850" lvl="1" marL="863600" rtl="0" algn="l">
              <a:lnSpc>
                <a:spcPct val="101000"/>
              </a:lnSpc>
              <a:spcBef>
                <a:spcPts val="1100"/>
              </a:spcBef>
              <a:spcAft>
                <a:spcPts val="0"/>
              </a:spcAft>
              <a:buSzPts val="2800"/>
              <a:buNone/>
            </a:pPr>
            <a:r>
              <a:t/>
            </a:r>
            <a:endParaRPr b="0" i="1" sz="2800" u="none">
              <a:solidFill>
                <a:srgbClr val="0000CC"/>
              </a:solidFill>
              <a:latin typeface="Arial"/>
              <a:ea typeface="Arial"/>
              <a:cs typeface="Arial"/>
              <a:sym typeface="Arial"/>
            </a:endParaRPr>
          </a:p>
          <a:p>
            <a:pPr indent="-323850" lvl="1" marL="863600" rtl="0" algn="l">
              <a:lnSpc>
                <a:spcPct val="101000"/>
              </a:lnSpc>
              <a:spcBef>
                <a:spcPts val="1100"/>
              </a:spcBef>
              <a:spcAft>
                <a:spcPts val="0"/>
              </a:spcAft>
              <a:buSzPts val="2800"/>
              <a:buNone/>
            </a:pPr>
            <a:r>
              <a:t/>
            </a:r>
            <a:endParaRPr b="0" i="1" sz="2800" u="none">
              <a:solidFill>
                <a:srgbClr val="0000CC"/>
              </a:solidFill>
              <a:latin typeface="Arial"/>
              <a:ea typeface="Arial"/>
              <a:cs typeface="Arial"/>
              <a:sym typeface="Arial"/>
            </a:endParaRPr>
          </a:p>
          <a:p>
            <a:pPr indent="-323850" lvl="1" marL="863600" rtl="0" algn="l">
              <a:lnSpc>
                <a:spcPct val="101000"/>
              </a:lnSpc>
              <a:spcBef>
                <a:spcPts val="1100"/>
              </a:spcBef>
              <a:spcAft>
                <a:spcPts val="0"/>
              </a:spcAft>
              <a:buSzPts val="2800"/>
              <a:buNone/>
            </a:pPr>
            <a:r>
              <a:t/>
            </a:r>
            <a:endParaRPr b="0" i="1" sz="2800" u="none">
              <a:solidFill>
                <a:srgbClr val="0000CC"/>
              </a:solidFill>
              <a:latin typeface="Arial"/>
              <a:ea typeface="Arial"/>
              <a:cs typeface="Arial"/>
              <a:sym typeface="Arial"/>
            </a:endParaRPr>
          </a:p>
          <a:p>
            <a:pPr indent="-323850" lvl="0" marL="431800" rtl="0" algn="l">
              <a:lnSpc>
                <a:spcPct val="101000"/>
              </a:lnSpc>
              <a:spcBef>
                <a:spcPts val="1100"/>
              </a:spcBef>
              <a:spcAft>
                <a:spcPts val="0"/>
              </a:spcAft>
              <a:buClr>
                <a:srgbClr val="000000"/>
              </a:buClr>
              <a:buSzPts val="1260"/>
              <a:buFont typeface="Noto Sans Symbols"/>
              <a:buChar char="●"/>
            </a:pPr>
            <a:r>
              <a:rPr b="0" i="0" lang="en-US" sz="2800" u="none">
                <a:solidFill>
                  <a:srgbClr val="000000"/>
                </a:solidFill>
                <a:latin typeface="Arial"/>
                <a:ea typeface="Arial"/>
                <a:cs typeface="Arial"/>
                <a:sym typeface="Arial"/>
              </a:rPr>
              <a:t>Ví dụ: </a:t>
            </a:r>
            <a:endParaRPr/>
          </a:p>
          <a:p>
            <a:pPr indent="-287337" lvl="2" marL="1295400" rtl="0" algn="l">
              <a:lnSpc>
                <a:spcPct val="101000"/>
              </a:lnSpc>
              <a:spcBef>
                <a:spcPts val="1400"/>
              </a:spcBef>
              <a:spcAft>
                <a:spcPts val="0"/>
              </a:spcAft>
              <a:buSzPts val="2400"/>
              <a:buNone/>
            </a:pPr>
            <a:r>
              <a:rPr b="0" i="0" lang="en-US" sz="2400" u="none">
                <a:solidFill>
                  <a:srgbClr val="000000"/>
                </a:solidFill>
                <a:latin typeface="Arial"/>
                <a:ea typeface="Arial"/>
                <a:cs typeface="Arial"/>
                <a:sym typeface="Arial"/>
              </a:rPr>
              <a:t>1. Tìm họ tên các phi công bắt đầu bằng d hoặc m</a:t>
            </a:r>
            <a:endParaRPr/>
          </a:p>
          <a:p>
            <a:pPr indent="-287337" lvl="2" marL="1295400" rtl="0" algn="l">
              <a:lnSpc>
                <a:spcPct val="101000"/>
              </a:lnSpc>
              <a:spcBef>
                <a:spcPts val="800"/>
              </a:spcBef>
              <a:spcAft>
                <a:spcPts val="0"/>
              </a:spcAft>
              <a:buSzPts val="2400"/>
              <a:buNone/>
            </a:pPr>
            <a:r>
              <a:rPr b="0" i="0" lang="en-US" sz="2400" u="none">
                <a:solidFill>
                  <a:srgbClr val="000000"/>
                </a:solidFill>
                <a:latin typeface="Arial"/>
                <a:ea typeface="Arial"/>
                <a:cs typeface="Arial"/>
                <a:sym typeface="Arial"/>
              </a:rPr>
              <a:t>2. Tìm họ tên các phi công không bắt đầu bằng d hoặc m</a:t>
            </a:r>
            <a:endParaRPr/>
          </a:p>
        </p:txBody>
      </p:sp>
      <p:graphicFrame>
        <p:nvGraphicFramePr>
          <p:cNvPr id="598" name="Google Shape;598;p47"/>
          <p:cNvGraphicFramePr/>
          <p:nvPr/>
        </p:nvGraphicFramePr>
        <p:xfrm>
          <a:off x="1368425" y="2230437"/>
          <a:ext cx="3000000" cy="3000000"/>
        </p:xfrm>
        <a:graphic>
          <a:graphicData uri="http://schemas.openxmlformats.org/drawingml/2006/table">
            <a:tbl>
              <a:tblPr>
                <a:noFill/>
                <a:tableStyleId>{D22FFB9C-58BF-4E24-9B14-FB9376A94CAC}</a:tableStyleId>
              </a:tblPr>
              <a:tblGrid>
                <a:gridCol w="3754425"/>
                <a:gridCol w="3757600"/>
              </a:tblGrid>
              <a:tr h="401625">
                <a:tc>
                  <a:txBody>
                    <a:bodyPr/>
                    <a:lstStyle/>
                    <a:p>
                      <a:pPr indent="0" lvl="0" marL="0" marR="0" rtl="0" algn="ctr">
                        <a:lnSpc>
                          <a:spcPct val="101000"/>
                        </a:lnSpc>
                        <a:spcBef>
                          <a:spcPts val="0"/>
                        </a:spcBef>
                        <a:spcAft>
                          <a:spcPts val="0"/>
                        </a:spcAft>
                        <a:buClr>
                          <a:srgbClr val="FFFFFF"/>
                        </a:buClr>
                        <a:buSzPts val="2000"/>
                        <a:buFont typeface="Arial"/>
                        <a:buNone/>
                      </a:pPr>
                      <a:r>
                        <a:rPr b="1" i="0" lang="en-US" sz="2000" u="none" cap="none" strike="noStrike">
                          <a:solidFill>
                            <a:srgbClr val="FFFFFF"/>
                          </a:solidFill>
                          <a:latin typeface="Arial"/>
                          <a:ea typeface="Arial"/>
                          <a:cs typeface="Arial"/>
                          <a:sym typeface="Arial"/>
                        </a:rPr>
                        <a:t>Mẫu</a:t>
                      </a:r>
                      <a:endParaRPr/>
                    </a:p>
                  </a:txBody>
                  <a:tcPr marT="46950" marB="46950"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3B3B3"/>
                    </a:solidFill>
                  </a:tcPr>
                </a:tc>
                <a:tc>
                  <a:txBody>
                    <a:bodyPr/>
                    <a:lstStyle/>
                    <a:p>
                      <a:pPr indent="0" lvl="0" marL="0" marR="0" rtl="0" algn="ctr">
                        <a:lnSpc>
                          <a:spcPct val="101000"/>
                        </a:lnSpc>
                        <a:spcBef>
                          <a:spcPts val="0"/>
                        </a:spcBef>
                        <a:spcAft>
                          <a:spcPts val="0"/>
                        </a:spcAft>
                        <a:buClr>
                          <a:srgbClr val="FFFFFF"/>
                        </a:buClr>
                        <a:buSzPts val="2000"/>
                        <a:buFont typeface="Arial"/>
                        <a:buNone/>
                      </a:pPr>
                      <a:r>
                        <a:rPr b="1" i="0" lang="en-US" sz="2000" u="none" cap="none" strike="noStrike">
                          <a:solidFill>
                            <a:srgbClr val="FFFFFF"/>
                          </a:solidFill>
                          <a:latin typeface="Arial"/>
                          <a:ea typeface="Arial"/>
                          <a:cs typeface="Arial"/>
                          <a:sym typeface="Arial"/>
                        </a:rPr>
                        <a:t>Giải thích</a:t>
                      </a:r>
                      <a:endParaRPr/>
                    </a:p>
                  </a:txBody>
                  <a:tcPr marT="46950" marB="46950"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3B3B3"/>
                    </a:solidFill>
                  </a:tcPr>
                </a:tc>
              </a:tr>
              <a:tr h="401625">
                <a:tc>
                  <a:txBody>
                    <a:bodyPr/>
                    <a:lstStyle/>
                    <a:p>
                      <a:pPr indent="0" lvl="0" marL="0" marR="0" rtl="0" algn="l">
                        <a:lnSpc>
                          <a:spcPct val="101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a:t>
                      </a:r>
                      <a:endParaRPr/>
                    </a:p>
                  </a:txBody>
                  <a:tcPr marT="46950" marB="46950"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lnSpc>
                          <a:spcPct val="101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Không hoặc nhiều ký tự</a:t>
                      </a:r>
                      <a:endParaRPr/>
                    </a:p>
                  </a:txBody>
                  <a:tcPr marT="46950" marB="46950"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r>
              <a:tr h="401625">
                <a:tc>
                  <a:txBody>
                    <a:bodyPr/>
                    <a:lstStyle/>
                    <a:p>
                      <a:pPr indent="0" lvl="0" marL="0" marR="0" rtl="0" algn="l">
                        <a:lnSpc>
                          <a:spcPct val="101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_</a:t>
                      </a:r>
                      <a:endParaRPr/>
                    </a:p>
                  </a:txBody>
                  <a:tcPr marT="46950" marB="46950"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6E6E6"/>
                    </a:solidFill>
                  </a:tcPr>
                </a:tc>
                <a:tc>
                  <a:txBody>
                    <a:bodyPr/>
                    <a:lstStyle/>
                    <a:p>
                      <a:pPr indent="0" lvl="0" marL="0" marR="0" rtl="0" algn="l">
                        <a:lnSpc>
                          <a:spcPct val="101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Một ký tự duy nhất</a:t>
                      </a:r>
                      <a:endParaRPr/>
                    </a:p>
                  </a:txBody>
                  <a:tcPr marT="46950" marB="46950"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6E6E6"/>
                    </a:solidFill>
                  </a:tcPr>
                </a:tc>
              </a:tr>
              <a:tr h="400050">
                <a:tc>
                  <a:txBody>
                    <a:bodyPr/>
                    <a:lstStyle/>
                    <a:p>
                      <a:pPr indent="0" lvl="0" marL="0" marR="0" rtl="0" algn="l">
                        <a:lnSpc>
                          <a:spcPct val="101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[danh sách các ký tự]</a:t>
                      </a:r>
                      <a:endParaRPr/>
                    </a:p>
                  </a:txBody>
                  <a:tcPr marT="46950" marB="46950"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lnSpc>
                          <a:spcPct val="101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Tập các ký tự dùng so khớp</a:t>
                      </a:r>
                      <a:endParaRPr/>
                    </a:p>
                  </a:txBody>
                  <a:tcPr marT="46950" marB="46950"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r>
              <a:tr h="709600">
                <a:tc>
                  <a:txBody>
                    <a:bodyPr/>
                    <a:lstStyle/>
                    <a:p>
                      <a:pPr indent="0" lvl="0" marL="0" marR="0" rtl="0" algn="l">
                        <a:lnSpc>
                          <a:spcPct val="101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[^danh sách các ký tự]</a:t>
                      </a:r>
                      <a:endParaRPr/>
                    </a:p>
                  </a:txBody>
                  <a:tcPr marT="46950" marB="46950"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6E6E6"/>
                    </a:solidFill>
                  </a:tcPr>
                </a:tc>
                <a:tc>
                  <a:txBody>
                    <a:bodyPr/>
                    <a:lstStyle/>
                    <a:p>
                      <a:pPr indent="0" lvl="0" marL="0" marR="0" rtl="0" algn="l">
                        <a:lnSpc>
                          <a:spcPct val="101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Chỉ khớp với một ký tự không nằm trong [ ]</a:t>
                      </a:r>
                      <a:endParaRPr/>
                    </a:p>
                  </a:txBody>
                  <a:tcPr marT="46950" marB="46950"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6E6E6"/>
                    </a:solidFill>
                  </a:tcPr>
                </a:tc>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sp>
        <p:nvSpPr>
          <p:cNvPr id="604" name="Google Shape;604;p48"/>
          <p:cNvSpPr txBox="1"/>
          <p:nvPr/>
        </p:nvSpPr>
        <p:spPr>
          <a:xfrm>
            <a:off x="503237" y="6886575"/>
            <a:ext cx="2346325" cy="519112"/>
          </a:xfrm>
          <a:prstGeom prst="rect">
            <a:avLst/>
          </a:prstGeom>
          <a:noFill/>
          <a:ln>
            <a:noFill/>
          </a:ln>
        </p:spPr>
        <p:txBody>
          <a:bodyPr anchorCtr="0" anchor="t" bIns="0" lIns="0" spcFirstLastPara="1" rIns="0" wrap="square" tIns="0">
            <a:noAutofit/>
          </a:bodyPr>
          <a:lstStyle/>
          <a:p>
            <a:pPr indent="0" lvl="0" marL="0" marR="0" rtl="0" algn="l">
              <a:lnSpc>
                <a:spcPct val="93000"/>
              </a:lnSpc>
              <a:spcBef>
                <a:spcPts val="0"/>
              </a:spcBef>
              <a:spcAft>
                <a:spcPts val="0"/>
              </a:spcAft>
              <a:buClr>
                <a:srgbClr val="000000"/>
              </a:buClr>
              <a:buSzPts val="1400"/>
              <a:buFont typeface="Times New Roman"/>
              <a:buNone/>
            </a:pPr>
            <a:r>
              <a:rPr b="0" i="0" lang="en-US" sz="1400" u="none">
                <a:solidFill>
                  <a:srgbClr val="000000"/>
                </a:solidFill>
                <a:latin typeface="Times New Roman"/>
                <a:ea typeface="Times New Roman"/>
                <a:cs typeface="Times New Roman"/>
                <a:sym typeface="Times New Roman"/>
              </a:rPr>
              <a:t>*</a:t>
            </a:r>
            <a:endParaRPr/>
          </a:p>
        </p:txBody>
      </p:sp>
      <p:sp>
        <p:nvSpPr>
          <p:cNvPr id="605" name="Google Shape;605;p48"/>
          <p:cNvSpPr txBox="1"/>
          <p:nvPr/>
        </p:nvSpPr>
        <p:spPr>
          <a:xfrm>
            <a:off x="7227887" y="6886575"/>
            <a:ext cx="2346325" cy="519112"/>
          </a:xfrm>
          <a:prstGeom prst="rect">
            <a:avLst/>
          </a:prstGeom>
          <a:noFill/>
          <a:ln>
            <a:noFill/>
          </a:ln>
        </p:spPr>
        <p:txBody>
          <a:bodyPr anchorCtr="0" anchor="t"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a:solidFill>
                  <a:srgbClr val="000000"/>
                </a:solidFill>
                <a:latin typeface="Times New Roman"/>
                <a:ea typeface="Times New Roman"/>
                <a:cs typeface="Times New Roman"/>
                <a:sym typeface="Times New Roman"/>
              </a:rPr>
              <a:t>‹#›</a:t>
            </a:fld>
            <a:endParaRPr/>
          </a:p>
        </p:txBody>
      </p:sp>
      <p:sp>
        <p:nvSpPr>
          <p:cNvPr id="606" name="Google Shape;606;p48"/>
          <p:cNvSpPr txBox="1"/>
          <p:nvPr>
            <p:ph type="title"/>
          </p:nvPr>
        </p:nvSpPr>
        <p:spPr>
          <a:xfrm>
            <a:off x="503237" y="301625"/>
            <a:ext cx="9070975" cy="1262062"/>
          </a:xfrm>
          <a:prstGeom prst="rect">
            <a:avLst/>
          </a:prstGeom>
          <a:noFill/>
          <a:ln>
            <a:noFill/>
          </a:ln>
        </p:spPr>
        <p:txBody>
          <a:bodyPr anchorCtr="0" anchor="ctr" bIns="0" lIns="0" spcFirstLastPara="1" rIns="0" wrap="square" tIns="0">
            <a:noAutofit/>
          </a:bodyPr>
          <a:lstStyle/>
          <a:p>
            <a:pPr indent="0" lvl="0" marL="0" rtl="0" algn="l">
              <a:lnSpc>
                <a:spcPct val="101000"/>
              </a:lnSpc>
              <a:spcBef>
                <a:spcPts val="0"/>
              </a:spcBef>
              <a:spcAft>
                <a:spcPts val="0"/>
              </a:spcAft>
              <a:buSzPts val="3200"/>
              <a:buNone/>
            </a:pPr>
            <a:r>
              <a:rPr b="1" i="0" lang="en-US" sz="3200" u="none">
                <a:solidFill>
                  <a:srgbClr val="000000"/>
                </a:solidFill>
                <a:latin typeface="Arial"/>
                <a:ea typeface="Arial"/>
                <a:cs typeface="Arial"/>
                <a:sym typeface="Arial"/>
              </a:rPr>
              <a:t> Giá trị NULL</a:t>
            </a:r>
            <a:endParaRPr/>
          </a:p>
        </p:txBody>
      </p:sp>
      <p:sp>
        <p:nvSpPr>
          <p:cNvPr id="607" name="Google Shape;607;p48"/>
          <p:cNvSpPr txBox="1"/>
          <p:nvPr>
            <p:ph idx="1" type="body"/>
          </p:nvPr>
        </p:nvSpPr>
        <p:spPr>
          <a:xfrm>
            <a:off x="503237" y="1768475"/>
            <a:ext cx="9070975" cy="4384675"/>
          </a:xfrm>
          <a:prstGeom prst="rect">
            <a:avLst/>
          </a:prstGeom>
          <a:noFill/>
          <a:ln>
            <a:noFill/>
          </a:ln>
        </p:spPr>
        <p:txBody>
          <a:bodyPr anchorCtr="0" anchor="t" bIns="0" lIns="0" spcFirstLastPara="1" rIns="0" wrap="square" tIns="0">
            <a:noAutofit/>
          </a:bodyPr>
          <a:lstStyle/>
          <a:p>
            <a:pPr indent="-323850" lvl="0" marL="431800" rtl="0" algn="l">
              <a:lnSpc>
                <a:spcPct val="101000"/>
              </a:lnSpc>
              <a:spcBef>
                <a:spcPts val="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Trong một dòng dữ liệu, một vài thuộc tính có thể nhận giá trị  NULL. Giá trị NULL có thể là:</a:t>
            </a:r>
            <a:endParaRPr/>
          </a:p>
          <a:p>
            <a:pPr indent="-323850" lvl="1" marL="863600" rtl="0" algn="l">
              <a:lnSpc>
                <a:spcPct val="101000"/>
              </a:lnSpc>
              <a:spcBef>
                <a:spcPts val="1400"/>
              </a:spcBef>
              <a:spcAft>
                <a:spcPts val="0"/>
              </a:spcAft>
              <a:buClr>
                <a:srgbClr val="000000"/>
              </a:buClr>
              <a:buSzPts val="1800"/>
              <a:buFont typeface="Noto Sans Symbols"/>
              <a:buChar char="−"/>
            </a:pPr>
            <a:r>
              <a:rPr b="0" i="0" lang="en-US" sz="2400" u="none">
                <a:solidFill>
                  <a:srgbClr val="000000"/>
                </a:solidFill>
                <a:latin typeface="Arial"/>
                <a:ea typeface="Arial"/>
                <a:cs typeface="Arial"/>
                <a:sym typeface="Arial"/>
              </a:rPr>
              <a:t>Giá trị không rõ hoặc</a:t>
            </a:r>
            <a:endParaRPr/>
          </a:p>
          <a:p>
            <a:pPr indent="-323850" lvl="1" marL="863600" rtl="0" algn="l">
              <a:lnSpc>
                <a:spcPct val="101000"/>
              </a:lnSpc>
              <a:spcBef>
                <a:spcPts val="1100"/>
              </a:spcBef>
              <a:spcAft>
                <a:spcPts val="0"/>
              </a:spcAft>
              <a:buClr>
                <a:srgbClr val="000000"/>
              </a:buClr>
              <a:buSzPts val="1800"/>
              <a:buFont typeface="Noto Sans Symbols"/>
              <a:buChar char="−"/>
            </a:pPr>
            <a:r>
              <a:rPr b="0" i="0" lang="en-US" sz="2400" u="none">
                <a:solidFill>
                  <a:srgbClr val="000000"/>
                </a:solidFill>
                <a:latin typeface="Arial"/>
                <a:ea typeface="Arial"/>
                <a:cs typeface="Arial"/>
                <a:sym typeface="Arial"/>
              </a:rPr>
              <a:t>Giá trị không tồn tại </a:t>
            </a:r>
            <a:endParaRPr/>
          </a:p>
          <a:p>
            <a:pPr indent="-323850" lvl="0" marL="431800" rtl="0" algn="l">
              <a:lnSpc>
                <a:spcPct val="101000"/>
              </a:lnSpc>
              <a:spcBef>
                <a:spcPts val="110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Các kết quả của bất kỳ biểu thức số học với giá trị NULL sẽ là NULL</a:t>
            </a:r>
            <a:endParaRPr/>
          </a:p>
          <a:p>
            <a:pPr indent="-323850" lvl="1" marL="863600" rtl="0" algn="l">
              <a:lnSpc>
                <a:spcPct val="101000"/>
              </a:lnSpc>
              <a:spcBef>
                <a:spcPts val="1400"/>
              </a:spcBef>
              <a:spcAft>
                <a:spcPts val="0"/>
              </a:spcAft>
              <a:buClr>
                <a:srgbClr val="000000"/>
              </a:buClr>
              <a:buSzPts val="1800"/>
              <a:buFont typeface="Noto Sans Symbols"/>
              <a:buChar char="−"/>
            </a:pPr>
            <a:r>
              <a:rPr b="0" i="0" lang="en-US" sz="2400" u="none">
                <a:solidFill>
                  <a:srgbClr val="000000"/>
                </a:solidFill>
                <a:latin typeface="Arial"/>
                <a:ea typeface="Arial"/>
                <a:cs typeface="Arial"/>
                <a:sym typeface="Arial"/>
              </a:rPr>
              <a:t>Ví dụ: 5 + null → null </a:t>
            </a:r>
            <a:endParaRPr/>
          </a:p>
          <a:p>
            <a:pPr indent="-323850" lvl="0" marL="431800" rtl="0" algn="l">
              <a:lnSpc>
                <a:spcPct val="101000"/>
              </a:lnSpc>
              <a:spcBef>
                <a:spcPts val="110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Để kiểm tra giá trị NULL dùng toán tử IS NULL hoặc IS NOT NULL</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49"/>
          <p:cNvSpPr txBox="1"/>
          <p:nvPr/>
        </p:nvSpPr>
        <p:spPr>
          <a:xfrm>
            <a:off x="503237" y="6886575"/>
            <a:ext cx="2346325" cy="519112"/>
          </a:xfrm>
          <a:prstGeom prst="rect">
            <a:avLst/>
          </a:prstGeom>
          <a:noFill/>
          <a:ln>
            <a:noFill/>
          </a:ln>
        </p:spPr>
        <p:txBody>
          <a:bodyPr anchorCtr="0" anchor="t" bIns="0" lIns="0" spcFirstLastPara="1" rIns="0" wrap="square" tIns="0">
            <a:noAutofit/>
          </a:bodyPr>
          <a:lstStyle/>
          <a:p>
            <a:pPr indent="0" lvl="0" marL="0" marR="0" rtl="0" algn="l">
              <a:lnSpc>
                <a:spcPct val="93000"/>
              </a:lnSpc>
              <a:spcBef>
                <a:spcPts val="0"/>
              </a:spcBef>
              <a:spcAft>
                <a:spcPts val="0"/>
              </a:spcAft>
              <a:buClr>
                <a:srgbClr val="000000"/>
              </a:buClr>
              <a:buSzPts val="1400"/>
              <a:buFont typeface="Times New Roman"/>
              <a:buNone/>
            </a:pPr>
            <a:r>
              <a:rPr b="0" i="0" lang="en-US" sz="1400" u="none">
                <a:solidFill>
                  <a:srgbClr val="000000"/>
                </a:solidFill>
                <a:latin typeface="Times New Roman"/>
                <a:ea typeface="Times New Roman"/>
                <a:cs typeface="Times New Roman"/>
                <a:sym typeface="Times New Roman"/>
              </a:rPr>
              <a:t>*</a:t>
            </a:r>
            <a:endParaRPr/>
          </a:p>
        </p:txBody>
      </p:sp>
      <p:sp>
        <p:nvSpPr>
          <p:cNvPr id="614" name="Google Shape;614;p49"/>
          <p:cNvSpPr txBox="1"/>
          <p:nvPr/>
        </p:nvSpPr>
        <p:spPr>
          <a:xfrm>
            <a:off x="7227887" y="6886575"/>
            <a:ext cx="2346325" cy="519112"/>
          </a:xfrm>
          <a:prstGeom prst="rect">
            <a:avLst/>
          </a:prstGeom>
          <a:noFill/>
          <a:ln>
            <a:noFill/>
          </a:ln>
        </p:spPr>
        <p:txBody>
          <a:bodyPr anchorCtr="0" anchor="t"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a:solidFill>
                  <a:srgbClr val="000000"/>
                </a:solidFill>
                <a:latin typeface="Times New Roman"/>
                <a:ea typeface="Times New Roman"/>
                <a:cs typeface="Times New Roman"/>
                <a:sym typeface="Times New Roman"/>
              </a:rPr>
              <a:t>‹#›</a:t>
            </a:fld>
            <a:endParaRPr/>
          </a:p>
        </p:txBody>
      </p:sp>
      <p:sp>
        <p:nvSpPr>
          <p:cNvPr id="615" name="Google Shape;615;p49"/>
          <p:cNvSpPr txBox="1"/>
          <p:nvPr>
            <p:ph type="title"/>
          </p:nvPr>
        </p:nvSpPr>
        <p:spPr>
          <a:xfrm>
            <a:off x="503237" y="301625"/>
            <a:ext cx="9070975" cy="1262062"/>
          </a:xfrm>
          <a:prstGeom prst="rect">
            <a:avLst/>
          </a:prstGeom>
          <a:noFill/>
          <a:ln>
            <a:noFill/>
          </a:ln>
        </p:spPr>
        <p:txBody>
          <a:bodyPr anchorCtr="0" anchor="ctr" bIns="0" lIns="0" spcFirstLastPara="1" rIns="0" wrap="square" tIns="0">
            <a:noAutofit/>
          </a:bodyPr>
          <a:lstStyle/>
          <a:p>
            <a:pPr indent="0" lvl="0" marL="0" rtl="0" algn="l">
              <a:lnSpc>
                <a:spcPct val="101000"/>
              </a:lnSpc>
              <a:spcBef>
                <a:spcPts val="0"/>
              </a:spcBef>
              <a:spcAft>
                <a:spcPts val="0"/>
              </a:spcAft>
              <a:buSzPts val="3200"/>
              <a:buNone/>
            </a:pPr>
            <a:r>
              <a:rPr b="1" i="0" lang="en-US" sz="3200" u="none">
                <a:solidFill>
                  <a:srgbClr val="000000"/>
                </a:solidFill>
                <a:latin typeface="Arial"/>
                <a:ea typeface="Arial"/>
                <a:cs typeface="Arial"/>
                <a:sym typeface="Arial"/>
              </a:rPr>
              <a:t> Toán tử IS NULL và IS NOT NULL</a:t>
            </a:r>
            <a:endParaRPr/>
          </a:p>
        </p:txBody>
      </p:sp>
      <p:sp>
        <p:nvSpPr>
          <p:cNvPr id="616" name="Google Shape;616;p49"/>
          <p:cNvSpPr txBox="1"/>
          <p:nvPr>
            <p:ph idx="1" type="body"/>
          </p:nvPr>
        </p:nvSpPr>
        <p:spPr>
          <a:xfrm>
            <a:off x="471487" y="1651000"/>
            <a:ext cx="9070975" cy="5207000"/>
          </a:xfrm>
          <a:prstGeom prst="rect">
            <a:avLst/>
          </a:prstGeom>
          <a:noFill/>
          <a:ln>
            <a:noFill/>
          </a:ln>
        </p:spPr>
        <p:txBody>
          <a:bodyPr anchorCtr="0" anchor="t" bIns="0" lIns="0" spcFirstLastPara="1" rIns="0" wrap="square" tIns="0">
            <a:noAutofit/>
          </a:bodyPr>
          <a:lstStyle/>
          <a:p>
            <a:pPr indent="-323850" lvl="0" marL="431800" rtl="0" algn="l">
              <a:lnSpc>
                <a:spcPct val="101000"/>
              </a:lnSpc>
              <a:spcBef>
                <a:spcPts val="0"/>
              </a:spcBef>
              <a:spcAft>
                <a:spcPts val="0"/>
              </a:spcAft>
              <a:buClr>
                <a:srgbClr val="000000"/>
              </a:buClr>
              <a:buSzPts val="1260"/>
              <a:buFont typeface="Noto Sans Symbols"/>
              <a:buChar char="●"/>
            </a:pPr>
            <a:r>
              <a:rPr b="0" i="0" lang="en-US" sz="2800" u="none">
                <a:solidFill>
                  <a:srgbClr val="0000CC"/>
                </a:solidFill>
                <a:latin typeface="Arial"/>
                <a:ea typeface="Arial"/>
                <a:cs typeface="Arial"/>
                <a:sym typeface="Arial"/>
              </a:rPr>
              <a:t>Không thể kiểm tra giá trị null với các toán tử như =, &gt;=, !=</a:t>
            </a:r>
            <a:endParaRPr/>
          </a:p>
          <a:p>
            <a:pPr indent="-323850" lvl="1" marL="863600" rtl="0" algn="l">
              <a:lnSpc>
                <a:spcPct val="101000"/>
              </a:lnSpc>
              <a:spcBef>
                <a:spcPts val="1400"/>
              </a:spcBef>
              <a:spcAft>
                <a:spcPts val="0"/>
              </a:spcAft>
              <a:buSzPts val="2800"/>
              <a:buNone/>
            </a:pPr>
            <a:r>
              <a:rPr b="0" i="0" lang="en-US" sz="2800" u="none">
                <a:solidFill>
                  <a:srgbClr val="000000"/>
                </a:solidFill>
                <a:latin typeface="Arial"/>
                <a:ea typeface="Arial"/>
                <a:cs typeface="Arial"/>
                <a:sym typeface="Arial"/>
              </a:rPr>
              <a:t>=&gt; Sử dụng </a:t>
            </a:r>
            <a:r>
              <a:rPr b="1" i="0" lang="en-US" sz="2800" u="none">
                <a:solidFill>
                  <a:srgbClr val="000000"/>
                </a:solidFill>
                <a:latin typeface="Arial"/>
                <a:ea typeface="Arial"/>
                <a:cs typeface="Arial"/>
                <a:sym typeface="Arial"/>
              </a:rPr>
              <a:t>IS NULL</a:t>
            </a:r>
            <a:r>
              <a:rPr b="0" i="0" lang="en-US" sz="2800" u="none">
                <a:solidFill>
                  <a:srgbClr val="000000"/>
                </a:solidFill>
                <a:latin typeface="Arial"/>
                <a:ea typeface="Arial"/>
                <a:cs typeface="Arial"/>
                <a:sym typeface="Arial"/>
              </a:rPr>
              <a:t> và </a:t>
            </a:r>
            <a:r>
              <a:rPr b="1" i="0" lang="en-US" sz="2800" u="none">
                <a:solidFill>
                  <a:srgbClr val="000000"/>
                </a:solidFill>
                <a:latin typeface="Arial"/>
                <a:ea typeface="Arial"/>
                <a:cs typeface="Arial"/>
                <a:sym typeface="Arial"/>
              </a:rPr>
              <a:t>IS NOT NULL</a:t>
            </a:r>
            <a:endParaRPr/>
          </a:p>
          <a:p>
            <a:pPr indent="-323850" lvl="1" marL="863600" rtl="0" algn="l">
              <a:lnSpc>
                <a:spcPct val="101000"/>
              </a:lnSpc>
              <a:spcBef>
                <a:spcPts val="1100"/>
              </a:spcBef>
              <a:spcAft>
                <a:spcPts val="0"/>
              </a:spcAft>
              <a:buSzPts val="2800"/>
              <a:buNone/>
            </a:pPr>
            <a:r>
              <a:t/>
            </a:r>
            <a:endParaRPr b="0" i="1" sz="2800" u="none">
              <a:solidFill>
                <a:srgbClr val="0000CC"/>
              </a:solidFill>
              <a:latin typeface="Arial"/>
              <a:ea typeface="Arial"/>
              <a:cs typeface="Arial"/>
              <a:sym typeface="Arial"/>
            </a:endParaRPr>
          </a:p>
          <a:p>
            <a:pPr indent="-323850" lvl="0" marL="431800" rtl="0" algn="l">
              <a:lnSpc>
                <a:spcPct val="101000"/>
              </a:lnSpc>
              <a:spcBef>
                <a:spcPts val="1100"/>
              </a:spcBef>
              <a:spcAft>
                <a:spcPts val="0"/>
              </a:spcAft>
              <a:buClr>
                <a:srgbClr val="000000"/>
              </a:buClr>
              <a:buSzPts val="1260"/>
              <a:buFont typeface="Noto Sans Symbols"/>
              <a:buChar char="●"/>
            </a:pPr>
            <a:r>
              <a:rPr b="0" i="0" lang="en-US" sz="2800" u="none">
                <a:solidFill>
                  <a:srgbClr val="000000"/>
                </a:solidFill>
                <a:latin typeface="Arial"/>
                <a:ea typeface="Arial"/>
                <a:cs typeface="Arial"/>
                <a:sym typeface="Arial"/>
              </a:rPr>
              <a:t>Ví dụ: tìm họ tên các phi công có địa chỉ null</a:t>
            </a:r>
            <a:endParaRPr/>
          </a:p>
          <a:p>
            <a:pPr indent="-323850" lvl="0" marL="431800" rtl="0" algn="l">
              <a:lnSpc>
                <a:spcPct val="98000"/>
              </a:lnSpc>
              <a:spcBef>
                <a:spcPts val="1400"/>
              </a:spcBef>
              <a:spcAft>
                <a:spcPts val="0"/>
              </a:spcAft>
              <a:buSzPts val="1000"/>
              <a:buNone/>
            </a:pPr>
            <a:r>
              <a:rPr b="0" i="0" lang="en-US" sz="1000" u="none">
                <a:solidFill>
                  <a:srgbClr val="0000FF"/>
                </a:solidFill>
                <a:latin typeface="Arial"/>
                <a:ea typeface="Arial"/>
                <a:cs typeface="Arial"/>
                <a:sym typeface="Arial"/>
              </a:rPr>
              <a:t>       </a:t>
            </a:r>
            <a:r>
              <a:rPr b="0" i="0" lang="en-US" sz="2400" u="none">
                <a:solidFill>
                  <a:srgbClr val="0000FF"/>
                </a:solidFill>
                <a:latin typeface="Arial"/>
                <a:ea typeface="Arial"/>
                <a:cs typeface="Arial"/>
                <a:sym typeface="Arial"/>
              </a:rPr>
              <a:t> 		SELECT</a:t>
            </a:r>
            <a:r>
              <a:rPr b="0" i="0" lang="en-US" sz="2400" u="none">
                <a:solidFill>
                  <a:srgbClr val="000000"/>
                </a:solidFill>
                <a:latin typeface="Arial"/>
                <a:ea typeface="Arial"/>
                <a:cs typeface="Arial"/>
                <a:sym typeface="Arial"/>
              </a:rPr>
              <a:t> </a:t>
            </a:r>
            <a:r>
              <a:rPr b="0" i="0" lang="en-US" sz="2400" u="none">
                <a:solidFill>
                  <a:srgbClr val="008080"/>
                </a:solidFill>
                <a:latin typeface="Arial"/>
                <a:ea typeface="Arial"/>
                <a:cs typeface="Arial"/>
                <a:sym typeface="Arial"/>
              </a:rPr>
              <a:t>hoten</a:t>
            </a:r>
            <a:r>
              <a:rPr b="0" i="0" lang="en-US" sz="2400" u="none">
                <a:solidFill>
                  <a:srgbClr val="000000"/>
                </a:solidFill>
                <a:latin typeface="Arial"/>
                <a:ea typeface="Arial"/>
                <a:cs typeface="Arial"/>
                <a:sym typeface="Arial"/>
              </a:rPr>
              <a:t> </a:t>
            </a:r>
            <a:endParaRPr/>
          </a:p>
          <a:p>
            <a:pPr indent="-323850" lvl="0" marL="431800" rtl="0" algn="l">
              <a:lnSpc>
                <a:spcPct val="98000"/>
              </a:lnSpc>
              <a:spcBef>
                <a:spcPts val="400"/>
              </a:spcBef>
              <a:spcAft>
                <a:spcPts val="0"/>
              </a:spcAft>
              <a:buSzPts val="2400"/>
              <a:buNone/>
            </a:pPr>
            <a:r>
              <a:rPr b="0" i="0" lang="en-US" sz="2400" u="none">
                <a:solidFill>
                  <a:srgbClr val="000000"/>
                </a:solidFill>
                <a:latin typeface="Arial"/>
                <a:ea typeface="Arial"/>
                <a:cs typeface="Arial"/>
                <a:sym typeface="Arial"/>
              </a:rPr>
              <a:t>        </a:t>
            </a:r>
            <a:r>
              <a:rPr b="0" i="0" lang="en-US" sz="2400" u="none">
                <a:solidFill>
                  <a:srgbClr val="0000FF"/>
                </a:solidFill>
                <a:latin typeface="Arial"/>
                <a:ea typeface="Arial"/>
                <a:cs typeface="Arial"/>
                <a:sym typeface="Arial"/>
              </a:rPr>
              <a:t>FROM</a:t>
            </a:r>
            <a:r>
              <a:rPr b="0" i="0" lang="en-US" sz="2400" u="none">
                <a:solidFill>
                  <a:srgbClr val="000000"/>
                </a:solidFill>
                <a:latin typeface="Arial"/>
                <a:ea typeface="Arial"/>
                <a:cs typeface="Arial"/>
                <a:sym typeface="Arial"/>
              </a:rPr>
              <a:t> </a:t>
            </a:r>
            <a:r>
              <a:rPr b="0" i="0" lang="en-US" sz="2400" u="none">
                <a:solidFill>
                  <a:srgbClr val="008080"/>
                </a:solidFill>
                <a:latin typeface="Arial"/>
                <a:ea typeface="Arial"/>
                <a:cs typeface="Arial"/>
                <a:sym typeface="Arial"/>
              </a:rPr>
              <a:t>PHICONG</a:t>
            </a:r>
            <a:r>
              <a:rPr b="0" i="0" lang="en-US" sz="2400" u="none">
                <a:solidFill>
                  <a:srgbClr val="000000"/>
                </a:solidFill>
                <a:latin typeface="Arial"/>
                <a:ea typeface="Arial"/>
                <a:cs typeface="Arial"/>
                <a:sym typeface="Arial"/>
              </a:rPr>
              <a:t> </a:t>
            </a:r>
            <a:endParaRPr/>
          </a:p>
          <a:p>
            <a:pPr indent="-323850" lvl="0" marL="431800" rtl="0" algn="l">
              <a:lnSpc>
                <a:spcPct val="98000"/>
              </a:lnSpc>
              <a:spcBef>
                <a:spcPts val="400"/>
              </a:spcBef>
              <a:spcAft>
                <a:spcPts val="0"/>
              </a:spcAft>
              <a:buSzPts val="2400"/>
              <a:buNone/>
            </a:pPr>
            <a:r>
              <a:rPr b="0" i="0" lang="en-US" sz="2400" u="none">
                <a:solidFill>
                  <a:srgbClr val="000000"/>
                </a:solidFill>
                <a:latin typeface="Arial"/>
                <a:ea typeface="Arial"/>
                <a:cs typeface="Arial"/>
                <a:sym typeface="Arial"/>
              </a:rPr>
              <a:t>        </a:t>
            </a:r>
            <a:r>
              <a:rPr b="0" i="0" lang="en-US" sz="2400" u="none">
                <a:solidFill>
                  <a:srgbClr val="0000FF"/>
                </a:solidFill>
                <a:latin typeface="Arial"/>
                <a:ea typeface="Arial"/>
                <a:cs typeface="Arial"/>
                <a:sym typeface="Arial"/>
              </a:rPr>
              <a:t>WHERE</a:t>
            </a:r>
            <a:r>
              <a:rPr b="0" i="0" lang="en-US" sz="2400" u="none">
                <a:solidFill>
                  <a:srgbClr val="000000"/>
                </a:solidFill>
                <a:latin typeface="Arial"/>
                <a:ea typeface="Arial"/>
                <a:cs typeface="Arial"/>
                <a:sym typeface="Arial"/>
              </a:rPr>
              <a:t> </a:t>
            </a:r>
            <a:r>
              <a:rPr b="0" i="0" lang="en-US" sz="2400" u="none">
                <a:solidFill>
                  <a:srgbClr val="008080"/>
                </a:solidFill>
                <a:latin typeface="Arial"/>
                <a:ea typeface="Arial"/>
                <a:cs typeface="Arial"/>
                <a:sym typeface="Arial"/>
              </a:rPr>
              <a:t>dchi</a:t>
            </a:r>
            <a:r>
              <a:rPr b="0" i="0" lang="en-US" sz="2400" u="none">
                <a:solidFill>
                  <a:srgbClr val="000000"/>
                </a:solidFill>
                <a:latin typeface="Arial"/>
                <a:ea typeface="Arial"/>
                <a:cs typeface="Arial"/>
                <a:sym typeface="Arial"/>
              </a:rPr>
              <a:t> </a:t>
            </a:r>
            <a:r>
              <a:rPr b="0" i="0" lang="en-US" sz="2400" u="none">
                <a:solidFill>
                  <a:srgbClr val="808080"/>
                </a:solidFill>
                <a:latin typeface="Arial"/>
                <a:ea typeface="Arial"/>
                <a:cs typeface="Arial"/>
                <a:sym typeface="Arial"/>
              </a:rPr>
              <a:t>IS</a:t>
            </a:r>
            <a:r>
              <a:rPr b="0" i="0" lang="en-US" sz="2400" u="none">
                <a:solidFill>
                  <a:srgbClr val="000000"/>
                </a:solidFill>
                <a:latin typeface="Arial"/>
                <a:ea typeface="Arial"/>
                <a:cs typeface="Arial"/>
                <a:sym typeface="Arial"/>
              </a:rPr>
              <a:t> </a:t>
            </a:r>
            <a:r>
              <a:rPr b="0" i="0" lang="en-US" sz="2400" u="none">
                <a:solidFill>
                  <a:srgbClr val="808080"/>
                </a:solidFill>
                <a:latin typeface="Arial"/>
                <a:ea typeface="Arial"/>
                <a:cs typeface="Arial"/>
                <a:sym typeface="Arial"/>
              </a:rPr>
              <a:t>NULL;</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sp>
        <p:nvSpPr>
          <p:cNvPr id="622" name="Google Shape;622;p50"/>
          <p:cNvSpPr txBox="1"/>
          <p:nvPr/>
        </p:nvSpPr>
        <p:spPr>
          <a:xfrm>
            <a:off x="503237" y="6886575"/>
            <a:ext cx="2346325" cy="519112"/>
          </a:xfrm>
          <a:prstGeom prst="rect">
            <a:avLst/>
          </a:prstGeom>
          <a:noFill/>
          <a:ln>
            <a:noFill/>
          </a:ln>
        </p:spPr>
        <p:txBody>
          <a:bodyPr anchorCtr="0" anchor="t" bIns="0" lIns="0" spcFirstLastPara="1" rIns="0" wrap="square" tIns="0">
            <a:noAutofit/>
          </a:bodyPr>
          <a:lstStyle/>
          <a:p>
            <a:pPr indent="0" lvl="0" marL="0" marR="0" rtl="0" algn="l">
              <a:lnSpc>
                <a:spcPct val="93000"/>
              </a:lnSpc>
              <a:spcBef>
                <a:spcPts val="0"/>
              </a:spcBef>
              <a:spcAft>
                <a:spcPts val="0"/>
              </a:spcAft>
              <a:buClr>
                <a:srgbClr val="000000"/>
              </a:buClr>
              <a:buSzPts val="1400"/>
              <a:buFont typeface="Times New Roman"/>
              <a:buNone/>
            </a:pPr>
            <a:r>
              <a:rPr b="0" i="0" lang="en-US" sz="1400" u="none">
                <a:solidFill>
                  <a:srgbClr val="000000"/>
                </a:solidFill>
                <a:latin typeface="Times New Roman"/>
                <a:ea typeface="Times New Roman"/>
                <a:cs typeface="Times New Roman"/>
                <a:sym typeface="Times New Roman"/>
              </a:rPr>
              <a:t>*</a:t>
            </a:r>
            <a:endParaRPr/>
          </a:p>
        </p:txBody>
      </p:sp>
      <p:sp>
        <p:nvSpPr>
          <p:cNvPr id="623" name="Google Shape;623;p50"/>
          <p:cNvSpPr txBox="1"/>
          <p:nvPr/>
        </p:nvSpPr>
        <p:spPr>
          <a:xfrm>
            <a:off x="7227887" y="6886575"/>
            <a:ext cx="2346325" cy="519112"/>
          </a:xfrm>
          <a:prstGeom prst="rect">
            <a:avLst/>
          </a:prstGeom>
          <a:noFill/>
          <a:ln>
            <a:noFill/>
          </a:ln>
        </p:spPr>
        <p:txBody>
          <a:bodyPr anchorCtr="0" anchor="t"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a:solidFill>
                  <a:srgbClr val="000000"/>
                </a:solidFill>
                <a:latin typeface="Times New Roman"/>
                <a:ea typeface="Times New Roman"/>
                <a:cs typeface="Times New Roman"/>
                <a:sym typeface="Times New Roman"/>
              </a:rPr>
              <a:t>‹#›</a:t>
            </a:fld>
            <a:endParaRPr/>
          </a:p>
        </p:txBody>
      </p:sp>
      <p:sp>
        <p:nvSpPr>
          <p:cNvPr id="624" name="Google Shape;624;p50"/>
          <p:cNvSpPr txBox="1"/>
          <p:nvPr>
            <p:ph type="title"/>
          </p:nvPr>
        </p:nvSpPr>
        <p:spPr>
          <a:xfrm>
            <a:off x="503237" y="301625"/>
            <a:ext cx="9070975" cy="1262062"/>
          </a:xfrm>
          <a:prstGeom prst="rect">
            <a:avLst/>
          </a:prstGeom>
          <a:noFill/>
          <a:ln>
            <a:noFill/>
          </a:ln>
        </p:spPr>
        <p:txBody>
          <a:bodyPr anchorCtr="0" anchor="ctr" bIns="0" lIns="0" spcFirstLastPara="1" rIns="0" wrap="square" tIns="0">
            <a:noAutofit/>
          </a:bodyPr>
          <a:lstStyle/>
          <a:p>
            <a:pPr indent="0" lvl="0" marL="0" rtl="0" algn="l">
              <a:lnSpc>
                <a:spcPct val="101000"/>
              </a:lnSpc>
              <a:spcBef>
                <a:spcPts val="0"/>
              </a:spcBef>
              <a:spcAft>
                <a:spcPts val="0"/>
              </a:spcAft>
              <a:buSzPts val="3200"/>
              <a:buNone/>
            </a:pPr>
            <a:r>
              <a:rPr b="1" i="0" lang="en-US" sz="3200" u="none">
                <a:solidFill>
                  <a:srgbClr val="000000"/>
                </a:solidFill>
                <a:latin typeface="Arial"/>
                <a:ea typeface="Arial"/>
                <a:cs typeface="Arial"/>
                <a:sym typeface="Arial"/>
              </a:rPr>
              <a:t> Các phép toán số học và hàm</a:t>
            </a:r>
            <a:endParaRPr/>
          </a:p>
        </p:txBody>
      </p:sp>
      <p:sp>
        <p:nvSpPr>
          <p:cNvPr id="625" name="Google Shape;625;p50"/>
          <p:cNvSpPr txBox="1"/>
          <p:nvPr>
            <p:ph idx="1" type="body"/>
          </p:nvPr>
        </p:nvSpPr>
        <p:spPr>
          <a:xfrm>
            <a:off x="503237" y="1768475"/>
            <a:ext cx="9070975" cy="4997450"/>
          </a:xfrm>
          <a:prstGeom prst="rect">
            <a:avLst/>
          </a:prstGeom>
          <a:noFill/>
          <a:ln>
            <a:noFill/>
          </a:ln>
        </p:spPr>
        <p:txBody>
          <a:bodyPr anchorCtr="0" anchor="t" bIns="0" lIns="0" spcFirstLastPara="1" rIns="0" wrap="square" tIns="0">
            <a:noAutofit/>
          </a:bodyPr>
          <a:lstStyle/>
          <a:p>
            <a:pPr indent="-323850" lvl="0" marL="431800" rtl="0" algn="l">
              <a:lnSpc>
                <a:spcPct val="101000"/>
              </a:lnSpc>
              <a:spcBef>
                <a:spcPts val="0"/>
              </a:spcBef>
              <a:spcAft>
                <a:spcPts val="0"/>
              </a:spcAft>
              <a:buClr>
                <a:srgbClr val="000000"/>
              </a:buClr>
              <a:buSzPts val="1215"/>
              <a:buFont typeface="Noto Sans Symbols"/>
              <a:buChar char="●"/>
            </a:pPr>
            <a:r>
              <a:rPr b="0" i="0" lang="en-US" sz="2700" u="none">
                <a:solidFill>
                  <a:srgbClr val="990000"/>
                </a:solidFill>
                <a:latin typeface="Arial"/>
                <a:ea typeface="Arial"/>
                <a:cs typeface="Arial"/>
                <a:sym typeface="Arial"/>
              </a:rPr>
              <a:t>Sử dụng trong mệnh đề  SELECT, WHERE và HAVING</a:t>
            </a:r>
            <a:endParaRPr/>
          </a:p>
          <a:p>
            <a:pPr indent="-323850" lvl="0" marL="431800" rtl="0" algn="l">
              <a:lnSpc>
                <a:spcPct val="101000"/>
              </a:lnSpc>
              <a:spcBef>
                <a:spcPts val="140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Các toán tử số học : +, -, *, /</a:t>
            </a:r>
            <a:endParaRPr/>
          </a:p>
          <a:p>
            <a:pPr indent="-323850" lvl="1" marL="863600" rtl="0" algn="l">
              <a:lnSpc>
                <a:spcPct val="101000"/>
              </a:lnSpc>
              <a:spcBef>
                <a:spcPts val="1400"/>
              </a:spcBef>
              <a:spcAft>
                <a:spcPts val="0"/>
              </a:spcAft>
              <a:buClr>
                <a:srgbClr val="000000"/>
              </a:buClr>
              <a:buSzPts val="1800"/>
              <a:buFont typeface="Noto Sans Symbols"/>
              <a:buChar char="−"/>
            </a:pPr>
            <a:r>
              <a:rPr b="0" i="0" lang="en-US" sz="2400" u="none">
                <a:solidFill>
                  <a:srgbClr val="000000"/>
                </a:solidFill>
                <a:latin typeface="Arial"/>
                <a:ea typeface="Arial"/>
                <a:cs typeface="Arial"/>
                <a:sym typeface="Arial"/>
              </a:rPr>
              <a:t>Độ ưu tiên * hoặc /, + hoặc -</a:t>
            </a:r>
            <a:endParaRPr/>
          </a:p>
          <a:p>
            <a:pPr indent="-323850" lvl="1" marL="863600" rtl="0" algn="l">
              <a:lnSpc>
                <a:spcPct val="101000"/>
              </a:lnSpc>
              <a:spcBef>
                <a:spcPts val="1100"/>
              </a:spcBef>
              <a:spcAft>
                <a:spcPts val="0"/>
              </a:spcAft>
              <a:buClr>
                <a:srgbClr val="000000"/>
              </a:buClr>
              <a:buSzPts val="1800"/>
              <a:buFont typeface="Noto Sans Symbols"/>
              <a:buChar char="−"/>
            </a:pPr>
            <a:r>
              <a:rPr b="0" i="0" lang="en-US" sz="2400" u="none">
                <a:solidFill>
                  <a:srgbClr val="000000"/>
                </a:solidFill>
                <a:latin typeface="Arial"/>
                <a:ea typeface="Arial"/>
                <a:cs typeface="Arial"/>
                <a:sym typeface="Arial"/>
              </a:rPr>
              <a:t>Sử dụng dấu ngặc đơn () để thay đổi độ ưu tiên này</a:t>
            </a:r>
            <a:endParaRPr/>
          </a:p>
          <a:p>
            <a:pPr indent="-323850" lvl="1" marL="863600" rtl="0" algn="l">
              <a:lnSpc>
                <a:spcPct val="101000"/>
              </a:lnSpc>
              <a:spcBef>
                <a:spcPts val="1100"/>
              </a:spcBef>
              <a:spcAft>
                <a:spcPts val="0"/>
              </a:spcAft>
              <a:buClr>
                <a:srgbClr val="000000"/>
              </a:buClr>
              <a:buSzPts val="1800"/>
              <a:buFont typeface="Noto Sans Symbols"/>
              <a:buChar char="−"/>
            </a:pPr>
            <a:r>
              <a:rPr b="0" i="0" lang="en-US" sz="2400" u="none">
                <a:solidFill>
                  <a:srgbClr val="FF3300"/>
                </a:solidFill>
                <a:latin typeface="Arial"/>
                <a:ea typeface="Arial"/>
                <a:cs typeface="Arial"/>
                <a:sym typeface="Arial"/>
              </a:rPr>
              <a:t>Nếu một toán hạng là NULL, kết quả sẽ là NULL</a:t>
            </a:r>
            <a:endParaRPr/>
          </a:p>
          <a:p>
            <a:pPr indent="-323850" lvl="0" marL="431800" rtl="0" algn="l">
              <a:lnSpc>
                <a:spcPct val="101000"/>
              </a:lnSpc>
              <a:spcBef>
                <a:spcPts val="1100"/>
              </a:spcBef>
              <a:spcAft>
                <a:spcPts val="0"/>
              </a:spcAft>
              <a:buClr>
                <a:srgbClr val="000000"/>
              </a:buClr>
              <a:buSzPts val="1215"/>
              <a:buFont typeface="Noto Sans Symbols"/>
              <a:buChar char="●"/>
            </a:pPr>
            <a:r>
              <a:rPr b="0" i="0" lang="en-US" sz="2700" u="none">
                <a:solidFill>
                  <a:srgbClr val="0000CC"/>
                </a:solidFill>
                <a:latin typeface="Arial"/>
                <a:ea typeface="Arial"/>
                <a:cs typeface="Arial"/>
                <a:sym typeface="Arial"/>
              </a:rPr>
              <a:t>Các hàm SQL Server</a:t>
            </a:r>
            <a:endParaRPr/>
          </a:p>
          <a:p>
            <a:pPr indent="-323850" lvl="1" marL="863600" rtl="0" algn="l">
              <a:lnSpc>
                <a:spcPct val="101000"/>
              </a:lnSpc>
              <a:spcBef>
                <a:spcPts val="1400"/>
              </a:spcBef>
              <a:spcAft>
                <a:spcPts val="0"/>
              </a:spcAft>
              <a:buClr>
                <a:srgbClr val="000000"/>
              </a:buClr>
              <a:buSzPts val="1800"/>
              <a:buFont typeface="Noto Sans Symbols"/>
              <a:buChar char="−"/>
            </a:pPr>
            <a:r>
              <a:rPr b="0" i="0" lang="en-US" sz="2400" u="none">
                <a:solidFill>
                  <a:srgbClr val="000000"/>
                </a:solidFill>
                <a:latin typeface="Arial"/>
                <a:ea typeface="Arial"/>
                <a:cs typeface="Arial"/>
                <a:sym typeface="Arial"/>
              </a:rPr>
              <a:t>Các hàm chuỗi</a:t>
            </a:r>
            <a:endParaRPr/>
          </a:p>
          <a:p>
            <a:pPr indent="-287337" lvl="2" marL="1295400" rtl="0" algn="l">
              <a:lnSpc>
                <a:spcPct val="101000"/>
              </a:lnSpc>
              <a:spcBef>
                <a:spcPts val="1100"/>
              </a:spcBef>
              <a:spcAft>
                <a:spcPts val="0"/>
              </a:spcAft>
              <a:buClr>
                <a:srgbClr val="000000"/>
              </a:buClr>
              <a:buSzPts val="900"/>
              <a:buFont typeface="Noto Sans Symbols"/>
              <a:buChar char="●"/>
            </a:pPr>
            <a:r>
              <a:rPr b="0" i="0" lang="en-US" sz="2000" u="none">
                <a:solidFill>
                  <a:srgbClr val="000000"/>
                </a:solidFill>
                <a:latin typeface="Arial"/>
                <a:ea typeface="Arial"/>
                <a:cs typeface="Arial"/>
                <a:sym typeface="Arial"/>
              </a:rPr>
              <a:t>LEN, UPPER, LOWER, LEFT, RIGHT, LTRIM, RTRIM, …</a:t>
            </a:r>
            <a:endParaRPr/>
          </a:p>
          <a:p>
            <a:pPr indent="-323850" lvl="1" marL="863600" rtl="0" algn="l">
              <a:lnSpc>
                <a:spcPct val="101000"/>
              </a:lnSpc>
              <a:spcBef>
                <a:spcPts val="800"/>
              </a:spcBef>
              <a:spcAft>
                <a:spcPts val="0"/>
              </a:spcAft>
              <a:buClr>
                <a:srgbClr val="000000"/>
              </a:buClr>
              <a:buSzPts val="1800"/>
              <a:buFont typeface="Noto Sans Symbols"/>
              <a:buChar char="−"/>
            </a:pPr>
            <a:r>
              <a:rPr b="0" i="0" lang="en-US" sz="2400" u="none">
                <a:solidFill>
                  <a:srgbClr val="000000"/>
                </a:solidFill>
                <a:latin typeface="Arial"/>
                <a:ea typeface="Arial"/>
                <a:cs typeface="Arial"/>
                <a:sym typeface="Arial"/>
              </a:rPr>
              <a:t>Các hàm ngày</a:t>
            </a:r>
            <a:endParaRPr/>
          </a:p>
          <a:p>
            <a:pPr indent="-287337" lvl="2" marL="1295400" rtl="0" algn="l">
              <a:lnSpc>
                <a:spcPct val="101000"/>
              </a:lnSpc>
              <a:spcBef>
                <a:spcPts val="1100"/>
              </a:spcBef>
              <a:spcAft>
                <a:spcPts val="0"/>
              </a:spcAft>
              <a:buClr>
                <a:srgbClr val="000000"/>
              </a:buClr>
              <a:buSzPts val="900"/>
              <a:buFont typeface="Noto Sans Symbols"/>
              <a:buChar char="●"/>
            </a:pPr>
            <a:r>
              <a:rPr b="0" i="0" lang="en-US" sz="2000" u="none">
                <a:solidFill>
                  <a:srgbClr val="000000"/>
                </a:solidFill>
                <a:latin typeface="Arial"/>
                <a:ea typeface="Arial"/>
                <a:cs typeface="Arial"/>
                <a:sym typeface="Arial"/>
              </a:rPr>
              <a:t>GETDATE, DAY, MONTH, YEAR, DATEDIFF, ISDATE, ...</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sp>
        <p:nvSpPr>
          <p:cNvPr id="631" name="Google Shape;631;p51"/>
          <p:cNvSpPr txBox="1"/>
          <p:nvPr/>
        </p:nvSpPr>
        <p:spPr>
          <a:xfrm>
            <a:off x="503237" y="6886575"/>
            <a:ext cx="2346325" cy="519112"/>
          </a:xfrm>
          <a:prstGeom prst="rect">
            <a:avLst/>
          </a:prstGeom>
          <a:noFill/>
          <a:ln>
            <a:noFill/>
          </a:ln>
        </p:spPr>
        <p:txBody>
          <a:bodyPr anchorCtr="0" anchor="t" bIns="0" lIns="0" spcFirstLastPara="1" rIns="0" wrap="square" tIns="0">
            <a:noAutofit/>
          </a:bodyPr>
          <a:lstStyle/>
          <a:p>
            <a:pPr indent="0" lvl="0" marL="0" marR="0" rtl="0" algn="l">
              <a:lnSpc>
                <a:spcPct val="93000"/>
              </a:lnSpc>
              <a:spcBef>
                <a:spcPts val="0"/>
              </a:spcBef>
              <a:spcAft>
                <a:spcPts val="0"/>
              </a:spcAft>
              <a:buClr>
                <a:srgbClr val="000000"/>
              </a:buClr>
              <a:buSzPts val="1400"/>
              <a:buFont typeface="Times New Roman"/>
              <a:buNone/>
            </a:pPr>
            <a:r>
              <a:rPr b="0" i="0" lang="en-US" sz="1400" u="none">
                <a:solidFill>
                  <a:srgbClr val="000000"/>
                </a:solidFill>
                <a:latin typeface="Times New Roman"/>
                <a:ea typeface="Times New Roman"/>
                <a:cs typeface="Times New Roman"/>
                <a:sym typeface="Times New Roman"/>
              </a:rPr>
              <a:t>*</a:t>
            </a:r>
            <a:endParaRPr/>
          </a:p>
        </p:txBody>
      </p:sp>
      <p:sp>
        <p:nvSpPr>
          <p:cNvPr id="632" name="Google Shape;632;p51"/>
          <p:cNvSpPr txBox="1"/>
          <p:nvPr/>
        </p:nvSpPr>
        <p:spPr>
          <a:xfrm>
            <a:off x="7227887" y="6886575"/>
            <a:ext cx="2346325" cy="519112"/>
          </a:xfrm>
          <a:prstGeom prst="rect">
            <a:avLst/>
          </a:prstGeom>
          <a:noFill/>
          <a:ln>
            <a:noFill/>
          </a:ln>
        </p:spPr>
        <p:txBody>
          <a:bodyPr anchorCtr="0" anchor="t"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a:solidFill>
                  <a:srgbClr val="000000"/>
                </a:solidFill>
                <a:latin typeface="Times New Roman"/>
                <a:ea typeface="Times New Roman"/>
                <a:cs typeface="Times New Roman"/>
                <a:sym typeface="Times New Roman"/>
              </a:rPr>
              <a:t>‹#›</a:t>
            </a:fld>
            <a:endParaRPr/>
          </a:p>
        </p:txBody>
      </p:sp>
      <p:sp>
        <p:nvSpPr>
          <p:cNvPr id="633" name="Google Shape;633;p51"/>
          <p:cNvSpPr txBox="1"/>
          <p:nvPr>
            <p:ph type="title"/>
          </p:nvPr>
        </p:nvSpPr>
        <p:spPr>
          <a:xfrm>
            <a:off x="503237" y="301625"/>
            <a:ext cx="9070975" cy="1262062"/>
          </a:xfrm>
          <a:prstGeom prst="rect">
            <a:avLst/>
          </a:prstGeom>
          <a:noFill/>
          <a:ln>
            <a:noFill/>
          </a:ln>
        </p:spPr>
        <p:txBody>
          <a:bodyPr anchorCtr="0" anchor="ctr" bIns="0" lIns="0" spcFirstLastPara="1" rIns="0" wrap="square" tIns="0">
            <a:noAutofit/>
          </a:bodyPr>
          <a:lstStyle/>
          <a:p>
            <a:pPr indent="0" lvl="0" marL="0" rtl="0" algn="l">
              <a:lnSpc>
                <a:spcPct val="101000"/>
              </a:lnSpc>
              <a:spcBef>
                <a:spcPts val="0"/>
              </a:spcBef>
              <a:spcAft>
                <a:spcPts val="0"/>
              </a:spcAft>
              <a:buSzPts val="3200"/>
              <a:buNone/>
            </a:pPr>
            <a:r>
              <a:rPr b="1" i="0" lang="en-US" sz="3200" u="none">
                <a:solidFill>
                  <a:srgbClr val="000000"/>
                </a:solidFill>
                <a:latin typeface="Arial"/>
                <a:ea typeface="Arial"/>
                <a:cs typeface="Arial"/>
                <a:sym typeface="Arial"/>
              </a:rPr>
              <a:t> Các hàm kết tập</a:t>
            </a:r>
            <a:endParaRPr/>
          </a:p>
        </p:txBody>
      </p:sp>
      <p:sp>
        <p:nvSpPr>
          <p:cNvPr id="634" name="Google Shape;634;p51"/>
          <p:cNvSpPr txBox="1"/>
          <p:nvPr>
            <p:ph idx="1" type="body"/>
          </p:nvPr>
        </p:nvSpPr>
        <p:spPr>
          <a:xfrm>
            <a:off x="503237" y="1768475"/>
            <a:ext cx="9070975" cy="4997450"/>
          </a:xfrm>
          <a:prstGeom prst="rect">
            <a:avLst/>
          </a:prstGeom>
          <a:noFill/>
          <a:ln>
            <a:noFill/>
          </a:ln>
        </p:spPr>
        <p:txBody>
          <a:bodyPr anchorCtr="0" anchor="t" bIns="0" lIns="0" spcFirstLastPara="1" rIns="0" wrap="square" tIns="7100">
            <a:noAutofit/>
          </a:bodyPr>
          <a:lstStyle/>
          <a:p>
            <a:pPr indent="-323850" lvl="0" marL="431800" rtl="0" algn="l">
              <a:lnSpc>
                <a:spcPct val="98000"/>
              </a:lnSpc>
              <a:spcBef>
                <a:spcPts val="0"/>
              </a:spcBef>
              <a:spcAft>
                <a:spcPts val="0"/>
              </a:spcAft>
              <a:buClr>
                <a:srgbClr val="000000"/>
              </a:buClr>
              <a:buSzPts val="1260"/>
              <a:buFont typeface="Noto Sans Symbols"/>
              <a:buChar char="●"/>
            </a:pPr>
            <a:r>
              <a:rPr b="0" i="0" lang="en-US" sz="2800" u="none">
                <a:solidFill>
                  <a:srgbClr val="000000"/>
                </a:solidFill>
                <a:latin typeface="Arial"/>
                <a:ea typeface="Arial"/>
                <a:cs typeface="Arial"/>
                <a:sym typeface="Arial"/>
              </a:rPr>
              <a:t>Hàm AVG = tổng các giá trị không NULL/ số các giá trị không NULL</a:t>
            </a:r>
            <a:endParaRPr/>
          </a:p>
          <a:p>
            <a:pPr indent="-323850" lvl="0" marL="431800" rtl="0" algn="l">
              <a:lnSpc>
                <a:spcPct val="101000"/>
              </a:lnSpc>
              <a:spcBef>
                <a:spcPts val="1400"/>
              </a:spcBef>
              <a:spcAft>
                <a:spcPts val="0"/>
              </a:spcAft>
              <a:buClr>
                <a:srgbClr val="000000"/>
              </a:buClr>
              <a:buSzPts val="1260"/>
              <a:buFont typeface="Noto Sans Symbols"/>
              <a:buChar char="●"/>
            </a:pPr>
            <a:r>
              <a:rPr b="0" i="0" lang="en-US" sz="2800" u="none">
                <a:solidFill>
                  <a:srgbClr val="000000"/>
                </a:solidFill>
                <a:latin typeface="Arial"/>
                <a:ea typeface="Arial"/>
                <a:cs typeface="Arial"/>
                <a:sym typeface="Arial"/>
              </a:rPr>
              <a:t>Các hàm MIN, MAX, COUNT có thể sử dụng cho CHAR, VARCHAR, DATE và các kiểu dữ liệu số</a:t>
            </a:r>
            <a:endParaRPr/>
          </a:p>
          <a:p>
            <a:pPr indent="-323850" lvl="0" marL="431800" rtl="0" algn="l">
              <a:lnSpc>
                <a:spcPct val="101000"/>
              </a:lnSpc>
              <a:spcBef>
                <a:spcPts val="1400"/>
              </a:spcBef>
              <a:spcAft>
                <a:spcPts val="0"/>
              </a:spcAft>
              <a:buClr>
                <a:srgbClr val="000000"/>
              </a:buClr>
              <a:buSzPts val="1260"/>
              <a:buFont typeface="Noto Sans Symbols"/>
              <a:buChar char="●"/>
            </a:pPr>
            <a:r>
              <a:rPr b="0" i="0" lang="en-US" sz="2800" u="none">
                <a:solidFill>
                  <a:srgbClr val="000000"/>
                </a:solidFill>
                <a:latin typeface="Arial"/>
                <a:ea typeface="Arial"/>
                <a:cs typeface="Arial"/>
                <a:sym typeface="Arial"/>
              </a:rPr>
              <a:t>Hàm SUM, AVG chỉ sử dụng duy nhất cho kiểu số</a:t>
            </a:r>
            <a:endParaRPr/>
          </a:p>
          <a:p>
            <a:pPr indent="-323850" lvl="0" marL="431800" rtl="0" algn="l">
              <a:lnSpc>
                <a:spcPct val="101000"/>
              </a:lnSpc>
              <a:spcBef>
                <a:spcPts val="1400"/>
              </a:spcBef>
              <a:spcAft>
                <a:spcPts val="0"/>
              </a:spcAft>
              <a:buClr>
                <a:srgbClr val="000000"/>
              </a:buClr>
              <a:buSzPts val="1260"/>
              <a:buFont typeface="Noto Sans Symbols"/>
              <a:buChar char="●"/>
            </a:pPr>
            <a:r>
              <a:rPr b="0" i="0" lang="en-US" sz="2800" u="none">
                <a:solidFill>
                  <a:srgbClr val="990000"/>
                </a:solidFill>
                <a:latin typeface="Arial"/>
                <a:ea typeface="Arial"/>
                <a:cs typeface="Arial"/>
                <a:sym typeface="Arial"/>
              </a:rPr>
              <a:t>Chú ý:</a:t>
            </a:r>
            <a:endParaRPr/>
          </a:p>
          <a:p>
            <a:pPr indent="-323850" lvl="0" marL="431800" rtl="0" algn="l">
              <a:lnSpc>
                <a:spcPct val="98000"/>
              </a:lnSpc>
              <a:spcBef>
                <a:spcPts val="1400"/>
              </a:spcBef>
              <a:spcAft>
                <a:spcPts val="0"/>
              </a:spcAft>
              <a:buSzPts val="2200"/>
              <a:buNone/>
            </a:pPr>
            <a:r>
              <a:rPr b="0" i="0" lang="en-US" sz="2200" u="none">
                <a:solidFill>
                  <a:srgbClr val="0000FF"/>
                </a:solidFill>
                <a:latin typeface="Arial"/>
                <a:ea typeface="Arial"/>
                <a:cs typeface="Arial"/>
                <a:sym typeface="Arial"/>
              </a:rPr>
              <a:t>     SELECT</a:t>
            </a:r>
            <a:r>
              <a:rPr b="0" i="0" lang="en-US" sz="2200" u="none">
                <a:solidFill>
                  <a:srgbClr val="000000"/>
                </a:solidFill>
                <a:latin typeface="Arial"/>
                <a:ea typeface="Arial"/>
                <a:cs typeface="Arial"/>
                <a:sym typeface="Arial"/>
              </a:rPr>
              <a:t> </a:t>
            </a:r>
            <a:r>
              <a:rPr b="0" i="0" lang="en-US" sz="2200" u="none">
                <a:solidFill>
                  <a:srgbClr val="008080"/>
                </a:solidFill>
                <a:latin typeface="Arial"/>
                <a:ea typeface="Arial"/>
                <a:cs typeface="Arial"/>
                <a:sym typeface="Arial"/>
              </a:rPr>
              <a:t>hoten</a:t>
            </a:r>
            <a:r>
              <a:rPr b="0" i="0" lang="en-US" sz="2200" u="none">
                <a:solidFill>
                  <a:srgbClr val="000000"/>
                </a:solidFill>
                <a:latin typeface="Arial"/>
                <a:ea typeface="Arial"/>
                <a:cs typeface="Arial"/>
                <a:sym typeface="Arial"/>
              </a:rPr>
              <a:t>, </a:t>
            </a:r>
            <a:r>
              <a:rPr b="0" i="0" lang="en-US" sz="2200" u="none">
                <a:solidFill>
                  <a:srgbClr val="FF00FF"/>
                </a:solidFill>
                <a:latin typeface="Arial"/>
                <a:ea typeface="Arial"/>
                <a:cs typeface="Arial"/>
                <a:sym typeface="Arial"/>
              </a:rPr>
              <a:t>COUNT</a:t>
            </a:r>
            <a:r>
              <a:rPr b="0" i="0" lang="en-US" sz="2200" u="none">
                <a:solidFill>
                  <a:srgbClr val="808080"/>
                </a:solidFill>
                <a:latin typeface="Arial"/>
                <a:ea typeface="Arial"/>
                <a:cs typeface="Arial"/>
                <a:sym typeface="Arial"/>
              </a:rPr>
              <a:t>(*)  </a:t>
            </a:r>
            <a:r>
              <a:rPr b="0" i="0" lang="en-US" sz="2200" u="none">
                <a:solidFill>
                  <a:srgbClr val="0000FF"/>
                </a:solidFill>
                <a:latin typeface="Arial"/>
                <a:ea typeface="Arial"/>
                <a:cs typeface="Arial"/>
                <a:sym typeface="Arial"/>
              </a:rPr>
              <a:t>FROM</a:t>
            </a:r>
            <a:r>
              <a:rPr b="0" i="0" lang="en-US" sz="2200" u="none">
                <a:solidFill>
                  <a:srgbClr val="000000"/>
                </a:solidFill>
                <a:latin typeface="Arial"/>
                <a:ea typeface="Arial"/>
                <a:cs typeface="Arial"/>
                <a:sym typeface="Arial"/>
              </a:rPr>
              <a:t> </a:t>
            </a:r>
            <a:r>
              <a:rPr b="0" i="0" lang="en-US" sz="2200" u="none">
                <a:solidFill>
                  <a:srgbClr val="008080"/>
                </a:solidFill>
                <a:latin typeface="Arial"/>
                <a:ea typeface="Arial"/>
                <a:cs typeface="Arial"/>
                <a:sym typeface="Arial"/>
              </a:rPr>
              <a:t>PHICONG </a:t>
            </a:r>
            <a:endParaRPr/>
          </a:p>
          <a:p>
            <a:pPr indent="-323850" lvl="0" marL="431800" rtl="0" algn="l">
              <a:lnSpc>
                <a:spcPct val="98000"/>
              </a:lnSpc>
              <a:spcBef>
                <a:spcPts val="400"/>
              </a:spcBef>
              <a:spcAft>
                <a:spcPts val="0"/>
              </a:spcAft>
              <a:buSzPts val="2200"/>
              <a:buNone/>
            </a:pPr>
            <a:r>
              <a:rPr b="0" i="0" lang="en-US" sz="2200" u="none">
                <a:solidFill>
                  <a:srgbClr val="008080"/>
                </a:solidFill>
                <a:latin typeface="Arial"/>
                <a:ea typeface="Arial"/>
                <a:cs typeface="Arial"/>
                <a:sym typeface="Arial"/>
              </a:rPr>
              <a:t>     </a:t>
            </a:r>
            <a:r>
              <a:rPr b="0" i="0" lang="en-US" sz="2200" u="none">
                <a:solidFill>
                  <a:srgbClr val="0000FF"/>
                </a:solidFill>
                <a:latin typeface="Arial"/>
                <a:ea typeface="Arial"/>
                <a:cs typeface="Arial"/>
                <a:sym typeface="Arial"/>
              </a:rPr>
              <a:t>WHERE</a:t>
            </a:r>
            <a:r>
              <a:rPr b="0" i="0" lang="en-US" sz="2200" u="none">
                <a:solidFill>
                  <a:srgbClr val="000000"/>
                </a:solidFill>
                <a:latin typeface="Arial"/>
                <a:ea typeface="Arial"/>
                <a:cs typeface="Arial"/>
                <a:sym typeface="Arial"/>
              </a:rPr>
              <a:t> </a:t>
            </a:r>
            <a:r>
              <a:rPr b="0" i="0" lang="en-US" sz="2200" u="none">
                <a:solidFill>
                  <a:srgbClr val="008080"/>
                </a:solidFill>
                <a:latin typeface="Arial"/>
                <a:ea typeface="Arial"/>
                <a:cs typeface="Arial"/>
                <a:sym typeface="Arial"/>
              </a:rPr>
              <a:t>nuoc</a:t>
            </a:r>
            <a:r>
              <a:rPr b="0" i="0" lang="en-US" sz="2200" u="none">
                <a:solidFill>
                  <a:srgbClr val="808080"/>
                </a:solidFill>
                <a:latin typeface="Arial"/>
                <a:ea typeface="Arial"/>
                <a:cs typeface="Arial"/>
                <a:sym typeface="Arial"/>
              </a:rPr>
              <a:t>=</a:t>
            </a:r>
            <a:r>
              <a:rPr b="0" i="0" lang="en-US" sz="2200" u="none">
                <a:solidFill>
                  <a:srgbClr val="FF0000"/>
                </a:solidFill>
                <a:latin typeface="Arial"/>
                <a:ea typeface="Arial"/>
                <a:cs typeface="Arial"/>
                <a:sym typeface="Arial"/>
              </a:rPr>
              <a:t>'Phap'</a:t>
            </a:r>
            <a:r>
              <a:rPr b="0" i="0" lang="en-US" sz="2200" u="none">
                <a:solidFill>
                  <a:srgbClr val="808080"/>
                </a:solidFill>
                <a:latin typeface="Arial"/>
                <a:ea typeface="Arial"/>
                <a:cs typeface="Arial"/>
                <a:sym typeface="Arial"/>
              </a:rPr>
              <a:t>;</a:t>
            </a:r>
            <a:endParaRPr/>
          </a:p>
          <a:p>
            <a:pPr indent="-323850" lvl="0" marL="431800" rtl="0" algn="l">
              <a:lnSpc>
                <a:spcPct val="98000"/>
              </a:lnSpc>
              <a:spcBef>
                <a:spcPts val="400"/>
              </a:spcBef>
              <a:spcAft>
                <a:spcPts val="0"/>
              </a:spcAft>
              <a:buSzPts val="2200"/>
              <a:buNone/>
            </a:pPr>
            <a:r>
              <a:t/>
            </a:r>
            <a:endParaRPr b="0" i="0" sz="2200" u="none">
              <a:solidFill>
                <a:srgbClr val="FF0000"/>
              </a:solidFill>
              <a:latin typeface="Arial"/>
              <a:ea typeface="Arial"/>
              <a:cs typeface="Arial"/>
              <a:sym typeface="Arial"/>
            </a:endParaRPr>
          </a:p>
          <a:p>
            <a:pPr indent="-323850" lvl="0" marL="431800" rtl="0" algn="l">
              <a:lnSpc>
                <a:spcPct val="83000"/>
              </a:lnSpc>
              <a:spcBef>
                <a:spcPts val="1400"/>
              </a:spcBef>
              <a:spcAft>
                <a:spcPts val="0"/>
              </a:spcAft>
              <a:buSzPts val="2200"/>
              <a:buNone/>
            </a:pPr>
            <a:r>
              <a:rPr b="0" i="0" lang="en-US" sz="2200" u="none">
                <a:solidFill>
                  <a:srgbClr val="FF0000"/>
                </a:solidFill>
                <a:latin typeface="Noto Sans Symbols"/>
                <a:ea typeface="Noto Sans Symbols"/>
                <a:cs typeface="Noto Sans Symbols"/>
                <a:sym typeface="Noto Sans Symbols"/>
              </a:rPr>
              <a:t>       </a:t>
            </a:r>
            <a:r>
              <a:rPr b="0" i="0" lang="en-US" sz="2600" u="none">
                <a:solidFill>
                  <a:srgbClr val="FF0000"/>
                </a:solidFill>
                <a:latin typeface="Noto Sans Symbols"/>
                <a:ea typeface="Noto Sans Symbols"/>
                <a:cs typeface="Noto Sans Symbols"/>
                <a:sym typeface="Noto Sans Symbols"/>
              </a:rPr>
              <a:t>⇒ </a:t>
            </a:r>
            <a:r>
              <a:rPr b="0" i="0" lang="en-US" sz="2600" u="none">
                <a:solidFill>
                  <a:srgbClr val="FF0000"/>
                </a:solidFill>
                <a:latin typeface="Arial"/>
                <a:ea typeface="Arial"/>
                <a:cs typeface="Arial"/>
                <a:sym typeface="Arial"/>
              </a:rPr>
              <a:t>Truy vấn không hợp lệ</a:t>
            </a:r>
            <a:endParaRPr/>
          </a:p>
          <a:p>
            <a:pPr indent="-342900" lvl="0" marL="342900" rtl="0" algn="l">
              <a:lnSpc>
                <a:spcPct val="101000"/>
              </a:lnSpc>
              <a:spcBef>
                <a:spcPts val="1400"/>
              </a:spcBef>
              <a:spcAft>
                <a:spcPts val="0"/>
              </a:spcAft>
              <a:buNone/>
            </a:pPr>
            <a:r>
              <a:t/>
            </a:r>
            <a:endParaRPr b="0" i="0" sz="2600" u="none">
              <a:solidFill>
                <a:srgbClr val="FF0000"/>
              </a:solidFill>
              <a:latin typeface="Arial"/>
              <a:ea typeface="Arial"/>
              <a:cs typeface="Arial"/>
              <a:sym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9" name="Shape 639"/>
        <p:cNvGrpSpPr/>
        <p:nvPr/>
      </p:nvGrpSpPr>
      <p:grpSpPr>
        <a:xfrm>
          <a:off x="0" y="0"/>
          <a:ext cx="0" cy="0"/>
          <a:chOff x="0" y="0"/>
          <a:chExt cx="0" cy="0"/>
        </a:xfrm>
      </p:grpSpPr>
      <p:sp>
        <p:nvSpPr>
          <p:cNvPr id="640" name="Google Shape;640;p52"/>
          <p:cNvSpPr txBox="1"/>
          <p:nvPr/>
        </p:nvSpPr>
        <p:spPr>
          <a:xfrm>
            <a:off x="503237" y="6886575"/>
            <a:ext cx="2346325" cy="519112"/>
          </a:xfrm>
          <a:prstGeom prst="rect">
            <a:avLst/>
          </a:prstGeom>
          <a:noFill/>
          <a:ln>
            <a:noFill/>
          </a:ln>
        </p:spPr>
        <p:txBody>
          <a:bodyPr anchorCtr="0" anchor="t" bIns="0" lIns="0" spcFirstLastPara="1" rIns="0" wrap="square" tIns="0">
            <a:noAutofit/>
          </a:bodyPr>
          <a:lstStyle/>
          <a:p>
            <a:pPr indent="0" lvl="0" marL="0" marR="0" rtl="0" algn="l">
              <a:lnSpc>
                <a:spcPct val="93000"/>
              </a:lnSpc>
              <a:spcBef>
                <a:spcPts val="0"/>
              </a:spcBef>
              <a:spcAft>
                <a:spcPts val="0"/>
              </a:spcAft>
              <a:buClr>
                <a:srgbClr val="000000"/>
              </a:buClr>
              <a:buSzPts val="1400"/>
              <a:buFont typeface="Times New Roman"/>
              <a:buNone/>
            </a:pPr>
            <a:r>
              <a:rPr b="0" i="0" lang="en-US" sz="1400" u="none">
                <a:solidFill>
                  <a:srgbClr val="000000"/>
                </a:solidFill>
                <a:latin typeface="Times New Roman"/>
                <a:ea typeface="Times New Roman"/>
                <a:cs typeface="Times New Roman"/>
                <a:sym typeface="Times New Roman"/>
              </a:rPr>
              <a:t>*</a:t>
            </a:r>
            <a:endParaRPr/>
          </a:p>
        </p:txBody>
      </p:sp>
      <p:sp>
        <p:nvSpPr>
          <p:cNvPr id="641" name="Google Shape;641;p52"/>
          <p:cNvSpPr txBox="1"/>
          <p:nvPr/>
        </p:nvSpPr>
        <p:spPr>
          <a:xfrm>
            <a:off x="7227887" y="6886575"/>
            <a:ext cx="2346325" cy="519112"/>
          </a:xfrm>
          <a:prstGeom prst="rect">
            <a:avLst/>
          </a:prstGeom>
          <a:noFill/>
          <a:ln>
            <a:noFill/>
          </a:ln>
        </p:spPr>
        <p:txBody>
          <a:bodyPr anchorCtr="0" anchor="t"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a:solidFill>
                  <a:srgbClr val="000000"/>
                </a:solidFill>
                <a:latin typeface="Times New Roman"/>
                <a:ea typeface="Times New Roman"/>
                <a:cs typeface="Times New Roman"/>
                <a:sym typeface="Times New Roman"/>
              </a:rPr>
              <a:t>‹#›</a:t>
            </a:fld>
            <a:endParaRPr/>
          </a:p>
        </p:txBody>
      </p:sp>
      <p:sp>
        <p:nvSpPr>
          <p:cNvPr id="642" name="Google Shape;642;p52"/>
          <p:cNvSpPr txBox="1"/>
          <p:nvPr>
            <p:ph type="title"/>
          </p:nvPr>
        </p:nvSpPr>
        <p:spPr>
          <a:xfrm>
            <a:off x="503237" y="301625"/>
            <a:ext cx="9070975" cy="1262062"/>
          </a:xfrm>
          <a:prstGeom prst="rect">
            <a:avLst/>
          </a:prstGeom>
          <a:noFill/>
          <a:ln>
            <a:noFill/>
          </a:ln>
        </p:spPr>
        <p:txBody>
          <a:bodyPr anchorCtr="0" anchor="ctr" bIns="0" lIns="0" spcFirstLastPara="1" rIns="0" wrap="square" tIns="0">
            <a:noAutofit/>
          </a:bodyPr>
          <a:lstStyle/>
          <a:p>
            <a:pPr indent="0" lvl="0" marL="0" rtl="0" algn="l">
              <a:lnSpc>
                <a:spcPct val="101000"/>
              </a:lnSpc>
              <a:spcBef>
                <a:spcPts val="0"/>
              </a:spcBef>
              <a:spcAft>
                <a:spcPts val="0"/>
              </a:spcAft>
              <a:buSzPts val="3200"/>
              <a:buNone/>
            </a:pPr>
            <a:r>
              <a:rPr b="1" i="0" lang="en-US" sz="3200" u="none">
                <a:solidFill>
                  <a:srgbClr val="000000"/>
                </a:solidFill>
                <a:latin typeface="Arial"/>
                <a:ea typeface="Arial"/>
                <a:cs typeface="Arial"/>
                <a:sym typeface="Arial"/>
              </a:rPr>
              <a:t> Sắp xếp kết quả - ORDER BY</a:t>
            </a:r>
            <a:endParaRPr/>
          </a:p>
        </p:txBody>
      </p:sp>
      <p:sp>
        <p:nvSpPr>
          <p:cNvPr id="643" name="Google Shape;643;p52"/>
          <p:cNvSpPr txBox="1"/>
          <p:nvPr>
            <p:ph idx="1" type="body"/>
          </p:nvPr>
        </p:nvSpPr>
        <p:spPr>
          <a:xfrm>
            <a:off x="503237" y="1768475"/>
            <a:ext cx="9070975" cy="4997450"/>
          </a:xfrm>
          <a:prstGeom prst="rect">
            <a:avLst/>
          </a:prstGeom>
          <a:noFill/>
          <a:ln>
            <a:noFill/>
          </a:ln>
        </p:spPr>
        <p:txBody>
          <a:bodyPr anchorCtr="0" anchor="t" bIns="0" lIns="0" spcFirstLastPara="1" rIns="0" wrap="square" tIns="0">
            <a:noAutofit/>
          </a:bodyPr>
          <a:lstStyle/>
          <a:p>
            <a:pPr indent="-323850" lvl="0" marL="431800" rtl="0" algn="l">
              <a:lnSpc>
                <a:spcPct val="101000"/>
              </a:lnSpc>
              <a:spcBef>
                <a:spcPts val="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Từ khóa</a:t>
            </a:r>
            <a:r>
              <a:rPr b="0" i="0" lang="en-US" sz="2700" u="none">
                <a:solidFill>
                  <a:srgbClr val="990000"/>
                </a:solidFill>
                <a:latin typeface="Arial"/>
                <a:ea typeface="Arial"/>
                <a:cs typeface="Arial"/>
                <a:sym typeface="Arial"/>
              </a:rPr>
              <a:t> ORDER BY</a:t>
            </a:r>
            <a:r>
              <a:rPr b="0" i="0" lang="en-US" sz="2700" u="none">
                <a:solidFill>
                  <a:srgbClr val="000000"/>
                </a:solidFill>
                <a:latin typeface="Arial"/>
                <a:ea typeface="Arial"/>
                <a:cs typeface="Arial"/>
                <a:sym typeface="Arial"/>
              </a:rPr>
              <a:t> được dùng để sắp xếp kết quả trên một hoặc nhiều cột</a:t>
            </a:r>
            <a:endParaRPr/>
          </a:p>
          <a:p>
            <a:pPr indent="-323850" lvl="0" marL="431800" rtl="0" algn="l">
              <a:lnSpc>
                <a:spcPct val="101000"/>
              </a:lnSpc>
              <a:spcBef>
                <a:spcPts val="50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Mặc định ORDER BY sắp xếp kết quả theo thứ tự tăng dần (ASC)</a:t>
            </a:r>
            <a:endParaRPr/>
          </a:p>
          <a:p>
            <a:pPr indent="-323850" lvl="0" marL="431800" rtl="0" algn="l">
              <a:lnSpc>
                <a:spcPct val="101000"/>
              </a:lnSpc>
              <a:spcBef>
                <a:spcPts val="50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Từ khóa DESC cho phép sắp xếp kết quả theo thứ tự giảm dần</a:t>
            </a:r>
            <a:endParaRPr/>
          </a:p>
          <a:p>
            <a:pPr indent="-323850" lvl="0" marL="431800" rtl="0" algn="l">
              <a:lnSpc>
                <a:spcPct val="101000"/>
              </a:lnSpc>
              <a:spcBef>
                <a:spcPts val="50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Nếu có nhiều thuộc tính sau ORDER BY, sắp xếp được thực hiện ưu tiên trên cột đầu tiên, kế đến cột 2, ...</a:t>
            </a:r>
            <a:endParaRPr/>
          </a:p>
          <a:p>
            <a:pPr indent="-323850" lvl="0" marL="431800" rtl="0" algn="l">
              <a:lnSpc>
                <a:spcPct val="101000"/>
              </a:lnSpc>
              <a:spcBef>
                <a:spcPts val="50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Ví dụ</a:t>
            </a:r>
            <a:endParaRPr/>
          </a:p>
          <a:p>
            <a:pPr indent="-323850" lvl="0" marL="431800" rtl="0" algn="l">
              <a:lnSpc>
                <a:spcPct val="98000"/>
              </a:lnSpc>
              <a:spcBef>
                <a:spcPts val="500"/>
              </a:spcBef>
              <a:spcAft>
                <a:spcPts val="0"/>
              </a:spcAft>
              <a:buSzPts val="2400"/>
              <a:buNone/>
            </a:pPr>
            <a:r>
              <a:rPr b="0" i="0" lang="en-US" sz="2400" u="none">
                <a:solidFill>
                  <a:srgbClr val="0000FF"/>
                </a:solidFill>
                <a:latin typeface="Arial"/>
                <a:ea typeface="Arial"/>
                <a:cs typeface="Arial"/>
                <a:sym typeface="Arial"/>
              </a:rPr>
              <a:t>    SELECT</a:t>
            </a:r>
            <a:r>
              <a:rPr b="0" i="0" lang="en-US" sz="2400" u="none">
                <a:solidFill>
                  <a:srgbClr val="000000"/>
                </a:solidFill>
                <a:latin typeface="Arial"/>
                <a:ea typeface="Arial"/>
                <a:cs typeface="Arial"/>
                <a:sym typeface="Arial"/>
              </a:rPr>
              <a:t> </a:t>
            </a:r>
            <a:r>
              <a:rPr b="0" i="0" lang="en-US" sz="2400" u="none">
                <a:solidFill>
                  <a:srgbClr val="008080"/>
                </a:solidFill>
                <a:latin typeface="Arial"/>
                <a:ea typeface="Arial"/>
                <a:cs typeface="Arial"/>
                <a:sym typeface="Arial"/>
              </a:rPr>
              <a:t>hoten</a:t>
            </a:r>
            <a:r>
              <a:rPr b="0" i="0" lang="en-US" sz="2400" u="none">
                <a:solidFill>
                  <a:srgbClr val="808080"/>
                </a:solidFill>
                <a:latin typeface="Arial"/>
                <a:ea typeface="Arial"/>
                <a:cs typeface="Arial"/>
                <a:sym typeface="Arial"/>
              </a:rPr>
              <a:t>,</a:t>
            </a:r>
            <a:r>
              <a:rPr b="0" i="0" lang="en-US" sz="2400" u="none">
                <a:solidFill>
                  <a:srgbClr val="000000"/>
                </a:solidFill>
                <a:latin typeface="Arial"/>
                <a:ea typeface="Arial"/>
                <a:cs typeface="Arial"/>
                <a:sym typeface="Arial"/>
              </a:rPr>
              <a:t> </a:t>
            </a:r>
            <a:r>
              <a:rPr b="0" i="0" lang="en-US" sz="2400" u="none">
                <a:solidFill>
                  <a:srgbClr val="008080"/>
                </a:solidFill>
                <a:latin typeface="Arial"/>
                <a:ea typeface="Arial"/>
                <a:cs typeface="Arial"/>
                <a:sym typeface="Arial"/>
              </a:rPr>
              <a:t>nuoc</a:t>
            </a:r>
            <a:r>
              <a:rPr b="0" i="0" lang="en-US" sz="2400" u="none">
                <a:solidFill>
                  <a:srgbClr val="000000"/>
                </a:solidFill>
                <a:latin typeface="Arial"/>
                <a:ea typeface="Arial"/>
                <a:cs typeface="Arial"/>
                <a:sym typeface="Arial"/>
              </a:rPr>
              <a:t> </a:t>
            </a:r>
            <a:endParaRPr/>
          </a:p>
          <a:p>
            <a:pPr indent="-323850" lvl="0" marL="431800" rtl="0" algn="l">
              <a:lnSpc>
                <a:spcPct val="98000"/>
              </a:lnSpc>
              <a:spcBef>
                <a:spcPts val="400"/>
              </a:spcBef>
              <a:spcAft>
                <a:spcPts val="0"/>
              </a:spcAft>
              <a:buSzPts val="2400"/>
              <a:buNone/>
            </a:pPr>
            <a:r>
              <a:rPr b="0" i="0" lang="en-US" sz="2400" u="none">
                <a:solidFill>
                  <a:srgbClr val="0000FF"/>
                </a:solidFill>
                <a:latin typeface="Arial"/>
                <a:ea typeface="Arial"/>
                <a:cs typeface="Arial"/>
                <a:sym typeface="Arial"/>
              </a:rPr>
              <a:t>    FROM</a:t>
            </a:r>
            <a:r>
              <a:rPr b="0" i="0" lang="en-US" sz="2400" u="none">
                <a:solidFill>
                  <a:srgbClr val="000000"/>
                </a:solidFill>
                <a:latin typeface="Arial"/>
                <a:ea typeface="Arial"/>
                <a:cs typeface="Arial"/>
                <a:sym typeface="Arial"/>
              </a:rPr>
              <a:t> </a:t>
            </a:r>
            <a:r>
              <a:rPr b="0" i="0" lang="en-US" sz="2400" u="none">
                <a:solidFill>
                  <a:srgbClr val="008080"/>
                </a:solidFill>
                <a:latin typeface="Arial"/>
                <a:ea typeface="Arial"/>
                <a:cs typeface="Arial"/>
                <a:sym typeface="Arial"/>
              </a:rPr>
              <a:t>PHICONG</a:t>
            </a:r>
            <a:r>
              <a:rPr b="0" i="0" lang="en-US" sz="2400" u="none">
                <a:solidFill>
                  <a:srgbClr val="000000"/>
                </a:solidFill>
                <a:latin typeface="Arial"/>
                <a:ea typeface="Arial"/>
                <a:cs typeface="Arial"/>
                <a:sym typeface="Arial"/>
              </a:rPr>
              <a:t>     </a:t>
            </a:r>
            <a:endParaRPr/>
          </a:p>
          <a:p>
            <a:pPr indent="-323850" lvl="0" marL="431800" rtl="0" algn="l">
              <a:lnSpc>
                <a:spcPct val="98000"/>
              </a:lnSpc>
              <a:spcBef>
                <a:spcPts val="400"/>
              </a:spcBef>
              <a:spcAft>
                <a:spcPts val="0"/>
              </a:spcAft>
              <a:buSzPts val="2400"/>
              <a:buNone/>
            </a:pPr>
            <a:r>
              <a:rPr b="0" i="0" lang="en-US" sz="2400" u="none">
                <a:solidFill>
                  <a:srgbClr val="000000"/>
                </a:solidFill>
                <a:latin typeface="Arial"/>
                <a:ea typeface="Arial"/>
                <a:cs typeface="Arial"/>
                <a:sym typeface="Arial"/>
              </a:rPr>
              <a:t>    </a:t>
            </a:r>
            <a:r>
              <a:rPr b="0" i="0" lang="en-US" sz="2400" u="none">
                <a:solidFill>
                  <a:srgbClr val="0000FF"/>
                </a:solidFill>
                <a:latin typeface="Arial"/>
                <a:ea typeface="Arial"/>
                <a:cs typeface="Arial"/>
                <a:sym typeface="Arial"/>
              </a:rPr>
              <a:t>ORDER</a:t>
            </a:r>
            <a:r>
              <a:rPr b="0" i="0" lang="en-US" sz="2400" u="none">
                <a:solidFill>
                  <a:srgbClr val="000000"/>
                </a:solidFill>
                <a:latin typeface="Arial"/>
                <a:ea typeface="Arial"/>
                <a:cs typeface="Arial"/>
                <a:sym typeface="Arial"/>
              </a:rPr>
              <a:t> </a:t>
            </a:r>
            <a:r>
              <a:rPr b="0" i="0" lang="en-US" sz="2400" u="none">
                <a:solidFill>
                  <a:srgbClr val="0000FF"/>
                </a:solidFill>
                <a:latin typeface="Arial"/>
                <a:ea typeface="Arial"/>
                <a:cs typeface="Arial"/>
                <a:sym typeface="Arial"/>
              </a:rPr>
              <a:t>BY</a:t>
            </a:r>
            <a:r>
              <a:rPr b="0" i="0" lang="en-US" sz="2400" u="none">
                <a:solidFill>
                  <a:srgbClr val="000000"/>
                </a:solidFill>
                <a:latin typeface="Arial"/>
                <a:ea typeface="Arial"/>
                <a:cs typeface="Arial"/>
                <a:sym typeface="Arial"/>
              </a:rPr>
              <a:t> </a:t>
            </a:r>
            <a:r>
              <a:rPr b="0" i="0" lang="en-US" sz="2400" u="none">
                <a:solidFill>
                  <a:srgbClr val="008080"/>
                </a:solidFill>
                <a:latin typeface="Arial"/>
                <a:ea typeface="Arial"/>
                <a:cs typeface="Arial"/>
                <a:sym typeface="Arial"/>
              </a:rPr>
              <a:t>hoten</a:t>
            </a:r>
            <a:r>
              <a:rPr b="0" i="0" lang="en-US" sz="2400" u="none">
                <a:solidFill>
                  <a:srgbClr val="808080"/>
                </a:solidFill>
                <a:latin typeface="Arial"/>
                <a:ea typeface="Arial"/>
                <a:cs typeface="Arial"/>
                <a:sym typeface="Arial"/>
              </a:rPr>
              <a:t>,</a:t>
            </a:r>
            <a:r>
              <a:rPr b="0" i="0" lang="en-US" sz="2400" u="none">
                <a:solidFill>
                  <a:srgbClr val="000000"/>
                </a:solidFill>
                <a:latin typeface="Arial"/>
                <a:ea typeface="Arial"/>
                <a:cs typeface="Arial"/>
                <a:sym typeface="Arial"/>
              </a:rPr>
              <a:t> </a:t>
            </a:r>
            <a:r>
              <a:rPr b="0" i="0" lang="en-US" sz="2400" u="none">
                <a:solidFill>
                  <a:srgbClr val="008080"/>
                </a:solidFill>
                <a:latin typeface="Arial"/>
                <a:ea typeface="Arial"/>
                <a:cs typeface="Arial"/>
                <a:sym typeface="Arial"/>
              </a:rPr>
              <a:t>nuoc</a:t>
            </a:r>
            <a:r>
              <a:rPr b="0" i="0" lang="en-US" sz="2400" u="none">
                <a:solidFill>
                  <a:srgbClr val="000000"/>
                </a:solidFill>
                <a:latin typeface="Arial"/>
                <a:ea typeface="Arial"/>
                <a:cs typeface="Arial"/>
                <a:sym typeface="Arial"/>
              </a:rPr>
              <a:t> </a:t>
            </a:r>
            <a:r>
              <a:rPr b="0" i="0" lang="en-US" sz="2400" u="none">
                <a:solidFill>
                  <a:srgbClr val="0000FF"/>
                </a:solidFill>
                <a:latin typeface="Arial"/>
                <a:ea typeface="Arial"/>
                <a:cs typeface="Arial"/>
                <a:sym typeface="Arial"/>
              </a:rPr>
              <a:t>DESC</a:t>
            </a:r>
            <a:r>
              <a:rPr b="0" i="0" lang="en-US" sz="2400" u="none">
                <a:solidFill>
                  <a:srgbClr val="808080"/>
                </a:solidFill>
                <a:latin typeface="Arial"/>
                <a:ea typeface="Arial"/>
                <a:cs typeface="Arial"/>
                <a:sym typeface="Arial"/>
              </a:rPr>
              <a:t>;</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8" name="Shape 648"/>
        <p:cNvGrpSpPr/>
        <p:nvPr/>
      </p:nvGrpSpPr>
      <p:grpSpPr>
        <a:xfrm>
          <a:off x="0" y="0"/>
          <a:ext cx="0" cy="0"/>
          <a:chOff x="0" y="0"/>
          <a:chExt cx="0" cy="0"/>
        </a:xfrm>
      </p:grpSpPr>
      <p:sp>
        <p:nvSpPr>
          <p:cNvPr id="649" name="Google Shape;649;p53"/>
          <p:cNvSpPr txBox="1"/>
          <p:nvPr/>
        </p:nvSpPr>
        <p:spPr>
          <a:xfrm>
            <a:off x="503237" y="6886575"/>
            <a:ext cx="2346325" cy="519112"/>
          </a:xfrm>
          <a:prstGeom prst="rect">
            <a:avLst/>
          </a:prstGeom>
          <a:noFill/>
          <a:ln>
            <a:noFill/>
          </a:ln>
        </p:spPr>
        <p:txBody>
          <a:bodyPr anchorCtr="0" anchor="t" bIns="0" lIns="0" spcFirstLastPara="1" rIns="0" wrap="square" tIns="0">
            <a:noAutofit/>
          </a:bodyPr>
          <a:lstStyle/>
          <a:p>
            <a:pPr indent="0" lvl="0" marL="0" marR="0" rtl="0" algn="l">
              <a:lnSpc>
                <a:spcPct val="93000"/>
              </a:lnSpc>
              <a:spcBef>
                <a:spcPts val="0"/>
              </a:spcBef>
              <a:spcAft>
                <a:spcPts val="0"/>
              </a:spcAft>
              <a:buClr>
                <a:srgbClr val="000000"/>
              </a:buClr>
              <a:buSzPts val="1400"/>
              <a:buFont typeface="Times New Roman"/>
              <a:buNone/>
            </a:pPr>
            <a:r>
              <a:rPr b="0" i="0" lang="en-US" sz="1400" u="none">
                <a:solidFill>
                  <a:srgbClr val="000000"/>
                </a:solidFill>
                <a:latin typeface="Times New Roman"/>
                <a:ea typeface="Times New Roman"/>
                <a:cs typeface="Times New Roman"/>
                <a:sym typeface="Times New Roman"/>
              </a:rPr>
              <a:t>*</a:t>
            </a:r>
            <a:endParaRPr/>
          </a:p>
        </p:txBody>
      </p:sp>
      <p:sp>
        <p:nvSpPr>
          <p:cNvPr id="650" name="Google Shape;650;p53"/>
          <p:cNvSpPr txBox="1"/>
          <p:nvPr/>
        </p:nvSpPr>
        <p:spPr>
          <a:xfrm>
            <a:off x="7227887" y="6886575"/>
            <a:ext cx="2346325" cy="519112"/>
          </a:xfrm>
          <a:prstGeom prst="rect">
            <a:avLst/>
          </a:prstGeom>
          <a:noFill/>
          <a:ln>
            <a:noFill/>
          </a:ln>
        </p:spPr>
        <p:txBody>
          <a:bodyPr anchorCtr="0" anchor="t"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a:solidFill>
                  <a:srgbClr val="000000"/>
                </a:solidFill>
                <a:latin typeface="Times New Roman"/>
                <a:ea typeface="Times New Roman"/>
                <a:cs typeface="Times New Roman"/>
                <a:sym typeface="Times New Roman"/>
              </a:rPr>
              <a:t>‹#›</a:t>
            </a:fld>
            <a:endParaRPr/>
          </a:p>
        </p:txBody>
      </p:sp>
      <p:sp>
        <p:nvSpPr>
          <p:cNvPr id="651" name="Google Shape;651;p53"/>
          <p:cNvSpPr txBox="1"/>
          <p:nvPr>
            <p:ph type="title"/>
          </p:nvPr>
        </p:nvSpPr>
        <p:spPr>
          <a:xfrm>
            <a:off x="503237" y="301625"/>
            <a:ext cx="9070975" cy="1262062"/>
          </a:xfrm>
          <a:prstGeom prst="rect">
            <a:avLst/>
          </a:prstGeom>
          <a:noFill/>
          <a:ln>
            <a:noFill/>
          </a:ln>
        </p:spPr>
        <p:txBody>
          <a:bodyPr anchorCtr="0" anchor="ctr" bIns="0" lIns="0" spcFirstLastPara="1" rIns="0" wrap="square" tIns="0">
            <a:noAutofit/>
          </a:bodyPr>
          <a:lstStyle/>
          <a:p>
            <a:pPr indent="0" lvl="0" marL="0" rtl="0" algn="l">
              <a:lnSpc>
                <a:spcPct val="101000"/>
              </a:lnSpc>
              <a:spcBef>
                <a:spcPts val="0"/>
              </a:spcBef>
              <a:spcAft>
                <a:spcPts val="0"/>
              </a:spcAft>
              <a:buSzPts val="3200"/>
              <a:buNone/>
            </a:pPr>
            <a:r>
              <a:rPr b="1" i="0" lang="en-US" sz="3200" u="none">
                <a:solidFill>
                  <a:srgbClr val="000000"/>
                </a:solidFill>
                <a:latin typeface="Arial"/>
                <a:ea typeface="Arial"/>
                <a:cs typeface="Arial"/>
                <a:sym typeface="Arial"/>
              </a:rPr>
              <a:t> Các phép toán trên tập hợp</a:t>
            </a:r>
            <a:endParaRPr/>
          </a:p>
        </p:txBody>
      </p:sp>
      <p:sp>
        <p:nvSpPr>
          <p:cNvPr id="652" name="Google Shape;652;p53"/>
          <p:cNvSpPr txBox="1"/>
          <p:nvPr>
            <p:ph idx="1" type="body"/>
          </p:nvPr>
        </p:nvSpPr>
        <p:spPr>
          <a:xfrm>
            <a:off x="346075" y="1833562"/>
            <a:ext cx="9070975" cy="4932362"/>
          </a:xfrm>
          <a:prstGeom prst="rect">
            <a:avLst/>
          </a:prstGeom>
          <a:noFill/>
          <a:ln>
            <a:noFill/>
          </a:ln>
        </p:spPr>
        <p:txBody>
          <a:bodyPr anchorCtr="0" anchor="t" bIns="0" lIns="0" spcFirstLastPara="1" rIns="0" wrap="square" tIns="0">
            <a:noAutofit/>
          </a:bodyPr>
          <a:lstStyle/>
          <a:p>
            <a:pPr indent="-323850" lvl="0" marL="431800" rtl="0" algn="l">
              <a:lnSpc>
                <a:spcPct val="101000"/>
              </a:lnSpc>
              <a:spcBef>
                <a:spcPts val="0"/>
              </a:spcBef>
              <a:spcAft>
                <a:spcPts val="0"/>
              </a:spcAft>
              <a:buClr>
                <a:srgbClr val="000000"/>
              </a:buClr>
              <a:buSzPts val="1215"/>
              <a:buFont typeface="Noto Sans Symbols"/>
              <a:buChar char="●"/>
            </a:pPr>
            <a:r>
              <a:rPr b="0" i="0" lang="en-US" sz="2700" u="none">
                <a:solidFill>
                  <a:srgbClr val="111111"/>
                </a:solidFill>
                <a:latin typeface="Arial"/>
                <a:ea typeface="Arial"/>
                <a:cs typeface="Arial"/>
                <a:sym typeface="Arial"/>
              </a:rPr>
              <a:t>Các phép toán trên tập hợp gồm:</a:t>
            </a:r>
            <a:endParaRPr/>
          </a:p>
          <a:p>
            <a:pPr indent="-323850" lvl="1" marL="863600" rtl="0" algn="l">
              <a:lnSpc>
                <a:spcPct val="101000"/>
              </a:lnSpc>
              <a:spcBef>
                <a:spcPts val="1400"/>
              </a:spcBef>
              <a:spcAft>
                <a:spcPts val="0"/>
              </a:spcAft>
              <a:buClr>
                <a:srgbClr val="000000"/>
              </a:buClr>
              <a:buSzPts val="1800"/>
              <a:buFont typeface="Noto Sans Symbols"/>
              <a:buChar char="−"/>
            </a:pPr>
            <a:r>
              <a:rPr b="0" i="0" lang="en-US" sz="2400" u="none">
                <a:solidFill>
                  <a:srgbClr val="111111"/>
                </a:solidFill>
                <a:latin typeface="Arial"/>
                <a:ea typeface="Arial"/>
                <a:cs typeface="Arial"/>
                <a:sym typeface="Arial"/>
              </a:rPr>
              <a:t>Phép hợp  </a:t>
            </a:r>
            <a:r>
              <a:rPr b="0" i="0" lang="en-US" sz="2400" u="none">
                <a:solidFill>
                  <a:srgbClr val="111111"/>
                </a:solidFill>
                <a:latin typeface="Noto Sans Symbols"/>
                <a:ea typeface="Noto Sans Symbols"/>
                <a:cs typeface="Noto Sans Symbols"/>
                <a:sym typeface="Noto Sans Symbols"/>
              </a:rPr>
              <a:t>∪  </a:t>
            </a:r>
            <a:r>
              <a:rPr b="0" i="0" lang="en-US" sz="2400" u="none">
                <a:solidFill>
                  <a:srgbClr val="111111"/>
                </a:solidFill>
                <a:latin typeface="Arial"/>
                <a:ea typeface="Arial"/>
                <a:cs typeface="Arial"/>
                <a:sym typeface="Arial"/>
              </a:rPr>
              <a:t>→</a:t>
            </a:r>
            <a:r>
              <a:rPr b="0" i="0" lang="en-US" sz="2400" u="none">
                <a:solidFill>
                  <a:srgbClr val="111111"/>
                </a:solidFill>
                <a:latin typeface="Noto Sans Symbols"/>
                <a:ea typeface="Noto Sans Symbols"/>
                <a:cs typeface="Noto Sans Symbols"/>
                <a:sym typeface="Noto Sans Symbols"/>
              </a:rPr>
              <a:t>     </a:t>
            </a:r>
            <a:r>
              <a:rPr b="0" i="0" lang="en-US" sz="2400" u="none">
                <a:solidFill>
                  <a:srgbClr val="111111"/>
                </a:solidFill>
                <a:latin typeface="Arial"/>
                <a:ea typeface="Arial"/>
                <a:cs typeface="Arial"/>
                <a:sym typeface="Arial"/>
              </a:rPr>
              <a:t>UNION </a:t>
            </a:r>
            <a:endParaRPr/>
          </a:p>
          <a:p>
            <a:pPr indent="-323850" lvl="1" marL="863600" rtl="0" algn="l">
              <a:lnSpc>
                <a:spcPct val="101000"/>
              </a:lnSpc>
              <a:spcBef>
                <a:spcPts val="1100"/>
              </a:spcBef>
              <a:spcAft>
                <a:spcPts val="0"/>
              </a:spcAft>
              <a:buClr>
                <a:srgbClr val="000000"/>
              </a:buClr>
              <a:buSzPts val="1800"/>
              <a:buFont typeface="Noto Sans Symbols"/>
              <a:buChar char="−"/>
            </a:pPr>
            <a:r>
              <a:rPr b="0" i="0" lang="en-US" sz="2400" u="none">
                <a:solidFill>
                  <a:srgbClr val="111111"/>
                </a:solidFill>
                <a:latin typeface="Arial"/>
                <a:ea typeface="Arial"/>
                <a:cs typeface="Arial"/>
                <a:sym typeface="Arial"/>
              </a:rPr>
              <a:t>Phép trừ  \     →      EXCEPT </a:t>
            </a:r>
            <a:r>
              <a:rPr b="0" i="0" lang="en-US" sz="2400" u="none">
                <a:solidFill>
                  <a:srgbClr val="579D1C"/>
                </a:solidFill>
                <a:latin typeface="Arial"/>
                <a:ea typeface="Arial"/>
                <a:cs typeface="Arial"/>
                <a:sym typeface="Arial"/>
              </a:rPr>
              <a:t> </a:t>
            </a:r>
            <a:r>
              <a:rPr b="0" baseline="30000" i="0" lang="en-US" sz="2400" u="none">
                <a:solidFill>
                  <a:srgbClr val="579D1C"/>
                </a:solidFill>
                <a:latin typeface="Arial"/>
                <a:ea typeface="Arial"/>
                <a:cs typeface="Arial"/>
                <a:sym typeface="Arial"/>
              </a:rPr>
              <a:t>(*)</a:t>
            </a:r>
            <a:endParaRPr/>
          </a:p>
          <a:p>
            <a:pPr indent="-323850" lvl="1" marL="863600" rtl="0" algn="l">
              <a:lnSpc>
                <a:spcPct val="101000"/>
              </a:lnSpc>
              <a:spcBef>
                <a:spcPts val="1100"/>
              </a:spcBef>
              <a:spcAft>
                <a:spcPts val="0"/>
              </a:spcAft>
              <a:buClr>
                <a:srgbClr val="000000"/>
              </a:buClr>
              <a:buSzPts val="1800"/>
              <a:buFont typeface="Noto Sans Symbols"/>
              <a:buChar char="−"/>
            </a:pPr>
            <a:r>
              <a:rPr b="0" i="0" lang="en-US" sz="2400" u="none">
                <a:solidFill>
                  <a:srgbClr val="111111"/>
                </a:solidFill>
                <a:latin typeface="Arial"/>
                <a:ea typeface="Arial"/>
                <a:cs typeface="Arial"/>
                <a:sym typeface="Arial"/>
              </a:rPr>
              <a:t>Phép giao  </a:t>
            </a:r>
            <a:r>
              <a:rPr b="0" i="0" lang="en-US" sz="2400" u="none">
                <a:solidFill>
                  <a:srgbClr val="111111"/>
                </a:solidFill>
                <a:latin typeface="Noto Sans Symbols"/>
                <a:ea typeface="Noto Sans Symbols"/>
                <a:cs typeface="Noto Sans Symbols"/>
                <a:sym typeface="Noto Sans Symbols"/>
              </a:rPr>
              <a:t>∩   </a:t>
            </a:r>
            <a:r>
              <a:rPr b="0" i="0" lang="en-US" sz="2400" u="none">
                <a:solidFill>
                  <a:srgbClr val="111111"/>
                </a:solidFill>
                <a:latin typeface="Arial"/>
                <a:ea typeface="Arial"/>
                <a:cs typeface="Arial"/>
                <a:sym typeface="Arial"/>
              </a:rPr>
              <a:t>→</a:t>
            </a:r>
            <a:r>
              <a:rPr b="0" i="0" lang="en-US" sz="2400" u="none">
                <a:solidFill>
                  <a:srgbClr val="111111"/>
                </a:solidFill>
                <a:latin typeface="Noto Sans Symbols"/>
                <a:ea typeface="Noto Sans Symbols"/>
                <a:cs typeface="Noto Sans Symbols"/>
                <a:sym typeface="Noto Sans Symbols"/>
              </a:rPr>
              <a:t>   </a:t>
            </a:r>
            <a:r>
              <a:rPr b="0" i="0" lang="en-US" sz="2400" u="none">
                <a:solidFill>
                  <a:srgbClr val="111111"/>
                </a:solidFill>
                <a:latin typeface="Arial"/>
                <a:ea typeface="Arial"/>
                <a:cs typeface="Arial"/>
                <a:sym typeface="Arial"/>
              </a:rPr>
              <a:t>INTERSECT</a:t>
            </a:r>
            <a:endParaRPr/>
          </a:p>
          <a:p>
            <a:pPr indent="-323850" lvl="0" marL="431800" rtl="0" algn="l">
              <a:lnSpc>
                <a:spcPct val="101000"/>
              </a:lnSpc>
              <a:spcBef>
                <a:spcPts val="1100"/>
              </a:spcBef>
              <a:spcAft>
                <a:spcPts val="0"/>
              </a:spcAft>
              <a:buClr>
                <a:srgbClr val="000000"/>
              </a:buClr>
              <a:buSzPts val="1215"/>
              <a:buFont typeface="Noto Sans Symbols"/>
              <a:buChar char="●"/>
            </a:pPr>
            <a:r>
              <a:rPr b="0" i="0" lang="en-US" sz="2700" u="none">
                <a:solidFill>
                  <a:srgbClr val="111111"/>
                </a:solidFill>
                <a:latin typeface="Arial"/>
                <a:ea typeface="Arial"/>
                <a:cs typeface="Arial"/>
                <a:sym typeface="Arial"/>
              </a:rPr>
              <a:t>Cú pháp</a:t>
            </a:r>
            <a:endParaRPr/>
          </a:p>
          <a:p>
            <a:pPr indent="-323850" lvl="1" marL="863600" rtl="0" algn="l">
              <a:lnSpc>
                <a:spcPct val="101000"/>
              </a:lnSpc>
              <a:spcBef>
                <a:spcPts val="1400"/>
              </a:spcBef>
              <a:spcAft>
                <a:spcPts val="0"/>
              </a:spcAft>
              <a:buSzPts val="2400"/>
              <a:buNone/>
            </a:pPr>
            <a:r>
              <a:rPr b="0" i="1" lang="en-US" sz="2400" u="none">
                <a:solidFill>
                  <a:srgbClr val="111111"/>
                </a:solidFill>
                <a:latin typeface="Arial"/>
                <a:ea typeface="Arial"/>
                <a:cs typeface="Arial"/>
                <a:sym typeface="Arial"/>
              </a:rPr>
              <a:t>&lt;Câu truy vấn 1&gt;</a:t>
            </a:r>
            <a:endParaRPr/>
          </a:p>
          <a:p>
            <a:pPr indent="-323850" lvl="1" marL="863600" rtl="0" algn="l">
              <a:lnSpc>
                <a:spcPct val="101000"/>
              </a:lnSpc>
              <a:spcBef>
                <a:spcPts val="1100"/>
              </a:spcBef>
              <a:spcAft>
                <a:spcPts val="0"/>
              </a:spcAft>
              <a:buSzPts val="2400"/>
              <a:buNone/>
            </a:pPr>
            <a:r>
              <a:rPr b="0" i="1" lang="en-US" sz="2400" u="none">
                <a:solidFill>
                  <a:srgbClr val="111111"/>
                </a:solidFill>
                <a:latin typeface="Arial"/>
                <a:ea typeface="Arial"/>
                <a:cs typeface="Arial"/>
                <a:sym typeface="Arial"/>
              </a:rPr>
              <a:t>    </a:t>
            </a:r>
            <a:r>
              <a:rPr b="0" i="0" lang="en-US" sz="2400" u="none">
                <a:solidFill>
                  <a:srgbClr val="990000"/>
                </a:solidFill>
                <a:latin typeface="Arial"/>
                <a:ea typeface="Arial"/>
                <a:cs typeface="Arial"/>
                <a:sym typeface="Arial"/>
              </a:rPr>
              <a:t>UNION </a:t>
            </a:r>
            <a:r>
              <a:rPr b="0" i="0" lang="en-US" sz="2400" u="none">
                <a:solidFill>
                  <a:srgbClr val="111111"/>
                </a:solidFill>
                <a:latin typeface="Arial"/>
                <a:ea typeface="Arial"/>
                <a:cs typeface="Arial"/>
                <a:sym typeface="Arial"/>
              </a:rPr>
              <a:t>[</a:t>
            </a:r>
            <a:r>
              <a:rPr b="0" i="0" lang="en-US" sz="2400" u="none">
                <a:solidFill>
                  <a:srgbClr val="990000"/>
                </a:solidFill>
                <a:latin typeface="Arial"/>
                <a:ea typeface="Arial"/>
                <a:cs typeface="Arial"/>
                <a:sym typeface="Arial"/>
              </a:rPr>
              <a:t>ALL</a:t>
            </a:r>
            <a:r>
              <a:rPr b="0" i="0" lang="en-US" sz="2400" u="none">
                <a:solidFill>
                  <a:srgbClr val="000000"/>
                </a:solidFill>
                <a:latin typeface="Arial"/>
                <a:ea typeface="Arial"/>
                <a:cs typeface="Arial"/>
                <a:sym typeface="Arial"/>
              </a:rPr>
              <a:t>]</a:t>
            </a:r>
            <a:r>
              <a:rPr b="0" i="0" lang="en-US" sz="2400" u="none">
                <a:solidFill>
                  <a:srgbClr val="990000"/>
                </a:solidFill>
                <a:latin typeface="Arial"/>
                <a:ea typeface="Arial"/>
                <a:cs typeface="Arial"/>
                <a:sym typeface="Arial"/>
              </a:rPr>
              <a:t> |  EXCEPT  </a:t>
            </a:r>
            <a:r>
              <a:rPr b="0" i="0" lang="en-US" sz="2400" u="none">
                <a:solidFill>
                  <a:srgbClr val="111111"/>
                </a:solidFill>
                <a:latin typeface="Arial"/>
                <a:ea typeface="Arial"/>
                <a:cs typeface="Arial"/>
                <a:sym typeface="Arial"/>
              </a:rPr>
              <a:t>[</a:t>
            </a:r>
            <a:r>
              <a:rPr b="0" i="0" lang="en-US" sz="2400" u="none">
                <a:solidFill>
                  <a:srgbClr val="990000"/>
                </a:solidFill>
                <a:latin typeface="Arial"/>
                <a:ea typeface="Arial"/>
                <a:cs typeface="Arial"/>
                <a:sym typeface="Arial"/>
              </a:rPr>
              <a:t>ALL</a:t>
            </a:r>
            <a:r>
              <a:rPr b="0" i="0" lang="en-US" sz="2400" u="none">
                <a:solidFill>
                  <a:srgbClr val="000000"/>
                </a:solidFill>
                <a:latin typeface="Arial"/>
                <a:ea typeface="Arial"/>
                <a:cs typeface="Arial"/>
                <a:sym typeface="Arial"/>
              </a:rPr>
              <a:t>]</a:t>
            </a:r>
            <a:r>
              <a:rPr b="0" i="0" lang="en-US" sz="2400" u="none">
                <a:solidFill>
                  <a:srgbClr val="990000"/>
                </a:solidFill>
                <a:latin typeface="Arial"/>
                <a:ea typeface="Arial"/>
                <a:cs typeface="Arial"/>
                <a:sym typeface="Arial"/>
              </a:rPr>
              <a:t> |  INTERSECT  </a:t>
            </a:r>
            <a:r>
              <a:rPr b="0" i="0" lang="en-US" sz="2400" u="none">
                <a:solidFill>
                  <a:srgbClr val="111111"/>
                </a:solidFill>
                <a:latin typeface="Arial"/>
                <a:ea typeface="Arial"/>
                <a:cs typeface="Arial"/>
                <a:sym typeface="Arial"/>
              </a:rPr>
              <a:t>[</a:t>
            </a:r>
            <a:r>
              <a:rPr b="0" i="0" lang="en-US" sz="2400" u="none">
                <a:solidFill>
                  <a:srgbClr val="990000"/>
                </a:solidFill>
                <a:latin typeface="Arial"/>
                <a:ea typeface="Arial"/>
                <a:cs typeface="Arial"/>
                <a:sym typeface="Arial"/>
              </a:rPr>
              <a:t>ALL</a:t>
            </a:r>
            <a:r>
              <a:rPr b="0" i="0" lang="en-US" sz="2400" u="none">
                <a:solidFill>
                  <a:srgbClr val="000000"/>
                </a:solidFill>
                <a:latin typeface="Arial"/>
                <a:ea typeface="Arial"/>
                <a:cs typeface="Arial"/>
                <a:sym typeface="Arial"/>
              </a:rPr>
              <a:t>]</a:t>
            </a:r>
            <a:r>
              <a:rPr b="0" i="0" lang="en-US" sz="2400" u="none">
                <a:solidFill>
                  <a:srgbClr val="990000"/>
                </a:solidFill>
                <a:latin typeface="Arial"/>
                <a:ea typeface="Arial"/>
                <a:cs typeface="Arial"/>
                <a:sym typeface="Arial"/>
              </a:rPr>
              <a:t> </a:t>
            </a:r>
            <a:endParaRPr/>
          </a:p>
          <a:p>
            <a:pPr indent="-323850" lvl="1" marL="863600" rtl="0" algn="l">
              <a:lnSpc>
                <a:spcPct val="101000"/>
              </a:lnSpc>
              <a:spcBef>
                <a:spcPts val="1100"/>
              </a:spcBef>
              <a:spcAft>
                <a:spcPts val="0"/>
              </a:spcAft>
              <a:buSzPts val="2400"/>
              <a:buNone/>
            </a:pPr>
            <a:r>
              <a:rPr b="0" i="1" lang="en-US" sz="2400" u="none">
                <a:solidFill>
                  <a:srgbClr val="111111"/>
                </a:solidFill>
                <a:latin typeface="Arial"/>
                <a:ea typeface="Arial"/>
                <a:cs typeface="Arial"/>
                <a:sym typeface="Arial"/>
              </a:rPr>
              <a:t>&lt;Câu truy vấn 2&gt;</a:t>
            </a:r>
            <a:endParaRPr/>
          </a:p>
          <a:p>
            <a:pPr indent="-323850" lvl="0" marL="431800" rtl="0" algn="l">
              <a:lnSpc>
                <a:spcPct val="101000"/>
              </a:lnSpc>
              <a:spcBef>
                <a:spcPts val="1100"/>
              </a:spcBef>
              <a:spcAft>
                <a:spcPts val="0"/>
              </a:spcAft>
              <a:buSzPts val="2700"/>
              <a:buNone/>
            </a:pPr>
            <a:r>
              <a:t/>
            </a:r>
            <a:endParaRPr b="0" i="1" sz="2700" u="none">
              <a:solidFill>
                <a:srgbClr val="111111"/>
              </a:solidFill>
              <a:latin typeface="Arial"/>
              <a:ea typeface="Arial"/>
              <a:cs typeface="Arial"/>
              <a:sym typeface="Arial"/>
            </a:endParaRPr>
          </a:p>
          <a:p>
            <a:pPr indent="-323850" lvl="0" marL="431800" rtl="0" algn="l">
              <a:lnSpc>
                <a:spcPct val="101000"/>
              </a:lnSpc>
              <a:spcBef>
                <a:spcPts val="1400"/>
              </a:spcBef>
              <a:spcAft>
                <a:spcPts val="0"/>
              </a:spcAft>
              <a:buSzPts val="2700"/>
              <a:buNone/>
            </a:pPr>
            <a:r>
              <a:rPr b="0" baseline="30000" i="1" lang="en-US" sz="2700" u="none">
                <a:solidFill>
                  <a:srgbClr val="579D1C"/>
                </a:solidFill>
                <a:latin typeface="Arial"/>
                <a:ea typeface="Arial"/>
                <a:cs typeface="Arial"/>
                <a:sym typeface="Arial"/>
              </a:rPr>
              <a:t>(*)  </a:t>
            </a:r>
            <a:r>
              <a:rPr b="0" i="1" lang="en-US" sz="2700" u="none">
                <a:solidFill>
                  <a:srgbClr val="579D1C"/>
                </a:solidFill>
                <a:latin typeface="Arial"/>
                <a:ea typeface="Arial"/>
                <a:cs typeface="Arial"/>
                <a:sym typeface="Arial"/>
              </a:rPr>
              <a:t>Oracle dùng từ khoá MINUS cho phép trừ</a:t>
            </a:r>
            <a:endParaRPr/>
          </a:p>
          <a:p>
            <a:pPr indent="-323850" lvl="1" marL="863600" rtl="0" algn="l">
              <a:lnSpc>
                <a:spcPct val="101000"/>
              </a:lnSpc>
              <a:spcBef>
                <a:spcPts val="1400"/>
              </a:spcBef>
              <a:spcAft>
                <a:spcPts val="0"/>
              </a:spcAft>
              <a:buSzPts val="2400"/>
              <a:buNone/>
            </a:pPr>
            <a:r>
              <a:rPr b="0" i="1" lang="en-US" sz="2400" u="none">
                <a:solidFill>
                  <a:srgbClr val="111111"/>
                </a:solidFill>
                <a:latin typeface="Arial"/>
                <a:ea typeface="Arial"/>
                <a:cs typeface="Arial"/>
                <a:sym typeface="Arial"/>
              </a:rPr>
              <a:t> </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p54"/>
          <p:cNvSpPr txBox="1"/>
          <p:nvPr/>
        </p:nvSpPr>
        <p:spPr>
          <a:xfrm>
            <a:off x="503237" y="6886575"/>
            <a:ext cx="2346325" cy="519112"/>
          </a:xfrm>
          <a:prstGeom prst="rect">
            <a:avLst/>
          </a:prstGeom>
          <a:noFill/>
          <a:ln>
            <a:noFill/>
          </a:ln>
        </p:spPr>
        <p:txBody>
          <a:bodyPr anchorCtr="0" anchor="t" bIns="0" lIns="0" spcFirstLastPara="1" rIns="0" wrap="square" tIns="0">
            <a:noAutofit/>
          </a:bodyPr>
          <a:lstStyle/>
          <a:p>
            <a:pPr indent="0" lvl="0" marL="0" marR="0" rtl="0" algn="l">
              <a:lnSpc>
                <a:spcPct val="93000"/>
              </a:lnSpc>
              <a:spcBef>
                <a:spcPts val="0"/>
              </a:spcBef>
              <a:spcAft>
                <a:spcPts val="0"/>
              </a:spcAft>
              <a:buClr>
                <a:srgbClr val="000000"/>
              </a:buClr>
              <a:buSzPts val="1400"/>
              <a:buFont typeface="Times New Roman"/>
              <a:buNone/>
            </a:pPr>
            <a:r>
              <a:rPr b="0" i="0" lang="en-US" sz="1400" u="none">
                <a:solidFill>
                  <a:srgbClr val="000000"/>
                </a:solidFill>
                <a:latin typeface="Times New Roman"/>
                <a:ea typeface="Times New Roman"/>
                <a:cs typeface="Times New Roman"/>
                <a:sym typeface="Times New Roman"/>
              </a:rPr>
              <a:t>*</a:t>
            </a:r>
            <a:endParaRPr/>
          </a:p>
        </p:txBody>
      </p:sp>
      <p:sp>
        <p:nvSpPr>
          <p:cNvPr id="659" name="Google Shape;659;p54"/>
          <p:cNvSpPr txBox="1"/>
          <p:nvPr/>
        </p:nvSpPr>
        <p:spPr>
          <a:xfrm>
            <a:off x="7227887" y="6886575"/>
            <a:ext cx="2346325" cy="519112"/>
          </a:xfrm>
          <a:prstGeom prst="rect">
            <a:avLst/>
          </a:prstGeom>
          <a:noFill/>
          <a:ln>
            <a:noFill/>
          </a:ln>
        </p:spPr>
        <p:txBody>
          <a:bodyPr anchorCtr="0" anchor="t"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a:solidFill>
                  <a:srgbClr val="000000"/>
                </a:solidFill>
                <a:latin typeface="Times New Roman"/>
                <a:ea typeface="Times New Roman"/>
                <a:cs typeface="Times New Roman"/>
                <a:sym typeface="Times New Roman"/>
              </a:rPr>
              <a:t>‹#›</a:t>
            </a:fld>
            <a:endParaRPr/>
          </a:p>
        </p:txBody>
      </p:sp>
      <p:sp>
        <p:nvSpPr>
          <p:cNvPr id="660" name="Google Shape;660;p54"/>
          <p:cNvSpPr txBox="1"/>
          <p:nvPr>
            <p:ph type="title"/>
          </p:nvPr>
        </p:nvSpPr>
        <p:spPr>
          <a:xfrm>
            <a:off x="503225" y="-3175"/>
            <a:ext cx="9071100" cy="668400"/>
          </a:xfrm>
          <a:prstGeom prst="rect">
            <a:avLst/>
          </a:prstGeom>
          <a:noFill/>
          <a:ln>
            <a:noFill/>
          </a:ln>
        </p:spPr>
        <p:txBody>
          <a:bodyPr anchorCtr="0" anchor="ctr" bIns="0" lIns="0" spcFirstLastPara="1" rIns="0" wrap="square" tIns="0">
            <a:noAutofit/>
          </a:bodyPr>
          <a:lstStyle/>
          <a:p>
            <a:pPr indent="0" lvl="0" marL="0" rtl="0" algn="l">
              <a:lnSpc>
                <a:spcPct val="101000"/>
              </a:lnSpc>
              <a:spcBef>
                <a:spcPts val="0"/>
              </a:spcBef>
              <a:spcAft>
                <a:spcPts val="0"/>
              </a:spcAft>
              <a:buSzPts val="3200"/>
              <a:buNone/>
            </a:pPr>
            <a:r>
              <a:rPr b="1" i="0" lang="en-US" sz="3200" u="none">
                <a:solidFill>
                  <a:srgbClr val="000000"/>
                </a:solidFill>
                <a:latin typeface="Arial"/>
                <a:ea typeface="Arial"/>
                <a:cs typeface="Arial"/>
                <a:sym typeface="Arial"/>
              </a:rPr>
              <a:t> Các phép toán trên tập hợp</a:t>
            </a:r>
            <a:endParaRPr/>
          </a:p>
        </p:txBody>
      </p:sp>
      <p:sp>
        <p:nvSpPr>
          <p:cNvPr id="661" name="Google Shape;661;p54"/>
          <p:cNvSpPr txBox="1"/>
          <p:nvPr>
            <p:ph idx="1" type="body"/>
          </p:nvPr>
        </p:nvSpPr>
        <p:spPr>
          <a:xfrm>
            <a:off x="346075" y="871200"/>
            <a:ext cx="9071100" cy="6264900"/>
          </a:xfrm>
          <a:prstGeom prst="rect">
            <a:avLst/>
          </a:prstGeom>
          <a:noFill/>
          <a:ln>
            <a:noFill/>
          </a:ln>
        </p:spPr>
        <p:txBody>
          <a:bodyPr anchorCtr="0" anchor="t" bIns="0" lIns="0" spcFirstLastPara="1" rIns="0" wrap="square" tIns="0">
            <a:noAutofit/>
          </a:bodyPr>
          <a:lstStyle/>
          <a:p>
            <a:pPr indent="-369569" lvl="0" marL="889000" rtl="0" algn="l">
              <a:lnSpc>
                <a:spcPct val="101000"/>
              </a:lnSpc>
              <a:spcBef>
                <a:spcPts val="0"/>
              </a:spcBef>
              <a:spcAft>
                <a:spcPts val="0"/>
              </a:spcAft>
              <a:buClr>
                <a:srgbClr val="000000"/>
              </a:buClr>
              <a:buSzPts val="1800"/>
              <a:buFont typeface="Noto Sans Symbols"/>
              <a:buChar char="●"/>
            </a:pPr>
            <a:r>
              <a:rPr b="0" i="0" lang="en-US" sz="1800" u="none">
                <a:solidFill>
                  <a:srgbClr val="111111"/>
                </a:solidFill>
                <a:latin typeface="Arial"/>
                <a:ea typeface="Arial"/>
                <a:cs typeface="Arial"/>
                <a:sym typeface="Arial"/>
              </a:rPr>
              <a:t>Tìm các mã phi công làm cho công ty 1 </a:t>
            </a:r>
            <a:r>
              <a:rPr b="0" i="0" lang="en-US" sz="1800" u="none">
                <a:solidFill>
                  <a:srgbClr val="CC3300"/>
                </a:solidFill>
                <a:latin typeface="Arial"/>
                <a:ea typeface="Arial"/>
                <a:cs typeface="Arial"/>
                <a:sym typeface="Arial"/>
              </a:rPr>
              <a:t>và</a:t>
            </a:r>
            <a:r>
              <a:rPr b="0" i="0" lang="en-US" sz="1800" u="none">
                <a:solidFill>
                  <a:srgbClr val="111111"/>
                </a:solidFill>
                <a:latin typeface="Arial"/>
                <a:ea typeface="Arial"/>
                <a:cs typeface="Arial"/>
                <a:sym typeface="Arial"/>
              </a:rPr>
              <a:t> công ty 2</a:t>
            </a:r>
            <a:endParaRPr sz="1800"/>
          </a:p>
          <a:p>
            <a:pPr indent="-323850" lvl="0" marL="889000" rtl="0" algn="l">
              <a:lnSpc>
                <a:spcPct val="98000"/>
              </a:lnSpc>
              <a:spcBef>
                <a:spcPts val="1400"/>
              </a:spcBef>
              <a:spcAft>
                <a:spcPts val="0"/>
              </a:spcAft>
              <a:buSzPts val="2400"/>
              <a:buNone/>
            </a:pPr>
            <a:r>
              <a:rPr b="0" i="0" lang="en-US" sz="1800" u="none">
                <a:solidFill>
                  <a:srgbClr val="0000FF"/>
                </a:solidFill>
                <a:latin typeface="Arial"/>
                <a:ea typeface="Arial"/>
                <a:cs typeface="Arial"/>
                <a:sym typeface="Arial"/>
              </a:rPr>
              <a:t>      SELECT</a:t>
            </a:r>
            <a:r>
              <a:rPr b="0" i="0" lang="en-US" sz="1800" u="none">
                <a:solidFill>
                  <a:srgbClr val="111111"/>
                </a:solidFill>
                <a:latin typeface="Arial"/>
                <a:ea typeface="Arial"/>
                <a:cs typeface="Arial"/>
                <a:sym typeface="Arial"/>
              </a:rPr>
              <a:t> </a:t>
            </a:r>
            <a:r>
              <a:rPr b="0" i="0" lang="en-US" sz="1800" u="none">
                <a:solidFill>
                  <a:srgbClr val="008080"/>
                </a:solidFill>
                <a:latin typeface="Arial"/>
                <a:ea typeface="Arial"/>
                <a:cs typeface="Arial"/>
                <a:sym typeface="Arial"/>
              </a:rPr>
              <a:t>MPC</a:t>
            </a:r>
            <a:r>
              <a:rPr b="0" i="0" lang="en-US" sz="1800" u="none">
                <a:solidFill>
                  <a:srgbClr val="111111"/>
                </a:solidFill>
                <a:latin typeface="Arial"/>
                <a:ea typeface="Arial"/>
                <a:cs typeface="Arial"/>
                <a:sym typeface="Arial"/>
              </a:rPr>
              <a:t> </a:t>
            </a:r>
            <a:r>
              <a:rPr b="0" i="0" lang="en-US" sz="1800" u="none">
                <a:solidFill>
                  <a:srgbClr val="0000FF"/>
                </a:solidFill>
                <a:latin typeface="Arial"/>
                <a:ea typeface="Arial"/>
                <a:cs typeface="Arial"/>
                <a:sym typeface="Arial"/>
              </a:rPr>
              <a:t>FROM</a:t>
            </a:r>
            <a:r>
              <a:rPr b="0" i="0" lang="en-US" sz="1800" u="none">
                <a:solidFill>
                  <a:srgbClr val="111111"/>
                </a:solidFill>
                <a:latin typeface="Arial"/>
                <a:ea typeface="Arial"/>
                <a:cs typeface="Arial"/>
                <a:sym typeface="Arial"/>
              </a:rPr>
              <a:t> </a:t>
            </a:r>
            <a:r>
              <a:rPr b="0" i="0" lang="en-US" sz="1800" u="none">
                <a:solidFill>
                  <a:srgbClr val="008080"/>
                </a:solidFill>
                <a:latin typeface="Arial"/>
                <a:ea typeface="Arial"/>
                <a:cs typeface="Arial"/>
                <a:sym typeface="Arial"/>
              </a:rPr>
              <a:t>LAMVIEC</a:t>
            </a:r>
            <a:r>
              <a:rPr b="0" i="0" lang="en-US" sz="1800" u="none">
                <a:solidFill>
                  <a:srgbClr val="111111"/>
                </a:solidFill>
                <a:latin typeface="Arial"/>
                <a:ea typeface="Arial"/>
                <a:cs typeface="Arial"/>
                <a:sym typeface="Arial"/>
              </a:rPr>
              <a:t> </a:t>
            </a:r>
            <a:r>
              <a:rPr b="0" i="0" lang="en-US" sz="1800" u="none">
                <a:solidFill>
                  <a:srgbClr val="0000FF"/>
                </a:solidFill>
                <a:latin typeface="Arial"/>
                <a:ea typeface="Arial"/>
                <a:cs typeface="Arial"/>
                <a:sym typeface="Arial"/>
              </a:rPr>
              <a:t>WHERE</a:t>
            </a:r>
            <a:r>
              <a:rPr b="0" i="0" lang="en-US" sz="1800" u="none">
                <a:solidFill>
                  <a:srgbClr val="111111"/>
                </a:solidFill>
                <a:latin typeface="Arial"/>
                <a:ea typeface="Arial"/>
                <a:cs typeface="Arial"/>
                <a:sym typeface="Arial"/>
              </a:rPr>
              <a:t> </a:t>
            </a:r>
            <a:r>
              <a:rPr b="0" i="0" lang="en-US" sz="1800" u="none">
                <a:solidFill>
                  <a:srgbClr val="008080"/>
                </a:solidFill>
                <a:latin typeface="Arial"/>
                <a:ea typeface="Arial"/>
                <a:cs typeface="Arial"/>
                <a:sym typeface="Arial"/>
              </a:rPr>
              <a:t>MCT</a:t>
            </a:r>
            <a:r>
              <a:rPr b="0" i="0" lang="en-US" sz="1800" u="none">
                <a:solidFill>
                  <a:srgbClr val="808080"/>
                </a:solidFill>
                <a:latin typeface="Arial"/>
                <a:ea typeface="Arial"/>
                <a:cs typeface="Arial"/>
                <a:sym typeface="Arial"/>
              </a:rPr>
              <a:t>=</a:t>
            </a:r>
            <a:r>
              <a:rPr b="0" i="0" lang="en-US" sz="1800" u="none">
                <a:solidFill>
                  <a:srgbClr val="111111"/>
                </a:solidFill>
                <a:latin typeface="Arial"/>
                <a:ea typeface="Arial"/>
                <a:cs typeface="Arial"/>
                <a:sym typeface="Arial"/>
              </a:rPr>
              <a:t>1 </a:t>
            </a:r>
            <a:endParaRPr sz="1800"/>
          </a:p>
          <a:p>
            <a:pPr indent="-323850" lvl="0" marL="889000" rtl="0" algn="l">
              <a:lnSpc>
                <a:spcPct val="98000"/>
              </a:lnSpc>
              <a:spcBef>
                <a:spcPts val="1400"/>
              </a:spcBef>
              <a:spcAft>
                <a:spcPts val="0"/>
              </a:spcAft>
              <a:buSzPts val="2400"/>
              <a:buNone/>
            </a:pPr>
            <a:r>
              <a:rPr b="0" i="0" lang="en-US" sz="1800" u="none">
                <a:solidFill>
                  <a:srgbClr val="111111"/>
                </a:solidFill>
                <a:latin typeface="Arial"/>
                <a:ea typeface="Arial"/>
                <a:cs typeface="Arial"/>
                <a:sym typeface="Arial"/>
              </a:rPr>
              <a:t>      </a:t>
            </a:r>
            <a:r>
              <a:rPr b="0" i="0" lang="en-US" sz="1800" u="none">
                <a:solidFill>
                  <a:srgbClr val="990000"/>
                </a:solidFill>
                <a:latin typeface="Arial"/>
                <a:ea typeface="Arial"/>
                <a:cs typeface="Arial"/>
                <a:sym typeface="Arial"/>
              </a:rPr>
              <a:t>INTERSECT </a:t>
            </a:r>
            <a:endParaRPr sz="1800"/>
          </a:p>
          <a:p>
            <a:pPr indent="-323850" lvl="0" marL="889000" rtl="0" algn="l">
              <a:lnSpc>
                <a:spcPct val="98000"/>
              </a:lnSpc>
              <a:spcBef>
                <a:spcPts val="1400"/>
              </a:spcBef>
              <a:spcAft>
                <a:spcPts val="0"/>
              </a:spcAft>
              <a:buSzPts val="2400"/>
              <a:buNone/>
            </a:pPr>
            <a:r>
              <a:rPr b="0" i="0" lang="en-US" sz="1800" u="none">
                <a:solidFill>
                  <a:srgbClr val="990000"/>
                </a:solidFill>
                <a:latin typeface="Arial"/>
                <a:ea typeface="Arial"/>
                <a:cs typeface="Arial"/>
                <a:sym typeface="Arial"/>
              </a:rPr>
              <a:t> 		 </a:t>
            </a:r>
            <a:r>
              <a:rPr b="0" i="0" lang="en-US" sz="1800" u="none">
                <a:solidFill>
                  <a:srgbClr val="0000FF"/>
                </a:solidFill>
                <a:latin typeface="Arial"/>
                <a:ea typeface="Arial"/>
                <a:cs typeface="Arial"/>
                <a:sym typeface="Arial"/>
              </a:rPr>
              <a:t>SELECT</a:t>
            </a:r>
            <a:r>
              <a:rPr b="0" i="0" lang="en-US" sz="1800" u="none">
                <a:solidFill>
                  <a:srgbClr val="111111"/>
                </a:solidFill>
                <a:latin typeface="Arial"/>
                <a:ea typeface="Arial"/>
                <a:cs typeface="Arial"/>
                <a:sym typeface="Arial"/>
              </a:rPr>
              <a:t> </a:t>
            </a:r>
            <a:r>
              <a:rPr b="0" i="0" lang="en-US" sz="1800" u="none">
                <a:solidFill>
                  <a:srgbClr val="008080"/>
                </a:solidFill>
                <a:latin typeface="Arial"/>
                <a:ea typeface="Arial"/>
                <a:cs typeface="Arial"/>
                <a:sym typeface="Arial"/>
              </a:rPr>
              <a:t>MPC</a:t>
            </a:r>
            <a:r>
              <a:rPr b="0" i="0" lang="en-US" sz="1800" u="none">
                <a:solidFill>
                  <a:srgbClr val="111111"/>
                </a:solidFill>
                <a:latin typeface="Arial"/>
                <a:ea typeface="Arial"/>
                <a:cs typeface="Arial"/>
                <a:sym typeface="Arial"/>
              </a:rPr>
              <a:t> </a:t>
            </a:r>
            <a:r>
              <a:rPr b="0" i="0" lang="en-US" sz="1800" u="none">
                <a:solidFill>
                  <a:srgbClr val="0000FF"/>
                </a:solidFill>
                <a:latin typeface="Arial"/>
                <a:ea typeface="Arial"/>
                <a:cs typeface="Arial"/>
                <a:sym typeface="Arial"/>
              </a:rPr>
              <a:t>FROM</a:t>
            </a:r>
            <a:r>
              <a:rPr b="0" i="0" lang="en-US" sz="1800" u="none">
                <a:solidFill>
                  <a:srgbClr val="111111"/>
                </a:solidFill>
                <a:latin typeface="Arial"/>
                <a:ea typeface="Arial"/>
                <a:cs typeface="Arial"/>
                <a:sym typeface="Arial"/>
              </a:rPr>
              <a:t> </a:t>
            </a:r>
            <a:r>
              <a:rPr b="0" i="0" lang="en-US" sz="1800" u="none">
                <a:solidFill>
                  <a:srgbClr val="008080"/>
                </a:solidFill>
                <a:latin typeface="Arial"/>
                <a:ea typeface="Arial"/>
                <a:cs typeface="Arial"/>
                <a:sym typeface="Arial"/>
              </a:rPr>
              <a:t>LAMVIEC</a:t>
            </a:r>
            <a:r>
              <a:rPr b="0" i="0" lang="en-US" sz="1800" u="none">
                <a:solidFill>
                  <a:srgbClr val="111111"/>
                </a:solidFill>
                <a:latin typeface="Arial"/>
                <a:ea typeface="Arial"/>
                <a:cs typeface="Arial"/>
                <a:sym typeface="Arial"/>
              </a:rPr>
              <a:t> </a:t>
            </a:r>
            <a:r>
              <a:rPr b="0" i="0" lang="en-US" sz="1800" u="none">
                <a:solidFill>
                  <a:srgbClr val="0000FF"/>
                </a:solidFill>
                <a:latin typeface="Arial"/>
                <a:ea typeface="Arial"/>
                <a:cs typeface="Arial"/>
                <a:sym typeface="Arial"/>
              </a:rPr>
              <a:t>WHERE</a:t>
            </a:r>
            <a:r>
              <a:rPr b="0" i="0" lang="en-US" sz="1800" u="none">
                <a:solidFill>
                  <a:srgbClr val="111111"/>
                </a:solidFill>
                <a:latin typeface="Arial"/>
                <a:ea typeface="Arial"/>
                <a:cs typeface="Arial"/>
                <a:sym typeface="Arial"/>
              </a:rPr>
              <a:t> </a:t>
            </a:r>
            <a:r>
              <a:rPr b="0" i="0" lang="en-US" sz="1800" u="none">
                <a:solidFill>
                  <a:srgbClr val="008080"/>
                </a:solidFill>
                <a:latin typeface="Arial"/>
                <a:ea typeface="Arial"/>
                <a:cs typeface="Arial"/>
                <a:sym typeface="Arial"/>
              </a:rPr>
              <a:t>MCT</a:t>
            </a:r>
            <a:r>
              <a:rPr b="0" i="0" lang="en-US" sz="1800" u="none">
                <a:solidFill>
                  <a:srgbClr val="808080"/>
                </a:solidFill>
                <a:latin typeface="Arial"/>
                <a:ea typeface="Arial"/>
                <a:cs typeface="Arial"/>
                <a:sym typeface="Arial"/>
              </a:rPr>
              <a:t>=</a:t>
            </a:r>
            <a:r>
              <a:rPr b="0" i="0" lang="en-US" sz="1800" u="none">
                <a:solidFill>
                  <a:srgbClr val="111111"/>
                </a:solidFill>
                <a:latin typeface="Arial"/>
                <a:ea typeface="Arial"/>
                <a:cs typeface="Arial"/>
                <a:sym typeface="Arial"/>
              </a:rPr>
              <a:t>2</a:t>
            </a:r>
            <a:endParaRPr b="0" i="0" sz="1800" u="none">
              <a:solidFill>
                <a:srgbClr val="111111"/>
              </a:solidFill>
              <a:latin typeface="Arial"/>
              <a:ea typeface="Arial"/>
              <a:cs typeface="Arial"/>
              <a:sym typeface="Arial"/>
            </a:endParaRPr>
          </a:p>
          <a:p>
            <a:pPr indent="-323850" lvl="0" marL="889000" rtl="0" algn="l">
              <a:lnSpc>
                <a:spcPct val="98000"/>
              </a:lnSpc>
              <a:spcBef>
                <a:spcPts val="1400"/>
              </a:spcBef>
              <a:spcAft>
                <a:spcPts val="0"/>
              </a:spcAft>
              <a:buSzPts val="2400"/>
              <a:buNone/>
            </a:pPr>
            <a:r>
              <a:rPr b="1" lang="en-US" sz="1800">
                <a:solidFill>
                  <a:srgbClr val="CC3300"/>
                </a:solidFill>
              </a:rPr>
              <a:t>Sai</a:t>
            </a:r>
            <a:r>
              <a:rPr b="1" lang="en-US" sz="1800">
                <a:solidFill>
                  <a:schemeClr val="dk1"/>
                </a:solidFill>
              </a:rPr>
              <a:t>: </a:t>
            </a:r>
            <a:r>
              <a:rPr b="1" lang="en-US" sz="1800">
                <a:solidFill>
                  <a:schemeClr val="dk1"/>
                </a:solidFill>
              </a:rPr>
              <a:t>SELECT MPC FROM LAMVIEC WHERE MCT=1 </a:t>
            </a:r>
            <a:r>
              <a:rPr b="1" lang="en-US" sz="1800">
                <a:solidFill>
                  <a:srgbClr val="CC3300"/>
                </a:solidFill>
              </a:rPr>
              <a:t>AND </a:t>
            </a:r>
            <a:r>
              <a:rPr b="1" lang="en-US" sz="1800">
                <a:solidFill>
                  <a:schemeClr val="dk1"/>
                </a:solidFill>
              </a:rPr>
              <a:t>MCT=2</a:t>
            </a:r>
            <a:endParaRPr b="1" sz="1800">
              <a:solidFill>
                <a:schemeClr val="dk1"/>
              </a:solidFill>
            </a:endParaRPr>
          </a:p>
          <a:p>
            <a:pPr indent="-369569" lvl="0" marL="889000" rtl="0" algn="l">
              <a:lnSpc>
                <a:spcPct val="101000"/>
              </a:lnSpc>
              <a:spcBef>
                <a:spcPts val="1400"/>
              </a:spcBef>
              <a:spcAft>
                <a:spcPts val="0"/>
              </a:spcAft>
              <a:buClr>
                <a:srgbClr val="000000"/>
              </a:buClr>
              <a:buSzPts val="1800"/>
              <a:buFont typeface="Noto Sans Symbols"/>
              <a:buChar char="●"/>
            </a:pPr>
            <a:r>
              <a:rPr b="0" i="0" lang="en-US" sz="1800" u="none">
                <a:solidFill>
                  <a:srgbClr val="111111"/>
                </a:solidFill>
                <a:latin typeface="Arial"/>
                <a:ea typeface="Arial"/>
                <a:cs typeface="Arial"/>
                <a:sym typeface="Arial"/>
              </a:rPr>
              <a:t>Tìm các mã phi công làm cho công ty 2 và </a:t>
            </a:r>
            <a:r>
              <a:rPr b="0" i="0" lang="en-US" sz="1800" u="none">
                <a:solidFill>
                  <a:srgbClr val="FF3333"/>
                </a:solidFill>
                <a:latin typeface="Arial"/>
                <a:ea typeface="Arial"/>
                <a:cs typeface="Arial"/>
                <a:sym typeface="Arial"/>
              </a:rPr>
              <a:t>không </a:t>
            </a:r>
            <a:r>
              <a:rPr b="0" i="0" lang="en-US" sz="1800" u="none">
                <a:solidFill>
                  <a:srgbClr val="111111"/>
                </a:solidFill>
                <a:latin typeface="Arial"/>
                <a:ea typeface="Arial"/>
                <a:cs typeface="Arial"/>
                <a:sym typeface="Arial"/>
              </a:rPr>
              <a:t>làm cho công ty 3</a:t>
            </a:r>
            <a:endParaRPr sz="1800"/>
          </a:p>
          <a:p>
            <a:pPr indent="-323850" lvl="0" marL="889000" rtl="0" algn="l">
              <a:lnSpc>
                <a:spcPct val="98000"/>
              </a:lnSpc>
              <a:spcBef>
                <a:spcPts val="1400"/>
              </a:spcBef>
              <a:spcAft>
                <a:spcPts val="0"/>
              </a:spcAft>
              <a:buSzPts val="2400"/>
              <a:buNone/>
            </a:pPr>
            <a:r>
              <a:rPr b="0" i="0" lang="en-US" sz="1800" u="none">
                <a:solidFill>
                  <a:srgbClr val="0000FF"/>
                </a:solidFill>
                <a:latin typeface="Arial"/>
                <a:ea typeface="Arial"/>
                <a:cs typeface="Arial"/>
                <a:sym typeface="Arial"/>
              </a:rPr>
              <a:t>       SELECT</a:t>
            </a:r>
            <a:r>
              <a:rPr b="0" i="0" lang="en-US" sz="1800" u="none">
                <a:solidFill>
                  <a:srgbClr val="111111"/>
                </a:solidFill>
                <a:latin typeface="Arial"/>
                <a:ea typeface="Arial"/>
                <a:cs typeface="Arial"/>
                <a:sym typeface="Arial"/>
              </a:rPr>
              <a:t> </a:t>
            </a:r>
            <a:r>
              <a:rPr b="0" i="0" lang="en-US" sz="1800" u="none">
                <a:solidFill>
                  <a:srgbClr val="008080"/>
                </a:solidFill>
                <a:latin typeface="Arial"/>
                <a:ea typeface="Arial"/>
                <a:cs typeface="Arial"/>
                <a:sym typeface="Arial"/>
              </a:rPr>
              <a:t>MPC</a:t>
            </a:r>
            <a:r>
              <a:rPr b="0" i="0" lang="en-US" sz="1800" u="none">
                <a:solidFill>
                  <a:srgbClr val="111111"/>
                </a:solidFill>
                <a:latin typeface="Arial"/>
                <a:ea typeface="Arial"/>
                <a:cs typeface="Arial"/>
                <a:sym typeface="Arial"/>
              </a:rPr>
              <a:t> </a:t>
            </a:r>
            <a:r>
              <a:rPr b="0" i="0" lang="en-US" sz="1800" u="none">
                <a:solidFill>
                  <a:srgbClr val="0000FF"/>
                </a:solidFill>
                <a:latin typeface="Arial"/>
                <a:ea typeface="Arial"/>
                <a:cs typeface="Arial"/>
                <a:sym typeface="Arial"/>
              </a:rPr>
              <a:t>FROM</a:t>
            </a:r>
            <a:r>
              <a:rPr b="0" i="0" lang="en-US" sz="1800" u="none">
                <a:solidFill>
                  <a:srgbClr val="111111"/>
                </a:solidFill>
                <a:latin typeface="Arial"/>
                <a:ea typeface="Arial"/>
                <a:cs typeface="Arial"/>
                <a:sym typeface="Arial"/>
              </a:rPr>
              <a:t> </a:t>
            </a:r>
            <a:r>
              <a:rPr b="0" i="0" lang="en-US" sz="1800" u="none">
                <a:solidFill>
                  <a:srgbClr val="008080"/>
                </a:solidFill>
                <a:latin typeface="Arial"/>
                <a:ea typeface="Arial"/>
                <a:cs typeface="Arial"/>
                <a:sym typeface="Arial"/>
              </a:rPr>
              <a:t>LAMVIEC</a:t>
            </a:r>
            <a:r>
              <a:rPr b="0" i="0" lang="en-US" sz="1800" u="none">
                <a:solidFill>
                  <a:srgbClr val="111111"/>
                </a:solidFill>
                <a:latin typeface="Arial"/>
                <a:ea typeface="Arial"/>
                <a:cs typeface="Arial"/>
                <a:sym typeface="Arial"/>
              </a:rPr>
              <a:t> </a:t>
            </a:r>
            <a:r>
              <a:rPr b="0" i="0" lang="en-US" sz="1800" u="none">
                <a:solidFill>
                  <a:srgbClr val="0000FF"/>
                </a:solidFill>
                <a:latin typeface="Arial"/>
                <a:ea typeface="Arial"/>
                <a:cs typeface="Arial"/>
                <a:sym typeface="Arial"/>
              </a:rPr>
              <a:t>WHERE</a:t>
            </a:r>
            <a:r>
              <a:rPr b="0" i="0" lang="en-US" sz="1800" u="none">
                <a:solidFill>
                  <a:srgbClr val="111111"/>
                </a:solidFill>
                <a:latin typeface="Arial"/>
                <a:ea typeface="Arial"/>
                <a:cs typeface="Arial"/>
                <a:sym typeface="Arial"/>
              </a:rPr>
              <a:t> </a:t>
            </a:r>
            <a:r>
              <a:rPr b="0" i="0" lang="en-US" sz="1800" u="none">
                <a:solidFill>
                  <a:srgbClr val="008080"/>
                </a:solidFill>
                <a:latin typeface="Arial"/>
                <a:ea typeface="Arial"/>
                <a:cs typeface="Arial"/>
                <a:sym typeface="Arial"/>
              </a:rPr>
              <a:t>MCT</a:t>
            </a:r>
            <a:r>
              <a:rPr b="0" i="0" lang="en-US" sz="1800" u="none">
                <a:solidFill>
                  <a:srgbClr val="808080"/>
                </a:solidFill>
                <a:latin typeface="Arial"/>
                <a:ea typeface="Arial"/>
                <a:cs typeface="Arial"/>
                <a:sym typeface="Arial"/>
              </a:rPr>
              <a:t>=</a:t>
            </a:r>
            <a:r>
              <a:rPr b="0" i="0" lang="en-US" sz="1800" u="none">
                <a:solidFill>
                  <a:srgbClr val="111111"/>
                </a:solidFill>
                <a:latin typeface="Arial"/>
                <a:ea typeface="Arial"/>
                <a:cs typeface="Arial"/>
                <a:sym typeface="Arial"/>
              </a:rPr>
              <a:t>2</a:t>
            </a:r>
            <a:endParaRPr sz="1800"/>
          </a:p>
          <a:p>
            <a:pPr indent="-323850" lvl="0" marL="889000" rtl="0" algn="l">
              <a:lnSpc>
                <a:spcPct val="98000"/>
              </a:lnSpc>
              <a:spcBef>
                <a:spcPts val="1400"/>
              </a:spcBef>
              <a:spcAft>
                <a:spcPts val="0"/>
              </a:spcAft>
              <a:buSzPts val="2400"/>
              <a:buNone/>
            </a:pPr>
            <a:r>
              <a:rPr b="0" i="0" lang="en-US" sz="1800" u="none">
                <a:solidFill>
                  <a:srgbClr val="111111"/>
                </a:solidFill>
                <a:latin typeface="Arial"/>
                <a:ea typeface="Arial"/>
                <a:cs typeface="Arial"/>
                <a:sym typeface="Arial"/>
              </a:rPr>
              <a:t>       </a:t>
            </a:r>
            <a:r>
              <a:rPr lang="en-US" sz="1800">
                <a:solidFill>
                  <a:srgbClr val="990000"/>
                </a:solidFill>
              </a:rPr>
              <a:t>MINUS</a:t>
            </a:r>
            <a:endParaRPr sz="1800"/>
          </a:p>
          <a:p>
            <a:pPr indent="-323850" lvl="0" marL="889000" rtl="0" algn="l">
              <a:lnSpc>
                <a:spcPct val="98000"/>
              </a:lnSpc>
              <a:spcBef>
                <a:spcPts val="1400"/>
              </a:spcBef>
              <a:spcAft>
                <a:spcPts val="0"/>
              </a:spcAft>
              <a:buSzPts val="2400"/>
              <a:buNone/>
            </a:pPr>
            <a:r>
              <a:rPr b="0" i="0" lang="en-US" sz="1800" u="none">
                <a:solidFill>
                  <a:srgbClr val="111111"/>
                </a:solidFill>
                <a:latin typeface="Arial"/>
                <a:ea typeface="Arial"/>
                <a:cs typeface="Arial"/>
                <a:sym typeface="Arial"/>
              </a:rPr>
              <a:t> 	  </a:t>
            </a:r>
            <a:r>
              <a:rPr b="0" i="0" lang="en-US" sz="1800" u="none">
                <a:solidFill>
                  <a:srgbClr val="0000FF"/>
                </a:solidFill>
                <a:latin typeface="Arial"/>
                <a:ea typeface="Arial"/>
                <a:cs typeface="Arial"/>
                <a:sym typeface="Arial"/>
              </a:rPr>
              <a:t>SELECT</a:t>
            </a:r>
            <a:r>
              <a:rPr b="0" i="0" lang="en-US" sz="1800" u="none">
                <a:solidFill>
                  <a:srgbClr val="111111"/>
                </a:solidFill>
                <a:latin typeface="Arial"/>
                <a:ea typeface="Arial"/>
                <a:cs typeface="Arial"/>
                <a:sym typeface="Arial"/>
              </a:rPr>
              <a:t> </a:t>
            </a:r>
            <a:r>
              <a:rPr b="0" i="0" lang="en-US" sz="1800" u="none">
                <a:solidFill>
                  <a:srgbClr val="008080"/>
                </a:solidFill>
                <a:latin typeface="Arial"/>
                <a:ea typeface="Arial"/>
                <a:cs typeface="Arial"/>
                <a:sym typeface="Arial"/>
              </a:rPr>
              <a:t>MPC</a:t>
            </a:r>
            <a:r>
              <a:rPr b="0" i="0" lang="en-US" sz="1800" u="none">
                <a:solidFill>
                  <a:srgbClr val="111111"/>
                </a:solidFill>
                <a:latin typeface="Arial"/>
                <a:ea typeface="Arial"/>
                <a:cs typeface="Arial"/>
                <a:sym typeface="Arial"/>
              </a:rPr>
              <a:t> </a:t>
            </a:r>
            <a:r>
              <a:rPr b="0" i="0" lang="en-US" sz="1800" u="none">
                <a:solidFill>
                  <a:srgbClr val="0000FF"/>
                </a:solidFill>
                <a:latin typeface="Arial"/>
                <a:ea typeface="Arial"/>
                <a:cs typeface="Arial"/>
                <a:sym typeface="Arial"/>
              </a:rPr>
              <a:t>FROM</a:t>
            </a:r>
            <a:r>
              <a:rPr b="0" i="0" lang="en-US" sz="1800" u="none">
                <a:solidFill>
                  <a:srgbClr val="111111"/>
                </a:solidFill>
                <a:latin typeface="Arial"/>
                <a:ea typeface="Arial"/>
                <a:cs typeface="Arial"/>
                <a:sym typeface="Arial"/>
              </a:rPr>
              <a:t> </a:t>
            </a:r>
            <a:r>
              <a:rPr b="0" i="0" lang="en-US" sz="1800" u="none">
                <a:solidFill>
                  <a:srgbClr val="008080"/>
                </a:solidFill>
                <a:latin typeface="Arial"/>
                <a:ea typeface="Arial"/>
                <a:cs typeface="Arial"/>
                <a:sym typeface="Arial"/>
              </a:rPr>
              <a:t>LAMVIEC</a:t>
            </a:r>
            <a:r>
              <a:rPr b="0" i="0" lang="en-US" sz="1800" u="none">
                <a:solidFill>
                  <a:srgbClr val="111111"/>
                </a:solidFill>
                <a:latin typeface="Arial"/>
                <a:ea typeface="Arial"/>
                <a:cs typeface="Arial"/>
                <a:sym typeface="Arial"/>
              </a:rPr>
              <a:t> </a:t>
            </a:r>
            <a:r>
              <a:rPr b="0" i="0" lang="en-US" sz="1800" u="none">
                <a:solidFill>
                  <a:srgbClr val="0000FF"/>
                </a:solidFill>
                <a:latin typeface="Arial"/>
                <a:ea typeface="Arial"/>
                <a:cs typeface="Arial"/>
                <a:sym typeface="Arial"/>
              </a:rPr>
              <a:t>WHERE</a:t>
            </a:r>
            <a:r>
              <a:rPr b="0" i="0" lang="en-US" sz="1800" u="none">
                <a:solidFill>
                  <a:srgbClr val="111111"/>
                </a:solidFill>
                <a:latin typeface="Arial"/>
                <a:ea typeface="Arial"/>
                <a:cs typeface="Arial"/>
                <a:sym typeface="Arial"/>
              </a:rPr>
              <a:t> </a:t>
            </a:r>
            <a:r>
              <a:rPr b="0" i="0" lang="en-US" sz="1800" u="none">
                <a:solidFill>
                  <a:srgbClr val="008080"/>
                </a:solidFill>
                <a:latin typeface="Arial"/>
                <a:ea typeface="Arial"/>
                <a:cs typeface="Arial"/>
                <a:sym typeface="Arial"/>
              </a:rPr>
              <a:t>MCT</a:t>
            </a:r>
            <a:r>
              <a:rPr b="0" i="0" lang="en-US" sz="1800" u="none">
                <a:solidFill>
                  <a:srgbClr val="808080"/>
                </a:solidFill>
                <a:latin typeface="Arial"/>
                <a:ea typeface="Arial"/>
                <a:cs typeface="Arial"/>
                <a:sym typeface="Arial"/>
              </a:rPr>
              <a:t>=</a:t>
            </a:r>
            <a:r>
              <a:rPr b="0" i="0" lang="en-US" sz="1800" u="none">
                <a:solidFill>
                  <a:srgbClr val="111111"/>
                </a:solidFill>
                <a:latin typeface="Arial"/>
                <a:ea typeface="Arial"/>
                <a:cs typeface="Arial"/>
                <a:sym typeface="Arial"/>
              </a:rPr>
              <a:t>3   </a:t>
            </a:r>
            <a:endParaRPr sz="1800"/>
          </a:p>
          <a:p>
            <a:pPr indent="-323850" lvl="1" marL="1320800" rtl="0" algn="l">
              <a:lnSpc>
                <a:spcPct val="101000"/>
              </a:lnSpc>
              <a:spcBef>
                <a:spcPts val="1400"/>
              </a:spcBef>
              <a:spcAft>
                <a:spcPts val="0"/>
              </a:spcAft>
              <a:buSzPts val="2400"/>
              <a:buNone/>
            </a:pPr>
            <a:r>
              <a:rPr lang="en-US" sz="1800">
                <a:solidFill>
                  <a:srgbClr val="0000FF"/>
                </a:solidFill>
              </a:rPr>
              <a:t>Cach 2:</a:t>
            </a:r>
            <a:endParaRPr sz="1800">
              <a:solidFill>
                <a:srgbClr val="0000FF"/>
              </a:solidFill>
            </a:endParaRPr>
          </a:p>
          <a:p>
            <a:pPr indent="-323850" lvl="1" marL="1320800" rtl="0" algn="l">
              <a:lnSpc>
                <a:spcPct val="101000"/>
              </a:lnSpc>
              <a:spcBef>
                <a:spcPts val="1400"/>
              </a:spcBef>
              <a:spcAft>
                <a:spcPts val="0"/>
              </a:spcAft>
              <a:buSzPts val="2400"/>
              <a:buNone/>
            </a:pPr>
            <a:r>
              <a:rPr lang="en-US" sz="1800">
                <a:solidFill>
                  <a:srgbClr val="0000FF"/>
                </a:solidFill>
              </a:rPr>
              <a:t>SELECT</a:t>
            </a:r>
            <a:r>
              <a:rPr lang="en-US" sz="1800">
                <a:solidFill>
                  <a:srgbClr val="111111"/>
                </a:solidFill>
              </a:rPr>
              <a:t> </a:t>
            </a:r>
            <a:r>
              <a:rPr lang="en-US" sz="1800">
                <a:solidFill>
                  <a:srgbClr val="008080"/>
                </a:solidFill>
              </a:rPr>
              <a:t>MPC</a:t>
            </a:r>
            <a:r>
              <a:rPr lang="en-US" sz="1800">
                <a:solidFill>
                  <a:srgbClr val="111111"/>
                </a:solidFill>
              </a:rPr>
              <a:t> </a:t>
            </a:r>
            <a:r>
              <a:rPr lang="en-US" sz="1800">
                <a:solidFill>
                  <a:srgbClr val="0000FF"/>
                </a:solidFill>
              </a:rPr>
              <a:t>FROM</a:t>
            </a:r>
            <a:r>
              <a:rPr lang="en-US" sz="1800">
                <a:solidFill>
                  <a:srgbClr val="111111"/>
                </a:solidFill>
              </a:rPr>
              <a:t> </a:t>
            </a:r>
            <a:r>
              <a:rPr lang="en-US" sz="1800">
                <a:solidFill>
                  <a:srgbClr val="008080"/>
                </a:solidFill>
              </a:rPr>
              <a:t>LAMVIEC</a:t>
            </a:r>
            <a:r>
              <a:rPr lang="en-US" sz="1800">
                <a:solidFill>
                  <a:srgbClr val="111111"/>
                </a:solidFill>
              </a:rPr>
              <a:t> </a:t>
            </a:r>
            <a:r>
              <a:rPr lang="en-US" sz="1800">
                <a:solidFill>
                  <a:srgbClr val="0000FF"/>
                </a:solidFill>
              </a:rPr>
              <a:t>WHERE</a:t>
            </a:r>
            <a:r>
              <a:rPr lang="en-US" sz="1800">
                <a:solidFill>
                  <a:srgbClr val="111111"/>
                </a:solidFill>
              </a:rPr>
              <a:t> </a:t>
            </a:r>
            <a:r>
              <a:rPr lang="en-US" sz="1800">
                <a:solidFill>
                  <a:srgbClr val="008080"/>
                </a:solidFill>
              </a:rPr>
              <a:t>MCT</a:t>
            </a:r>
            <a:r>
              <a:rPr lang="en-US" sz="1800">
                <a:solidFill>
                  <a:schemeClr val="lt2"/>
                </a:solidFill>
              </a:rPr>
              <a:t>=</a:t>
            </a:r>
            <a:r>
              <a:rPr lang="en-US" sz="1800">
                <a:solidFill>
                  <a:srgbClr val="111111"/>
                </a:solidFill>
              </a:rPr>
              <a:t>2 and MPC </a:t>
            </a:r>
            <a:r>
              <a:rPr b="1" lang="en-US" sz="1800">
                <a:solidFill>
                  <a:srgbClr val="CC3300"/>
                </a:solidFill>
              </a:rPr>
              <a:t>NOT IN</a:t>
            </a:r>
            <a:endParaRPr b="1" sz="1800">
              <a:solidFill>
                <a:srgbClr val="CC3300"/>
              </a:solidFill>
            </a:endParaRPr>
          </a:p>
          <a:p>
            <a:pPr indent="-323850" lvl="0" marL="889000" rtl="0" algn="l">
              <a:lnSpc>
                <a:spcPct val="98000"/>
              </a:lnSpc>
              <a:spcBef>
                <a:spcPts val="1400"/>
              </a:spcBef>
              <a:spcAft>
                <a:spcPts val="0"/>
              </a:spcAft>
              <a:buClr>
                <a:schemeClr val="dk1"/>
              </a:buClr>
              <a:buSzPts val="2400"/>
              <a:buFont typeface="Arial"/>
              <a:buNone/>
            </a:pPr>
            <a:r>
              <a:rPr lang="en-US" sz="1800">
                <a:solidFill>
                  <a:srgbClr val="990000"/>
                </a:solidFill>
              </a:rPr>
              <a:t> 		  (</a:t>
            </a:r>
            <a:r>
              <a:rPr lang="en-US" sz="1800">
                <a:solidFill>
                  <a:srgbClr val="0000FF"/>
                </a:solidFill>
              </a:rPr>
              <a:t>SELECT</a:t>
            </a:r>
            <a:r>
              <a:rPr lang="en-US" sz="1800">
                <a:solidFill>
                  <a:srgbClr val="111111"/>
                </a:solidFill>
              </a:rPr>
              <a:t> </a:t>
            </a:r>
            <a:r>
              <a:rPr lang="en-US" sz="1800">
                <a:solidFill>
                  <a:srgbClr val="008080"/>
                </a:solidFill>
              </a:rPr>
              <a:t>MPC</a:t>
            </a:r>
            <a:r>
              <a:rPr lang="en-US" sz="1800">
                <a:solidFill>
                  <a:srgbClr val="111111"/>
                </a:solidFill>
              </a:rPr>
              <a:t> </a:t>
            </a:r>
            <a:r>
              <a:rPr lang="en-US" sz="1800">
                <a:solidFill>
                  <a:srgbClr val="0000FF"/>
                </a:solidFill>
              </a:rPr>
              <a:t>FROM</a:t>
            </a:r>
            <a:r>
              <a:rPr lang="en-US" sz="1800">
                <a:solidFill>
                  <a:srgbClr val="111111"/>
                </a:solidFill>
              </a:rPr>
              <a:t> </a:t>
            </a:r>
            <a:r>
              <a:rPr lang="en-US" sz="1800">
                <a:solidFill>
                  <a:srgbClr val="008080"/>
                </a:solidFill>
              </a:rPr>
              <a:t>LAMVIEC</a:t>
            </a:r>
            <a:r>
              <a:rPr lang="en-US" sz="1800">
                <a:solidFill>
                  <a:srgbClr val="111111"/>
                </a:solidFill>
              </a:rPr>
              <a:t> </a:t>
            </a:r>
            <a:r>
              <a:rPr lang="en-US" sz="1800">
                <a:solidFill>
                  <a:srgbClr val="0000FF"/>
                </a:solidFill>
              </a:rPr>
              <a:t>WHERE</a:t>
            </a:r>
            <a:r>
              <a:rPr lang="en-US" sz="1800">
                <a:solidFill>
                  <a:srgbClr val="111111"/>
                </a:solidFill>
              </a:rPr>
              <a:t> </a:t>
            </a:r>
            <a:r>
              <a:rPr lang="en-US" sz="1800">
                <a:solidFill>
                  <a:srgbClr val="008080"/>
                </a:solidFill>
              </a:rPr>
              <a:t>MCT</a:t>
            </a:r>
            <a:r>
              <a:rPr lang="en-US" sz="1800">
                <a:solidFill>
                  <a:schemeClr val="lt2"/>
                </a:solidFill>
              </a:rPr>
              <a:t>=</a:t>
            </a:r>
            <a:r>
              <a:rPr lang="en-US" sz="1800">
                <a:solidFill>
                  <a:srgbClr val="111111"/>
                </a:solidFill>
              </a:rPr>
              <a:t>3)</a:t>
            </a:r>
            <a:endParaRPr sz="1800">
              <a:solidFill>
                <a:schemeClr val="dk1"/>
              </a:solidFill>
            </a:endParaRPr>
          </a:p>
          <a:p>
            <a:pPr indent="-323850" lvl="1" marL="1320800" rtl="0" algn="l">
              <a:lnSpc>
                <a:spcPct val="101000"/>
              </a:lnSpc>
              <a:spcBef>
                <a:spcPts val="1400"/>
              </a:spcBef>
              <a:spcAft>
                <a:spcPts val="0"/>
              </a:spcAft>
              <a:buSzPts val="2400"/>
              <a:buNone/>
            </a:pPr>
            <a:r>
              <a:t/>
            </a:r>
            <a:endParaRPr i="1" sz="1800">
              <a:solidFill>
                <a:srgbClr val="111111"/>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6" name="Shape 666"/>
        <p:cNvGrpSpPr/>
        <p:nvPr/>
      </p:nvGrpSpPr>
      <p:grpSpPr>
        <a:xfrm>
          <a:off x="0" y="0"/>
          <a:ext cx="0" cy="0"/>
          <a:chOff x="0" y="0"/>
          <a:chExt cx="0" cy="0"/>
        </a:xfrm>
      </p:grpSpPr>
      <p:sp>
        <p:nvSpPr>
          <p:cNvPr id="667" name="Google Shape;667;p55"/>
          <p:cNvSpPr txBox="1"/>
          <p:nvPr/>
        </p:nvSpPr>
        <p:spPr>
          <a:xfrm>
            <a:off x="503237" y="6886575"/>
            <a:ext cx="2346325" cy="519112"/>
          </a:xfrm>
          <a:prstGeom prst="rect">
            <a:avLst/>
          </a:prstGeom>
          <a:noFill/>
          <a:ln>
            <a:noFill/>
          </a:ln>
        </p:spPr>
        <p:txBody>
          <a:bodyPr anchorCtr="0" anchor="t" bIns="0" lIns="0" spcFirstLastPara="1" rIns="0" wrap="square" tIns="0">
            <a:noAutofit/>
          </a:bodyPr>
          <a:lstStyle/>
          <a:p>
            <a:pPr indent="0" lvl="0" marL="0" marR="0" rtl="0" algn="l">
              <a:lnSpc>
                <a:spcPct val="93000"/>
              </a:lnSpc>
              <a:spcBef>
                <a:spcPts val="0"/>
              </a:spcBef>
              <a:spcAft>
                <a:spcPts val="0"/>
              </a:spcAft>
              <a:buClr>
                <a:srgbClr val="000000"/>
              </a:buClr>
              <a:buSzPts val="1400"/>
              <a:buFont typeface="Times New Roman"/>
              <a:buNone/>
            </a:pPr>
            <a:r>
              <a:rPr b="0" i="0" lang="en-US" sz="1400" u="none">
                <a:solidFill>
                  <a:srgbClr val="000000"/>
                </a:solidFill>
                <a:latin typeface="Times New Roman"/>
                <a:ea typeface="Times New Roman"/>
                <a:cs typeface="Times New Roman"/>
                <a:sym typeface="Times New Roman"/>
              </a:rPr>
              <a:t>*</a:t>
            </a:r>
            <a:endParaRPr/>
          </a:p>
        </p:txBody>
      </p:sp>
      <p:sp>
        <p:nvSpPr>
          <p:cNvPr id="668" name="Google Shape;668;p55"/>
          <p:cNvSpPr txBox="1"/>
          <p:nvPr/>
        </p:nvSpPr>
        <p:spPr>
          <a:xfrm>
            <a:off x="7227887" y="6886575"/>
            <a:ext cx="2346325" cy="519112"/>
          </a:xfrm>
          <a:prstGeom prst="rect">
            <a:avLst/>
          </a:prstGeom>
          <a:noFill/>
          <a:ln>
            <a:noFill/>
          </a:ln>
        </p:spPr>
        <p:txBody>
          <a:bodyPr anchorCtr="0" anchor="t"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a:solidFill>
                  <a:srgbClr val="000000"/>
                </a:solidFill>
                <a:latin typeface="Times New Roman"/>
                <a:ea typeface="Times New Roman"/>
                <a:cs typeface="Times New Roman"/>
                <a:sym typeface="Times New Roman"/>
              </a:rPr>
              <a:t>‹#›</a:t>
            </a:fld>
            <a:endParaRPr/>
          </a:p>
        </p:txBody>
      </p:sp>
      <p:sp>
        <p:nvSpPr>
          <p:cNvPr id="669" name="Google Shape;669;p55"/>
          <p:cNvSpPr txBox="1"/>
          <p:nvPr>
            <p:ph type="title"/>
          </p:nvPr>
        </p:nvSpPr>
        <p:spPr>
          <a:xfrm>
            <a:off x="503237" y="301625"/>
            <a:ext cx="9070975" cy="1262062"/>
          </a:xfrm>
          <a:prstGeom prst="rect">
            <a:avLst/>
          </a:prstGeom>
          <a:noFill/>
          <a:ln>
            <a:noFill/>
          </a:ln>
        </p:spPr>
        <p:txBody>
          <a:bodyPr anchorCtr="0" anchor="ctr" bIns="0" lIns="0" spcFirstLastPara="1" rIns="0" wrap="square" tIns="0">
            <a:noAutofit/>
          </a:bodyPr>
          <a:lstStyle/>
          <a:p>
            <a:pPr indent="0" lvl="0" marL="0" rtl="0" algn="l">
              <a:lnSpc>
                <a:spcPct val="101000"/>
              </a:lnSpc>
              <a:spcBef>
                <a:spcPts val="0"/>
              </a:spcBef>
              <a:spcAft>
                <a:spcPts val="0"/>
              </a:spcAft>
              <a:buSzPts val="3200"/>
              <a:buNone/>
            </a:pPr>
            <a:r>
              <a:rPr b="1" i="0" lang="en-US" sz="3200" u="none">
                <a:solidFill>
                  <a:srgbClr val="000000"/>
                </a:solidFill>
                <a:latin typeface="Arial"/>
                <a:ea typeface="Arial"/>
                <a:cs typeface="Arial"/>
                <a:sym typeface="Arial"/>
              </a:rPr>
              <a:t> Truy vấn đơn giản trên nhiều bảng</a:t>
            </a:r>
            <a:endParaRPr/>
          </a:p>
        </p:txBody>
      </p:sp>
      <p:sp>
        <p:nvSpPr>
          <p:cNvPr id="670" name="Google Shape;670;p55"/>
          <p:cNvSpPr txBox="1"/>
          <p:nvPr>
            <p:ph idx="1" type="body"/>
          </p:nvPr>
        </p:nvSpPr>
        <p:spPr>
          <a:xfrm>
            <a:off x="503237" y="1768475"/>
            <a:ext cx="9070975" cy="4905375"/>
          </a:xfrm>
          <a:prstGeom prst="rect">
            <a:avLst/>
          </a:prstGeom>
          <a:noFill/>
          <a:ln>
            <a:noFill/>
          </a:ln>
        </p:spPr>
        <p:txBody>
          <a:bodyPr anchorCtr="0" anchor="t" bIns="0" lIns="0" spcFirstLastPara="1" rIns="0" wrap="square" tIns="0">
            <a:noAutofit/>
          </a:bodyPr>
          <a:lstStyle/>
          <a:p>
            <a:pPr indent="-323850" lvl="0" marL="431800" rtl="0" algn="l">
              <a:lnSpc>
                <a:spcPct val="101000"/>
              </a:lnSpc>
              <a:spcBef>
                <a:spcPts val="0"/>
              </a:spcBef>
              <a:spcAft>
                <a:spcPts val="0"/>
              </a:spcAft>
              <a:buClr>
                <a:srgbClr val="000000"/>
              </a:buClr>
              <a:buSzPts val="1170"/>
              <a:buFont typeface="Noto Sans Symbols"/>
              <a:buChar char="●"/>
            </a:pPr>
            <a:r>
              <a:rPr b="0" i="0" lang="en-US" sz="2600" u="none">
                <a:solidFill>
                  <a:srgbClr val="111111"/>
                </a:solidFill>
                <a:latin typeface="Arial"/>
                <a:ea typeface="Arial"/>
                <a:cs typeface="Arial"/>
                <a:sym typeface="Arial"/>
              </a:rPr>
              <a:t>Cho phép tìm kiếm dữ lệu từ nhiều bảng khác nhau trong CSDL.</a:t>
            </a:r>
            <a:endParaRPr/>
          </a:p>
          <a:p>
            <a:pPr indent="-323850" lvl="0" marL="431800" rtl="0" algn="l">
              <a:lnSpc>
                <a:spcPct val="101000"/>
              </a:lnSpc>
              <a:spcBef>
                <a:spcPts val="1400"/>
              </a:spcBef>
              <a:spcAft>
                <a:spcPts val="0"/>
              </a:spcAft>
              <a:buClr>
                <a:srgbClr val="000000"/>
              </a:buClr>
              <a:buSzPts val="1170"/>
              <a:buFont typeface="Noto Sans Symbols"/>
              <a:buChar char="●"/>
            </a:pPr>
            <a:r>
              <a:rPr b="0" i="0" lang="en-US" sz="2600" u="none">
                <a:solidFill>
                  <a:srgbClr val="111111"/>
                </a:solidFill>
                <a:latin typeface="Arial"/>
                <a:ea typeface="Arial"/>
                <a:cs typeface="Arial"/>
                <a:sym typeface="Arial"/>
              </a:rPr>
              <a:t>Liệt kê các bảng cần dùng trong mệnh đề FROM</a:t>
            </a:r>
            <a:endParaRPr/>
          </a:p>
          <a:p>
            <a:pPr indent="-323850" lvl="0" marL="431800" rtl="0" algn="l">
              <a:lnSpc>
                <a:spcPct val="101000"/>
              </a:lnSpc>
              <a:spcBef>
                <a:spcPts val="1400"/>
              </a:spcBef>
              <a:spcAft>
                <a:spcPts val="0"/>
              </a:spcAft>
              <a:buClr>
                <a:srgbClr val="000000"/>
              </a:buClr>
              <a:buSzPts val="1170"/>
              <a:buFont typeface="Noto Sans Symbols"/>
              <a:buChar char="●"/>
            </a:pPr>
            <a:r>
              <a:rPr b="0" i="0" lang="en-US" sz="2600" u="none">
                <a:solidFill>
                  <a:srgbClr val="111111"/>
                </a:solidFill>
                <a:latin typeface="Arial"/>
                <a:ea typeface="Arial"/>
                <a:cs typeface="Arial"/>
                <a:sym typeface="Arial"/>
              </a:rPr>
              <a:t>Ví dụ: Tìm mã và họ tên phi công có số ngày làm việc cho một công ty bất kỳ lớn hơn 20 ngày</a:t>
            </a:r>
            <a:endParaRPr/>
          </a:p>
          <a:p>
            <a:pPr indent="-323850" lvl="0" marL="431800" rtl="0" algn="l">
              <a:lnSpc>
                <a:spcPct val="98000"/>
              </a:lnSpc>
              <a:spcBef>
                <a:spcPts val="1400"/>
              </a:spcBef>
              <a:spcAft>
                <a:spcPts val="0"/>
              </a:spcAft>
              <a:buSzPts val="2600"/>
              <a:buNone/>
            </a:pPr>
            <a:r>
              <a:rPr b="0" i="0" lang="en-US" sz="2600" u="none">
                <a:solidFill>
                  <a:srgbClr val="0000FF"/>
                </a:solidFill>
                <a:latin typeface="Arial"/>
                <a:ea typeface="Arial"/>
                <a:cs typeface="Arial"/>
                <a:sym typeface="Arial"/>
              </a:rPr>
              <a:t>SELECT</a:t>
            </a:r>
            <a:r>
              <a:rPr b="0" i="0" lang="en-US" sz="2600" u="none">
                <a:solidFill>
                  <a:srgbClr val="111111"/>
                </a:solidFill>
                <a:latin typeface="Arial"/>
                <a:ea typeface="Arial"/>
                <a:cs typeface="Arial"/>
                <a:sym typeface="Arial"/>
              </a:rPr>
              <a:t> </a:t>
            </a:r>
            <a:r>
              <a:rPr b="0" i="0" lang="en-US" sz="2600" u="none">
                <a:solidFill>
                  <a:srgbClr val="990000"/>
                </a:solidFill>
                <a:latin typeface="Arial"/>
                <a:ea typeface="Arial"/>
                <a:cs typeface="Arial"/>
                <a:sym typeface="Arial"/>
              </a:rPr>
              <a:t>DISTINCT </a:t>
            </a:r>
            <a:r>
              <a:rPr b="0" i="0" lang="en-US" sz="2600" u="none">
                <a:solidFill>
                  <a:srgbClr val="008080"/>
                </a:solidFill>
                <a:latin typeface="Arial"/>
                <a:ea typeface="Arial"/>
                <a:cs typeface="Arial"/>
                <a:sym typeface="Arial"/>
              </a:rPr>
              <a:t>p.MPC, hoten</a:t>
            </a:r>
            <a:r>
              <a:rPr b="0" i="0" lang="en-US" sz="2600" u="none">
                <a:solidFill>
                  <a:srgbClr val="111111"/>
                </a:solidFill>
                <a:latin typeface="Arial"/>
                <a:ea typeface="Arial"/>
                <a:cs typeface="Arial"/>
                <a:sym typeface="Arial"/>
              </a:rPr>
              <a:t> </a:t>
            </a:r>
            <a:endParaRPr/>
          </a:p>
          <a:p>
            <a:pPr indent="-323850" lvl="0" marL="431800" rtl="0" algn="l">
              <a:lnSpc>
                <a:spcPct val="98000"/>
              </a:lnSpc>
              <a:spcBef>
                <a:spcPts val="1400"/>
              </a:spcBef>
              <a:spcAft>
                <a:spcPts val="0"/>
              </a:spcAft>
              <a:buSzPts val="2600"/>
              <a:buNone/>
            </a:pPr>
            <a:r>
              <a:rPr b="0" i="0" lang="en-US" sz="2600" u="none">
                <a:solidFill>
                  <a:srgbClr val="0000FF"/>
                </a:solidFill>
                <a:latin typeface="Arial"/>
                <a:ea typeface="Arial"/>
                <a:cs typeface="Arial"/>
                <a:sym typeface="Arial"/>
              </a:rPr>
              <a:t>FROM</a:t>
            </a:r>
            <a:r>
              <a:rPr b="0" i="0" lang="en-US" sz="2600" u="none">
                <a:solidFill>
                  <a:srgbClr val="111111"/>
                </a:solidFill>
                <a:latin typeface="Arial"/>
                <a:ea typeface="Arial"/>
                <a:cs typeface="Arial"/>
                <a:sym typeface="Arial"/>
              </a:rPr>
              <a:t> </a:t>
            </a:r>
            <a:r>
              <a:rPr b="0" i="0" lang="en-US" sz="2600" u="none">
                <a:solidFill>
                  <a:srgbClr val="008080"/>
                </a:solidFill>
                <a:latin typeface="Arial"/>
                <a:ea typeface="Arial"/>
                <a:cs typeface="Arial"/>
                <a:sym typeface="Arial"/>
              </a:rPr>
              <a:t>LAMVIEC l, PHICONG p </a:t>
            </a:r>
            <a:r>
              <a:rPr b="0" i="0" lang="en-US" sz="2600" u="none">
                <a:solidFill>
                  <a:srgbClr val="111111"/>
                </a:solidFill>
                <a:latin typeface="Arial"/>
                <a:ea typeface="Arial"/>
                <a:cs typeface="Arial"/>
                <a:sym typeface="Arial"/>
              </a:rPr>
              <a:t> </a:t>
            </a:r>
            <a:endParaRPr/>
          </a:p>
          <a:p>
            <a:pPr indent="-323850" lvl="0" marL="431800" rtl="0" algn="l">
              <a:lnSpc>
                <a:spcPct val="98000"/>
              </a:lnSpc>
              <a:spcBef>
                <a:spcPts val="1400"/>
              </a:spcBef>
              <a:spcAft>
                <a:spcPts val="0"/>
              </a:spcAft>
              <a:buSzPts val="2600"/>
              <a:buNone/>
            </a:pPr>
            <a:r>
              <a:rPr b="0" i="0" lang="en-US" sz="2600" u="none">
                <a:solidFill>
                  <a:srgbClr val="0000FF"/>
                </a:solidFill>
                <a:latin typeface="Arial"/>
                <a:ea typeface="Arial"/>
                <a:cs typeface="Arial"/>
                <a:sym typeface="Arial"/>
              </a:rPr>
              <a:t>WHERE</a:t>
            </a:r>
            <a:r>
              <a:rPr b="0" i="0" lang="en-US" sz="2600" u="none">
                <a:solidFill>
                  <a:srgbClr val="111111"/>
                </a:solidFill>
                <a:latin typeface="Arial"/>
                <a:ea typeface="Arial"/>
                <a:cs typeface="Arial"/>
                <a:sym typeface="Arial"/>
              </a:rPr>
              <a:t> </a:t>
            </a:r>
            <a:r>
              <a:rPr b="0" i="0" lang="en-US" sz="2600" u="none">
                <a:solidFill>
                  <a:srgbClr val="008080"/>
                </a:solidFill>
                <a:latin typeface="Arial"/>
                <a:ea typeface="Arial"/>
                <a:cs typeface="Arial"/>
                <a:sym typeface="Arial"/>
              </a:rPr>
              <a:t>l.MPC = p.MPC </a:t>
            </a:r>
            <a:endParaRPr/>
          </a:p>
          <a:p>
            <a:pPr indent="-215900" lvl="3" marL="1727200" rtl="0" algn="l">
              <a:lnSpc>
                <a:spcPct val="98000"/>
              </a:lnSpc>
              <a:spcBef>
                <a:spcPts val="1400"/>
              </a:spcBef>
              <a:spcAft>
                <a:spcPts val="0"/>
              </a:spcAft>
              <a:buSzPts val="2600"/>
              <a:buNone/>
            </a:pPr>
            <a:r>
              <a:rPr b="0" i="0" lang="en-US" sz="2600" u="none">
                <a:solidFill>
                  <a:srgbClr val="808080"/>
                </a:solidFill>
                <a:latin typeface="Arial"/>
                <a:ea typeface="Arial"/>
                <a:cs typeface="Arial"/>
                <a:sym typeface="Arial"/>
              </a:rPr>
              <a:t>AND </a:t>
            </a:r>
            <a:r>
              <a:rPr b="0" i="0" lang="en-US" sz="2600" u="none">
                <a:solidFill>
                  <a:srgbClr val="008080"/>
                </a:solidFill>
                <a:latin typeface="Arial"/>
                <a:ea typeface="Arial"/>
                <a:cs typeface="Arial"/>
                <a:sym typeface="Arial"/>
              </a:rPr>
              <a:t>songay &gt; 20</a:t>
            </a:r>
            <a:endParaRPr/>
          </a:p>
          <a:p>
            <a:pPr indent="-323850" lvl="0" marL="431800" rtl="0" algn="l">
              <a:lnSpc>
                <a:spcPct val="98000"/>
              </a:lnSpc>
              <a:spcBef>
                <a:spcPts val="500"/>
              </a:spcBef>
              <a:spcAft>
                <a:spcPts val="0"/>
              </a:spcAft>
              <a:buSzPts val="2400"/>
              <a:buNone/>
            </a:pPr>
            <a:r>
              <a:t/>
            </a:r>
            <a:endParaRPr b="0" i="0" sz="2400" u="none">
              <a:solidFill>
                <a:srgbClr val="000000"/>
              </a:solidFill>
              <a:latin typeface="Arial"/>
              <a:ea typeface="Arial"/>
              <a:cs typeface="Arial"/>
              <a:sym typeface="Arial"/>
            </a:endParaRPr>
          </a:p>
          <a:p>
            <a:pPr indent="-342900" lvl="0" marL="342900" rtl="0" algn="l">
              <a:lnSpc>
                <a:spcPct val="101000"/>
              </a:lnSpc>
              <a:spcBef>
                <a:spcPts val="1400"/>
              </a:spcBef>
              <a:spcAft>
                <a:spcPts val="0"/>
              </a:spcAft>
              <a:buNone/>
            </a:pPr>
            <a:r>
              <a:t/>
            </a:r>
            <a:endParaRPr b="0" i="0" sz="2400" u="none">
              <a:solidFill>
                <a:srgbClr val="000000"/>
              </a:solidFill>
              <a:latin typeface="Arial"/>
              <a:ea typeface="Arial"/>
              <a:cs typeface="Arial"/>
              <a:sym typeface="Arial"/>
            </a:endParaRPr>
          </a:p>
        </p:txBody>
      </p:sp>
      <p:cxnSp>
        <p:nvCxnSpPr>
          <p:cNvPr id="671" name="Google Shape;671;p55"/>
          <p:cNvCxnSpPr/>
          <p:nvPr/>
        </p:nvCxnSpPr>
        <p:spPr>
          <a:xfrm flipH="1">
            <a:off x="5295900" y="5497512"/>
            <a:ext cx="1100137" cy="1587"/>
          </a:xfrm>
          <a:prstGeom prst="straightConnector1">
            <a:avLst/>
          </a:prstGeom>
          <a:noFill/>
          <a:ln cap="flat" cmpd="sng" w="12600">
            <a:solidFill>
              <a:srgbClr val="009933"/>
            </a:solidFill>
            <a:prstDash val="solid"/>
            <a:miter lim="800000"/>
            <a:headEnd len="med" w="med" type="none"/>
            <a:tailEnd len="med" w="med" type="triangle"/>
          </a:ln>
        </p:spPr>
      </p:cxnSp>
      <p:sp>
        <p:nvSpPr>
          <p:cNvPr id="672" name="Google Shape;672;p55"/>
          <p:cNvSpPr txBox="1"/>
          <p:nvPr/>
        </p:nvSpPr>
        <p:spPr>
          <a:xfrm>
            <a:off x="6175375" y="5248275"/>
            <a:ext cx="3292475" cy="503237"/>
          </a:xfrm>
          <a:prstGeom prst="rect">
            <a:avLst/>
          </a:prstGeom>
          <a:noFill/>
          <a:ln>
            <a:noFill/>
          </a:ln>
        </p:spPr>
        <p:txBody>
          <a:bodyPr anchorCtr="0" anchor="t" bIns="0" lIns="0" spcFirstLastPara="1" rIns="0" wrap="square" tIns="0">
            <a:noAutofit/>
          </a:bodyPr>
          <a:lstStyle/>
          <a:p>
            <a:pPr indent="-323850" lvl="0" marL="431800" marR="0" rtl="0" algn="l">
              <a:lnSpc>
                <a:spcPct val="101000"/>
              </a:lnSpc>
              <a:spcBef>
                <a:spcPts val="0"/>
              </a:spcBef>
              <a:spcAft>
                <a:spcPts val="0"/>
              </a:spcAft>
              <a:buClr>
                <a:srgbClr val="579D1C"/>
              </a:buClr>
              <a:buSzPts val="2700"/>
              <a:buFont typeface="Arial"/>
              <a:buNone/>
            </a:pPr>
            <a:r>
              <a:rPr b="0" i="0" lang="en-US" sz="2700" u="none">
                <a:solidFill>
                  <a:srgbClr val="579D1C"/>
                </a:solidFill>
                <a:latin typeface="Arial"/>
                <a:ea typeface="Arial"/>
                <a:cs typeface="Arial"/>
                <a:sym typeface="Arial"/>
              </a:rPr>
              <a:t>Điều kiện nối kết</a:t>
            </a:r>
            <a:endParaRPr/>
          </a:p>
        </p:txBody>
      </p:sp>
      <p:cxnSp>
        <p:nvCxnSpPr>
          <p:cNvPr id="673" name="Google Shape;673;p55"/>
          <p:cNvCxnSpPr/>
          <p:nvPr/>
        </p:nvCxnSpPr>
        <p:spPr>
          <a:xfrm flipH="1">
            <a:off x="5368925" y="6037262"/>
            <a:ext cx="1100137" cy="1587"/>
          </a:xfrm>
          <a:prstGeom prst="straightConnector1">
            <a:avLst/>
          </a:prstGeom>
          <a:noFill/>
          <a:ln cap="flat" cmpd="sng" w="12600">
            <a:solidFill>
              <a:srgbClr val="0000FF"/>
            </a:solidFill>
            <a:prstDash val="solid"/>
            <a:miter lim="800000"/>
            <a:headEnd len="med" w="med" type="none"/>
            <a:tailEnd len="med" w="med" type="triangle"/>
          </a:ln>
        </p:spPr>
      </p:cxnSp>
      <p:sp>
        <p:nvSpPr>
          <p:cNvPr id="674" name="Google Shape;674;p55"/>
          <p:cNvSpPr txBox="1"/>
          <p:nvPr/>
        </p:nvSpPr>
        <p:spPr>
          <a:xfrm>
            <a:off x="6248400" y="5788025"/>
            <a:ext cx="3292475" cy="503237"/>
          </a:xfrm>
          <a:prstGeom prst="rect">
            <a:avLst/>
          </a:prstGeom>
          <a:noFill/>
          <a:ln>
            <a:noFill/>
          </a:ln>
        </p:spPr>
        <p:txBody>
          <a:bodyPr anchorCtr="0" anchor="t" bIns="0" lIns="0" spcFirstLastPara="1" rIns="0" wrap="square" tIns="0">
            <a:noAutofit/>
          </a:bodyPr>
          <a:lstStyle/>
          <a:p>
            <a:pPr indent="-323850" lvl="0" marL="431800" marR="0" rtl="0" algn="l">
              <a:lnSpc>
                <a:spcPct val="101000"/>
              </a:lnSpc>
              <a:spcBef>
                <a:spcPts val="0"/>
              </a:spcBef>
              <a:spcAft>
                <a:spcPts val="0"/>
              </a:spcAft>
              <a:buClr>
                <a:srgbClr val="0000FF"/>
              </a:buClr>
              <a:buSzPts val="2700"/>
              <a:buFont typeface="Arial"/>
              <a:buNone/>
            </a:pPr>
            <a:r>
              <a:rPr b="0" i="0" lang="en-US" sz="2700" u="none">
                <a:solidFill>
                  <a:srgbClr val="0000FF"/>
                </a:solidFill>
                <a:latin typeface="Arial"/>
                <a:ea typeface="Arial"/>
                <a:cs typeface="Arial"/>
                <a:sym typeface="Arial"/>
              </a:rPr>
              <a:t>Điều kiện chọn</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9" name="Shape 679"/>
        <p:cNvGrpSpPr/>
        <p:nvPr/>
      </p:nvGrpSpPr>
      <p:grpSpPr>
        <a:xfrm>
          <a:off x="0" y="0"/>
          <a:ext cx="0" cy="0"/>
          <a:chOff x="0" y="0"/>
          <a:chExt cx="0" cy="0"/>
        </a:xfrm>
      </p:grpSpPr>
      <p:sp>
        <p:nvSpPr>
          <p:cNvPr id="680" name="Google Shape;680;p56"/>
          <p:cNvSpPr txBox="1"/>
          <p:nvPr/>
        </p:nvSpPr>
        <p:spPr>
          <a:xfrm>
            <a:off x="503237" y="6886575"/>
            <a:ext cx="2346325" cy="519112"/>
          </a:xfrm>
          <a:prstGeom prst="rect">
            <a:avLst/>
          </a:prstGeom>
          <a:noFill/>
          <a:ln>
            <a:noFill/>
          </a:ln>
        </p:spPr>
        <p:txBody>
          <a:bodyPr anchorCtr="0" anchor="t" bIns="0" lIns="0" spcFirstLastPara="1" rIns="0" wrap="square" tIns="0">
            <a:noAutofit/>
          </a:bodyPr>
          <a:lstStyle/>
          <a:p>
            <a:pPr indent="0" lvl="0" marL="0" marR="0" rtl="0" algn="l">
              <a:lnSpc>
                <a:spcPct val="93000"/>
              </a:lnSpc>
              <a:spcBef>
                <a:spcPts val="0"/>
              </a:spcBef>
              <a:spcAft>
                <a:spcPts val="0"/>
              </a:spcAft>
              <a:buClr>
                <a:srgbClr val="000000"/>
              </a:buClr>
              <a:buSzPts val="1400"/>
              <a:buFont typeface="Times New Roman"/>
              <a:buNone/>
            </a:pPr>
            <a:r>
              <a:rPr b="0" i="0" lang="en-US" sz="1400" u="none">
                <a:solidFill>
                  <a:srgbClr val="000000"/>
                </a:solidFill>
                <a:latin typeface="Times New Roman"/>
                <a:ea typeface="Times New Roman"/>
                <a:cs typeface="Times New Roman"/>
                <a:sym typeface="Times New Roman"/>
              </a:rPr>
              <a:t>*</a:t>
            </a:r>
            <a:endParaRPr/>
          </a:p>
        </p:txBody>
      </p:sp>
      <p:sp>
        <p:nvSpPr>
          <p:cNvPr id="681" name="Google Shape;681;p56"/>
          <p:cNvSpPr txBox="1"/>
          <p:nvPr/>
        </p:nvSpPr>
        <p:spPr>
          <a:xfrm>
            <a:off x="7227887" y="6886575"/>
            <a:ext cx="2346325" cy="519112"/>
          </a:xfrm>
          <a:prstGeom prst="rect">
            <a:avLst/>
          </a:prstGeom>
          <a:noFill/>
          <a:ln>
            <a:noFill/>
          </a:ln>
        </p:spPr>
        <p:txBody>
          <a:bodyPr anchorCtr="0" anchor="t"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a:solidFill>
                  <a:srgbClr val="000000"/>
                </a:solidFill>
                <a:latin typeface="Times New Roman"/>
                <a:ea typeface="Times New Roman"/>
                <a:cs typeface="Times New Roman"/>
                <a:sym typeface="Times New Roman"/>
              </a:rPr>
              <a:t>‹#›</a:t>
            </a:fld>
            <a:endParaRPr/>
          </a:p>
        </p:txBody>
      </p:sp>
      <p:sp>
        <p:nvSpPr>
          <p:cNvPr id="682" name="Google Shape;682;p56"/>
          <p:cNvSpPr txBox="1"/>
          <p:nvPr>
            <p:ph type="title"/>
          </p:nvPr>
        </p:nvSpPr>
        <p:spPr>
          <a:xfrm>
            <a:off x="503237" y="301625"/>
            <a:ext cx="9070975" cy="1262062"/>
          </a:xfrm>
          <a:prstGeom prst="rect">
            <a:avLst/>
          </a:prstGeom>
          <a:noFill/>
          <a:ln>
            <a:noFill/>
          </a:ln>
        </p:spPr>
        <p:txBody>
          <a:bodyPr anchorCtr="0" anchor="ctr" bIns="0" lIns="0" spcFirstLastPara="1" rIns="0" wrap="square" tIns="0">
            <a:noAutofit/>
          </a:bodyPr>
          <a:lstStyle/>
          <a:p>
            <a:pPr indent="0" lvl="0" marL="0" rtl="0" algn="l">
              <a:lnSpc>
                <a:spcPct val="101000"/>
              </a:lnSpc>
              <a:spcBef>
                <a:spcPts val="0"/>
              </a:spcBef>
              <a:spcAft>
                <a:spcPts val="0"/>
              </a:spcAft>
              <a:buSzPts val="3200"/>
              <a:buNone/>
            </a:pPr>
            <a:r>
              <a:rPr b="1" i="0" lang="en-US" sz="3200" u="none">
                <a:solidFill>
                  <a:srgbClr val="000000"/>
                </a:solidFill>
                <a:latin typeface="Arial"/>
                <a:ea typeface="Arial"/>
                <a:cs typeface="Arial"/>
                <a:sym typeface="Arial"/>
              </a:rPr>
              <a:t> Truy vấn đơn giản trên nhiều bảng</a:t>
            </a:r>
            <a:endParaRPr/>
          </a:p>
        </p:txBody>
      </p:sp>
      <p:sp>
        <p:nvSpPr>
          <p:cNvPr id="683" name="Google Shape;683;p56"/>
          <p:cNvSpPr txBox="1"/>
          <p:nvPr>
            <p:ph idx="1" type="body"/>
          </p:nvPr>
        </p:nvSpPr>
        <p:spPr>
          <a:xfrm>
            <a:off x="365125" y="1768475"/>
            <a:ext cx="9070975" cy="4997450"/>
          </a:xfrm>
          <a:prstGeom prst="rect">
            <a:avLst/>
          </a:prstGeom>
          <a:noFill/>
          <a:ln>
            <a:noFill/>
          </a:ln>
        </p:spPr>
        <p:txBody>
          <a:bodyPr anchorCtr="0" anchor="t" bIns="0" lIns="0" spcFirstLastPara="1" rIns="0" wrap="square" tIns="0">
            <a:noAutofit/>
          </a:bodyPr>
          <a:lstStyle/>
          <a:p>
            <a:pPr indent="-323850" lvl="0" marL="431800" rtl="0" algn="l">
              <a:lnSpc>
                <a:spcPct val="101000"/>
              </a:lnSpc>
              <a:spcBef>
                <a:spcPts val="0"/>
              </a:spcBef>
              <a:spcAft>
                <a:spcPts val="0"/>
              </a:spcAft>
              <a:buClr>
                <a:srgbClr val="000000"/>
              </a:buClr>
              <a:buSzPts val="1215"/>
              <a:buFont typeface="Noto Sans Symbols"/>
              <a:buChar char="●"/>
            </a:pPr>
            <a:r>
              <a:rPr b="0" i="0" lang="en-US" sz="2700" u="none">
                <a:solidFill>
                  <a:srgbClr val="111111"/>
                </a:solidFill>
                <a:latin typeface="Arial"/>
                <a:ea typeface="Arial"/>
                <a:cs typeface="Arial"/>
                <a:sym typeface="Arial"/>
              </a:rPr>
              <a:t>Điều kiện nối kết:</a:t>
            </a:r>
            <a:endParaRPr/>
          </a:p>
          <a:p>
            <a:pPr indent="-323850" lvl="1" marL="863600" rtl="0" algn="l">
              <a:lnSpc>
                <a:spcPct val="101000"/>
              </a:lnSpc>
              <a:spcBef>
                <a:spcPts val="1400"/>
              </a:spcBef>
              <a:spcAft>
                <a:spcPts val="0"/>
              </a:spcAft>
              <a:buClr>
                <a:srgbClr val="000000"/>
              </a:buClr>
              <a:buSzPts val="1800"/>
              <a:buFont typeface="Noto Sans Symbols"/>
              <a:buChar char="−"/>
            </a:pPr>
            <a:r>
              <a:rPr b="0" i="0" lang="en-US" sz="2400" u="none">
                <a:solidFill>
                  <a:srgbClr val="111111"/>
                </a:solidFill>
                <a:latin typeface="Arial"/>
                <a:ea typeface="Arial"/>
                <a:cs typeface="Arial"/>
                <a:sym typeface="Arial"/>
              </a:rPr>
              <a:t>Nếu có </a:t>
            </a:r>
            <a:r>
              <a:rPr b="1" i="0" lang="en-US" sz="2400" u="none">
                <a:solidFill>
                  <a:srgbClr val="800000"/>
                </a:solidFill>
                <a:latin typeface="Arial"/>
                <a:ea typeface="Arial"/>
                <a:cs typeface="Arial"/>
                <a:sym typeface="Arial"/>
              </a:rPr>
              <a:t>n bảng</a:t>
            </a:r>
            <a:r>
              <a:rPr b="0" i="0" lang="en-US" sz="2400" u="none">
                <a:solidFill>
                  <a:srgbClr val="111111"/>
                </a:solidFill>
                <a:latin typeface="Arial"/>
                <a:ea typeface="Arial"/>
                <a:cs typeface="Arial"/>
                <a:sym typeface="Arial"/>
              </a:rPr>
              <a:t> thì có ít nhất </a:t>
            </a:r>
            <a:r>
              <a:rPr b="1" i="0" lang="en-US" sz="2400" u="none">
                <a:solidFill>
                  <a:srgbClr val="800000"/>
                </a:solidFill>
                <a:latin typeface="Arial"/>
                <a:ea typeface="Arial"/>
                <a:cs typeface="Arial"/>
                <a:sym typeface="Arial"/>
              </a:rPr>
              <a:t>n-1 điều kiện nối kết</a:t>
            </a:r>
            <a:endParaRPr/>
          </a:p>
          <a:p>
            <a:pPr indent="-323850" lvl="1" marL="863600" rtl="0" algn="l">
              <a:lnSpc>
                <a:spcPct val="101000"/>
              </a:lnSpc>
              <a:spcBef>
                <a:spcPts val="1100"/>
              </a:spcBef>
              <a:spcAft>
                <a:spcPts val="0"/>
              </a:spcAft>
              <a:buClr>
                <a:srgbClr val="000000"/>
              </a:buClr>
              <a:buSzPts val="1800"/>
              <a:buFont typeface="Noto Sans Symbols"/>
              <a:buChar char="−"/>
            </a:pPr>
            <a:r>
              <a:rPr b="0" i="0" lang="en-US" sz="2400" u="none">
                <a:solidFill>
                  <a:srgbClr val="111111"/>
                </a:solidFill>
                <a:latin typeface="Arial"/>
                <a:ea typeface="Arial"/>
                <a:cs typeface="Arial"/>
                <a:sym typeface="Arial"/>
              </a:rPr>
              <a:t>Nối kết giữa </a:t>
            </a:r>
            <a:r>
              <a:rPr b="1" i="0" lang="en-US" sz="2400" u="none">
                <a:solidFill>
                  <a:srgbClr val="111111"/>
                </a:solidFill>
                <a:latin typeface="Arial"/>
                <a:ea typeface="Arial"/>
                <a:cs typeface="Arial"/>
                <a:sym typeface="Arial"/>
              </a:rPr>
              <a:t>thuộc tính khóa chính</a:t>
            </a:r>
            <a:r>
              <a:rPr b="0" i="0" lang="en-US" sz="2400" u="none">
                <a:solidFill>
                  <a:srgbClr val="111111"/>
                </a:solidFill>
                <a:latin typeface="Arial"/>
                <a:ea typeface="Arial"/>
                <a:cs typeface="Arial"/>
                <a:sym typeface="Arial"/>
              </a:rPr>
              <a:t> của bảng cha và </a:t>
            </a:r>
            <a:r>
              <a:rPr b="1" i="0" lang="en-US" sz="2400" u="none">
                <a:solidFill>
                  <a:srgbClr val="111111"/>
                </a:solidFill>
                <a:latin typeface="Arial"/>
                <a:ea typeface="Arial"/>
                <a:cs typeface="Arial"/>
                <a:sym typeface="Arial"/>
              </a:rPr>
              <a:t>thuộc tính khóa ngoài </a:t>
            </a:r>
            <a:r>
              <a:rPr b="0" i="0" lang="en-US" sz="2400" u="none">
                <a:solidFill>
                  <a:srgbClr val="111111"/>
                </a:solidFill>
                <a:latin typeface="Arial"/>
                <a:ea typeface="Arial"/>
                <a:cs typeface="Arial"/>
                <a:sym typeface="Arial"/>
              </a:rPr>
              <a:t>của bảng con</a:t>
            </a:r>
            <a:endParaRPr/>
          </a:p>
          <a:p>
            <a:pPr indent="-323850" lvl="1" marL="863600" rtl="0" algn="l">
              <a:lnSpc>
                <a:spcPct val="101000"/>
              </a:lnSpc>
              <a:spcBef>
                <a:spcPts val="1100"/>
              </a:spcBef>
              <a:spcAft>
                <a:spcPts val="0"/>
              </a:spcAft>
              <a:buClr>
                <a:srgbClr val="000000"/>
              </a:buClr>
              <a:buSzPts val="1800"/>
              <a:buFont typeface="Noto Sans Symbols"/>
              <a:buChar char="−"/>
            </a:pPr>
            <a:r>
              <a:rPr b="0" i="0" lang="en-US" sz="2400" u="none">
                <a:solidFill>
                  <a:srgbClr val="111111"/>
                </a:solidFill>
                <a:latin typeface="Arial"/>
                <a:ea typeface="Arial"/>
                <a:cs typeface="Arial"/>
                <a:sym typeface="Arial"/>
              </a:rPr>
              <a:t>Liên kết các điều kiện nối kết bởi toán tử </a:t>
            </a:r>
            <a:r>
              <a:rPr b="1" i="0" lang="en-US" sz="2400" u="none">
                <a:solidFill>
                  <a:srgbClr val="111111"/>
                </a:solidFill>
                <a:latin typeface="Arial"/>
                <a:ea typeface="Arial"/>
                <a:cs typeface="Arial"/>
                <a:sym typeface="Arial"/>
              </a:rPr>
              <a:t>AND</a:t>
            </a:r>
            <a:endParaRPr/>
          </a:p>
          <a:p>
            <a:pPr indent="-323850" lvl="0" marL="431800" rtl="0" algn="l">
              <a:lnSpc>
                <a:spcPct val="101000"/>
              </a:lnSpc>
              <a:spcBef>
                <a:spcPts val="1100"/>
              </a:spcBef>
              <a:spcAft>
                <a:spcPts val="0"/>
              </a:spcAft>
              <a:buClr>
                <a:srgbClr val="000000"/>
              </a:buClr>
              <a:buSzPts val="1170"/>
              <a:buFont typeface="Noto Sans Symbols"/>
              <a:buChar char="●"/>
            </a:pPr>
            <a:r>
              <a:rPr b="0" i="0" lang="en-US" sz="2600" u="none">
                <a:solidFill>
                  <a:srgbClr val="111111"/>
                </a:solidFill>
                <a:latin typeface="Arial"/>
                <a:ea typeface="Arial"/>
                <a:cs typeface="Arial"/>
                <a:sym typeface="Arial"/>
              </a:rPr>
              <a:t>Ví dụ: Tìm tên công ty mà phi công Patrick Cortier đã làm việc </a:t>
            </a:r>
            <a:endParaRPr/>
          </a:p>
          <a:p>
            <a:pPr indent="-323850" lvl="0" marL="431800" rtl="0" algn="l">
              <a:lnSpc>
                <a:spcPct val="98000"/>
              </a:lnSpc>
              <a:spcBef>
                <a:spcPts val="1400"/>
              </a:spcBef>
              <a:spcAft>
                <a:spcPts val="0"/>
              </a:spcAft>
              <a:buSzPts val="2600"/>
              <a:buNone/>
            </a:pPr>
            <a:r>
              <a:rPr b="0" i="0" lang="en-US" sz="2600" u="none">
                <a:solidFill>
                  <a:srgbClr val="0000FF"/>
                </a:solidFill>
                <a:latin typeface="Arial"/>
                <a:ea typeface="Arial"/>
                <a:cs typeface="Arial"/>
                <a:sym typeface="Arial"/>
              </a:rPr>
              <a:t>SELECT</a:t>
            </a:r>
            <a:r>
              <a:rPr b="0" i="0" lang="en-US" sz="2600" u="none">
                <a:solidFill>
                  <a:srgbClr val="111111"/>
                </a:solidFill>
                <a:latin typeface="Arial"/>
                <a:ea typeface="Arial"/>
                <a:cs typeface="Arial"/>
                <a:sym typeface="Arial"/>
              </a:rPr>
              <a:t> </a:t>
            </a:r>
            <a:r>
              <a:rPr b="0" i="0" lang="en-US" sz="2600" u="none">
                <a:solidFill>
                  <a:srgbClr val="990000"/>
                </a:solidFill>
                <a:latin typeface="Arial"/>
                <a:ea typeface="Arial"/>
                <a:cs typeface="Arial"/>
                <a:sym typeface="Arial"/>
              </a:rPr>
              <a:t>DISTINCT </a:t>
            </a:r>
            <a:r>
              <a:rPr b="0" i="0" lang="en-US" sz="2600" u="none">
                <a:solidFill>
                  <a:srgbClr val="008080"/>
                </a:solidFill>
                <a:latin typeface="Arial"/>
                <a:ea typeface="Arial"/>
                <a:cs typeface="Arial"/>
                <a:sym typeface="Arial"/>
              </a:rPr>
              <a:t>tencty</a:t>
            </a:r>
            <a:r>
              <a:rPr b="0" i="0" lang="en-US" sz="2600" u="none">
                <a:solidFill>
                  <a:srgbClr val="111111"/>
                </a:solidFill>
                <a:latin typeface="Arial"/>
                <a:ea typeface="Arial"/>
                <a:cs typeface="Arial"/>
                <a:sym typeface="Arial"/>
              </a:rPr>
              <a:t> </a:t>
            </a:r>
            <a:endParaRPr/>
          </a:p>
          <a:p>
            <a:pPr indent="-323850" lvl="0" marL="431800" rtl="0" algn="l">
              <a:lnSpc>
                <a:spcPct val="98000"/>
              </a:lnSpc>
              <a:spcBef>
                <a:spcPts val="400"/>
              </a:spcBef>
              <a:spcAft>
                <a:spcPts val="0"/>
              </a:spcAft>
              <a:buSzPts val="2600"/>
              <a:buNone/>
            </a:pPr>
            <a:r>
              <a:rPr b="0" i="0" lang="en-US" sz="2600" u="none">
                <a:solidFill>
                  <a:srgbClr val="0000FF"/>
                </a:solidFill>
                <a:latin typeface="Arial"/>
                <a:ea typeface="Arial"/>
                <a:cs typeface="Arial"/>
                <a:sym typeface="Arial"/>
              </a:rPr>
              <a:t>FROM</a:t>
            </a:r>
            <a:r>
              <a:rPr b="0" i="0" lang="en-US" sz="2600" u="none">
                <a:solidFill>
                  <a:srgbClr val="111111"/>
                </a:solidFill>
                <a:latin typeface="Arial"/>
                <a:ea typeface="Arial"/>
                <a:cs typeface="Arial"/>
                <a:sym typeface="Arial"/>
              </a:rPr>
              <a:t> </a:t>
            </a:r>
            <a:r>
              <a:rPr b="0" i="0" lang="en-US" sz="2600" u="none">
                <a:solidFill>
                  <a:srgbClr val="008080"/>
                </a:solidFill>
                <a:latin typeface="Arial"/>
                <a:ea typeface="Arial"/>
                <a:cs typeface="Arial"/>
                <a:sym typeface="Arial"/>
              </a:rPr>
              <a:t>LAMVIEC l, PHICONG p, CONGTY c</a:t>
            </a:r>
            <a:endParaRPr/>
          </a:p>
          <a:p>
            <a:pPr indent="-323850" lvl="0" marL="431800" rtl="0" algn="l">
              <a:lnSpc>
                <a:spcPct val="98000"/>
              </a:lnSpc>
              <a:spcBef>
                <a:spcPts val="400"/>
              </a:spcBef>
              <a:spcAft>
                <a:spcPts val="0"/>
              </a:spcAft>
              <a:buSzPts val="2600"/>
              <a:buNone/>
            </a:pPr>
            <a:r>
              <a:rPr b="0" i="0" lang="en-US" sz="2600" u="none">
                <a:solidFill>
                  <a:srgbClr val="0000FF"/>
                </a:solidFill>
                <a:latin typeface="Arial"/>
                <a:ea typeface="Arial"/>
                <a:cs typeface="Arial"/>
                <a:sym typeface="Arial"/>
              </a:rPr>
              <a:t>WHERE</a:t>
            </a:r>
            <a:r>
              <a:rPr b="0" i="0" lang="en-US" sz="2600" u="none">
                <a:solidFill>
                  <a:srgbClr val="111111"/>
                </a:solidFill>
                <a:latin typeface="Arial"/>
                <a:ea typeface="Arial"/>
                <a:cs typeface="Arial"/>
                <a:sym typeface="Arial"/>
              </a:rPr>
              <a:t> </a:t>
            </a:r>
            <a:r>
              <a:rPr b="0" i="0" lang="en-US" sz="2600" u="none">
                <a:solidFill>
                  <a:srgbClr val="008080"/>
                </a:solidFill>
                <a:latin typeface="Arial"/>
                <a:ea typeface="Arial"/>
                <a:cs typeface="Arial"/>
                <a:sym typeface="Arial"/>
              </a:rPr>
              <a:t>l.MPC = p.MPC </a:t>
            </a:r>
            <a:r>
              <a:rPr b="0" i="0" lang="en-US" sz="2600" u="none">
                <a:solidFill>
                  <a:srgbClr val="808080"/>
                </a:solidFill>
                <a:latin typeface="Arial"/>
                <a:ea typeface="Arial"/>
                <a:cs typeface="Arial"/>
                <a:sym typeface="Arial"/>
              </a:rPr>
              <a:t>AND </a:t>
            </a:r>
            <a:r>
              <a:rPr b="0" i="0" lang="en-US" sz="2600" u="none">
                <a:solidFill>
                  <a:srgbClr val="008080"/>
                </a:solidFill>
                <a:latin typeface="Arial"/>
                <a:ea typeface="Arial"/>
                <a:cs typeface="Arial"/>
                <a:sym typeface="Arial"/>
              </a:rPr>
              <a:t>l.MCT = c.MCT</a:t>
            </a:r>
            <a:endParaRPr/>
          </a:p>
          <a:p>
            <a:pPr indent="-215900" lvl="3" marL="1727200" rtl="0" algn="l">
              <a:lnSpc>
                <a:spcPct val="98000"/>
              </a:lnSpc>
              <a:spcBef>
                <a:spcPts val="400"/>
              </a:spcBef>
              <a:spcAft>
                <a:spcPts val="0"/>
              </a:spcAft>
              <a:buSzPts val="2600"/>
              <a:buNone/>
            </a:pPr>
            <a:r>
              <a:rPr b="0" i="0" lang="en-US" sz="2600" u="none">
                <a:solidFill>
                  <a:srgbClr val="808080"/>
                </a:solidFill>
                <a:latin typeface="Arial"/>
                <a:ea typeface="Arial"/>
                <a:cs typeface="Arial"/>
                <a:sym typeface="Arial"/>
              </a:rPr>
              <a:t>AND </a:t>
            </a:r>
            <a:r>
              <a:rPr b="0" i="0" lang="en-US" sz="2600" u="none">
                <a:solidFill>
                  <a:srgbClr val="008080"/>
                </a:solidFill>
                <a:latin typeface="Arial"/>
                <a:ea typeface="Arial"/>
                <a:cs typeface="Arial"/>
                <a:sym typeface="Arial"/>
              </a:rPr>
              <a:t>hoten = </a:t>
            </a:r>
            <a:r>
              <a:rPr b="0" i="0" lang="en-US" sz="2600" u="none">
                <a:solidFill>
                  <a:srgbClr val="FF3300"/>
                </a:solidFill>
                <a:latin typeface="Arial"/>
                <a:ea typeface="Arial"/>
                <a:cs typeface="Arial"/>
                <a:sym typeface="Arial"/>
              </a:rPr>
              <a:t>'Patrick Cortier'</a:t>
            </a:r>
            <a:endParaRPr/>
          </a:p>
          <a:p>
            <a:pPr indent="-323850" lvl="0" marL="431800" rtl="0" algn="l">
              <a:lnSpc>
                <a:spcPct val="98000"/>
              </a:lnSpc>
              <a:spcBef>
                <a:spcPts val="400"/>
              </a:spcBef>
              <a:spcAft>
                <a:spcPts val="0"/>
              </a:spcAft>
              <a:buSzPts val="2400"/>
              <a:buNone/>
            </a:pPr>
            <a:r>
              <a:t/>
            </a:r>
            <a:endParaRPr b="0" i="0" sz="2400" u="none">
              <a:solidFill>
                <a:srgbClr val="000000"/>
              </a:solidFill>
              <a:latin typeface="Arial"/>
              <a:ea typeface="Arial"/>
              <a:cs typeface="Arial"/>
              <a:sym typeface="Arial"/>
            </a:endParaRPr>
          </a:p>
          <a:p>
            <a:pPr indent="-323850" lvl="0" marL="431800" rtl="0" algn="l">
              <a:lnSpc>
                <a:spcPct val="101000"/>
              </a:lnSpc>
              <a:spcBef>
                <a:spcPts val="1400"/>
              </a:spcBef>
              <a:spcAft>
                <a:spcPts val="0"/>
              </a:spcAft>
              <a:buSzPts val="2400"/>
              <a:buNone/>
            </a:pPr>
            <a:r>
              <a:t/>
            </a:r>
            <a:endParaRPr b="0" i="0" sz="2400" u="none">
              <a:solidFill>
                <a:srgbClr val="000000"/>
              </a:solidFill>
              <a:latin typeface="Arial"/>
              <a:ea typeface="Arial"/>
              <a:cs typeface="Arial"/>
              <a:sym typeface="Arial"/>
            </a:endParaRPr>
          </a:p>
          <a:p>
            <a:pPr indent="-342900" lvl="0" marL="342900" rtl="0" algn="l">
              <a:lnSpc>
                <a:spcPct val="101000"/>
              </a:lnSpc>
              <a:spcBef>
                <a:spcPts val="1400"/>
              </a:spcBef>
              <a:spcAft>
                <a:spcPts val="0"/>
              </a:spcAft>
              <a:buNone/>
            </a:pPr>
            <a:r>
              <a:t/>
            </a:r>
            <a:endParaRPr b="0" i="0" sz="2400" u="none">
              <a:solidFill>
                <a:srgbClr val="000000"/>
              </a:solidFill>
              <a:latin typeface="Arial"/>
              <a:ea typeface="Arial"/>
              <a:cs typeface="Arial"/>
              <a:sym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8" name="Shape 688"/>
        <p:cNvGrpSpPr/>
        <p:nvPr/>
      </p:nvGrpSpPr>
      <p:grpSpPr>
        <a:xfrm>
          <a:off x="0" y="0"/>
          <a:ext cx="0" cy="0"/>
          <a:chOff x="0" y="0"/>
          <a:chExt cx="0" cy="0"/>
        </a:xfrm>
      </p:grpSpPr>
      <p:sp>
        <p:nvSpPr>
          <p:cNvPr id="689" name="Google Shape;689;p57"/>
          <p:cNvSpPr txBox="1"/>
          <p:nvPr/>
        </p:nvSpPr>
        <p:spPr>
          <a:xfrm>
            <a:off x="503237" y="6886575"/>
            <a:ext cx="2346325" cy="519112"/>
          </a:xfrm>
          <a:prstGeom prst="rect">
            <a:avLst/>
          </a:prstGeom>
          <a:noFill/>
          <a:ln>
            <a:noFill/>
          </a:ln>
        </p:spPr>
        <p:txBody>
          <a:bodyPr anchorCtr="0" anchor="t" bIns="0" lIns="0" spcFirstLastPara="1" rIns="0" wrap="square" tIns="0">
            <a:noAutofit/>
          </a:bodyPr>
          <a:lstStyle/>
          <a:p>
            <a:pPr indent="0" lvl="0" marL="0" marR="0" rtl="0" algn="l">
              <a:lnSpc>
                <a:spcPct val="93000"/>
              </a:lnSpc>
              <a:spcBef>
                <a:spcPts val="0"/>
              </a:spcBef>
              <a:spcAft>
                <a:spcPts val="0"/>
              </a:spcAft>
              <a:buClr>
                <a:srgbClr val="000000"/>
              </a:buClr>
              <a:buSzPts val="1400"/>
              <a:buFont typeface="Times New Roman"/>
              <a:buNone/>
            </a:pPr>
            <a:r>
              <a:rPr b="0" i="0" lang="en-US" sz="1400" u="none">
                <a:solidFill>
                  <a:srgbClr val="000000"/>
                </a:solidFill>
                <a:latin typeface="Times New Roman"/>
                <a:ea typeface="Times New Roman"/>
                <a:cs typeface="Times New Roman"/>
                <a:sym typeface="Times New Roman"/>
              </a:rPr>
              <a:t>*</a:t>
            </a:r>
            <a:endParaRPr/>
          </a:p>
        </p:txBody>
      </p:sp>
      <p:sp>
        <p:nvSpPr>
          <p:cNvPr id="690" name="Google Shape;690;p57"/>
          <p:cNvSpPr txBox="1"/>
          <p:nvPr/>
        </p:nvSpPr>
        <p:spPr>
          <a:xfrm>
            <a:off x="7227887" y="6886575"/>
            <a:ext cx="2346325" cy="519112"/>
          </a:xfrm>
          <a:prstGeom prst="rect">
            <a:avLst/>
          </a:prstGeom>
          <a:noFill/>
          <a:ln>
            <a:noFill/>
          </a:ln>
        </p:spPr>
        <p:txBody>
          <a:bodyPr anchorCtr="0" anchor="t"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a:solidFill>
                  <a:srgbClr val="000000"/>
                </a:solidFill>
                <a:latin typeface="Times New Roman"/>
                <a:ea typeface="Times New Roman"/>
                <a:cs typeface="Times New Roman"/>
                <a:sym typeface="Times New Roman"/>
              </a:rPr>
              <a:t>‹#›</a:t>
            </a:fld>
            <a:endParaRPr/>
          </a:p>
        </p:txBody>
      </p:sp>
      <p:sp>
        <p:nvSpPr>
          <p:cNvPr id="691" name="Google Shape;691;p57"/>
          <p:cNvSpPr txBox="1"/>
          <p:nvPr>
            <p:ph type="title"/>
          </p:nvPr>
        </p:nvSpPr>
        <p:spPr>
          <a:xfrm>
            <a:off x="503237" y="301625"/>
            <a:ext cx="9070975" cy="1262062"/>
          </a:xfrm>
          <a:prstGeom prst="rect">
            <a:avLst/>
          </a:prstGeom>
          <a:noFill/>
          <a:ln>
            <a:noFill/>
          </a:ln>
        </p:spPr>
        <p:txBody>
          <a:bodyPr anchorCtr="0" anchor="ctr" bIns="0" lIns="0" spcFirstLastPara="1" rIns="0" wrap="square" tIns="0">
            <a:noAutofit/>
          </a:bodyPr>
          <a:lstStyle/>
          <a:p>
            <a:pPr indent="0" lvl="0" marL="0" rtl="0" algn="l">
              <a:lnSpc>
                <a:spcPct val="101000"/>
              </a:lnSpc>
              <a:spcBef>
                <a:spcPts val="0"/>
              </a:spcBef>
              <a:spcAft>
                <a:spcPts val="0"/>
              </a:spcAft>
              <a:buSzPts val="3200"/>
              <a:buNone/>
            </a:pPr>
            <a:r>
              <a:rPr b="1" i="0" lang="en-US" sz="3200" u="none">
                <a:solidFill>
                  <a:srgbClr val="000000"/>
                </a:solidFill>
                <a:latin typeface="Arial"/>
                <a:ea typeface="Arial"/>
                <a:cs typeface="Arial"/>
                <a:sym typeface="Arial"/>
              </a:rPr>
              <a:t> Truy vấn đơn giản trên nhiều bảng</a:t>
            </a:r>
            <a:endParaRPr/>
          </a:p>
        </p:txBody>
      </p:sp>
      <p:sp>
        <p:nvSpPr>
          <p:cNvPr id="692" name="Google Shape;692;p57"/>
          <p:cNvSpPr txBox="1"/>
          <p:nvPr>
            <p:ph idx="1" type="body"/>
          </p:nvPr>
        </p:nvSpPr>
        <p:spPr>
          <a:xfrm>
            <a:off x="365125" y="1768475"/>
            <a:ext cx="9070975" cy="4997450"/>
          </a:xfrm>
          <a:prstGeom prst="rect">
            <a:avLst/>
          </a:prstGeom>
          <a:noFill/>
          <a:ln>
            <a:noFill/>
          </a:ln>
        </p:spPr>
        <p:txBody>
          <a:bodyPr anchorCtr="0" anchor="t" bIns="0" lIns="0" spcFirstLastPara="1" rIns="0" wrap="square" tIns="0">
            <a:noAutofit/>
          </a:bodyPr>
          <a:lstStyle/>
          <a:p>
            <a:pPr indent="-323850" lvl="0" marL="431800" rtl="0" algn="l">
              <a:lnSpc>
                <a:spcPct val="101000"/>
              </a:lnSpc>
              <a:spcBef>
                <a:spcPts val="0"/>
              </a:spcBef>
              <a:spcAft>
                <a:spcPts val="0"/>
              </a:spcAft>
              <a:buClr>
                <a:srgbClr val="000000"/>
              </a:buClr>
              <a:buSzPts val="1170"/>
              <a:buFont typeface="Noto Sans Symbols"/>
              <a:buChar char="●"/>
            </a:pPr>
            <a:r>
              <a:rPr b="1" i="0" lang="en-US" sz="2600" u="none">
                <a:solidFill>
                  <a:srgbClr val="579D1C"/>
                </a:solidFill>
                <a:latin typeface="Arial"/>
                <a:ea typeface="Arial"/>
                <a:cs typeface="Arial"/>
                <a:sym typeface="Arial"/>
              </a:rPr>
              <a:t>Nếu không có đk nối kết = Phép tích Descartes</a:t>
            </a:r>
            <a:endParaRPr/>
          </a:p>
          <a:p>
            <a:pPr indent="-323850" lvl="0" marL="431800" rtl="0" algn="l">
              <a:lnSpc>
                <a:spcPct val="101000"/>
              </a:lnSpc>
              <a:spcBef>
                <a:spcPts val="1400"/>
              </a:spcBef>
              <a:spcAft>
                <a:spcPts val="0"/>
              </a:spcAft>
              <a:buClr>
                <a:srgbClr val="000000"/>
              </a:buClr>
              <a:buSzPts val="1170"/>
              <a:buFont typeface="Noto Sans Symbols"/>
              <a:buChar char="●"/>
            </a:pPr>
            <a:r>
              <a:rPr b="0" i="0" lang="en-US" sz="2600" u="none">
                <a:solidFill>
                  <a:srgbClr val="000000"/>
                </a:solidFill>
                <a:latin typeface="Arial"/>
                <a:ea typeface="Arial"/>
                <a:cs typeface="Arial"/>
                <a:sym typeface="Arial"/>
              </a:rPr>
              <a:t>Tích Descartes trong SQL Server: </a:t>
            </a:r>
            <a:r>
              <a:rPr b="1" i="0" lang="en-US" sz="2600" u="none">
                <a:solidFill>
                  <a:srgbClr val="990000"/>
                </a:solidFill>
                <a:latin typeface="Arial"/>
                <a:ea typeface="Arial"/>
                <a:cs typeface="Arial"/>
                <a:sym typeface="Arial"/>
              </a:rPr>
              <a:t>CROSS JOIN</a:t>
            </a:r>
            <a:endParaRPr/>
          </a:p>
          <a:p>
            <a:pPr indent="-323850" lvl="1" marL="863600" rtl="0" algn="l">
              <a:lnSpc>
                <a:spcPct val="101000"/>
              </a:lnSpc>
              <a:spcBef>
                <a:spcPts val="1400"/>
              </a:spcBef>
              <a:spcAft>
                <a:spcPts val="0"/>
              </a:spcAft>
              <a:buClr>
                <a:srgbClr val="000000"/>
              </a:buClr>
              <a:buSzPts val="1800"/>
              <a:buFont typeface="Noto Sans Symbols"/>
              <a:buChar char="−"/>
            </a:pPr>
            <a:r>
              <a:rPr b="0" i="0" lang="en-US" sz="2400" u="none">
                <a:solidFill>
                  <a:srgbClr val="990000"/>
                </a:solidFill>
                <a:latin typeface="Arial"/>
                <a:ea typeface="Arial"/>
                <a:cs typeface="Arial"/>
                <a:sym typeface="Arial"/>
              </a:rPr>
              <a:t>CROSS JOIN</a:t>
            </a:r>
            <a:r>
              <a:rPr b="0" i="0" lang="en-US" sz="2400" u="none">
                <a:solidFill>
                  <a:srgbClr val="579D1C"/>
                </a:solidFill>
                <a:latin typeface="Arial"/>
                <a:ea typeface="Arial"/>
                <a:cs typeface="Arial"/>
                <a:sym typeface="Arial"/>
              </a:rPr>
              <a:t> </a:t>
            </a:r>
            <a:r>
              <a:rPr b="0" i="0" lang="en-US" sz="2400" u="none">
                <a:solidFill>
                  <a:srgbClr val="000000"/>
                </a:solidFill>
                <a:latin typeface="Arial"/>
                <a:ea typeface="Arial"/>
                <a:cs typeface="Arial"/>
                <a:sym typeface="Arial"/>
              </a:rPr>
              <a:t>cho phép thực hiện tích Descartes giữa hai bảng</a:t>
            </a:r>
            <a:endParaRPr/>
          </a:p>
          <a:p>
            <a:pPr indent="-287337" lvl="2" marL="1295400" rtl="0" algn="l">
              <a:lnSpc>
                <a:spcPct val="101000"/>
              </a:lnSpc>
              <a:spcBef>
                <a:spcPts val="1100"/>
              </a:spcBef>
              <a:spcAft>
                <a:spcPts val="0"/>
              </a:spcAft>
              <a:buClr>
                <a:srgbClr val="000000"/>
              </a:buClr>
              <a:buSzPts val="900"/>
              <a:buFont typeface="Noto Sans Symbols"/>
              <a:buChar char="●"/>
            </a:pPr>
            <a:r>
              <a:rPr b="0" i="0" lang="en-US" sz="2000" u="none">
                <a:solidFill>
                  <a:srgbClr val="000000"/>
                </a:solidFill>
                <a:latin typeface="Arial"/>
                <a:ea typeface="Arial"/>
                <a:cs typeface="Arial"/>
                <a:sym typeface="Arial"/>
              </a:rPr>
              <a:t>Ví dụ:</a:t>
            </a:r>
            <a:endParaRPr/>
          </a:p>
          <a:p>
            <a:pPr indent="-323850" lvl="0" marL="431800" rtl="0" algn="l">
              <a:lnSpc>
                <a:spcPct val="98000"/>
              </a:lnSpc>
              <a:spcBef>
                <a:spcPts val="800"/>
              </a:spcBef>
              <a:spcAft>
                <a:spcPts val="0"/>
              </a:spcAft>
              <a:buSzPts val="2400"/>
              <a:buNone/>
            </a:pPr>
            <a:r>
              <a:rPr b="0" i="0" lang="en-US" sz="2400" u="none">
                <a:solidFill>
                  <a:srgbClr val="0000FF"/>
                </a:solidFill>
                <a:latin typeface="Arial"/>
                <a:ea typeface="Arial"/>
                <a:cs typeface="Arial"/>
                <a:sym typeface="Arial"/>
              </a:rPr>
              <a:t>    		SELECT</a:t>
            </a:r>
            <a:r>
              <a:rPr b="0" i="0" lang="en-US" sz="2400" u="none">
                <a:solidFill>
                  <a:srgbClr val="000000"/>
                </a:solidFill>
                <a:latin typeface="Arial"/>
                <a:ea typeface="Arial"/>
                <a:cs typeface="Arial"/>
                <a:sym typeface="Arial"/>
              </a:rPr>
              <a:t> </a:t>
            </a:r>
            <a:r>
              <a:rPr b="0" i="0" lang="en-US" sz="2400" u="none">
                <a:solidFill>
                  <a:srgbClr val="808080"/>
                </a:solidFill>
                <a:latin typeface="Arial"/>
                <a:ea typeface="Arial"/>
                <a:cs typeface="Arial"/>
                <a:sym typeface="Arial"/>
              </a:rPr>
              <a:t>*</a:t>
            </a:r>
            <a:r>
              <a:rPr b="0" i="0" lang="en-US" sz="2400" u="none">
                <a:solidFill>
                  <a:srgbClr val="000000"/>
                </a:solidFill>
                <a:latin typeface="Arial"/>
                <a:ea typeface="Arial"/>
                <a:cs typeface="Arial"/>
                <a:sym typeface="Arial"/>
              </a:rPr>
              <a:t> </a:t>
            </a:r>
            <a:endParaRPr/>
          </a:p>
          <a:p>
            <a:pPr indent="-323850" lvl="0" marL="431800" rtl="0" algn="l">
              <a:lnSpc>
                <a:spcPct val="98000"/>
              </a:lnSpc>
              <a:spcBef>
                <a:spcPts val="400"/>
              </a:spcBef>
              <a:spcAft>
                <a:spcPts val="0"/>
              </a:spcAft>
              <a:buSzPts val="2400"/>
              <a:buNone/>
            </a:pPr>
            <a:r>
              <a:rPr b="0" i="0" lang="en-US" sz="2400" u="none">
                <a:solidFill>
                  <a:srgbClr val="0000FF"/>
                </a:solidFill>
                <a:latin typeface="Arial"/>
                <a:ea typeface="Arial"/>
                <a:cs typeface="Arial"/>
                <a:sym typeface="Arial"/>
              </a:rPr>
              <a:t>    		FROM</a:t>
            </a:r>
            <a:r>
              <a:rPr b="0" i="0" lang="en-US" sz="2400" u="none">
                <a:solidFill>
                  <a:srgbClr val="000000"/>
                </a:solidFill>
                <a:latin typeface="Arial"/>
                <a:ea typeface="Arial"/>
                <a:cs typeface="Arial"/>
                <a:sym typeface="Arial"/>
              </a:rPr>
              <a:t> </a:t>
            </a:r>
            <a:r>
              <a:rPr b="0" i="0" lang="en-US" sz="2400" u="none">
                <a:solidFill>
                  <a:srgbClr val="008080"/>
                </a:solidFill>
                <a:latin typeface="Arial"/>
                <a:ea typeface="Arial"/>
                <a:cs typeface="Arial"/>
                <a:sym typeface="Arial"/>
              </a:rPr>
              <a:t>PHICONG</a:t>
            </a:r>
            <a:r>
              <a:rPr b="0" i="0" lang="en-US" sz="2400" u="none">
                <a:solidFill>
                  <a:srgbClr val="000000"/>
                </a:solidFill>
                <a:latin typeface="Arial"/>
                <a:ea typeface="Arial"/>
                <a:cs typeface="Arial"/>
                <a:sym typeface="Arial"/>
              </a:rPr>
              <a:t> </a:t>
            </a:r>
            <a:r>
              <a:rPr b="0" i="0" lang="en-US" sz="2400" u="none">
                <a:solidFill>
                  <a:srgbClr val="008080"/>
                </a:solidFill>
                <a:latin typeface="Arial"/>
                <a:ea typeface="Arial"/>
                <a:cs typeface="Arial"/>
                <a:sym typeface="Arial"/>
              </a:rPr>
              <a:t>p</a:t>
            </a:r>
            <a:r>
              <a:rPr b="0" i="0" lang="en-US" sz="2400" u="none">
                <a:solidFill>
                  <a:srgbClr val="000000"/>
                </a:solidFill>
                <a:latin typeface="Arial"/>
                <a:ea typeface="Arial"/>
                <a:cs typeface="Arial"/>
                <a:sym typeface="Arial"/>
              </a:rPr>
              <a:t> </a:t>
            </a:r>
            <a:r>
              <a:rPr b="0" i="0" lang="en-US" sz="2400" u="none">
                <a:solidFill>
                  <a:srgbClr val="808080"/>
                </a:solidFill>
                <a:latin typeface="Arial"/>
                <a:ea typeface="Arial"/>
                <a:cs typeface="Arial"/>
                <a:sym typeface="Arial"/>
              </a:rPr>
              <a:t>CROSS</a:t>
            </a:r>
            <a:r>
              <a:rPr b="0" i="0" lang="en-US" sz="2400" u="none">
                <a:solidFill>
                  <a:srgbClr val="000000"/>
                </a:solidFill>
                <a:latin typeface="Arial"/>
                <a:ea typeface="Arial"/>
                <a:cs typeface="Arial"/>
                <a:sym typeface="Arial"/>
              </a:rPr>
              <a:t> </a:t>
            </a:r>
            <a:r>
              <a:rPr b="0" i="0" lang="en-US" sz="2400" u="none">
                <a:solidFill>
                  <a:srgbClr val="808080"/>
                </a:solidFill>
                <a:latin typeface="Arial"/>
                <a:ea typeface="Arial"/>
                <a:cs typeface="Arial"/>
                <a:sym typeface="Arial"/>
              </a:rPr>
              <a:t>JOIN</a:t>
            </a:r>
            <a:r>
              <a:rPr b="0" i="0" lang="en-US" sz="2400" u="none">
                <a:solidFill>
                  <a:srgbClr val="000000"/>
                </a:solidFill>
                <a:latin typeface="Arial"/>
                <a:ea typeface="Arial"/>
                <a:cs typeface="Arial"/>
                <a:sym typeface="Arial"/>
              </a:rPr>
              <a:t> </a:t>
            </a:r>
            <a:r>
              <a:rPr b="0" i="0" lang="en-US" sz="2400" u="none">
                <a:solidFill>
                  <a:srgbClr val="008080"/>
                </a:solidFill>
                <a:latin typeface="Arial"/>
                <a:ea typeface="Arial"/>
                <a:cs typeface="Arial"/>
                <a:sym typeface="Arial"/>
              </a:rPr>
              <a:t>LAMVIEC</a:t>
            </a:r>
            <a:r>
              <a:rPr b="0" i="0" lang="en-US" sz="2400" u="none">
                <a:solidFill>
                  <a:srgbClr val="000000"/>
                </a:solidFill>
                <a:latin typeface="Arial"/>
                <a:ea typeface="Arial"/>
                <a:cs typeface="Arial"/>
                <a:sym typeface="Arial"/>
              </a:rPr>
              <a:t> </a:t>
            </a:r>
            <a:r>
              <a:rPr b="0" i="0" lang="en-US" sz="2400" u="none">
                <a:solidFill>
                  <a:srgbClr val="008080"/>
                </a:solidFill>
                <a:latin typeface="Arial"/>
                <a:ea typeface="Arial"/>
                <a:cs typeface="Arial"/>
                <a:sym typeface="Arial"/>
              </a:rPr>
              <a:t>l</a:t>
            </a:r>
            <a:endParaRPr/>
          </a:p>
          <a:p>
            <a:pPr indent="-287337" lvl="2" marL="1295400" rtl="0" algn="l">
              <a:lnSpc>
                <a:spcPct val="101000"/>
              </a:lnSpc>
              <a:spcBef>
                <a:spcPts val="400"/>
              </a:spcBef>
              <a:spcAft>
                <a:spcPts val="0"/>
              </a:spcAft>
              <a:buClr>
                <a:srgbClr val="000000"/>
              </a:buClr>
              <a:buSzPts val="900"/>
              <a:buFont typeface="Noto Sans Symbols"/>
              <a:buChar char="●"/>
            </a:pPr>
            <a:r>
              <a:rPr b="0" i="0" lang="en-US" sz="2000" u="none">
                <a:solidFill>
                  <a:srgbClr val="000000"/>
                </a:solidFill>
                <a:latin typeface="Arial"/>
                <a:ea typeface="Arial"/>
                <a:cs typeface="Arial"/>
                <a:sym typeface="Arial"/>
              </a:rPr>
              <a:t>Hoặc không dùng điều kiện nối kết :</a:t>
            </a:r>
            <a:endParaRPr/>
          </a:p>
          <a:p>
            <a:pPr indent="-323850" lvl="0" marL="431800" rtl="0" algn="l">
              <a:lnSpc>
                <a:spcPct val="98000"/>
              </a:lnSpc>
              <a:spcBef>
                <a:spcPts val="800"/>
              </a:spcBef>
              <a:spcAft>
                <a:spcPts val="0"/>
              </a:spcAft>
              <a:buSzPts val="2400"/>
              <a:buNone/>
            </a:pPr>
            <a:r>
              <a:rPr b="0" i="0" lang="en-US" sz="2400" u="none">
                <a:solidFill>
                  <a:srgbClr val="008080"/>
                </a:solidFill>
                <a:latin typeface="Arial"/>
                <a:ea typeface="Arial"/>
                <a:cs typeface="Arial"/>
                <a:sym typeface="Arial"/>
              </a:rPr>
              <a:t>     	</a:t>
            </a:r>
            <a:r>
              <a:rPr b="0" i="0" lang="en-US" sz="2400" u="none">
                <a:solidFill>
                  <a:srgbClr val="0000FF"/>
                </a:solidFill>
                <a:latin typeface="Arial"/>
                <a:ea typeface="Arial"/>
                <a:cs typeface="Arial"/>
                <a:sym typeface="Arial"/>
              </a:rPr>
              <a:t>SELECT</a:t>
            </a:r>
            <a:r>
              <a:rPr b="0" i="0" lang="en-US" sz="2400" u="none">
                <a:solidFill>
                  <a:srgbClr val="008080"/>
                </a:solidFill>
                <a:latin typeface="Arial"/>
                <a:ea typeface="Arial"/>
                <a:cs typeface="Arial"/>
                <a:sym typeface="Arial"/>
              </a:rPr>
              <a:t> </a:t>
            </a:r>
            <a:r>
              <a:rPr b="0" i="0" lang="en-US" sz="2400" u="none">
                <a:solidFill>
                  <a:srgbClr val="808080"/>
                </a:solidFill>
                <a:latin typeface="Arial"/>
                <a:ea typeface="Arial"/>
                <a:cs typeface="Arial"/>
                <a:sym typeface="Arial"/>
              </a:rPr>
              <a:t>*</a:t>
            </a:r>
            <a:r>
              <a:rPr b="0" i="0" lang="en-US" sz="2400" u="none">
                <a:solidFill>
                  <a:srgbClr val="008080"/>
                </a:solidFill>
                <a:latin typeface="Arial"/>
                <a:ea typeface="Arial"/>
                <a:cs typeface="Arial"/>
                <a:sym typeface="Arial"/>
              </a:rPr>
              <a:t> </a:t>
            </a:r>
            <a:endParaRPr/>
          </a:p>
          <a:p>
            <a:pPr indent="-323850" lvl="0" marL="431800" rtl="0" algn="l">
              <a:lnSpc>
                <a:spcPct val="98000"/>
              </a:lnSpc>
              <a:spcBef>
                <a:spcPts val="400"/>
              </a:spcBef>
              <a:spcAft>
                <a:spcPts val="0"/>
              </a:spcAft>
              <a:buSzPts val="2400"/>
              <a:buNone/>
            </a:pPr>
            <a:r>
              <a:rPr b="0" i="0" lang="en-US" sz="2400" u="none">
                <a:solidFill>
                  <a:srgbClr val="0000FF"/>
                </a:solidFill>
                <a:latin typeface="Arial"/>
                <a:ea typeface="Arial"/>
                <a:cs typeface="Arial"/>
                <a:sym typeface="Arial"/>
              </a:rPr>
              <a:t>     	FROM</a:t>
            </a:r>
            <a:r>
              <a:rPr b="0" i="0" lang="en-US" sz="2400" u="none">
                <a:solidFill>
                  <a:srgbClr val="008080"/>
                </a:solidFill>
                <a:latin typeface="Arial"/>
                <a:ea typeface="Arial"/>
                <a:cs typeface="Arial"/>
                <a:sym typeface="Arial"/>
              </a:rPr>
              <a:t> PHICONG p, LAMVIEC l</a:t>
            </a:r>
            <a:endParaRPr/>
          </a:p>
          <a:p>
            <a:pPr indent="-323850" lvl="0" marL="431800" rtl="0" algn="l">
              <a:lnSpc>
                <a:spcPct val="101000"/>
              </a:lnSpc>
              <a:spcBef>
                <a:spcPts val="400"/>
              </a:spcBef>
              <a:spcAft>
                <a:spcPts val="0"/>
              </a:spcAft>
              <a:buSzPts val="2400"/>
              <a:buNone/>
            </a:pPr>
            <a:r>
              <a:t/>
            </a:r>
            <a:endParaRPr b="0" i="0" sz="2400" u="none">
              <a:solidFill>
                <a:srgbClr val="000000"/>
              </a:solidFill>
              <a:latin typeface="Arial"/>
              <a:ea typeface="Arial"/>
              <a:cs typeface="Arial"/>
              <a:sym typeface="Arial"/>
            </a:endParaRPr>
          </a:p>
          <a:p>
            <a:pPr indent="-342900" lvl="0" marL="342900" rtl="0" algn="l">
              <a:lnSpc>
                <a:spcPct val="101000"/>
              </a:lnSpc>
              <a:spcBef>
                <a:spcPts val="1400"/>
              </a:spcBef>
              <a:spcAft>
                <a:spcPts val="0"/>
              </a:spcAft>
              <a:buNone/>
            </a:pPr>
            <a:r>
              <a:t/>
            </a:r>
            <a:endParaRPr b="0" i="0" sz="2400" u="none">
              <a:solidFill>
                <a:srgbClr val="000000"/>
              </a:solidFill>
              <a:latin typeface="Arial"/>
              <a:ea typeface="Arial"/>
              <a:cs typeface="Arial"/>
              <a:sym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p58"/>
          <p:cNvSpPr txBox="1"/>
          <p:nvPr/>
        </p:nvSpPr>
        <p:spPr>
          <a:xfrm>
            <a:off x="503237" y="6886575"/>
            <a:ext cx="2346325" cy="519112"/>
          </a:xfrm>
          <a:prstGeom prst="rect">
            <a:avLst/>
          </a:prstGeom>
          <a:noFill/>
          <a:ln>
            <a:noFill/>
          </a:ln>
        </p:spPr>
        <p:txBody>
          <a:bodyPr anchorCtr="0" anchor="t" bIns="0" lIns="0" spcFirstLastPara="1" rIns="0" wrap="square" tIns="0">
            <a:noAutofit/>
          </a:bodyPr>
          <a:lstStyle/>
          <a:p>
            <a:pPr indent="0" lvl="0" marL="0" marR="0" rtl="0" algn="l">
              <a:lnSpc>
                <a:spcPct val="93000"/>
              </a:lnSpc>
              <a:spcBef>
                <a:spcPts val="0"/>
              </a:spcBef>
              <a:spcAft>
                <a:spcPts val="0"/>
              </a:spcAft>
              <a:buClr>
                <a:srgbClr val="000000"/>
              </a:buClr>
              <a:buSzPts val="1400"/>
              <a:buFont typeface="Times New Roman"/>
              <a:buNone/>
            </a:pPr>
            <a:r>
              <a:rPr b="0" i="0" lang="en-US" sz="1400" u="none">
                <a:solidFill>
                  <a:srgbClr val="000000"/>
                </a:solidFill>
                <a:latin typeface="Times New Roman"/>
                <a:ea typeface="Times New Roman"/>
                <a:cs typeface="Times New Roman"/>
                <a:sym typeface="Times New Roman"/>
              </a:rPr>
              <a:t>*</a:t>
            </a:r>
            <a:endParaRPr/>
          </a:p>
        </p:txBody>
      </p:sp>
      <p:sp>
        <p:nvSpPr>
          <p:cNvPr id="699" name="Google Shape;699;p58"/>
          <p:cNvSpPr txBox="1"/>
          <p:nvPr/>
        </p:nvSpPr>
        <p:spPr>
          <a:xfrm>
            <a:off x="7227887" y="6886575"/>
            <a:ext cx="2346325" cy="519112"/>
          </a:xfrm>
          <a:prstGeom prst="rect">
            <a:avLst/>
          </a:prstGeom>
          <a:noFill/>
          <a:ln>
            <a:noFill/>
          </a:ln>
        </p:spPr>
        <p:txBody>
          <a:bodyPr anchorCtr="0" anchor="t"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a:solidFill>
                  <a:srgbClr val="000000"/>
                </a:solidFill>
                <a:latin typeface="Times New Roman"/>
                <a:ea typeface="Times New Roman"/>
                <a:cs typeface="Times New Roman"/>
                <a:sym typeface="Times New Roman"/>
              </a:rPr>
              <a:t>‹#›</a:t>
            </a:fld>
            <a:endParaRPr/>
          </a:p>
        </p:txBody>
      </p:sp>
      <p:sp>
        <p:nvSpPr>
          <p:cNvPr id="700" name="Google Shape;700;p58"/>
          <p:cNvSpPr txBox="1"/>
          <p:nvPr>
            <p:ph type="title"/>
          </p:nvPr>
        </p:nvSpPr>
        <p:spPr>
          <a:xfrm>
            <a:off x="503237" y="301625"/>
            <a:ext cx="9070975" cy="1262062"/>
          </a:xfrm>
          <a:prstGeom prst="rect">
            <a:avLst/>
          </a:prstGeom>
          <a:noFill/>
          <a:ln>
            <a:noFill/>
          </a:ln>
        </p:spPr>
        <p:txBody>
          <a:bodyPr anchorCtr="0" anchor="ctr" bIns="0" lIns="0" spcFirstLastPara="1" rIns="0" wrap="square" tIns="0">
            <a:noAutofit/>
          </a:bodyPr>
          <a:lstStyle/>
          <a:p>
            <a:pPr indent="0" lvl="0" marL="0" rtl="0" algn="l">
              <a:lnSpc>
                <a:spcPct val="101000"/>
              </a:lnSpc>
              <a:spcBef>
                <a:spcPts val="0"/>
              </a:spcBef>
              <a:spcAft>
                <a:spcPts val="0"/>
              </a:spcAft>
              <a:buSzPts val="3200"/>
              <a:buNone/>
            </a:pPr>
            <a:r>
              <a:rPr b="1" i="0" lang="en-US" sz="3200" u="none">
                <a:solidFill>
                  <a:srgbClr val="000000"/>
                </a:solidFill>
                <a:latin typeface="Arial"/>
                <a:ea typeface="Arial"/>
                <a:cs typeface="Arial"/>
                <a:sym typeface="Arial"/>
              </a:rPr>
              <a:t>Nội dung</a:t>
            </a:r>
            <a:endParaRPr/>
          </a:p>
        </p:txBody>
      </p:sp>
      <p:sp>
        <p:nvSpPr>
          <p:cNvPr id="701" name="Google Shape;701;p58"/>
          <p:cNvSpPr txBox="1"/>
          <p:nvPr>
            <p:ph idx="1" type="body"/>
          </p:nvPr>
        </p:nvSpPr>
        <p:spPr>
          <a:xfrm>
            <a:off x="503237" y="1768475"/>
            <a:ext cx="9070975" cy="4384675"/>
          </a:xfrm>
          <a:prstGeom prst="rect">
            <a:avLst/>
          </a:prstGeom>
          <a:noFill/>
          <a:ln>
            <a:noFill/>
          </a:ln>
        </p:spPr>
        <p:txBody>
          <a:bodyPr anchorCtr="0" anchor="t" bIns="0" lIns="0" spcFirstLastPara="1" rIns="0" wrap="square" tIns="0">
            <a:noAutofit/>
          </a:bodyPr>
          <a:lstStyle/>
          <a:p>
            <a:pPr indent="-323850" lvl="0" marL="431800" rtl="0" algn="l">
              <a:lnSpc>
                <a:spcPct val="101000"/>
              </a:lnSpc>
              <a:spcBef>
                <a:spcPts val="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Giới thiệu ngôn ngữ hỏi SQL</a:t>
            </a:r>
            <a:endParaRPr/>
          </a:p>
          <a:p>
            <a:pPr indent="-323850" lvl="0" marL="431800" rtl="0" algn="l">
              <a:lnSpc>
                <a:spcPct val="101000"/>
              </a:lnSpc>
              <a:spcBef>
                <a:spcPts val="140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Các lệnh SQL căn bản</a:t>
            </a:r>
            <a:endParaRPr/>
          </a:p>
          <a:p>
            <a:pPr indent="-323850" lvl="0" marL="431800" rtl="0" algn="l">
              <a:lnSpc>
                <a:spcPct val="101000"/>
              </a:lnSpc>
              <a:spcBef>
                <a:spcPts val="1400"/>
              </a:spcBef>
              <a:spcAft>
                <a:spcPts val="0"/>
              </a:spcAft>
              <a:buClr>
                <a:srgbClr val="000000"/>
              </a:buClr>
              <a:buSzPts val="1215"/>
              <a:buFont typeface="Noto Sans Symbols"/>
              <a:buChar char="●"/>
            </a:pPr>
            <a:r>
              <a:rPr b="0" i="0" lang="en-US" sz="2700" u="none">
                <a:solidFill>
                  <a:srgbClr val="579D1C"/>
                </a:solidFill>
                <a:latin typeface="Arial"/>
                <a:ea typeface="Arial"/>
                <a:cs typeface="Arial"/>
                <a:sym typeface="Arial"/>
              </a:rPr>
              <a:t>Các lệnh SQL nâng cao</a:t>
            </a:r>
            <a:endParaRPr/>
          </a:p>
          <a:p>
            <a:pPr indent="-323850" lvl="0" marL="431800" rtl="0" algn="l">
              <a:lnSpc>
                <a:spcPct val="101000"/>
              </a:lnSpc>
              <a:spcBef>
                <a:spcPts val="1400"/>
              </a:spcBef>
              <a:spcAft>
                <a:spcPts val="0"/>
              </a:spcAft>
              <a:buSzPts val="2700"/>
              <a:buNone/>
            </a:pPr>
            <a:r>
              <a:t/>
            </a:r>
            <a:endParaRPr b="0" i="0" sz="2700" u="none">
              <a:solidFill>
                <a:srgbClr val="000000"/>
              </a:solidFill>
              <a:latin typeface="Arial"/>
              <a:ea typeface="Arial"/>
              <a:cs typeface="Arial"/>
              <a:sym typeface="Arial"/>
            </a:endParaRPr>
          </a:p>
          <a:p>
            <a:pPr indent="-323850" lvl="0" marL="431800" rtl="0" algn="l">
              <a:lnSpc>
                <a:spcPct val="101000"/>
              </a:lnSpc>
              <a:spcBef>
                <a:spcPts val="1400"/>
              </a:spcBef>
              <a:spcAft>
                <a:spcPts val="0"/>
              </a:spcAft>
              <a:buSzPts val="2700"/>
              <a:buNone/>
            </a:pPr>
            <a:r>
              <a:t/>
            </a:r>
            <a:endParaRPr b="0" i="0" sz="2700" u="none">
              <a:solidFill>
                <a:srgbClr val="000000"/>
              </a:solidFill>
              <a:latin typeface="Arial"/>
              <a:ea typeface="Arial"/>
              <a:cs typeface="Arial"/>
              <a:sym typeface="Arial"/>
            </a:endParaRPr>
          </a:p>
          <a:p>
            <a:pPr indent="-323850" lvl="0" marL="431800" rtl="0" algn="l">
              <a:lnSpc>
                <a:spcPct val="101000"/>
              </a:lnSpc>
              <a:spcBef>
                <a:spcPts val="1400"/>
              </a:spcBef>
              <a:spcAft>
                <a:spcPts val="0"/>
              </a:spcAft>
              <a:buSzPts val="2700"/>
              <a:buNone/>
            </a:pPr>
            <a:r>
              <a:t/>
            </a:r>
            <a:endParaRPr b="0" i="0" sz="2700" u="none">
              <a:solidFill>
                <a:srgbClr val="000000"/>
              </a:solidFill>
              <a:latin typeface="Arial"/>
              <a:ea typeface="Arial"/>
              <a:cs typeface="Arial"/>
              <a:sym typeface="Arial"/>
            </a:endParaRPr>
          </a:p>
          <a:p>
            <a:pPr indent="-342900" lvl="0" marL="342900" rtl="0" algn="l">
              <a:lnSpc>
                <a:spcPct val="101000"/>
              </a:lnSpc>
              <a:spcBef>
                <a:spcPts val="1400"/>
              </a:spcBef>
              <a:spcAft>
                <a:spcPts val="0"/>
              </a:spcAft>
              <a:buNone/>
            </a:pPr>
            <a:r>
              <a:t/>
            </a:r>
            <a:endParaRPr b="0" i="0" sz="2700" u="none">
              <a:solidFill>
                <a:srgbClr val="000000"/>
              </a:solidFill>
              <a:latin typeface="Arial"/>
              <a:ea typeface="Arial"/>
              <a:cs typeface="Arial"/>
              <a:sym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6" name="Shape 706"/>
        <p:cNvGrpSpPr/>
        <p:nvPr/>
      </p:nvGrpSpPr>
      <p:grpSpPr>
        <a:xfrm>
          <a:off x="0" y="0"/>
          <a:ext cx="0" cy="0"/>
          <a:chOff x="0" y="0"/>
          <a:chExt cx="0" cy="0"/>
        </a:xfrm>
      </p:grpSpPr>
      <p:sp>
        <p:nvSpPr>
          <p:cNvPr id="707" name="Google Shape;707;p59"/>
          <p:cNvSpPr txBox="1"/>
          <p:nvPr/>
        </p:nvSpPr>
        <p:spPr>
          <a:xfrm>
            <a:off x="503237" y="6886575"/>
            <a:ext cx="2346325" cy="519112"/>
          </a:xfrm>
          <a:prstGeom prst="rect">
            <a:avLst/>
          </a:prstGeom>
          <a:noFill/>
          <a:ln>
            <a:noFill/>
          </a:ln>
        </p:spPr>
        <p:txBody>
          <a:bodyPr anchorCtr="0" anchor="t" bIns="0" lIns="0" spcFirstLastPara="1" rIns="0" wrap="square" tIns="0">
            <a:noAutofit/>
          </a:bodyPr>
          <a:lstStyle/>
          <a:p>
            <a:pPr indent="0" lvl="0" marL="0" marR="0" rtl="0" algn="l">
              <a:lnSpc>
                <a:spcPct val="93000"/>
              </a:lnSpc>
              <a:spcBef>
                <a:spcPts val="0"/>
              </a:spcBef>
              <a:spcAft>
                <a:spcPts val="0"/>
              </a:spcAft>
              <a:buClr>
                <a:srgbClr val="000000"/>
              </a:buClr>
              <a:buSzPts val="1400"/>
              <a:buFont typeface="Times New Roman"/>
              <a:buNone/>
            </a:pPr>
            <a:r>
              <a:rPr b="0" i="0" lang="en-US" sz="1400" u="none">
                <a:solidFill>
                  <a:srgbClr val="000000"/>
                </a:solidFill>
                <a:latin typeface="Times New Roman"/>
                <a:ea typeface="Times New Roman"/>
                <a:cs typeface="Times New Roman"/>
                <a:sym typeface="Times New Roman"/>
              </a:rPr>
              <a:t>*</a:t>
            </a:r>
            <a:endParaRPr/>
          </a:p>
        </p:txBody>
      </p:sp>
      <p:sp>
        <p:nvSpPr>
          <p:cNvPr id="708" name="Google Shape;708;p59"/>
          <p:cNvSpPr txBox="1"/>
          <p:nvPr/>
        </p:nvSpPr>
        <p:spPr>
          <a:xfrm>
            <a:off x="7227887" y="6886575"/>
            <a:ext cx="2346325" cy="519112"/>
          </a:xfrm>
          <a:prstGeom prst="rect">
            <a:avLst/>
          </a:prstGeom>
          <a:noFill/>
          <a:ln>
            <a:noFill/>
          </a:ln>
        </p:spPr>
        <p:txBody>
          <a:bodyPr anchorCtr="0" anchor="t"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a:solidFill>
                  <a:srgbClr val="000000"/>
                </a:solidFill>
                <a:latin typeface="Times New Roman"/>
                <a:ea typeface="Times New Roman"/>
                <a:cs typeface="Times New Roman"/>
                <a:sym typeface="Times New Roman"/>
              </a:rPr>
              <a:t>‹#›</a:t>
            </a:fld>
            <a:endParaRPr/>
          </a:p>
        </p:txBody>
      </p:sp>
      <p:sp>
        <p:nvSpPr>
          <p:cNvPr id="709" name="Google Shape;709;p59"/>
          <p:cNvSpPr txBox="1"/>
          <p:nvPr>
            <p:ph type="title"/>
          </p:nvPr>
        </p:nvSpPr>
        <p:spPr>
          <a:xfrm>
            <a:off x="503237" y="301625"/>
            <a:ext cx="9070975" cy="1262062"/>
          </a:xfrm>
          <a:prstGeom prst="rect">
            <a:avLst/>
          </a:prstGeom>
          <a:noFill/>
          <a:ln>
            <a:noFill/>
          </a:ln>
        </p:spPr>
        <p:txBody>
          <a:bodyPr anchorCtr="0" anchor="ctr" bIns="0" lIns="0" spcFirstLastPara="1" rIns="0" wrap="square" tIns="0">
            <a:noAutofit/>
          </a:bodyPr>
          <a:lstStyle/>
          <a:p>
            <a:pPr indent="0" lvl="0" marL="0" rtl="0" algn="l">
              <a:lnSpc>
                <a:spcPct val="101000"/>
              </a:lnSpc>
              <a:spcBef>
                <a:spcPts val="0"/>
              </a:spcBef>
              <a:spcAft>
                <a:spcPts val="0"/>
              </a:spcAft>
              <a:buSzPts val="3200"/>
              <a:buNone/>
            </a:pPr>
            <a:r>
              <a:rPr b="1" i="0" lang="en-US" sz="3200" u="none">
                <a:solidFill>
                  <a:srgbClr val="000000"/>
                </a:solidFill>
                <a:latin typeface="Arial"/>
                <a:ea typeface="Arial"/>
                <a:cs typeface="Arial"/>
                <a:sym typeface="Arial"/>
              </a:rPr>
              <a:t> Các lệnh SQL nâng cao</a:t>
            </a:r>
            <a:endParaRPr/>
          </a:p>
        </p:txBody>
      </p:sp>
      <p:sp>
        <p:nvSpPr>
          <p:cNvPr id="710" name="Google Shape;710;p59"/>
          <p:cNvSpPr txBox="1"/>
          <p:nvPr>
            <p:ph idx="1" type="body"/>
          </p:nvPr>
        </p:nvSpPr>
        <p:spPr>
          <a:xfrm>
            <a:off x="503237" y="1768475"/>
            <a:ext cx="9070975" cy="4384675"/>
          </a:xfrm>
          <a:prstGeom prst="rect">
            <a:avLst/>
          </a:prstGeom>
          <a:noFill/>
          <a:ln>
            <a:noFill/>
          </a:ln>
        </p:spPr>
        <p:txBody>
          <a:bodyPr anchorCtr="0" anchor="t" bIns="0" lIns="0" spcFirstLastPara="1" rIns="0" wrap="square" tIns="0">
            <a:noAutofit/>
          </a:bodyPr>
          <a:lstStyle/>
          <a:p>
            <a:pPr indent="-323850" lvl="0" marL="431800" rtl="0" algn="l">
              <a:lnSpc>
                <a:spcPct val="101000"/>
              </a:lnSpc>
              <a:spcBef>
                <a:spcPts val="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 Phép kết nối</a:t>
            </a:r>
            <a:endParaRPr/>
          </a:p>
          <a:p>
            <a:pPr indent="-323850" lvl="0" marL="431800" rtl="0" algn="l">
              <a:lnSpc>
                <a:spcPct val="101000"/>
              </a:lnSpc>
              <a:spcBef>
                <a:spcPts val="140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Truy vấn lồng nhau</a:t>
            </a:r>
            <a:endParaRPr/>
          </a:p>
          <a:p>
            <a:pPr indent="-323850" lvl="0" marL="431800" rtl="0" algn="l">
              <a:lnSpc>
                <a:spcPct val="101000"/>
              </a:lnSpc>
              <a:spcBef>
                <a:spcPts val="140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Các hàm kết tập</a:t>
            </a:r>
            <a:endParaRPr/>
          </a:p>
          <a:p>
            <a:pPr indent="-323850" lvl="0" marL="431800" rtl="0" algn="l">
              <a:lnSpc>
                <a:spcPct val="101000"/>
              </a:lnSpc>
              <a:spcBef>
                <a:spcPts val="140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Gom nhóm</a:t>
            </a:r>
            <a:endParaRPr/>
          </a:p>
          <a:p>
            <a:pPr indent="-323850" lvl="0" marL="431800" rtl="0" algn="l">
              <a:lnSpc>
                <a:spcPct val="101000"/>
              </a:lnSpc>
              <a:spcBef>
                <a:spcPts val="140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Các lệnh khác</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5" name="Shape 715"/>
        <p:cNvGrpSpPr/>
        <p:nvPr/>
      </p:nvGrpSpPr>
      <p:grpSpPr>
        <a:xfrm>
          <a:off x="0" y="0"/>
          <a:ext cx="0" cy="0"/>
          <a:chOff x="0" y="0"/>
          <a:chExt cx="0" cy="0"/>
        </a:xfrm>
      </p:grpSpPr>
      <p:sp>
        <p:nvSpPr>
          <p:cNvPr id="716" name="Google Shape;716;p60"/>
          <p:cNvSpPr txBox="1"/>
          <p:nvPr>
            <p:ph type="title"/>
          </p:nvPr>
        </p:nvSpPr>
        <p:spPr>
          <a:xfrm>
            <a:off x="503237" y="301625"/>
            <a:ext cx="9070975" cy="1262062"/>
          </a:xfrm>
          <a:prstGeom prst="rect">
            <a:avLst/>
          </a:prstGeom>
          <a:noFill/>
          <a:ln>
            <a:noFill/>
          </a:ln>
        </p:spPr>
        <p:txBody>
          <a:bodyPr anchorCtr="0" anchor="ctr" bIns="0" lIns="0" spcFirstLastPara="1" rIns="0" wrap="square" tIns="0">
            <a:noAutofit/>
          </a:bodyPr>
          <a:lstStyle/>
          <a:p>
            <a:pPr indent="0" lvl="0" marL="0" rtl="0" algn="l">
              <a:lnSpc>
                <a:spcPct val="101000"/>
              </a:lnSpc>
              <a:spcBef>
                <a:spcPts val="0"/>
              </a:spcBef>
              <a:spcAft>
                <a:spcPts val="0"/>
              </a:spcAft>
              <a:buSzPts val="3200"/>
              <a:buNone/>
            </a:pPr>
            <a:r>
              <a:rPr b="1" i="0" lang="en-US" sz="3200" u="none">
                <a:solidFill>
                  <a:srgbClr val="000000"/>
                </a:solidFill>
                <a:latin typeface="Arial"/>
                <a:ea typeface="Arial"/>
                <a:cs typeface="Arial"/>
                <a:sym typeface="Arial"/>
              </a:rPr>
              <a:t> Truy vấn trên nhiều bảng</a:t>
            </a:r>
            <a:endParaRPr/>
          </a:p>
        </p:txBody>
      </p:sp>
      <p:sp>
        <p:nvSpPr>
          <p:cNvPr id="717" name="Google Shape;717;p60"/>
          <p:cNvSpPr txBox="1"/>
          <p:nvPr>
            <p:ph idx="1" type="body"/>
          </p:nvPr>
        </p:nvSpPr>
        <p:spPr>
          <a:xfrm>
            <a:off x="503237" y="1768475"/>
            <a:ext cx="9070975" cy="4384675"/>
          </a:xfrm>
          <a:prstGeom prst="rect">
            <a:avLst/>
          </a:prstGeom>
          <a:noFill/>
          <a:ln>
            <a:noFill/>
          </a:ln>
        </p:spPr>
        <p:txBody>
          <a:bodyPr anchorCtr="0" anchor="t" bIns="0" lIns="0" spcFirstLastPara="1" rIns="0" wrap="square" tIns="0">
            <a:noAutofit/>
          </a:bodyPr>
          <a:lstStyle/>
          <a:p>
            <a:pPr indent="-323850" lvl="0" marL="431800" rtl="0" algn="l">
              <a:lnSpc>
                <a:spcPct val="101000"/>
              </a:lnSpc>
              <a:spcBef>
                <a:spcPts val="0"/>
              </a:spcBef>
              <a:spcAft>
                <a:spcPts val="0"/>
              </a:spcAft>
              <a:buClr>
                <a:srgbClr val="000000"/>
              </a:buClr>
              <a:buSzPts val="1215"/>
              <a:buFont typeface="Noto Sans Symbols"/>
              <a:buChar char="●"/>
            </a:pPr>
            <a:r>
              <a:rPr b="0" i="0" lang="en-US" sz="2700" u="none">
                <a:solidFill>
                  <a:srgbClr val="111111"/>
                </a:solidFill>
                <a:latin typeface="Arial"/>
                <a:ea typeface="Arial"/>
                <a:cs typeface="Arial"/>
                <a:sym typeface="Arial"/>
              </a:rPr>
              <a:t>Phép nối kết:</a:t>
            </a:r>
            <a:endParaRPr/>
          </a:p>
          <a:p>
            <a:pPr indent="-323850" lvl="1" marL="863600" rtl="0" algn="l">
              <a:lnSpc>
                <a:spcPct val="101000"/>
              </a:lnSpc>
              <a:spcBef>
                <a:spcPts val="1400"/>
              </a:spcBef>
              <a:spcAft>
                <a:spcPts val="0"/>
              </a:spcAft>
              <a:buClr>
                <a:srgbClr val="000000"/>
              </a:buClr>
              <a:buSzPts val="1800"/>
              <a:buFont typeface="Noto Sans Symbols"/>
              <a:buChar char="−"/>
            </a:pPr>
            <a:r>
              <a:rPr b="0" i="0" lang="en-US" sz="2400" u="none">
                <a:solidFill>
                  <a:srgbClr val="111111"/>
                </a:solidFill>
                <a:latin typeface="Arial"/>
                <a:ea typeface="Arial"/>
                <a:cs typeface="Arial"/>
                <a:sym typeface="Arial"/>
              </a:rPr>
              <a:t>Kết nối tự nhiên</a:t>
            </a:r>
            <a:endParaRPr/>
          </a:p>
          <a:p>
            <a:pPr indent="-323850" lvl="1" marL="863600" rtl="0" algn="l">
              <a:lnSpc>
                <a:spcPct val="101000"/>
              </a:lnSpc>
              <a:spcBef>
                <a:spcPts val="1100"/>
              </a:spcBef>
              <a:spcAft>
                <a:spcPts val="0"/>
              </a:spcAft>
              <a:buClr>
                <a:srgbClr val="000000"/>
              </a:buClr>
              <a:buSzPts val="1800"/>
              <a:buFont typeface="Noto Sans Symbols"/>
              <a:buChar char="−"/>
            </a:pPr>
            <a:r>
              <a:rPr b="0" i="0" lang="en-US" sz="2400" u="none">
                <a:solidFill>
                  <a:srgbClr val="111111"/>
                </a:solidFill>
                <a:latin typeface="Arial"/>
                <a:ea typeface="Arial"/>
                <a:cs typeface="Arial"/>
                <a:sym typeface="Arial"/>
              </a:rPr>
              <a:t>INNER JOIN</a:t>
            </a:r>
            <a:endParaRPr/>
          </a:p>
          <a:p>
            <a:pPr indent="-323850" lvl="1" marL="863600" rtl="0" algn="l">
              <a:lnSpc>
                <a:spcPct val="101000"/>
              </a:lnSpc>
              <a:spcBef>
                <a:spcPts val="1100"/>
              </a:spcBef>
              <a:spcAft>
                <a:spcPts val="0"/>
              </a:spcAft>
              <a:buClr>
                <a:srgbClr val="000000"/>
              </a:buClr>
              <a:buSzPts val="1800"/>
              <a:buFont typeface="Noto Sans Symbols"/>
              <a:buChar char="−"/>
            </a:pPr>
            <a:r>
              <a:rPr b="0" i="0" lang="en-US" sz="2400" u="none">
                <a:solidFill>
                  <a:srgbClr val="111111"/>
                </a:solidFill>
                <a:latin typeface="Arial"/>
                <a:ea typeface="Arial"/>
                <a:cs typeface="Arial"/>
                <a:sym typeface="Arial"/>
              </a:rPr>
              <a:t>OUTER JOIN</a:t>
            </a:r>
            <a:endParaRPr/>
          </a:p>
          <a:p>
            <a:pPr indent="-323850" lvl="0" marL="431800" rtl="0" algn="l">
              <a:lnSpc>
                <a:spcPct val="101000"/>
              </a:lnSpc>
              <a:spcBef>
                <a:spcPts val="1100"/>
              </a:spcBef>
              <a:spcAft>
                <a:spcPts val="0"/>
              </a:spcAft>
              <a:buClr>
                <a:srgbClr val="000000"/>
              </a:buClr>
              <a:buSzPts val="1215"/>
              <a:buFont typeface="Noto Sans Symbols"/>
              <a:buChar char="●"/>
            </a:pPr>
            <a:r>
              <a:rPr b="0" i="0" lang="en-US" sz="2700" u="none">
                <a:solidFill>
                  <a:srgbClr val="111111"/>
                </a:solidFill>
                <a:latin typeface="Arial"/>
                <a:ea typeface="Arial"/>
                <a:cs typeface="Arial"/>
                <a:sym typeface="Arial"/>
              </a:rPr>
              <a:t>Truy vấn lồng nhau</a:t>
            </a:r>
            <a:endParaRPr/>
          </a:p>
          <a:p>
            <a:pPr indent="-323850" lvl="1" marL="863600" rtl="0" algn="l">
              <a:lnSpc>
                <a:spcPct val="101000"/>
              </a:lnSpc>
              <a:spcBef>
                <a:spcPts val="1400"/>
              </a:spcBef>
              <a:spcAft>
                <a:spcPts val="0"/>
              </a:spcAft>
              <a:buClr>
                <a:srgbClr val="000000"/>
              </a:buClr>
              <a:buSzPts val="1800"/>
              <a:buFont typeface="Noto Sans Symbols"/>
              <a:buChar char="−"/>
            </a:pPr>
            <a:r>
              <a:rPr b="0" i="0" lang="en-US" sz="2400" u="none">
                <a:solidFill>
                  <a:srgbClr val="111111"/>
                </a:solidFill>
                <a:latin typeface="Arial"/>
                <a:ea typeface="Arial"/>
                <a:cs typeface="Arial"/>
                <a:sym typeface="Arial"/>
              </a:rPr>
              <a:t>Trả về một giá trị</a:t>
            </a:r>
            <a:endParaRPr/>
          </a:p>
          <a:p>
            <a:pPr indent="-323850" lvl="1" marL="863600" rtl="0" algn="l">
              <a:lnSpc>
                <a:spcPct val="101000"/>
              </a:lnSpc>
              <a:spcBef>
                <a:spcPts val="1100"/>
              </a:spcBef>
              <a:spcAft>
                <a:spcPts val="0"/>
              </a:spcAft>
              <a:buClr>
                <a:srgbClr val="000000"/>
              </a:buClr>
              <a:buSzPts val="1800"/>
              <a:buFont typeface="Noto Sans Symbols"/>
              <a:buChar char="−"/>
            </a:pPr>
            <a:r>
              <a:rPr b="0" i="0" lang="en-US" sz="2400" u="none">
                <a:solidFill>
                  <a:srgbClr val="111111"/>
                </a:solidFill>
                <a:latin typeface="Arial"/>
                <a:ea typeface="Arial"/>
                <a:cs typeface="Arial"/>
                <a:sym typeface="Arial"/>
              </a:rPr>
              <a:t>Trả về nhiều giá trị</a:t>
            </a:r>
            <a:endParaRPr/>
          </a:p>
          <a:p>
            <a:pPr indent="-342900" lvl="0" marL="342900" rtl="0" algn="l">
              <a:lnSpc>
                <a:spcPct val="101000"/>
              </a:lnSpc>
              <a:spcBef>
                <a:spcPts val="1100"/>
              </a:spcBef>
              <a:spcAft>
                <a:spcPts val="0"/>
              </a:spcAft>
              <a:buNone/>
            </a:pPr>
            <a:r>
              <a:t/>
            </a:r>
            <a:endParaRPr b="0" i="0" sz="2400" u="none">
              <a:solidFill>
                <a:srgbClr val="111111"/>
              </a:solidFill>
              <a:latin typeface="Arial"/>
              <a:ea typeface="Arial"/>
              <a:cs typeface="Arial"/>
              <a:sym typeface="Arial"/>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p61"/>
          <p:cNvSpPr txBox="1"/>
          <p:nvPr>
            <p:ph type="title"/>
          </p:nvPr>
        </p:nvSpPr>
        <p:spPr>
          <a:xfrm>
            <a:off x="503237" y="301625"/>
            <a:ext cx="9070975" cy="1262062"/>
          </a:xfrm>
          <a:prstGeom prst="rect">
            <a:avLst/>
          </a:prstGeom>
          <a:noFill/>
          <a:ln>
            <a:noFill/>
          </a:ln>
        </p:spPr>
        <p:txBody>
          <a:bodyPr anchorCtr="0" anchor="ctr" bIns="0" lIns="0" spcFirstLastPara="1" rIns="0" wrap="square" tIns="0">
            <a:noAutofit/>
          </a:bodyPr>
          <a:lstStyle/>
          <a:p>
            <a:pPr indent="0" lvl="0" marL="0" rtl="0" algn="l">
              <a:lnSpc>
                <a:spcPct val="101000"/>
              </a:lnSpc>
              <a:spcBef>
                <a:spcPts val="0"/>
              </a:spcBef>
              <a:spcAft>
                <a:spcPts val="0"/>
              </a:spcAft>
              <a:buSzPts val="3200"/>
              <a:buNone/>
            </a:pPr>
            <a:r>
              <a:rPr b="1" i="0" lang="en-US" sz="3200" u="none">
                <a:solidFill>
                  <a:srgbClr val="000000"/>
                </a:solidFill>
                <a:latin typeface="Arial"/>
                <a:ea typeface="Arial"/>
                <a:cs typeface="Arial"/>
                <a:sym typeface="Arial"/>
              </a:rPr>
              <a:t> Phép nối kết (join)</a:t>
            </a:r>
            <a:endParaRPr/>
          </a:p>
        </p:txBody>
      </p:sp>
      <p:sp>
        <p:nvSpPr>
          <p:cNvPr id="724" name="Google Shape;724;p61"/>
          <p:cNvSpPr txBox="1"/>
          <p:nvPr>
            <p:ph idx="1" type="body"/>
          </p:nvPr>
        </p:nvSpPr>
        <p:spPr>
          <a:xfrm>
            <a:off x="503237" y="1552575"/>
            <a:ext cx="9070975" cy="5362575"/>
          </a:xfrm>
          <a:prstGeom prst="rect">
            <a:avLst/>
          </a:prstGeom>
          <a:noFill/>
          <a:ln>
            <a:noFill/>
          </a:ln>
        </p:spPr>
        <p:txBody>
          <a:bodyPr anchorCtr="0" anchor="t" bIns="0" lIns="0" spcFirstLastPara="1" rIns="0" wrap="square" tIns="0">
            <a:noAutofit/>
          </a:bodyPr>
          <a:lstStyle/>
          <a:p>
            <a:pPr indent="-323850" lvl="0" marL="431800" rtl="0" algn="l">
              <a:lnSpc>
                <a:spcPct val="101000"/>
              </a:lnSpc>
              <a:spcBef>
                <a:spcPts val="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Cho phép kết hợp các dòng giữa hai hay nhiều bảng dựa trên </a:t>
            </a:r>
            <a:r>
              <a:rPr b="1" i="0" lang="en-US" sz="2700" u="none">
                <a:solidFill>
                  <a:srgbClr val="990000"/>
                </a:solidFill>
                <a:latin typeface="Arial"/>
                <a:ea typeface="Arial"/>
                <a:cs typeface="Arial"/>
                <a:sym typeface="Arial"/>
              </a:rPr>
              <a:t>các cột giống nhau</a:t>
            </a:r>
            <a:r>
              <a:rPr b="0" i="0" lang="en-US" sz="2700" u="none">
                <a:solidFill>
                  <a:srgbClr val="000000"/>
                </a:solidFill>
                <a:latin typeface="Arial"/>
                <a:ea typeface="Arial"/>
                <a:cs typeface="Arial"/>
                <a:sym typeface="Arial"/>
              </a:rPr>
              <a:t> giữa các bảng này</a:t>
            </a:r>
            <a:endParaRPr/>
          </a:p>
          <a:p>
            <a:pPr indent="-323850" lvl="0" marL="431800" rtl="0" algn="l">
              <a:lnSpc>
                <a:spcPct val="101000"/>
              </a:lnSpc>
              <a:spcBef>
                <a:spcPts val="140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Ba kiểu nối kết :</a:t>
            </a:r>
            <a:endParaRPr/>
          </a:p>
          <a:p>
            <a:pPr indent="-323850" lvl="1" marL="863600" rtl="0" algn="l">
              <a:lnSpc>
                <a:spcPct val="101000"/>
              </a:lnSpc>
              <a:spcBef>
                <a:spcPts val="1400"/>
              </a:spcBef>
              <a:spcAft>
                <a:spcPts val="0"/>
              </a:spcAft>
              <a:buClr>
                <a:srgbClr val="000000"/>
              </a:buClr>
              <a:buSzPts val="1800"/>
              <a:buFont typeface="Noto Sans Symbols"/>
              <a:buChar char="−"/>
            </a:pPr>
            <a:r>
              <a:rPr b="0" i="0" lang="en-US" sz="2400" u="none">
                <a:solidFill>
                  <a:srgbClr val="000000"/>
                </a:solidFill>
                <a:latin typeface="Arial"/>
                <a:ea typeface="Arial"/>
                <a:cs typeface="Arial"/>
                <a:sym typeface="Arial"/>
              </a:rPr>
              <a:t>Phép kết nối tự nhiên NATURAL JOIN</a:t>
            </a:r>
            <a:endParaRPr/>
          </a:p>
          <a:p>
            <a:pPr indent="-323850" lvl="1" marL="863600" rtl="0" algn="l">
              <a:lnSpc>
                <a:spcPct val="101000"/>
              </a:lnSpc>
              <a:spcBef>
                <a:spcPts val="1100"/>
              </a:spcBef>
              <a:spcAft>
                <a:spcPts val="0"/>
              </a:spcAft>
              <a:buClr>
                <a:srgbClr val="000000"/>
              </a:buClr>
              <a:buSzPts val="1800"/>
              <a:buFont typeface="Noto Sans Symbols"/>
              <a:buChar char="−"/>
            </a:pPr>
            <a:r>
              <a:rPr b="0" i="0" lang="en-US" sz="2400" u="none">
                <a:solidFill>
                  <a:srgbClr val="000000"/>
                </a:solidFill>
                <a:latin typeface="Arial"/>
                <a:ea typeface="Arial"/>
                <a:cs typeface="Arial"/>
                <a:sym typeface="Arial"/>
              </a:rPr>
              <a:t>Phép nối kết đơn giản INNER JOIN</a:t>
            </a:r>
            <a:endParaRPr/>
          </a:p>
          <a:p>
            <a:pPr indent="-323850" lvl="1" marL="863600" rtl="0" algn="l">
              <a:lnSpc>
                <a:spcPct val="101000"/>
              </a:lnSpc>
              <a:spcBef>
                <a:spcPts val="1100"/>
              </a:spcBef>
              <a:spcAft>
                <a:spcPts val="0"/>
              </a:spcAft>
              <a:buClr>
                <a:srgbClr val="000000"/>
              </a:buClr>
              <a:buSzPts val="1800"/>
              <a:buFont typeface="Noto Sans Symbols"/>
              <a:buChar char="−"/>
            </a:pPr>
            <a:r>
              <a:rPr b="0" i="0" lang="en-US" sz="2400" u="none">
                <a:solidFill>
                  <a:srgbClr val="000000"/>
                </a:solidFill>
                <a:latin typeface="Arial"/>
                <a:ea typeface="Arial"/>
                <a:cs typeface="Arial"/>
                <a:sym typeface="Arial"/>
              </a:rPr>
              <a:t>Các phép nối  kết OUTER JOIN</a:t>
            </a:r>
            <a:endParaRPr/>
          </a:p>
          <a:p>
            <a:pPr indent="-287337" lvl="2" marL="1295400" rtl="0" algn="l">
              <a:lnSpc>
                <a:spcPct val="101000"/>
              </a:lnSpc>
              <a:spcBef>
                <a:spcPts val="1100"/>
              </a:spcBef>
              <a:spcAft>
                <a:spcPts val="0"/>
              </a:spcAft>
              <a:buClr>
                <a:srgbClr val="000000"/>
              </a:buClr>
              <a:buSzPts val="900"/>
              <a:buFont typeface="Noto Sans Symbols"/>
              <a:buChar char="●"/>
            </a:pPr>
            <a:r>
              <a:rPr b="0" i="0" lang="en-US" sz="2000" u="none">
                <a:solidFill>
                  <a:srgbClr val="000000"/>
                </a:solidFill>
                <a:latin typeface="Arial"/>
                <a:ea typeface="Arial"/>
                <a:cs typeface="Arial"/>
                <a:sym typeface="Arial"/>
              </a:rPr>
              <a:t>LEFT JOIN (mở rộng trái)</a:t>
            </a:r>
            <a:endParaRPr/>
          </a:p>
          <a:p>
            <a:pPr indent="-287337" lvl="2" marL="1295400" rtl="0" algn="l">
              <a:lnSpc>
                <a:spcPct val="101000"/>
              </a:lnSpc>
              <a:spcBef>
                <a:spcPts val="800"/>
              </a:spcBef>
              <a:spcAft>
                <a:spcPts val="0"/>
              </a:spcAft>
              <a:buClr>
                <a:srgbClr val="000000"/>
              </a:buClr>
              <a:buSzPts val="900"/>
              <a:buFont typeface="Noto Sans Symbols"/>
              <a:buChar char="●"/>
            </a:pPr>
            <a:r>
              <a:rPr b="0" i="0" lang="en-US" sz="2000" u="none">
                <a:solidFill>
                  <a:srgbClr val="000000"/>
                </a:solidFill>
                <a:latin typeface="Arial"/>
                <a:ea typeface="Arial"/>
                <a:cs typeface="Arial"/>
                <a:sym typeface="Arial"/>
              </a:rPr>
              <a:t>RIGHT JOIN (mở rộng phải)</a:t>
            </a:r>
            <a:endParaRPr/>
          </a:p>
          <a:p>
            <a:pPr indent="-287337" lvl="2" marL="1295400" rtl="0" algn="l">
              <a:lnSpc>
                <a:spcPct val="101000"/>
              </a:lnSpc>
              <a:spcBef>
                <a:spcPts val="800"/>
              </a:spcBef>
              <a:spcAft>
                <a:spcPts val="0"/>
              </a:spcAft>
              <a:buClr>
                <a:srgbClr val="000000"/>
              </a:buClr>
              <a:buSzPts val="900"/>
              <a:buFont typeface="Noto Sans Symbols"/>
              <a:buChar char="●"/>
            </a:pPr>
            <a:r>
              <a:rPr b="0" i="0" lang="en-US" sz="2000" u="none">
                <a:solidFill>
                  <a:srgbClr val="000000"/>
                </a:solidFill>
                <a:latin typeface="Arial"/>
                <a:ea typeface="Arial"/>
                <a:cs typeface="Arial"/>
                <a:sym typeface="Arial"/>
              </a:rPr>
              <a:t>FULL JOIN (mở rộng hai bên)</a:t>
            </a:r>
            <a:endParaRPr/>
          </a:p>
          <a:p>
            <a:pPr indent="-323850" lvl="0" marL="431800" rtl="0" algn="l">
              <a:lnSpc>
                <a:spcPct val="101000"/>
              </a:lnSpc>
              <a:spcBef>
                <a:spcPts val="80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Khái niệm JOIN này có thể dễ hiểu hơn là việc gộp tất cả các đk chọn và đk nối kết trong mệnh đề WHERE.</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9" name="Shape 729"/>
        <p:cNvGrpSpPr/>
        <p:nvPr/>
      </p:nvGrpSpPr>
      <p:grpSpPr>
        <a:xfrm>
          <a:off x="0" y="0"/>
          <a:ext cx="0" cy="0"/>
          <a:chOff x="0" y="0"/>
          <a:chExt cx="0" cy="0"/>
        </a:xfrm>
      </p:grpSpPr>
      <p:sp>
        <p:nvSpPr>
          <p:cNvPr id="730" name="Google Shape;730;p62"/>
          <p:cNvSpPr txBox="1"/>
          <p:nvPr>
            <p:ph type="title"/>
          </p:nvPr>
        </p:nvSpPr>
        <p:spPr>
          <a:xfrm>
            <a:off x="503237" y="301625"/>
            <a:ext cx="9070975" cy="1262062"/>
          </a:xfrm>
          <a:prstGeom prst="rect">
            <a:avLst/>
          </a:prstGeom>
          <a:noFill/>
          <a:ln>
            <a:noFill/>
          </a:ln>
        </p:spPr>
        <p:txBody>
          <a:bodyPr anchorCtr="0" anchor="ctr" bIns="0" lIns="0" spcFirstLastPara="1" rIns="0" wrap="square" tIns="0">
            <a:noAutofit/>
          </a:bodyPr>
          <a:lstStyle/>
          <a:p>
            <a:pPr indent="0" lvl="0" marL="0" rtl="0" algn="l">
              <a:lnSpc>
                <a:spcPct val="101000"/>
              </a:lnSpc>
              <a:spcBef>
                <a:spcPts val="0"/>
              </a:spcBef>
              <a:spcAft>
                <a:spcPts val="0"/>
              </a:spcAft>
              <a:buSzPts val="3200"/>
              <a:buNone/>
            </a:pPr>
            <a:r>
              <a:rPr b="1" i="0" lang="en-US" sz="3200" u="none">
                <a:solidFill>
                  <a:srgbClr val="000000"/>
                </a:solidFill>
                <a:latin typeface="Arial"/>
                <a:ea typeface="Arial"/>
                <a:cs typeface="Arial"/>
                <a:sym typeface="Arial"/>
              </a:rPr>
              <a:t> NATURAL JOIN</a:t>
            </a:r>
            <a:endParaRPr/>
          </a:p>
        </p:txBody>
      </p:sp>
      <p:sp>
        <p:nvSpPr>
          <p:cNvPr id="731" name="Google Shape;731;p62"/>
          <p:cNvSpPr txBox="1"/>
          <p:nvPr>
            <p:ph idx="1" type="body"/>
          </p:nvPr>
        </p:nvSpPr>
        <p:spPr>
          <a:xfrm>
            <a:off x="503237" y="1768475"/>
            <a:ext cx="9070975" cy="4814887"/>
          </a:xfrm>
          <a:prstGeom prst="rect">
            <a:avLst/>
          </a:prstGeom>
          <a:noFill/>
          <a:ln>
            <a:noFill/>
          </a:ln>
        </p:spPr>
        <p:txBody>
          <a:bodyPr anchorCtr="0" anchor="t" bIns="0" lIns="0" spcFirstLastPara="1" rIns="0" wrap="square" tIns="0">
            <a:noAutofit/>
          </a:bodyPr>
          <a:lstStyle/>
          <a:p>
            <a:pPr indent="-323850" lvl="0" marL="431800" rtl="0" algn="l">
              <a:lnSpc>
                <a:spcPct val="101000"/>
              </a:lnSpc>
              <a:spcBef>
                <a:spcPts val="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Tương tự ĐSQH, nối kết tự nhiên cho phép nối kết giữa hai bảng</a:t>
            </a:r>
            <a:endParaRPr/>
          </a:p>
          <a:p>
            <a:pPr indent="-323850" lvl="1" marL="863600" rtl="0" algn="l">
              <a:lnSpc>
                <a:spcPct val="101000"/>
              </a:lnSpc>
              <a:spcBef>
                <a:spcPts val="1400"/>
              </a:spcBef>
              <a:spcAft>
                <a:spcPts val="0"/>
              </a:spcAft>
              <a:buClr>
                <a:srgbClr val="000000"/>
              </a:buClr>
              <a:buSzPts val="1800"/>
              <a:buFont typeface="Noto Sans Symbols"/>
              <a:buChar char="−"/>
            </a:pPr>
            <a:r>
              <a:rPr b="0" i="0" lang="en-US" sz="2400" u="none">
                <a:solidFill>
                  <a:srgbClr val="000000"/>
                </a:solidFill>
                <a:latin typeface="Arial"/>
                <a:ea typeface="Arial"/>
                <a:cs typeface="Arial"/>
                <a:sym typeface="Arial"/>
              </a:rPr>
              <a:t>Không yêu cầu chỉ ra đk nối kết</a:t>
            </a:r>
            <a:endParaRPr/>
          </a:p>
          <a:p>
            <a:pPr indent="-323850" lvl="1" marL="863600" rtl="0" algn="l">
              <a:lnSpc>
                <a:spcPct val="101000"/>
              </a:lnSpc>
              <a:spcBef>
                <a:spcPts val="1100"/>
              </a:spcBef>
              <a:spcAft>
                <a:spcPts val="0"/>
              </a:spcAft>
              <a:buClr>
                <a:srgbClr val="000000"/>
              </a:buClr>
              <a:buSzPts val="1800"/>
              <a:buFont typeface="Noto Sans Symbols"/>
              <a:buChar char="−"/>
            </a:pPr>
            <a:r>
              <a:rPr b="0" i="0" lang="en-US" sz="2400" u="none">
                <a:solidFill>
                  <a:srgbClr val="000000"/>
                </a:solidFill>
                <a:latin typeface="Arial"/>
                <a:ea typeface="Arial"/>
                <a:cs typeface="Arial"/>
                <a:sym typeface="Arial"/>
              </a:rPr>
              <a:t>Nối kết ngầm định giữa hai thuộc tính cùng tên giữa 2 bảng </a:t>
            </a:r>
            <a:endParaRPr/>
          </a:p>
          <a:p>
            <a:pPr indent="-323850" lvl="1" marL="863600" rtl="0" algn="l">
              <a:lnSpc>
                <a:spcPct val="101000"/>
              </a:lnSpc>
              <a:spcBef>
                <a:spcPts val="1100"/>
              </a:spcBef>
              <a:spcAft>
                <a:spcPts val="0"/>
              </a:spcAft>
              <a:buClr>
                <a:srgbClr val="000000"/>
              </a:buClr>
              <a:buSzPts val="1800"/>
              <a:buFont typeface="Noto Sans Symbols"/>
              <a:buChar char="−"/>
            </a:pPr>
            <a:r>
              <a:rPr b="0" i="0" lang="en-US" sz="2400" u="none">
                <a:solidFill>
                  <a:srgbClr val="000000"/>
                </a:solidFill>
                <a:latin typeface="Arial"/>
                <a:ea typeface="Arial"/>
                <a:cs typeface="Arial"/>
                <a:sym typeface="Arial"/>
              </a:rPr>
              <a:t>Hai thuộc tính cùng tên này chỉ xuất hiện 1 lần trong quan hệ kết quả</a:t>
            </a:r>
            <a:endParaRPr/>
          </a:p>
          <a:p>
            <a:pPr indent="-323850" lvl="0" marL="431800" rtl="0" algn="l">
              <a:lnSpc>
                <a:spcPct val="101000"/>
              </a:lnSpc>
              <a:spcBef>
                <a:spcPts val="110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Ví dụ: </a:t>
            </a:r>
            <a:r>
              <a:rPr b="0" i="0" lang="en-US" sz="2600" u="none">
                <a:solidFill>
                  <a:srgbClr val="111111"/>
                </a:solidFill>
                <a:latin typeface="Arial"/>
                <a:ea typeface="Arial"/>
                <a:cs typeface="Arial"/>
                <a:sym typeface="Arial"/>
              </a:rPr>
              <a:t>Tìm mã và họ tên phi công có số ngày làm việc cho một công ty bất kỳ lớn hơn 20 ngày</a:t>
            </a:r>
            <a:endParaRPr/>
          </a:p>
          <a:p>
            <a:pPr indent="-323850" lvl="0" marL="431800" rtl="0" algn="l">
              <a:lnSpc>
                <a:spcPct val="98000"/>
              </a:lnSpc>
              <a:spcBef>
                <a:spcPts val="1400"/>
              </a:spcBef>
              <a:spcAft>
                <a:spcPts val="0"/>
              </a:spcAft>
              <a:buSzPts val="2600"/>
              <a:buNone/>
            </a:pPr>
            <a:r>
              <a:rPr b="0" i="0" lang="en-US" sz="2600" u="none">
                <a:solidFill>
                  <a:srgbClr val="0000FF"/>
                </a:solidFill>
                <a:latin typeface="Arial"/>
                <a:ea typeface="Arial"/>
                <a:cs typeface="Arial"/>
                <a:sym typeface="Arial"/>
              </a:rPr>
              <a:t>SELECT</a:t>
            </a:r>
            <a:r>
              <a:rPr b="0" i="0" lang="en-US" sz="2600" u="none">
                <a:solidFill>
                  <a:srgbClr val="111111"/>
                </a:solidFill>
                <a:latin typeface="Arial"/>
                <a:ea typeface="Arial"/>
                <a:cs typeface="Arial"/>
                <a:sym typeface="Arial"/>
              </a:rPr>
              <a:t> </a:t>
            </a:r>
            <a:r>
              <a:rPr b="0" i="0" lang="en-US" sz="2600" u="none">
                <a:solidFill>
                  <a:srgbClr val="990000"/>
                </a:solidFill>
                <a:latin typeface="Arial"/>
                <a:ea typeface="Arial"/>
                <a:cs typeface="Arial"/>
                <a:sym typeface="Arial"/>
              </a:rPr>
              <a:t>DISTINCT </a:t>
            </a:r>
            <a:r>
              <a:rPr b="0" i="0" lang="en-US" sz="2600" u="none">
                <a:solidFill>
                  <a:srgbClr val="008080"/>
                </a:solidFill>
                <a:latin typeface="Arial"/>
                <a:ea typeface="Arial"/>
                <a:cs typeface="Arial"/>
                <a:sym typeface="Arial"/>
              </a:rPr>
              <a:t>p.MPC, hoten</a:t>
            </a:r>
            <a:r>
              <a:rPr b="0" i="0" lang="en-US" sz="2600" u="none">
                <a:solidFill>
                  <a:srgbClr val="111111"/>
                </a:solidFill>
                <a:latin typeface="Arial"/>
                <a:ea typeface="Arial"/>
                <a:cs typeface="Arial"/>
                <a:sym typeface="Arial"/>
              </a:rPr>
              <a:t> </a:t>
            </a:r>
            <a:endParaRPr/>
          </a:p>
          <a:p>
            <a:pPr indent="-323850" lvl="0" marL="431800" rtl="0" algn="l">
              <a:lnSpc>
                <a:spcPct val="98000"/>
              </a:lnSpc>
              <a:spcBef>
                <a:spcPts val="400"/>
              </a:spcBef>
              <a:spcAft>
                <a:spcPts val="0"/>
              </a:spcAft>
              <a:buSzPts val="2600"/>
              <a:buNone/>
            </a:pPr>
            <a:r>
              <a:rPr b="0" i="0" lang="en-US" sz="2600" u="none">
                <a:solidFill>
                  <a:srgbClr val="0000FF"/>
                </a:solidFill>
                <a:latin typeface="Arial"/>
                <a:ea typeface="Arial"/>
                <a:cs typeface="Arial"/>
                <a:sym typeface="Arial"/>
              </a:rPr>
              <a:t>FROM</a:t>
            </a:r>
            <a:r>
              <a:rPr b="0" i="0" lang="en-US" sz="2600" u="none">
                <a:solidFill>
                  <a:srgbClr val="111111"/>
                </a:solidFill>
                <a:latin typeface="Arial"/>
                <a:ea typeface="Arial"/>
                <a:cs typeface="Arial"/>
                <a:sym typeface="Arial"/>
              </a:rPr>
              <a:t> </a:t>
            </a:r>
            <a:r>
              <a:rPr b="0" i="0" lang="en-US" sz="2600" u="none">
                <a:solidFill>
                  <a:srgbClr val="008080"/>
                </a:solidFill>
                <a:latin typeface="Arial"/>
                <a:ea typeface="Arial"/>
                <a:cs typeface="Arial"/>
                <a:sym typeface="Arial"/>
              </a:rPr>
              <a:t>LAMVIEC l </a:t>
            </a:r>
            <a:r>
              <a:rPr b="0" i="0" lang="en-US" sz="2600" u="none">
                <a:solidFill>
                  <a:srgbClr val="800000"/>
                </a:solidFill>
                <a:latin typeface="Arial"/>
                <a:ea typeface="Arial"/>
                <a:cs typeface="Arial"/>
                <a:sym typeface="Arial"/>
              </a:rPr>
              <a:t>NATURAL JOIN </a:t>
            </a:r>
            <a:r>
              <a:rPr b="0" i="0" lang="en-US" sz="2600" u="none">
                <a:solidFill>
                  <a:srgbClr val="008080"/>
                </a:solidFill>
                <a:latin typeface="Arial"/>
                <a:ea typeface="Arial"/>
                <a:cs typeface="Arial"/>
                <a:sym typeface="Arial"/>
              </a:rPr>
              <a:t>PHICONG p </a:t>
            </a:r>
            <a:r>
              <a:rPr b="0" i="0" lang="en-US" sz="2600" u="none">
                <a:solidFill>
                  <a:srgbClr val="111111"/>
                </a:solidFill>
                <a:latin typeface="Arial"/>
                <a:ea typeface="Arial"/>
                <a:cs typeface="Arial"/>
                <a:sym typeface="Arial"/>
              </a:rPr>
              <a:t> </a:t>
            </a:r>
            <a:endParaRPr/>
          </a:p>
          <a:p>
            <a:pPr indent="-323850" lvl="0" marL="431800" rtl="0" algn="l">
              <a:lnSpc>
                <a:spcPct val="98000"/>
              </a:lnSpc>
              <a:spcBef>
                <a:spcPts val="400"/>
              </a:spcBef>
              <a:spcAft>
                <a:spcPts val="0"/>
              </a:spcAft>
              <a:buSzPts val="2600"/>
              <a:buNone/>
            </a:pPr>
            <a:r>
              <a:rPr b="0" i="0" lang="en-US" sz="2600" u="none">
                <a:solidFill>
                  <a:srgbClr val="0000FF"/>
                </a:solidFill>
                <a:latin typeface="Arial"/>
                <a:ea typeface="Arial"/>
                <a:cs typeface="Arial"/>
                <a:sym typeface="Arial"/>
              </a:rPr>
              <a:t>WHERE</a:t>
            </a:r>
            <a:r>
              <a:rPr b="0" i="0" lang="en-US" sz="2600" u="none">
                <a:solidFill>
                  <a:srgbClr val="808080"/>
                </a:solidFill>
                <a:latin typeface="Arial"/>
                <a:ea typeface="Arial"/>
                <a:cs typeface="Arial"/>
                <a:sym typeface="Arial"/>
              </a:rPr>
              <a:t> </a:t>
            </a:r>
            <a:r>
              <a:rPr b="0" i="0" lang="en-US" sz="2600" u="none">
                <a:solidFill>
                  <a:srgbClr val="008080"/>
                </a:solidFill>
                <a:latin typeface="Arial"/>
                <a:ea typeface="Arial"/>
                <a:cs typeface="Arial"/>
                <a:sym typeface="Arial"/>
              </a:rPr>
              <a:t>songay &gt; 20</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6" name="Shape 736"/>
        <p:cNvGrpSpPr/>
        <p:nvPr/>
      </p:nvGrpSpPr>
      <p:grpSpPr>
        <a:xfrm>
          <a:off x="0" y="0"/>
          <a:ext cx="0" cy="0"/>
          <a:chOff x="0" y="0"/>
          <a:chExt cx="0" cy="0"/>
        </a:xfrm>
      </p:grpSpPr>
      <p:sp>
        <p:nvSpPr>
          <p:cNvPr id="737" name="Google Shape;737;p63"/>
          <p:cNvSpPr txBox="1"/>
          <p:nvPr>
            <p:ph type="title"/>
          </p:nvPr>
        </p:nvSpPr>
        <p:spPr>
          <a:xfrm>
            <a:off x="503237" y="301625"/>
            <a:ext cx="9070975" cy="1262062"/>
          </a:xfrm>
          <a:prstGeom prst="rect">
            <a:avLst/>
          </a:prstGeom>
          <a:noFill/>
          <a:ln>
            <a:noFill/>
          </a:ln>
        </p:spPr>
        <p:txBody>
          <a:bodyPr anchorCtr="0" anchor="ctr" bIns="0" lIns="0" spcFirstLastPara="1" rIns="0" wrap="square" tIns="0">
            <a:noAutofit/>
          </a:bodyPr>
          <a:lstStyle/>
          <a:p>
            <a:pPr indent="0" lvl="0" marL="0" rtl="0" algn="l">
              <a:lnSpc>
                <a:spcPct val="101000"/>
              </a:lnSpc>
              <a:spcBef>
                <a:spcPts val="0"/>
              </a:spcBef>
              <a:spcAft>
                <a:spcPts val="0"/>
              </a:spcAft>
              <a:buSzPts val="3200"/>
              <a:buNone/>
            </a:pPr>
            <a:r>
              <a:rPr b="1" i="0" lang="en-US" sz="3200" u="none">
                <a:solidFill>
                  <a:srgbClr val="000000"/>
                </a:solidFill>
                <a:latin typeface="Arial"/>
                <a:ea typeface="Arial"/>
                <a:cs typeface="Arial"/>
                <a:sym typeface="Arial"/>
              </a:rPr>
              <a:t> NATURAL JOIN</a:t>
            </a:r>
            <a:endParaRPr/>
          </a:p>
        </p:txBody>
      </p:sp>
      <p:sp>
        <p:nvSpPr>
          <p:cNvPr id="738" name="Google Shape;738;p63"/>
          <p:cNvSpPr txBox="1"/>
          <p:nvPr>
            <p:ph idx="1" type="body"/>
          </p:nvPr>
        </p:nvSpPr>
        <p:spPr>
          <a:xfrm>
            <a:off x="503237" y="1768475"/>
            <a:ext cx="9070975" cy="4814887"/>
          </a:xfrm>
          <a:prstGeom prst="rect">
            <a:avLst/>
          </a:prstGeom>
          <a:noFill/>
          <a:ln>
            <a:noFill/>
          </a:ln>
        </p:spPr>
        <p:txBody>
          <a:bodyPr anchorCtr="0" anchor="t" bIns="0" lIns="0" spcFirstLastPara="1" rIns="0" wrap="square" tIns="0">
            <a:noAutofit/>
          </a:bodyPr>
          <a:lstStyle/>
          <a:p>
            <a:pPr indent="-323850" lvl="0" marL="431800" rtl="0" algn="l">
              <a:lnSpc>
                <a:spcPct val="101000"/>
              </a:lnSpc>
              <a:spcBef>
                <a:spcPts val="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Nếu 2 thuộc tính không cùng tên → có thể đổi tên trước khi nối kết</a:t>
            </a:r>
            <a:endParaRPr/>
          </a:p>
          <a:p>
            <a:pPr indent="-323850" lvl="0" marL="431800" rtl="0" algn="l">
              <a:lnSpc>
                <a:spcPct val="101000"/>
              </a:lnSpc>
              <a:spcBef>
                <a:spcPts val="140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Có thể xảy ra lỗi khi có 2 thuộc tính cùng tên ở 2 bảng nhưng không phải là hai thuộc tính để nối kết (thuộc tính khoá chính và khoá ngoài)</a:t>
            </a:r>
            <a:endParaRPr/>
          </a:p>
          <a:p>
            <a:pPr indent="-323850" lvl="0" marL="431800" rtl="0" algn="l">
              <a:lnSpc>
                <a:spcPct val="101000"/>
              </a:lnSpc>
              <a:spcBef>
                <a:spcPts val="1400"/>
              </a:spcBef>
              <a:spcAft>
                <a:spcPts val="0"/>
              </a:spcAft>
              <a:buClr>
                <a:srgbClr val="000000"/>
              </a:buClr>
              <a:buSzPts val="1215"/>
              <a:buFont typeface="Noto Sans Symbols"/>
              <a:buChar char="●"/>
            </a:pPr>
            <a:r>
              <a:rPr b="0" i="0" lang="en-US" sz="2700" u="none">
                <a:solidFill>
                  <a:srgbClr val="FF3333"/>
                </a:solidFill>
                <a:latin typeface="Arial"/>
                <a:ea typeface="Arial"/>
                <a:cs typeface="Arial"/>
                <a:sym typeface="Arial"/>
              </a:rPr>
              <a:t>Ví dụ</a:t>
            </a:r>
            <a:r>
              <a:rPr b="0" i="0" lang="en-US" sz="2700" u="none">
                <a:solidFill>
                  <a:srgbClr val="000000"/>
                </a:solidFill>
                <a:latin typeface="Arial"/>
                <a:ea typeface="Arial"/>
                <a:cs typeface="Arial"/>
                <a:sym typeface="Arial"/>
              </a:rPr>
              <a:t>: hai bảng PHICONG va CONGTY cùng có thuộc tính 'nuoc' </a:t>
            </a:r>
            <a:endParaRPr/>
          </a:p>
          <a:p>
            <a:pPr indent="-323850" lvl="0" marL="431800" rtl="0" algn="l">
              <a:lnSpc>
                <a:spcPct val="101000"/>
              </a:lnSpc>
              <a:spcBef>
                <a:spcPts val="1400"/>
              </a:spcBef>
              <a:spcAft>
                <a:spcPts val="0"/>
              </a:spcAft>
              <a:buClr>
                <a:srgbClr val="000000"/>
              </a:buClr>
              <a:buSzPts val="1215"/>
              <a:buFont typeface="Noto Sans Symbols"/>
              <a:buChar char="●"/>
            </a:pPr>
            <a:r>
              <a:rPr b="0" i="0" lang="en-US" sz="2700" u="none">
                <a:solidFill>
                  <a:srgbClr val="579D1C"/>
                </a:solidFill>
                <a:latin typeface="Arial"/>
                <a:ea typeface="Arial"/>
                <a:cs typeface="Arial"/>
                <a:sym typeface="Arial"/>
              </a:rPr>
              <a:t>SQL Server không hỗ trợ NATURAL JOIN</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3" name="Shape 743"/>
        <p:cNvGrpSpPr/>
        <p:nvPr/>
      </p:nvGrpSpPr>
      <p:grpSpPr>
        <a:xfrm>
          <a:off x="0" y="0"/>
          <a:ext cx="0" cy="0"/>
          <a:chOff x="0" y="0"/>
          <a:chExt cx="0" cy="0"/>
        </a:xfrm>
      </p:grpSpPr>
      <p:sp>
        <p:nvSpPr>
          <p:cNvPr id="744" name="Google Shape;744;p64"/>
          <p:cNvSpPr txBox="1"/>
          <p:nvPr>
            <p:ph type="title"/>
          </p:nvPr>
        </p:nvSpPr>
        <p:spPr>
          <a:xfrm>
            <a:off x="503237" y="301625"/>
            <a:ext cx="9070975" cy="1262062"/>
          </a:xfrm>
          <a:prstGeom prst="rect">
            <a:avLst/>
          </a:prstGeom>
          <a:noFill/>
          <a:ln>
            <a:noFill/>
          </a:ln>
        </p:spPr>
        <p:txBody>
          <a:bodyPr anchorCtr="0" anchor="ctr" bIns="0" lIns="0" spcFirstLastPara="1" rIns="0" wrap="square" tIns="0">
            <a:noAutofit/>
          </a:bodyPr>
          <a:lstStyle/>
          <a:p>
            <a:pPr indent="0" lvl="0" marL="0" rtl="0" algn="l">
              <a:lnSpc>
                <a:spcPct val="101000"/>
              </a:lnSpc>
              <a:spcBef>
                <a:spcPts val="0"/>
              </a:spcBef>
              <a:spcAft>
                <a:spcPts val="0"/>
              </a:spcAft>
              <a:buSzPts val="3200"/>
              <a:buNone/>
            </a:pPr>
            <a:r>
              <a:rPr b="1" i="0" lang="en-US" sz="3200" u="none">
                <a:solidFill>
                  <a:srgbClr val="000000"/>
                </a:solidFill>
                <a:latin typeface="Arial"/>
                <a:ea typeface="Arial"/>
                <a:cs typeface="Arial"/>
                <a:sym typeface="Arial"/>
              </a:rPr>
              <a:t> INNER JOIN</a:t>
            </a:r>
            <a:endParaRPr/>
          </a:p>
        </p:txBody>
      </p:sp>
      <p:sp>
        <p:nvSpPr>
          <p:cNvPr id="745" name="Google Shape;745;p64"/>
          <p:cNvSpPr txBox="1"/>
          <p:nvPr>
            <p:ph idx="1" type="body"/>
          </p:nvPr>
        </p:nvSpPr>
        <p:spPr>
          <a:xfrm>
            <a:off x="503237" y="1768475"/>
            <a:ext cx="9070975" cy="4384675"/>
          </a:xfrm>
          <a:prstGeom prst="rect">
            <a:avLst/>
          </a:prstGeom>
          <a:noFill/>
          <a:ln>
            <a:noFill/>
          </a:ln>
        </p:spPr>
        <p:txBody>
          <a:bodyPr anchorCtr="0" anchor="t" bIns="0" lIns="0" spcFirstLastPara="1" rIns="0" wrap="square" tIns="0">
            <a:noAutofit/>
          </a:bodyPr>
          <a:lstStyle/>
          <a:p>
            <a:pPr indent="-323850" lvl="0" marL="431800" rtl="0" algn="l">
              <a:lnSpc>
                <a:spcPct val="101000"/>
              </a:lnSpc>
              <a:spcBef>
                <a:spcPts val="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Là loại nối kết đơn giản được dùng nhiều nhất</a:t>
            </a:r>
            <a:endParaRPr/>
          </a:p>
          <a:p>
            <a:pPr indent="-323850" lvl="0" marL="431800" rtl="0" algn="l">
              <a:lnSpc>
                <a:spcPct val="101000"/>
              </a:lnSpc>
              <a:spcBef>
                <a:spcPts val="140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Cú pháp</a:t>
            </a:r>
            <a:endParaRPr/>
          </a:p>
          <a:p>
            <a:pPr indent="-323850" lvl="0" marL="431800" rtl="0" algn="l">
              <a:lnSpc>
                <a:spcPct val="101000"/>
              </a:lnSpc>
              <a:spcBef>
                <a:spcPts val="1400"/>
              </a:spcBef>
              <a:spcAft>
                <a:spcPts val="0"/>
              </a:spcAft>
              <a:buSzPts val="2700"/>
              <a:buNone/>
            </a:pPr>
            <a:r>
              <a:rPr b="0" i="0" lang="en-US" sz="2700" u="none">
                <a:solidFill>
                  <a:srgbClr val="000000"/>
                </a:solidFill>
                <a:latin typeface="Arial"/>
                <a:ea typeface="Arial"/>
                <a:cs typeface="Arial"/>
                <a:sym typeface="Arial"/>
              </a:rPr>
              <a:t> 	SELECT &lt;</a:t>
            </a:r>
            <a:r>
              <a:rPr b="0" i="1" lang="en-US" sz="2700" u="none">
                <a:solidFill>
                  <a:srgbClr val="000000"/>
                </a:solidFill>
                <a:latin typeface="Arial"/>
                <a:ea typeface="Arial"/>
                <a:cs typeface="Arial"/>
                <a:sym typeface="Arial"/>
              </a:rPr>
              <a:t>ten_cot</a:t>
            </a:r>
            <a:r>
              <a:rPr b="0" i="0" lang="en-US" sz="2700" u="none">
                <a:solidFill>
                  <a:srgbClr val="000000"/>
                </a:solidFill>
                <a:latin typeface="Arial"/>
                <a:ea typeface="Arial"/>
                <a:cs typeface="Arial"/>
                <a:sym typeface="Arial"/>
              </a:rPr>
              <a:t>&gt; [,...]</a:t>
            </a:r>
            <a:endParaRPr/>
          </a:p>
          <a:p>
            <a:pPr indent="-323850" lvl="1" marL="863600" rtl="0" algn="l">
              <a:lnSpc>
                <a:spcPct val="101000"/>
              </a:lnSpc>
              <a:spcBef>
                <a:spcPts val="1400"/>
              </a:spcBef>
              <a:spcAft>
                <a:spcPts val="0"/>
              </a:spcAft>
              <a:buSzPts val="2400"/>
              <a:buNone/>
            </a:pPr>
            <a:r>
              <a:rPr b="0" i="0" lang="en-US" sz="2400" u="none">
                <a:solidFill>
                  <a:srgbClr val="000000"/>
                </a:solidFill>
                <a:latin typeface="Arial"/>
                <a:ea typeface="Arial"/>
                <a:cs typeface="Arial"/>
                <a:sym typeface="Arial"/>
              </a:rPr>
              <a:t>FROM </a:t>
            </a:r>
            <a:r>
              <a:rPr b="0" i="1" lang="en-US" sz="2400" u="none">
                <a:solidFill>
                  <a:srgbClr val="000000"/>
                </a:solidFill>
                <a:latin typeface="Arial"/>
                <a:ea typeface="Arial"/>
                <a:cs typeface="Arial"/>
                <a:sym typeface="Arial"/>
              </a:rPr>
              <a:t>&lt;table1&gt;</a:t>
            </a:r>
            <a:endParaRPr/>
          </a:p>
          <a:p>
            <a:pPr indent="-323850" lvl="1" marL="863600" rtl="0" algn="l">
              <a:lnSpc>
                <a:spcPct val="101000"/>
              </a:lnSpc>
              <a:spcBef>
                <a:spcPts val="1100"/>
              </a:spcBef>
              <a:spcAft>
                <a:spcPts val="0"/>
              </a:spcAft>
              <a:buSzPts val="2400"/>
              <a:buNone/>
            </a:pPr>
            <a:r>
              <a:rPr b="0" i="0" lang="en-US" sz="2400" u="none">
                <a:solidFill>
                  <a:srgbClr val="000000"/>
                </a:solidFill>
                <a:latin typeface="Arial"/>
                <a:ea typeface="Arial"/>
                <a:cs typeface="Arial"/>
                <a:sym typeface="Arial"/>
              </a:rPr>
              <a:t>         </a:t>
            </a:r>
            <a:r>
              <a:rPr b="0" i="0" lang="en-US" sz="2400" u="none">
                <a:solidFill>
                  <a:srgbClr val="990000"/>
                </a:solidFill>
                <a:latin typeface="Arial"/>
                <a:ea typeface="Arial"/>
                <a:cs typeface="Arial"/>
                <a:sym typeface="Arial"/>
              </a:rPr>
              <a:t>INNER JOIN </a:t>
            </a:r>
            <a:r>
              <a:rPr b="0" i="0" lang="en-US" sz="2400" u="none">
                <a:solidFill>
                  <a:srgbClr val="000000"/>
                </a:solidFill>
                <a:latin typeface="Arial"/>
                <a:ea typeface="Arial"/>
                <a:cs typeface="Arial"/>
                <a:sym typeface="Arial"/>
              </a:rPr>
              <a:t>|</a:t>
            </a:r>
            <a:r>
              <a:rPr b="0" i="0" lang="en-US" sz="2400" u="none">
                <a:solidFill>
                  <a:srgbClr val="990000"/>
                </a:solidFill>
                <a:latin typeface="Arial"/>
                <a:ea typeface="Arial"/>
                <a:cs typeface="Arial"/>
                <a:sym typeface="Arial"/>
              </a:rPr>
              <a:t> JOIN</a:t>
            </a:r>
            <a:r>
              <a:rPr b="0" i="0" lang="en-US" sz="2400" u="none">
                <a:solidFill>
                  <a:srgbClr val="000000"/>
                </a:solidFill>
                <a:latin typeface="Arial"/>
                <a:ea typeface="Arial"/>
                <a:cs typeface="Arial"/>
                <a:sym typeface="Arial"/>
              </a:rPr>
              <a:t> &lt;</a:t>
            </a:r>
            <a:r>
              <a:rPr b="0" i="1" lang="en-US" sz="2400" u="none">
                <a:solidFill>
                  <a:srgbClr val="000000"/>
                </a:solidFill>
                <a:latin typeface="Arial"/>
                <a:ea typeface="Arial"/>
                <a:cs typeface="Arial"/>
                <a:sym typeface="Arial"/>
              </a:rPr>
              <a:t>table2</a:t>
            </a:r>
            <a:r>
              <a:rPr b="0" i="0" lang="en-US" sz="2400" u="none">
                <a:solidFill>
                  <a:srgbClr val="000000"/>
                </a:solidFill>
                <a:latin typeface="Arial"/>
                <a:ea typeface="Arial"/>
                <a:cs typeface="Arial"/>
                <a:sym typeface="Arial"/>
              </a:rPr>
              <a:t>&gt;</a:t>
            </a:r>
            <a:endParaRPr/>
          </a:p>
          <a:p>
            <a:pPr indent="-323850" lvl="1" marL="863600" rtl="0" algn="l">
              <a:lnSpc>
                <a:spcPct val="101000"/>
              </a:lnSpc>
              <a:spcBef>
                <a:spcPts val="1100"/>
              </a:spcBef>
              <a:spcAft>
                <a:spcPts val="0"/>
              </a:spcAft>
              <a:buSzPts val="2400"/>
              <a:buNone/>
            </a:pPr>
            <a:r>
              <a:rPr b="0" i="0" lang="en-US" sz="2400" u="none">
                <a:solidFill>
                  <a:srgbClr val="000000"/>
                </a:solidFill>
                <a:latin typeface="Arial"/>
                <a:ea typeface="Arial"/>
                <a:cs typeface="Arial"/>
                <a:sym typeface="Arial"/>
              </a:rPr>
              <a:t>        </a:t>
            </a:r>
            <a:r>
              <a:rPr b="0" i="0" lang="en-US" sz="2400" u="none">
                <a:solidFill>
                  <a:srgbClr val="990000"/>
                </a:solidFill>
                <a:latin typeface="Arial"/>
                <a:ea typeface="Arial"/>
                <a:cs typeface="Arial"/>
                <a:sym typeface="Arial"/>
              </a:rPr>
              <a:t> ON</a:t>
            </a:r>
            <a:r>
              <a:rPr b="0" i="0" lang="en-US" sz="2400" u="none">
                <a:solidFill>
                  <a:srgbClr val="000000"/>
                </a:solidFill>
                <a:latin typeface="Arial"/>
                <a:ea typeface="Arial"/>
                <a:cs typeface="Arial"/>
                <a:sym typeface="Arial"/>
              </a:rPr>
              <a:t> </a:t>
            </a:r>
            <a:r>
              <a:rPr b="0" i="1" lang="en-US" sz="2400" u="none">
                <a:solidFill>
                  <a:srgbClr val="000000"/>
                </a:solidFill>
                <a:latin typeface="Arial"/>
                <a:ea typeface="Arial"/>
                <a:cs typeface="Arial"/>
                <a:sym typeface="Arial"/>
              </a:rPr>
              <a:t>&lt;table1&gt;.&lt;ten_cot&gt;</a:t>
            </a:r>
            <a:r>
              <a:rPr b="0" i="0" lang="en-US" sz="2400" u="none">
                <a:solidFill>
                  <a:srgbClr val="000000"/>
                </a:solidFill>
                <a:latin typeface="Arial"/>
                <a:ea typeface="Arial"/>
                <a:cs typeface="Arial"/>
                <a:sym typeface="Arial"/>
              </a:rPr>
              <a:t>=</a:t>
            </a:r>
            <a:r>
              <a:rPr b="0" i="1" lang="en-US" sz="2400" u="none">
                <a:solidFill>
                  <a:srgbClr val="000000"/>
                </a:solidFill>
                <a:latin typeface="Arial"/>
                <a:ea typeface="Arial"/>
                <a:cs typeface="Arial"/>
                <a:sym typeface="Arial"/>
              </a:rPr>
              <a:t>&lt;table2&gt;.&lt;ten_cot&gt;</a:t>
            </a:r>
            <a:r>
              <a:rPr b="0" i="0" lang="en-US" sz="2400" u="none">
                <a:solidFill>
                  <a:srgbClr val="000000"/>
                </a:solidFill>
                <a:latin typeface="Arial"/>
                <a:ea typeface="Arial"/>
                <a:cs typeface="Arial"/>
                <a:sym typeface="Arial"/>
              </a:rPr>
              <a:t>;</a:t>
            </a:r>
            <a:endParaRPr/>
          </a:p>
          <a:p>
            <a:pPr indent="-342900" lvl="0" marL="342900" rtl="0" algn="l">
              <a:lnSpc>
                <a:spcPct val="101000"/>
              </a:lnSpc>
              <a:spcBef>
                <a:spcPts val="1100"/>
              </a:spcBef>
              <a:spcAft>
                <a:spcPts val="0"/>
              </a:spcAft>
              <a:buNone/>
            </a:pPr>
            <a:r>
              <a:t/>
            </a:r>
            <a:endParaRPr b="0" i="0" sz="2400" u="none">
              <a:solidFill>
                <a:srgbClr val="000000"/>
              </a:solidFill>
              <a:latin typeface="Arial"/>
              <a:ea typeface="Arial"/>
              <a:cs typeface="Arial"/>
              <a:sym typeface="Arial"/>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0" name="Shape 750"/>
        <p:cNvGrpSpPr/>
        <p:nvPr/>
      </p:nvGrpSpPr>
      <p:grpSpPr>
        <a:xfrm>
          <a:off x="0" y="0"/>
          <a:ext cx="0" cy="0"/>
          <a:chOff x="0" y="0"/>
          <a:chExt cx="0" cy="0"/>
        </a:xfrm>
      </p:grpSpPr>
      <p:sp>
        <p:nvSpPr>
          <p:cNvPr id="751" name="Google Shape;751;p65"/>
          <p:cNvSpPr txBox="1"/>
          <p:nvPr>
            <p:ph type="title"/>
          </p:nvPr>
        </p:nvSpPr>
        <p:spPr>
          <a:xfrm>
            <a:off x="503237" y="301625"/>
            <a:ext cx="9070975" cy="1262062"/>
          </a:xfrm>
          <a:prstGeom prst="rect">
            <a:avLst/>
          </a:prstGeom>
          <a:noFill/>
          <a:ln>
            <a:noFill/>
          </a:ln>
        </p:spPr>
        <p:txBody>
          <a:bodyPr anchorCtr="0" anchor="ctr" bIns="0" lIns="0" spcFirstLastPara="1" rIns="0" wrap="square" tIns="0">
            <a:noAutofit/>
          </a:bodyPr>
          <a:lstStyle/>
          <a:p>
            <a:pPr indent="0" lvl="0" marL="0" rtl="0" algn="l">
              <a:lnSpc>
                <a:spcPct val="101000"/>
              </a:lnSpc>
              <a:spcBef>
                <a:spcPts val="0"/>
              </a:spcBef>
              <a:spcAft>
                <a:spcPts val="0"/>
              </a:spcAft>
              <a:buSzPts val="3200"/>
              <a:buNone/>
            </a:pPr>
            <a:r>
              <a:rPr b="1" i="0" lang="en-US" sz="3200" u="none">
                <a:solidFill>
                  <a:srgbClr val="000000"/>
                </a:solidFill>
                <a:latin typeface="Arial"/>
                <a:ea typeface="Arial"/>
                <a:cs typeface="Arial"/>
                <a:sym typeface="Arial"/>
              </a:rPr>
              <a:t> INNER JOIN</a:t>
            </a:r>
            <a:endParaRPr/>
          </a:p>
        </p:txBody>
      </p:sp>
      <p:sp>
        <p:nvSpPr>
          <p:cNvPr id="752" name="Google Shape;752;p65"/>
          <p:cNvSpPr txBox="1"/>
          <p:nvPr>
            <p:ph idx="1" type="body"/>
          </p:nvPr>
        </p:nvSpPr>
        <p:spPr>
          <a:xfrm>
            <a:off x="503237" y="1768475"/>
            <a:ext cx="9070975" cy="4722812"/>
          </a:xfrm>
          <a:prstGeom prst="rect">
            <a:avLst/>
          </a:prstGeom>
          <a:noFill/>
          <a:ln>
            <a:noFill/>
          </a:ln>
        </p:spPr>
        <p:txBody>
          <a:bodyPr anchorCtr="0" anchor="t" bIns="0" lIns="0" spcFirstLastPara="1" rIns="0" wrap="square" tIns="0">
            <a:noAutofit/>
          </a:bodyPr>
          <a:lstStyle/>
          <a:p>
            <a:pPr indent="-323850" lvl="0" marL="431800" rtl="0" algn="l">
              <a:lnSpc>
                <a:spcPct val="101000"/>
              </a:lnSpc>
              <a:spcBef>
                <a:spcPts val="0"/>
              </a:spcBef>
              <a:spcAft>
                <a:spcPts val="0"/>
              </a:spcAft>
              <a:buClr>
                <a:srgbClr val="000000"/>
              </a:buClr>
              <a:buSzPts val="1170"/>
              <a:buFont typeface="Noto Sans Symbols"/>
              <a:buChar char="●"/>
            </a:pPr>
            <a:r>
              <a:rPr b="0" i="0" lang="en-US" sz="2600" u="none">
                <a:solidFill>
                  <a:srgbClr val="000000"/>
                </a:solidFill>
                <a:latin typeface="Arial"/>
                <a:ea typeface="Arial"/>
                <a:cs typeface="Arial"/>
                <a:sym typeface="Arial"/>
              </a:rPr>
              <a:t>Cách nối kết:</a:t>
            </a:r>
            <a:endParaRPr/>
          </a:p>
          <a:p>
            <a:pPr indent="-323850" lvl="1" marL="863600" rtl="0" algn="l">
              <a:lnSpc>
                <a:spcPct val="101000"/>
              </a:lnSpc>
              <a:spcBef>
                <a:spcPts val="1400"/>
              </a:spcBef>
              <a:spcAft>
                <a:spcPts val="0"/>
              </a:spcAft>
              <a:buClr>
                <a:srgbClr val="000000"/>
              </a:buClr>
              <a:buSzPts val="1800"/>
              <a:buFont typeface="Noto Sans Symbols"/>
              <a:buChar char="−"/>
            </a:pPr>
            <a:r>
              <a:rPr b="0" i="0" lang="en-US" sz="2400" u="none">
                <a:solidFill>
                  <a:srgbClr val="000000"/>
                </a:solidFill>
                <a:latin typeface="Arial"/>
                <a:ea typeface="Arial"/>
                <a:cs typeface="Arial"/>
                <a:sym typeface="Arial"/>
              </a:rPr>
              <a:t>Đối với mỗi dòng của </a:t>
            </a:r>
            <a:r>
              <a:rPr b="0" i="0" lang="en-US" sz="2400" u="none">
                <a:solidFill>
                  <a:srgbClr val="990000"/>
                </a:solidFill>
                <a:latin typeface="Arial"/>
                <a:ea typeface="Arial"/>
                <a:cs typeface="Arial"/>
                <a:sym typeface="Arial"/>
              </a:rPr>
              <a:t>table1</a:t>
            </a:r>
            <a:r>
              <a:rPr b="0" i="0" lang="en-US" sz="2400" u="none">
                <a:solidFill>
                  <a:srgbClr val="000000"/>
                </a:solidFill>
                <a:latin typeface="Arial"/>
                <a:ea typeface="Arial"/>
                <a:cs typeface="Arial"/>
                <a:sym typeface="Arial"/>
              </a:rPr>
              <a:t>, </a:t>
            </a:r>
            <a:r>
              <a:rPr b="0" i="0" lang="en-US" sz="2400" u="none">
                <a:solidFill>
                  <a:srgbClr val="0000CC"/>
                </a:solidFill>
                <a:latin typeface="Arial"/>
                <a:ea typeface="Arial"/>
                <a:cs typeface="Arial"/>
                <a:sym typeface="Arial"/>
              </a:rPr>
              <a:t>tìm các dòng tương ứng</a:t>
            </a:r>
            <a:r>
              <a:rPr b="0" i="0" lang="en-US" sz="2400" u="none">
                <a:solidFill>
                  <a:srgbClr val="000000"/>
                </a:solidFill>
                <a:latin typeface="Arial"/>
                <a:ea typeface="Arial"/>
                <a:cs typeface="Arial"/>
                <a:sym typeface="Arial"/>
              </a:rPr>
              <a:t> trong </a:t>
            </a:r>
            <a:r>
              <a:rPr b="0" i="0" lang="en-US" sz="2400" u="none">
                <a:solidFill>
                  <a:srgbClr val="990000"/>
                </a:solidFill>
                <a:latin typeface="Arial"/>
                <a:ea typeface="Arial"/>
                <a:cs typeface="Arial"/>
                <a:sym typeface="Arial"/>
              </a:rPr>
              <a:t>table2</a:t>
            </a:r>
            <a:r>
              <a:rPr b="0" i="0" lang="en-US" sz="2400" u="none">
                <a:solidFill>
                  <a:srgbClr val="000000"/>
                </a:solidFill>
                <a:latin typeface="Arial"/>
                <a:ea typeface="Arial"/>
                <a:cs typeface="Arial"/>
                <a:sym typeface="Arial"/>
              </a:rPr>
              <a:t>, </a:t>
            </a:r>
            <a:endParaRPr/>
          </a:p>
          <a:p>
            <a:pPr indent="-323850" lvl="1" marL="863600" rtl="0" algn="l">
              <a:lnSpc>
                <a:spcPct val="101000"/>
              </a:lnSpc>
              <a:spcBef>
                <a:spcPts val="1100"/>
              </a:spcBef>
              <a:spcAft>
                <a:spcPts val="0"/>
              </a:spcAft>
              <a:buSzPts val="2400"/>
              <a:buNone/>
            </a:pPr>
            <a:r>
              <a:rPr b="0" i="0" lang="en-US" sz="2400" u="none">
                <a:solidFill>
                  <a:srgbClr val="000000"/>
                </a:solidFill>
                <a:latin typeface="Arial"/>
                <a:ea typeface="Arial"/>
                <a:cs typeface="Arial"/>
                <a:sym typeface="Arial"/>
              </a:rPr>
              <a:t>→ </a:t>
            </a:r>
            <a:r>
              <a:rPr b="0" i="1" lang="en-US" sz="2400" u="none">
                <a:solidFill>
                  <a:srgbClr val="000000"/>
                </a:solidFill>
                <a:latin typeface="Arial"/>
                <a:ea typeface="Arial"/>
                <a:cs typeface="Arial"/>
                <a:sym typeface="Arial"/>
              </a:rPr>
              <a:t>sự tương ứng này được thực hiện dựa trên các cột chung của 2 bảng, đó là các cột dùng để nối kết</a:t>
            </a:r>
            <a:endParaRPr/>
          </a:p>
          <a:p>
            <a:pPr indent="-287337" lvl="2" marL="1295400" rtl="0" algn="l">
              <a:lnSpc>
                <a:spcPct val="101000"/>
              </a:lnSpc>
              <a:spcBef>
                <a:spcPts val="1100"/>
              </a:spcBef>
              <a:spcAft>
                <a:spcPts val="0"/>
              </a:spcAft>
              <a:buClr>
                <a:srgbClr val="000000"/>
              </a:buClr>
              <a:buSzPts val="1080"/>
              <a:buFont typeface="Noto Sans Symbols"/>
              <a:buChar char="●"/>
            </a:pPr>
            <a:r>
              <a:rPr b="0" i="0" lang="en-US" sz="2400" u="none">
                <a:solidFill>
                  <a:srgbClr val="000000"/>
                </a:solidFill>
                <a:latin typeface="Arial"/>
                <a:ea typeface="Arial"/>
                <a:cs typeface="Arial"/>
                <a:sym typeface="Arial"/>
              </a:rPr>
              <a:t>Nếu</a:t>
            </a:r>
            <a:r>
              <a:rPr b="1" i="0" lang="en-US" sz="2400" u="none">
                <a:solidFill>
                  <a:srgbClr val="000000"/>
                </a:solidFill>
                <a:latin typeface="Arial"/>
                <a:ea typeface="Arial"/>
                <a:cs typeface="Arial"/>
                <a:sym typeface="Arial"/>
              </a:rPr>
              <a:t> không tìm được</a:t>
            </a:r>
            <a:r>
              <a:rPr b="0" i="0" lang="en-US" sz="2400" u="none">
                <a:solidFill>
                  <a:srgbClr val="000000"/>
                </a:solidFill>
                <a:latin typeface="Arial"/>
                <a:ea typeface="Arial"/>
                <a:cs typeface="Arial"/>
                <a:sym typeface="Arial"/>
              </a:rPr>
              <a:t>,  dòng này (table1) không được thêm vào kết quả</a:t>
            </a:r>
            <a:endParaRPr/>
          </a:p>
          <a:p>
            <a:pPr indent="-287337" lvl="2" marL="1295400" rtl="0" algn="l">
              <a:lnSpc>
                <a:spcPct val="101000"/>
              </a:lnSpc>
              <a:spcBef>
                <a:spcPts val="800"/>
              </a:spcBef>
              <a:spcAft>
                <a:spcPts val="0"/>
              </a:spcAft>
              <a:buClr>
                <a:srgbClr val="000000"/>
              </a:buClr>
              <a:buSzPts val="1080"/>
              <a:buFont typeface="Noto Sans Symbols"/>
              <a:buChar char="●"/>
            </a:pPr>
            <a:r>
              <a:rPr b="0" i="0" lang="en-US" sz="2400" u="none">
                <a:solidFill>
                  <a:srgbClr val="000000"/>
                </a:solidFill>
                <a:latin typeface="Arial"/>
                <a:ea typeface="Arial"/>
                <a:cs typeface="Arial"/>
                <a:sym typeface="Arial"/>
              </a:rPr>
              <a:t>Nếu </a:t>
            </a:r>
            <a:r>
              <a:rPr b="1" i="0" lang="en-US" sz="2400" u="none">
                <a:solidFill>
                  <a:srgbClr val="000000"/>
                </a:solidFill>
                <a:latin typeface="Arial"/>
                <a:ea typeface="Arial"/>
                <a:cs typeface="Arial"/>
                <a:sym typeface="Arial"/>
              </a:rPr>
              <a:t>tìm được</a:t>
            </a:r>
            <a:r>
              <a:rPr b="0" i="0" lang="en-US" sz="2400" u="none">
                <a:solidFill>
                  <a:srgbClr val="000000"/>
                </a:solidFill>
                <a:latin typeface="Arial"/>
                <a:ea typeface="Arial"/>
                <a:cs typeface="Arial"/>
                <a:sym typeface="Arial"/>
              </a:rPr>
              <a:t>, một dòng sẽ được thêm vào kết quả (</a:t>
            </a:r>
            <a:r>
              <a:rPr b="0" i="1" lang="en-US" sz="2400" u="none">
                <a:solidFill>
                  <a:srgbClr val="0000CC"/>
                </a:solidFill>
                <a:latin typeface="Arial"/>
                <a:ea typeface="Arial"/>
                <a:cs typeface="Arial"/>
                <a:sym typeface="Arial"/>
              </a:rPr>
              <a:t>dòng này bao gồm sự kết hợp các cột ở cả hai bảng</a:t>
            </a:r>
            <a:r>
              <a:rPr b="0" i="0" lang="en-US" sz="2400" u="none">
                <a:solidFill>
                  <a:srgbClr val="000000"/>
                </a:solidFill>
                <a:latin typeface="Arial"/>
                <a:ea typeface="Arial"/>
                <a:cs typeface="Arial"/>
                <a:sym typeface="Arial"/>
              </a:rPr>
              <a:t>)</a:t>
            </a:r>
            <a:endParaRPr/>
          </a:p>
          <a:p>
            <a:pPr indent="-287337" lvl="2" marL="1295400" rtl="0" algn="l">
              <a:lnSpc>
                <a:spcPct val="101000"/>
              </a:lnSpc>
              <a:spcBef>
                <a:spcPts val="800"/>
              </a:spcBef>
              <a:spcAft>
                <a:spcPts val="0"/>
              </a:spcAft>
              <a:buClr>
                <a:srgbClr val="000000"/>
              </a:buClr>
              <a:buSzPts val="1080"/>
              <a:buFont typeface="Noto Sans Symbols"/>
              <a:buChar char="●"/>
            </a:pPr>
            <a:r>
              <a:rPr b="0" i="0" lang="en-US" sz="2400" u="none">
                <a:solidFill>
                  <a:srgbClr val="000000"/>
                </a:solidFill>
                <a:latin typeface="Arial"/>
                <a:ea typeface="Arial"/>
                <a:cs typeface="Arial"/>
                <a:sym typeface="Arial"/>
              </a:rPr>
              <a:t>Nếu </a:t>
            </a:r>
            <a:r>
              <a:rPr b="1" i="0" lang="en-US" sz="2400" u="none">
                <a:solidFill>
                  <a:srgbClr val="000000"/>
                </a:solidFill>
                <a:latin typeface="Arial"/>
                <a:ea typeface="Arial"/>
                <a:cs typeface="Arial"/>
                <a:sym typeface="Arial"/>
              </a:rPr>
              <a:t>tìm được nhiều dòng</a:t>
            </a:r>
            <a:r>
              <a:rPr b="0" i="0" lang="en-US" sz="2400" u="none">
                <a:solidFill>
                  <a:srgbClr val="000000"/>
                </a:solidFill>
                <a:latin typeface="Arial"/>
                <a:ea typeface="Arial"/>
                <a:cs typeface="Arial"/>
                <a:sym typeface="Arial"/>
              </a:rPr>
              <a:t> tương ứng ở </a:t>
            </a:r>
            <a:r>
              <a:rPr b="0" i="0" lang="en-US" sz="2400" u="none">
                <a:solidFill>
                  <a:srgbClr val="990000"/>
                </a:solidFill>
                <a:latin typeface="Arial"/>
                <a:ea typeface="Arial"/>
                <a:cs typeface="Arial"/>
                <a:sym typeface="Arial"/>
              </a:rPr>
              <a:t>table2</a:t>
            </a:r>
            <a:r>
              <a:rPr b="0" i="0" lang="en-US" sz="2400" u="none">
                <a:solidFill>
                  <a:srgbClr val="000000"/>
                </a:solidFill>
                <a:latin typeface="Arial"/>
                <a:ea typeface="Arial"/>
                <a:cs typeface="Arial"/>
                <a:sym typeface="Arial"/>
              </a:rPr>
              <a:t>, nhiều dòng sẽ được thêm vào kết quả (giá trị các cột của </a:t>
            </a:r>
            <a:r>
              <a:rPr b="0" i="0" lang="en-US" sz="2400" u="none">
                <a:solidFill>
                  <a:srgbClr val="990000"/>
                </a:solidFill>
                <a:latin typeface="Arial"/>
                <a:ea typeface="Arial"/>
                <a:cs typeface="Arial"/>
                <a:sym typeface="Arial"/>
              </a:rPr>
              <a:t>table1</a:t>
            </a:r>
            <a:r>
              <a:rPr b="0" i="0" lang="en-US" sz="2400" u="none">
                <a:solidFill>
                  <a:srgbClr val="000000"/>
                </a:solidFill>
                <a:latin typeface="Arial"/>
                <a:ea typeface="Arial"/>
                <a:cs typeface="Arial"/>
                <a:sym typeface="Arial"/>
              </a:rPr>
              <a:t> lặp lại nhiều lần). </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7" name="Shape 757"/>
        <p:cNvGrpSpPr/>
        <p:nvPr/>
      </p:nvGrpSpPr>
      <p:grpSpPr>
        <a:xfrm>
          <a:off x="0" y="0"/>
          <a:ext cx="0" cy="0"/>
          <a:chOff x="0" y="0"/>
          <a:chExt cx="0" cy="0"/>
        </a:xfrm>
      </p:grpSpPr>
      <p:sp>
        <p:nvSpPr>
          <p:cNvPr id="758" name="Google Shape;758;p66"/>
          <p:cNvSpPr txBox="1"/>
          <p:nvPr>
            <p:ph type="title"/>
          </p:nvPr>
        </p:nvSpPr>
        <p:spPr>
          <a:xfrm>
            <a:off x="503237" y="301625"/>
            <a:ext cx="9070975" cy="1262062"/>
          </a:xfrm>
          <a:prstGeom prst="rect">
            <a:avLst/>
          </a:prstGeom>
          <a:noFill/>
          <a:ln>
            <a:noFill/>
          </a:ln>
        </p:spPr>
        <p:txBody>
          <a:bodyPr anchorCtr="0" anchor="ctr" bIns="0" lIns="0" spcFirstLastPara="1" rIns="0" wrap="square" tIns="0">
            <a:noAutofit/>
          </a:bodyPr>
          <a:lstStyle/>
          <a:p>
            <a:pPr indent="0" lvl="0" marL="0" rtl="0" algn="l">
              <a:lnSpc>
                <a:spcPct val="101000"/>
              </a:lnSpc>
              <a:spcBef>
                <a:spcPts val="0"/>
              </a:spcBef>
              <a:spcAft>
                <a:spcPts val="0"/>
              </a:spcAft>
              <a:buSzPts val="3200"/>
              <a:buNone/>
            </a:pPr>
            <a:r>
              <a:rPr b="1" i="0" lang="en-US" sz="3200" u="none">
                <a:solidFill>
                  <a:srgbClr val="000000"/>
                </a:solidFill>
                <a:latin typeface="Arial"/>
                <a:ea typeface="Arial"/>
                <a:cs typeface="Arial"/>
                <a:sym typeface="Arial"/>
              </a:rPr>
              <a:t> INNER JOIN</a:t>
            </a:r>
            <a:endParaRPr/>
          </a:p>
        </p:txBody>
      </p:sp>
      <p:sp>
        <p:nvSpPr>
          <p:cNvPr id="759" name="Google Shape;759;p66"/>
          <p:cNvSpPr txBox="1"/>
          <p:nvPr>
            <p:ph idx="1" type="body"/>
          </p:nvPr>
        </p:nvSpPr>
        <p:spPr>
          <a:xfrm>
            <a:off x="503237" y="1768475"/>
            <a:ext cx="9070975" cy="4722812"/>
          </a:xfrm>
          <a:prstGeom prst="rect">
            <a:avLst/>
          </a:prstGeom>
          <a:noFill/>
          <a:ln>
            <a:noFill/>
          </a:ln>
        </p:spPr>
        <p:txBody>
          <a:bodyPr anchorCtr="0" anchor="t" bIns="0" lIns="0" spcFirstLastPara="1" rIns="0" wrap="square" tIns="0">
            <a:noAutofit/>
          </a:bodyPr>
          <a:lstStyle/>
          <a:p>
            <a:pPr indent="-323850" lvl="0" marL="431800" rtl="0" algn="l">
              <a:lnSpc>
                <a:spcPct val="101000"/>
              </a:lnSpc>
              <a:spcBef>
                <a:spcPts val="0"/>
              </a:spcBef>
              <a:spcAft>
                <a:spcPts val="0"/>
              </a:spcAft>
              <a:buClr>
                <a:srgbClr val="000000"/>
              </a:buClr>
              <a:buSzPts val="1080"/>
              <a:buFont typeface="Noto Sans Symbols"/>
              <a:buChar char="●"/>
            </a:pPr>
            <a:r>
              <a:rPr b="0" i="0" lang="en-US" sz="2400" u="none">
                <a:solidFill>
                  <a:srgbClr val="000000"/>
                </a:solidFill>
                <a:latin typeface="Arial"/>
                <a:ea typeface="Arial"/>
                <a:cs typeface="Arial"/>
                <a:sym typeface="Arial"/>
              </a:rPr>
              <a:t>Ví Dụ: Tìm họ tên các phi công có số ngày làm việc cho một công ty nào đó là 20 ngày</a:t>
            </a:r>
            <a:endParaRPr/>
          </a:p>
        </p:txBody>
      </p:sp>
      <p:pic>
        <p:nvPicPr>
          <p:cNvPr id="760" name="Google Shape;760;p66"/>
          <p:cNvPicPr preferRelativeResize="0"/>
          <p:nvPr/>
        </p:nvPicPr>
        <p:blipFill rotWithShape="1">
          <a:blip r:embed="rId3">
            <a:alphaModFix/>
          </a:blip>
          <a:srcRect b="0" l="0" r="0" t="0"/>
          <a:stretch/>
        </p:blipFill>
        <p:spPr>
          <a:xfrm>
            <a:off x="1011238" y="2922588"/>
            <a:ext cx="3956050" cy="2909887"/>
          </a:xfrm>
          <a:prstGeom prst="rect">
            <a:avLst/>
          </a:prstGeom>
          <a:noFill/>
          <a:ln>
            <a:noFill/>
          </a:ln>
        </p:spPr>
      </p:pic>
      <p:pic>
        <p:nvPicPr>
          <p:cNvPr id="761" name="Google Shape;761;p66"/>
          <p:cNvPicPr preferRelativeResize="0"/>
          <p:nvPr/>
        </p:nvPicPr>
        <p:blipFill rotWithShape="1">
          <a:blip r:embed="rId4">
            <a:alphaModFix/>
          </a:blip>
          <a:srcRect b="0" l="0" r="0" t="0"/>
          <a:stretch/>
        </p:blipFill>
        <p:spPr>
          <a:xfrm>
            <a:off x="5616575" y="2952750"/>
            <a:ext cx="2952750" cy="2808288"/>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6" name="Shape 766"/>
        <p:cNvGrpSpPr/>
        <p:nvPr/>
      </p:nvGrpSpPr>
      <p:grpSpPr>
        <a:xfrm>
          <a:off x="0" y="0"/>
          <a:ext cx="0" cy="0"/>
          <a:chOff x="0" y="0"/>
          <a:chExt cx="0" cy="0"/>
        </a:xfrm>
      </p:grpSpPr>
      <p:sp>
        <p:nvSpPr>
          <p:cNvPr id="767" name="Google Shape;767;p67"/>
          <p:cNvSpPr txBox="1"/>
          <p:nvPr>
            <p:ph type="title"/>
          </p:nvPr>
        </p:nvSpPr>
        <p:spPr>
          <a:xfrm>
            <a:off x="503237" y="301625"/>
            <a:ext cx="9070975" cy="1262062"/>
          </a:xfrm>
          <a:prstGeom prst="rect">
            <a:avLst/>
          </a:prstGeom>
          <a:noFill/>
          <a:ln>
            <a:noFill/>
          </a:ln>
        </p:spPr>
        <p:txBody>
          <a:bodyPr anchorCtr="0" anchor="ctr" bIns="0" lIns="0" spcFirstLastPara="1" rIns="0" wrap="square" tIns="0">
            <a:noAutofit/>
          </a:bodyPr>
          <a:lstStyle/>
          <a:p>
            <a:pPr indent="0" lvl="0" marL="0" rtl="0" algn="l">
              <a:lnSpc>
                <a:spcPct val="101000"/>
              </a:lnSpc>
              <a:spcBef>
                <a:spcPts val="0"/>
              </a:spcBef>
              <a:spcAft>
                <a:spcPts val="0"/>
              </a:spcAft>
              <a:buSzPts val="3200"/>
              <a:buNone/>
            </a:pPr>
            <a:r>
              <a:rPr b="1" i="0" lang="en-US" sz="3200" u="none">
                <a:solidFill>
                  <a:srgbClr val="000000"/>
                </a:solidFill>
                <a:latin typeface="Arial"/>
                <a:ea typeface="Arial"/>
                <a:cs typeface="Arial"/>
                <a:sym typeface="Arial"/>
              </a:rPr>
              <a:t> INNER JOIN</a:t>
            </a:r>
            <a:endParaRPr/>
          </a:p>
        </p:txBody>
      </p:sp>
      <p:sp>
        <p:nvSpPr>
          <p:cNvPr id="768" name="Google Shape;768;p67"/>
          <p:cNvSpPr txBox="1"/>
          <p:nvPr>
            <p:ph idx="1" type="body"/>
          </p:nvPr>
        </p:nvSpPr>
        <p:spPr>
          <a:xfrm>
            <a:off x="503237" y="1768475"/>
            <a:ext cx="9070975" cy="4722812"/>
          </a:xfrm>
          <a:prstGeom prst="rect">
            <a:avLst/>
          </a:prstGeom>
          <a:noFill/>
          <a:ln>
            <a:noFill/>
          </a:ln>
        </p:spPr>
        <p:txBody>
          <a:bodyPr anchorCtr="0" anchor="t" bIns="0" lIns="0" spcFirstLastPara="1" rIns="0" wrap="square" tIns="0">
            <a:noAutofit/>
          </a:bodyPr>
          <a:lstStyle/>
          <a:p>
            <a:pPr indent="-323850" lvl="0" marL="431800" rtl="0" algn="l">
              <a:lnSpc>
                <a:spcPct val="101000"/>
              </a:lnSpc>
              <a:spcBef>
                <a:spcPts val="0"/>
              </a:spcBef>
              <a:spcAft>
                <a:spcPts val="0"/>
              </a:spcAft>
              <a:buClr>
                <a:srgbClr val="000000"/>
              </a:buClr>
              <a:buSzPts val="1080"/>
              <a:buFont typeface="Noto Sans Symbols"/>
              <a:buChar char="●"/>
            </a:pPr>
            <a:r>
              <a:rPr b="0" i="0" lang="en-US" sz="2400" u="none">
                <a:solidFill>
                  <a:srgbClr val="000000"/>
                </a:solidFill>
                <a:latin typeface="Arial"/>
                <a:ea typeface="Arial"/>
                <a:cs typeface="Arial"/>
                <a:sym typeface="Arial"/>
              </a:rPr>
              <a:t>Ví Dụ: Tìm họ tên các phi công có số ngày làm việc cho một công ty nào đó là 20 ngày</a:t>
            </a:r>
            <a:endParaRPr/>
          </a:p>
        </p:txBody>
      </p:sp>
      <p:pic>
        <p:nvPicPr>
          <p:cNvPr id="769" name="Google Shape;769;p67"/>
          <p:cNvPicPr preferRelativeResize="0"/>
          <p:nvPr/>
        </p:nvPicPr>
        <p:blipFill rotWithShape="1">
          <a:blip r:embed="rId3">
            <a:alphaModFix/>
          </a:blip>
          <a:srcRect b="0" l="0" r="0" t="0"/>
          <a:stretch/>
        </p:blipFill>
        <p:spPr>
          <a:xfrm>
            <a:off x="1152525" y="2879725"/>
            <a:ext cx="8135938" cy="3743325"/>
          </a:xfrm>
          <a:prstGeom prst="rect">
            <a:avLst/>
          </a:prstGeom>
          <a:noFill/>
          <a:ln cap="flat" cmpd="sng" w="9525">
            <a:solidFill>
              <a:srgbClr val="FF3333"/>
            </a:solidFill>
            <a:prstDash val="solid"/>
            <a:round/>
            <a:headEnd len="sm" w="sm" type="none"/>
            <a:tailEnd len="sm" w="sm" type="none"/>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4" name="Shape 774"/>
        <p:cNvGrpSpPr/>
        <p:nvPr/>
      </p:nvGrpSpPr>
      <p:grpSpPr>
        <a:xfrm>
          <a:off x="0" y="0"/>
          <a:ext cx="0" cy="0"/>
          <a:chOff x="0" y="0"/>
          <a:chExt cx="0" cy="0"/>
        </a:xfrm>
      </p:grpSpPr>
      <p:sp>
        <p:nvSpPr>
          <p:cNvPr id="775" name="Google Shape;775;p68"/>
          <p:cNvSpPr txBox="1"/>
          <p:nvPr>
            <p:ph type="title"/>
          </p:nvPr>
        </p:nvSpPr>
        <p:spPr>
          <a:xfrm>
            <a:off x="503237" y="301625"/>
            <a:ext cx="9070975" cy="1262062"/>
          </a:xfrm>
          <a:prstGeom prst="rect">
            <a:avLst/>
          </a:prstGeom>
          <a:noFill/>
          <a:ln>
            <a:noFill/>
          </a:ln>
        </p:spPr>
        <p:txBody>
          <a:bodyPr anchorCtr="0" anchor="ctr" bIns="0" lIns="0" spcFirstLastPara="1" rIns="0" wrap="square" tIns="0">
            <a:noAutofit/>
          </a:bodyPr>
          <a:lstStyle/>
          <a:p>
            <a:pPr indent="0" lvl="0" marL="0" rtl="0" algn="l">
              <a:lnSpc>
                <a:spcPct val="101000"/>
              </a:lnSpc>
              <a:spcBef>
                <a:spcPts val="0"/>
              </a:spcBef>
              <a:spcAft>
                <a:spcPts val="0"/>
              </a:spcAft>
              <a:buSzPts val="3200"/>
              <a:buNone/>
            </a:pPr>
            <a:r>
              <a:rPr b="1" i="0" lang="en-US" sz="3200" u="none">
                <a:solidFill>
                  <a:srgbClr val="000000"/>
                </a:solidFill>
                <a:latin typeface="Arial"/>
                <a:ea typeface="Arial"/>
                <a:cs typeface="Arial"/>
                <a:sym typeface="Arial"/>
              </a:rPr>
              <a:t> INNER JOIN</a:t>
            </a:r>
            <a:endParaRPr/>
          </a:p>
        </p:txBody>
      </p:sp>
      <p:sp>
        <p:nvSpPr>
          <p:cNvPr id="776" name="Google Shape;776;p68"/>
          <p:cNvSpPr txBox="1"/>
          <p:nvPr>
            <p:ph idx="1" type="body"/>
          </p:nvPr>
        </p:nvSpPr>
        <p:spPr>
          <a:xfrm>
            <a:off x="503237" y="1768475"/>
            <a:ext cx="9070975" cy="4722812"/>
          </a:xfrm>
          <a:prstGeom prst="rect">
            <a:avLst/>
          </a:prstGeom>
          <a:noFill/>
          <a:ln>
            <a:noFill/>
          </a:ln>
        </p:spPr>
        <p:txBody>
          <a:bodyPr anchorCtr="0" anchor="t" bIns="0" lIns="0" spcFirstLastPara="1" rIns="0" wrap="square" tIns="0">
            <a:noAutofit/>
          </a:bodyPr>
          <a:lstStyle/>
          <a:p>
            <a:pPr indent="-323850" lvl="0" marL="431800" rtl="0" algn="l">
              <a:lnSpc>
                <a:spcPct val="101000"/>
              </a:lnSpc>
              <a:spcBef>
                <a:spcPts val="0"/>
              </a:spcBef>
              <a:spcAft>
                <a:spcPts val="0"/>
              </a:spcAft>
              <a:buClr>
                <a:srgbClr val="000000"/>
              </a:buClr>
              <a:buSzPts val="1080"/>
              <a:buFont typeface="Noto Sans Symbols"/>
              <a:buChar char="●"/>
            </a:pPr>
            <a:r>
              <a:rPr b="0" i="0" lang="en-US" sz="2400" u="none">
                <a:solidFill>
                  <a:srgbClr val="000000"/>
                </a:solidFill>
                <a:latin typeface="Arial"/>
                <a:ea typeface="Arial"/>
                <a:cs typeface="Arial"/>
                <a:sym typeface="Arial"/>
              </a:rPr>
              <a:t>Ví Dụ: Tìm họ tên các phi công có số ngày làm việc cho một công ty nào đó là 20 ngày</a:t>
            </a:r>
            <a:endParaRPr/>
          </a:p>
          <a:p>
            <a:pPr indent="-323850" lvl="0" marL="431800" rtl="0" algn="l">
              <a:lnSpc>
                <a:spcPct val="101000"/>
              </a:lnSpc>
              <a:spcBef>
                <a:spcPts val="1400"/>
              </a:spcBef>
              <a:spcAft>
                <a:spcPts val="0"/>
              </a:spcAft>
              <a:buSzPts val="2700"/>
              <a:buNone/>
            </a:pPr>
            <a:r>
              <a:t/>
            </a:r>
            <a:endParaRPr b="0" i="0" sz="2700" u="none">
              <a:solidFill>
                <a:srgbClr val="000000"/>
              </a:solidFill>
              <a:latin typeface="Arial"/>
              <a:ea typeface="Arial"/>
              <a:cs typeface="Arial"/>
              <a:sym typeface="Arial"/>
            </a:endParaRPr>
          </a:p>
          <a:p>
            <a:pPr indent="-323850" lvl="0" marL="431800" rtl="0" algn="l">
              <a:lnSpc>
                <a:spcPct val="98000"/>
              </a:lnSpc>
              <a:spcBef>
                <a:spcPts val="1400"/>
              </a:spcBef>
              <a:spcAft>
                <a:spcPts val="0"/>
              </a:spcAft>
              <a:buSzPts val="2400"/>
              <a:buNone/>
            </a:pPr>
            <a:r>
              <a:rPr b="0" i="0" lang="en-US" sz="2400" u="none">
                <a:solidFill>
                  <a:srgbClr val="0000FF"/>
                </a:solidFill>
                <a:latin typeface="Arial"/>
                <a:ea typeface="Arial"/>
                <a:cs typeface="Arial"/>
                <a:sym typeface="Arial"/>
              </a:rPr>
              <a:t>      SELECT</a:t>
            </a:r>
            <a:r>
              <a:rPr b="0" i="0" lang="en-US" sz="2400" u="none">
                <a:solidFill>
                  <a:srgbClr val="000000"/>
                </a:solidFill>
                <a:latin typeface="Arial"/>
                <a:ea typeface="Arial"/>
                <a:cs typeface="Arial"/>
                <a:sym typeface="Arial"/>
              </a:rPr>
              <a:t> </a:t>
            </a:r>
            <a:r>
              <a:rPr b="0" i="0" lang="en-US" sz="2400" u="none">
                <a:solidFill>
                  <a:srgbClr val="008080"/>
                </a:solidFill>
                <a:latin typeface="Arial"/>
                <a:ea typeface="Arial"/>
                <a:cs typeface="Arial"/>
                <a:sym typeface="Arial"/>
              </a:rPr>
              <a:t>hoten</a:t>
            </a:r>
            <a:r>
              <a:rPr b="0" i="0" lang="en-US" sz="2400" u="none">
                <a:solidFill>
                  <a:srgbClr val="000000"/>
                </a:solidFill>
                <a:latin typeface="Arial"/>
                <a:ea typeface="Arial"/>
                <a:cs typeface="Arial"/>
                <a:sym typeface="Arial"/>
              </a:rPr>
              <a:t> </a:t>
            </a:r>
            <a:endParaRPr/>
          </a:p>
          <a:p>
            <a:pPr indent="-323850" lvl="0" marL="431800" rtl="0" algn="l">
              <a:lnSpc>
                <a:spcPct val="98000"/>
              </a:lnSpc>
              <a:spcBef>
                <a:spcPts val="1400"/>
              </a:spcBef>
              <a:spcAft>
                <a:spcPts val="0"/>
              </a:spcAft>
              <a:buSzPts val="2400"/>
              <a:buNone/>
            </a:pPr>
            <a:r>
              <a:rPr b="0" i="0" lang="en-US" sz="2400" u="none">
                <a:solidFill>
                  <a:srgbClr val="0000FF"/>
                </a:solidFill>
                <a:latin typeface="Arial"/>
                <a:ea typeface="Arial"/>
                <a:cs typeface="Arial"/>
                <a:sym typeface="Arial"/>
              </a:rPr>
              <a:t>      FROM</a:t>
            </a:r>
            <a:r>
              <a:rPr b="0" i="0" lang="en-US" sz="2400" u="none">
                <a:solidFill>
                  <a:srgbClr val="000000"/>
                </a:solidFill>
                <a:latin typeface="Arial"/>
                <a:ea typeface="Arial"/>
                <a:cs typeface="Arial"/>
                <a:sym typeface="Arial"/>
              </a:rPr>
              <a:t> </a:t>
            </a:r>
            <a:r>
              <a:rPr b="0" i="0" lang="en-US" sz="2400" u="none">
                <a:solidFill>
                  <a:srgbClr val="008080"/>
                </a:solidFill>
                <a:latin typeface="Arial"/>
                <a:ea typeface="Arial"/>
                <a:cs typeface="Arial"/>
                <a:sym typeface="Arial"/>
              </a:rPr>
              <a:t>PHICONG</a:t>
            </a:r>
            <a:r>
              <a:rPr b="0" i="0" lang="en-US" sz="2400" u="none">
                <a:solidFill>
                  <a:srgbClr val="000000"/>
                </a:solidFill>
                <a:latin typeface="Arial"/>
                <a:ea typeface="Arial"/>
                <a:cs typeface="Arial"/>
                <a:sym typeface="Arial"/>
              </a:rPr>
              <a:t> </a:t>
            </a:r>
            <a:r>
              <a:rPr b="0" i="0" lang="en-US" sz="2400" u="none">
                <a:solidFill>
                  <a:srgbClr val="008080"/>
                </a:solidFill>
                <a:latin typeface="Arial"/>
                <a:ea typeface="Arial"/>
                <a:cs typeface="Arial"/>
                <a:sym typeface="Arial"/>
              </a:rPr>
              <a:t>p</a:t>
            </a:r>
            <a:r>
              <a:rPr b="0" i="0" lang="en-US" sz="2400" u="none">
                <a:solidFill>
                  <a:srgbClr val="000000"/>
                </a:solidFill>
                <a:latin typeface="Arial"/>
                <a:ea typeface="Arial"/>
                <a:cs typeface="Arial"/>
                <a:sym typeface="Arial"/>
              </a:rPr>
              <a:t> </a:t>
            </a:r>
            <a:r>
              <a:rPr b="0" i="0" lang="en-US" sz="2400" u="none">
                <a:solidFill>
                  <a:srgbClr val="808080"/>
                </a:solidFill>
                <a:latin typeface="Arial"/>
                <a:ea typeface="Arial"/>
                <a:cs typeface="Arial"/>
                <a:sym typeface="Arial"/>
              </a:rPr>
              <a:t>JOIN</a:t>
            </a:r>
            <a:r>
              <a:rPr b="0" i="0" lang="en-US" sz="2400" u="none">
                <a:solidFill>
                  <a:srgbClr val="000000"/>
                </a:solidFill>
                <a:latin typeface="Arial"/>
                <a:ea typeface="Arial"/>
                <a:cs typeface="Arial"/>
                <a:sym typeface="Arial"/>
              </a:rPr>
              <a:t> </a:t>
            </a:r>
            <a:r>
              <a:rPr b="0" i="0" lang="en-US" sz="2400" u="none">
                <a:solidFill>
                  <a:srgbClr val="008080"/>
                </a:solidFill>
                <a:latin typeface="Arial"/>
                <a:ea typeface="Arial"/>
                <a:cs typeface="Arial"/>
                <a:sym typeface="Arial"/>
              </a:rPr>
              <a:t>LAMVIEC</a:t>
            </a:r>
            <a:r>
              <a:rPr b="0" i="0" lang="en-US" sz="2400" u="none">
                <a:solidFill>
                  <a:srgbClr val="000000"/>
                </a:solidFill>
                <a:latin typeface="Arial"/>
                <a:ea typeface="Arial"/>
                <a:cs typeface="Arial"/>
                <a:sym typeface="Arial"/>
              </a:rPr>
              <a:t> </a:t>
            </a:r>
            <a:r>
              <a:rPr b="0" i="0" lang="en-US" sz="2400" u="none">
                <a:solidFill>
                  <a:srgbClr val="008080"/>
                </a:solidFill>
                <a:latin typeface="Arial"/>
                <a:ea typeface="Arial"/>
                <a:cs typeface="Arial"/>
                <a:sym typeface="Arial"/>
              </a:rPr>
              <a:t>l</a:t>
            </a:r>
            <a:endParaRPr/>
          </a:p>
          <a:p>
            <a:pPr indent="-323850" lvl="0" marL="431800" rtl="0" algn="l">
              <a:lnSpc>
                <a:spcPct val="98000"/>
              </a:lnSpc>
              <a:spcBef>
                <a:spcPts val="1400"/>
              </a:spcBef>
              <a:spcAft>
                <a:spcPts val="0"/>
              </a:spcAft>
              <a:buSzPts val="2400"/>
              <a:buNone/>
            </a:pPr>
            <a:r>
              <a:rPr b="0" i="0" lang="en-US" sz="2400" u="none">
                <a:solidFill>
                  <a:srgbClr val="0000FF"/>
                </a:solidFill>
                <a:latin typeface="Arial"/>
                <a:ea typeface="Arial"/>
                <a:cs typeface="Arial"/>
                <a:sym typeface="Arial"/>
              </a:rPr>
              <a:t>            ON</a:t>
            </a:r>
            <a:r>
              <a:rPr b="0" i="0" lang="en-US" sz="2400" u="none">
                <a:solidFill>
                  <a:srgbClr val="000000"/>
                </a:solidFill>
                <a:latin typeface="Arial"/>
                <a:ea typeface="Arial"/>
                <a:cs typeface="Arial"/>
                <a:sym typeface="Arial"/>
              </a:rPr>
              <a:t> </a:t>
            </a:r>
            <a:r>
              <a:rPr b="0" i="0" lang="en-US" sz="2400" u="none">
                <a:solidFill>
                  <a:srgbClr val="008080"/>
                </a:solidFill>
                <a:latin typeface="Arial"/>
                <a:ea typeface="Arial"/>
                <a:cs typeface="Arial"/>
                <a:sym typeface="Arial"/>
              </a:rPr>
              <a:t>p</a:t>
            </a:r>
            <a:r>
              <a:rPr b="0" i="0" lang="en-US" sz="2400" u="none">
                <a:solidFill>
                  <a:srgbClr val="808080"/>
                </a:solidFill>
                <a:latin typeface="Arial"/>
                <a:ea typeface="Arial"/>
                <a:cs typeface="Arial"/>
                <a:sym typeface="Arial"/>
              </a:rPr>
              <a:t>.</a:t>
            </a:r>
            <a:r>
              <a:rPr b="0" i="0" lang="en-US" sz="2400" u="none">
                <a:solidFill>
                  <a:srgbClr val="008080"/>
                </a:solidFill>
                <a:latin typeface="Arial"/>
                <a:ea typeface="Arial"/>
                <a:cs typeface="Arial"/>
                <a:sym typeface="Arial"/>
              </a:rPr>
              <a:t>MPC</a:t>
            </a:r>
            <a:r>
              <a:rPr b="0" i="0" lang="en-US" sz="2400" u="none">
                <a:solidFill>
                  <a:srgbClr val="808080"/>
                </a:solidFill>
                <a:latin typeface="Arial"/>
                <a:ea typeface="Arial"/>
                <a:cs typeface="Arial"/>
                <a:sym typeface="Arial"/>
              </a:rPr>
              <a:t>=</a:t>
            </a:r>
            <a:r>
              <a:rPr b="0" i="0" lang="en-US" sz="2400" u="none">
                <a:solidFill>
                  <a:srgbClr val="008080"/>
                </a:solidFill>
                <a:latin typeface="Arial"/>
                <a:ea typeface="Arial"/>
                <a:cs typeface="Arial"/>
                <a:sym typeface="Arial"/>
              </a:rPr>
              <a:t>l</a:t>
            </a:r>
            <a:r>
              <a:rPr b="0" i="0" lang="en-US" sz="2400" u="none">
                <a:solidFill>
                  <a:srgbClr val="808080"/>
                </a:solidFill>
                <a:latin typeface="Arial"/>
                <a:ea typeface="Arial"/>
                <a:cs typeface="Arial"/>
                <a:sym typeface="Arial"/>
              </a:rPr>
              <a:t>.</a:t>
            </a:r>
            <a:r>
              <a:rPr b="0" i="0" lang="en-US" sz="2400" u="none">
                <a:solidFill>
                  <a:srgbClr val="008080"/>
                </a:solidFill>
                <a:latin typeface="Arial"/>
                <a:ea typeface="Arial"/>
                <a:cs typeface="Arial"/>
                <a:sym typeface="Arial"/>
              </a:rPr>
              <a:t>MPC</a:t>
            </a:r>
            <a:r>
              <a:rPr b="0" i="0" lang="en-US" sz="2400" u="none">
                <a:solidFill>
                  <a:srgbClr val="000000"/>
                </a:solidFill>
                <a:latin typeface="Arial"/>
                <a:ea typeface="Arial"/>
                <a:cs typeface="Arial"/>
                <a:sym typeface="Arial"/>
              </a:rPr>
              <a:t> </a:t>
            </a:r>
            <a:endParaRPr/>
          </a:p>
          <a:p>
            <a:pPr indent="-323850" lvl="0" marL="431800" rtl="0" algn="l">
              <a:lnSpc>
                <a:spcPct val="98000"/>
              </a:lnSpc>
              <a:spcBef>
                <a:spcPts val="1400"/>
              </a:spcBef>
              <a:spcAft>
                <a:spcPts val="0"/>
              </a:spcAft>
              <a:buSzPts val="2400"/>
              <a:buNone/>
            </a:pPr>
            <a:r>
              <a:rPr b="0" i="0" lang="en-US" sz="2400" u="none">
                <a:solidFill>
                  <a:srgbClr val="0000FF"/>
                </a:solidFill>
                <a:latin typeface="Arial"/>
                <a:ea typeface="Arial"/>
                <a:cs typeface="Arial"/>
                <a:sym typeface="Arial"/>
              </a:rPr>
              <a:t>      WHERE</a:t>
            </a:r>
            <a:r>
              <a:rPr b="0" i="0" lang="en-US" sz="2400" u="none">
                <a:solidFill>
                  <a:srgbClr val="000000"/>
                </a:solidFill>
                <a:latin typeface="Arial"/>
                <a:ea typeface="Arial"/>
                <a:cs typeface="Arial"/>
                <a:sym typeface="Arial"/>
              </a:rPr>
              <a:t>  </a:t>
            </a:r>
            <a:r>
              <a:rPr b="0" i="0" lang="en-US" sz="2400" u="none">
                <a:solidFill>
                  <a:srgbClr val="008080"/>
                </a:solidFill>
                <a:latin typeface="Arial"/>
                <a:ea typeface="Arial"/>
                <a:cs typeface="Arial"/>
                <a:sym typeface="Arial"/>
              </a:rPr>
              <a:t>songay</a:t>
            </a:r>
            <a:r>
              <a:rPr b="0" i="0" lang="en-US" sz="2400" u="none">
                <a:solidFill>
                  <a:srgbClr val="808080"/>
                </a:solidFill>
                <a:latin typeface="Arial"/>
                <a:ea typeface="Arial"/>
                <a:cs typeface="Arial"/>
                <a:sym typeface="Arial"/>
              </a:rPr>
              <a:t>=20;</a:t>
            </a:r>
            <a:endParaRPr/>
          </a:p>
          <a:p>
            <a:pPr indent="-323850" lvl="0" marL="431800" rtl="0" algn="l">
              <a:lnSpc>
                <a:spcPct val="98000"/>
              </a:lnSpc>
              <a:spcBef>
                <a:spcPts val="1400"/>
              </a:spcBef>
              <a:spcAft>
                <a:spcPts val="0"/>
              </a:spcAft>
              <a:buSzPts val="2400"/>
              <a:buNone/>
            </a:pPr>
            <a:r>
              <a:t/>
            </a:r>
            <a:endParaRPr b="0" i="0" sz="2400" u="none">
              <a:solidFill>
                <a:srgbClr val="808080"/>
              </a:solidFill>
              <a:latin typeface="Arial"/>
              <a:ea typeface="Arial"/>
              <a:cs typeface="Arial"/>
              <a:sym typeface="Arial"/>
            </a:endParaRPr>
          </a:p>
          <a:p>
            <a:pPr indent="-323850" lvl="0" marL="431800" rtl="0" algn="l">
              <a:lnSpc>
                <a:spcPct val="98000"/>
              </a:lnSpc>
              <a:spcBef>
                <a:spcPts val="1400"/>
              </a:spcBef>
              <a:spcAft>
                <a:spcPts val="0"/>
              </a:spcAft>
              <a:buSzPts val="2400"/>
              <a:buNone/>
            </a:pPr>
            <a:r>
              <a:rPr b="0" i="0" lang="en-US" sz="2400" u="none">
                <a:solidFill>
                  <a:srgbClr val="808080"/>
                </a:solidFill>
                <a:latin typeface="Arial"/>
                <a:ea typeface="Arial"/>
                <a:cs typeface="Arial"/>
                <a:sym typeface="Arial"/>
              </a:rPr>
              <a:t>  </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sp>
        <p:nvSpPr>
          <p:cNvPr id="782" name="Google Shape;782;p69"/>
          <p:cNvSpPr txBox="1"/>
          <p:nvPr>
            <p:ph type="title"/>
          </p:nvPr>
        </p:nvSpPr>
        <p:spPr>
          <a:xfrm>
            <a:off x="503237" y="301625"/>
            <a:ext cx="9070975" cy="1262062"/>
          </a:xfrm>
          <a:prstGeom prst="rect">
            <a:avLst/>
          </a:prstGeom>
          <a:noFill/>
          <a:ln>
            <a:noFill/>
          </a:ln>
        </p:spPr>
        <p:txBody>
          <a:bodyPr anchorCtr="0" anchor="ctr" bIns="0" lIns="0" spcFirstLastPara="1" rIns="0" wrap="square" tIns="0">
            <a:noAutofit/>
          </a:bodyPr>
          <a:lstStyle/>
          <a:p>
            <a:pPr indent="0" lvl="0" marL="0" rtl="0" algn="l">
              <a:lnSpc>
                <a:spcPct val="101000"/>
              </a:lnSpc>
              <a:spcBef>
                <a:spcPts val="0"/>
              </a:spcBef>
              <a:spcAft>
                <a:spcPts val="0"/>
              </a:spcAft>
              <a:buSzPts val="3200"/>
              <a:buNone/>
            </a:pPr>
            <a:r>
              <a:rPr b="1" i="0" lang="en-US" sz="3200" u="none">
                <a:solidFill>
                  <a:srgbClr val="000000"/>
                </a:solidFill>
                <a:latin typeface="Arial"/>
                <a:ea typeface="Arial"/>
                <a:cs typeface="Arial"/>
                <a:sym typeface="Arial"/>
              </a:rPr>
              <a:t> LEFT JOIN</a:t>
            </a:r>
            <a:endParaRPr/>
          </a:p>
        </p:txBody>
      </p:sp>
      <p:sp>
        <p:nvSpPr>
          <p:cNvPr id="783" name="Google Shape;783;p69"/>
          <p:cNvSpPr txBox="1"/>
          <p:nvPr>
            <p:ph idx="1" type="body"/>
          </p:nvPr>
        </p:nvSpPr>
        <p:spPr>
          <a:xfrm>
            <a:off x="461962" y="1809750"/>
            <a:ext cx="9070975" cy="4956175"/>
          </a:xfrm>
          <a:prstGeom prst="rect">
            <a:avLst/>
          </a:prstGeom>
          <a:noFill/>
          <a:ln>
            <a:noFill/>
          </a:ln>
        </p:spPr>
        <p:txBody>
          <a:bodyPr anchorCtr="0" anchor="t" bIns="0" lIns="0" spcFirstLastPara="1" rIns="0" wrap="square" tIns="0">
            <a:noAutofit/>
          </a:bodyPr>
          <a:lstStyle/>
          <a:p>
            <a:pPr indent="-323850" lvl="0" marL="431800" rtl="0" algn="l">
              <a:lnSpc>
                <a:spcPct val="101000"/>
              </a:lnSpc>
              <a:spcBef>
                <a:spcPts val="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Cú pháp</a:t>
            </a:r>
            <a:endParaRPr/>
          </a:p>
          <a:p>
            <a:pPr indent="-323850" lvl="0" marL="431800" rtl="0" algn="l">
              <a:lnSpc>
                <a:spcPct val="101000"/>
              </a:lnSpc>
              <a:spcBef>
                <a:spcPts val="1400"/>
              </a:spcBef>
              <a:spcAft>
                <a:spcPts val="0"/>
              </a:spcAft>
              <a:buSzPts val="2700"/>
              <a:buNone/>
            </a:pPr>
            <a:r>
              <a:rPr b="0" i="0" lang="en-US" sz="2700" u="none">
                <a:solidFill>
                  <a:srgbClr val="000000"/>
                </a:solidFill>
                <a:latin typeface="Arial"/>
                <a:ea typeface="Arial"/>
                <a:cs typeface="Arial"/>
                <a:sym typeface="Arial"/>
              </a:rPr>
              <a:t> SELECT &lt;</a:t>
            </a:r>
            <a:r>
              <a:rPr b="0" i="1" lang="en-US" sz="2700" u="none">
                <a:solidFill>
                  <a:srgbClr val="000000"/>
                </a:solidFill>
                <a:latin typeface="Arial"/>
                <a:ea typeface="Arial"/>
                <a:cs typeface="Arial"/>
                <a:sym typeface="Arial"/>
              </a:rPr>
              <a:t>ten_cot</a:t>
            </a:r>
            <a:r>
              <a:rPr b="0" i="0" lang="en-US" sz="2700" u="none">
                <a:solidFill>
                  <a:srgbClr val="000000"/>
                </a:solidFill>
                <a:latin typeface="Arial"/>
                <a:ea typeface="Arial"/>
                <a:cs typeface="Arial"/>
                <a:sym typeface="Arial"/>
              </a:rPr>
              <a:t>&gt; [,...]</a:t>
            </a:r>
            <a:endParaRPr/>
          </a:p>
          <a:p>
            <a:pPr indent="-323850" lvl="1" marL="863600" rtl="0" algn="l">
              <a:lnSpc>
                <a:spcPct val="101000"/>
              </a:lnSpc>
              <a:spcBef>
                <a:spcPts val="400"/>
              </a:spcBef>
              <a:spcAft>
                <a:spcPts val="0"/>
              </a:spcAft>
              <a:buSzPts val="2400"/>
              <a:buNone/>
            </a:pPr>
            <a:r>
              <a:rPr b="0" i="0" lang="en-US" sz="2400" u="none">
                <a:solidFill>
                  <a:srgbClr val="000000"/>
                </a:solidFill>
                <a:latin typeface="Arial"/>
                <a:ea typeface="Arial"/>
                <a:cs typeface="Arial"/>
                <a:sym typeface="Arial"/>
              </a:rPr>
              <a:t>FROM </a:t>
            </a:r>
            <a:r>
              <a:rPr b="0" i="1" lang="en-US" sz="2400" u="none">
                <a:solidFill>
                  <a:srgbClr val="000000"/>
                </a:solidFill>
                <a:latin typeface="Arial"/>
                <a:ea typeface="Arial"/>
                <a:cs typeface="Arial"/>
                <a:sym typeface="Arial"/>
              </a:rPr>
              <a:t>&lt;table1&gt;</a:t>
            </a:r>
            <a:endParaRPr/>
          </a:p>
          <a:p>
            <a:pPr indent="-323850" lvl="1" marL="863600" rtl="0" algn="l">
              <a:lnSpc>
                <a:spcPct val="101000"/>
              </a:lnSpc>
              <a:spcBef>
                <a:spcPts val="400"/>
              </a:spcBef>
              <a:spcAft>
                <a:spcPts val="0"/>
              </a:spcAft>
              <a:buSzPts val="2400"/>
              <a:buNone/>
            </a:pPr>
            <a:r>
              <a:rPr b="0" i="0" lang="en-US" sz="2400" u="none">
                <a:solidFill>
                  <a:srgbClr val="990000"/>
                </a:solidFill>
                <a:latin typeface="Arial"/>
                <a:ea typeface="Arial"/>
                <a:cs typeface="Arial"/>
                <a:sym typeface="Arial"/>
              </a:rPr>
              <a:t>        LEFT JOIN </a:t>
            </a:r>
            <a:r>
              <a:rPr b="0" i="0" lang="en-US" sz="2400" u="none">
                <a:solidFill>
                  <a:srgbClr val="000000"/>
                </a:solidFill>
                <a:latin typeface="Arial"/>
                <a:ea typeface="Arial"/>
                <a:cs typeface="Arial"/>
                <a:sym typeface="Arial"/>
              </a:rPr>
              <a:t>|</a:t>
            </a:r>
            <a:r>
              <a:rPr b="0" i="0" lang="en-US" sz="2400" u="none">
                <a:solidFill>
                  <a:srgbClr val="990000"/>
                </a:solidFill>
                <a:latin typeface="Arial"/>
                <a:ea typeface="Arial"/>
                <a:cs typeface="Arial"/>
                <a:sym typeface="Arial"/>
              </a:rPr>
              <a:t> LEFT OUTER JOIN</a:t>
            </a:r>
            <a:r>
              <a:rPr b="0" i="0" lang="en-US" sz="2400" u="none">
                <a:solidFill>
                  <a:srgbClr val="000000"/>
                </a:solidFill>
                <a:latin typeface="Arial"/>
                <a:ea typeface="Arial"/>
                <a:cs typeface="Arial"/>
                <a:sym typeface="Arial"/>
              </a:rPr>
              <a:t> &lt;</a:t>
            </a:r>
            <a:r>
              <a:rPr b="0" i="1" lang="en-US" sz="2400" u="none">
                <a:solidFill>
                  <a:srgbClr val="000000"/>
                </a:solidFill>
                <a:latin typeface="Arial"/>
                <a:ea typeface="Arial"/>
                <a:cs typeface="Arial"/>
                <a:sym typeface="Arial"/>
              </a:rPr>
              <a:t>table2</a:t>
            </a:r>
            <a:r>
              <a:rPr b="0" i="0" lang="en-US" sz="2400" u="none">
                <a:solidFill>
                  <a:srgbClr val="000000"/>
                </a:solidFill>
                <a:latin typeface="Arial"/>
                <a:ea typeface="Arial"/>
                <a:cs typeface="Arial"/>
                <a:sym typeface="Arial"/>
              </a:rPr>
              <a:t>&gt;</a:t>
            </a:r>
            <a:endParaRPr/>
          </a:p>
          <a:p>
            <a:pPr indent="-323850" lvl="1" marL="863600" rtl="0" algn="l">
              <a:lnSpc>
                <a:spcPct val="101000"/>
              </a:lnSpc>
              <a:spcBef>
                <a:spcPts val="400"/>
              </a:spcBef>
              <a:spcAft>
                <a:spcPts val="0"/>
              </a:spcAft>
              <a:buSzPts val="2400"/>
              <a:buNone/>
            </a:pPr>
            <a:r>
              <a:rPr b="0" i="0" lang="en-US" sz="2400" u="none">
                <a:solidFill>
                  <a:srgbClr val="000000"/>
                </a:solidFill>
                <a:latin typeface="Arial"/>
                <a:ea typeface="Arial"/>
                <a:cs typeface="Arial"/>
                <a:sym typeface="Arial"/>
              </a:rPr>
              <a:t>        </a:t>
            </a:r>
            <a:r>
              <a:rPr b="0" i="0" lang="en-US" sz="2400" u="none">
                <a:solidFill>
                  <a:srgbClr val="990000"/>
                </a:solidFill>
                <a:latin typeface="Arial"/>
                <a:ea typeface="Arial"/>
                <a:cs typeface="Arial"/>
                <a:sym typeface="Arial"/>
              </a:rPr>
              <a:t> ON</a:t>
            </a:r>
            <a:r>
              <a:rPr b="0" i="0" lang="en-US" sz="2400" u="none">
                <a:solidFill>
                  <a:srgbClr val="000000"/>
                </a:solidFill>
                <a:latin typeface="Arial"/>
                <a:ea typeface="Arial"/>
                <a:cs typeface="Arial"/>
                <a:sym typeface="Arial"/>
              </a:rPr>
              <a:t> </a:t>
            </a:r>
            <a:r>
              <a:rPr b="0" i="1" lang="en-US" sz="2400" u="none">
                <a:solidFill>
                  <a:srgbClr val="000000"/>
                </a:solidFill>
                <a:latin typeface="Arial"/>
                <a:ea typeface="Arial"/>
                <a:cs typeface="Arial"/>
                <a:sym typeface="Arial"/>
              </a:rPr>
              <a:t>&lt;table1&gt;.&lt;ten_cot&gt;</a:t>
            </a:r>
            <a:r>
              <a:rPr b="0" i="0" lang="en-US" sz="2400" u="none">
                <a:solidFill>
                  <a:srgbClr val="000000"/>
                </a:solidFill>
                <a:latin typeface="Arial"/>
                <a:ea typeface="Arial"/>
                <a:cs typeface="Arial"/>
                <a:sym typeface="Arial"/>
              </a:rPr>
              <a:t>=</a:t>
            </a:r>
            <a:r>
              <a:rPr b="0" i="1" lang="en-US" sz="2400" u="none">
                <a:solidFill>
                  <a:srgbClr val="000000"/>
                </a:solidFill>
                <a:latin typeface="Arial"/>
                <a:ea typeface="Arial"/>
                <a:cs typeface="Arial"/>
                <a:sym typeface="Arial"/>
              </a:rPr>
              <a:t>&lt;table2&gt;.&lt;ten_cot&gt;</a:t>
            </a:r>
            <a:r>
              <a:rPr b="0" i="0" lang="en-US" sz="2400" u="none">
                <a:solidFill>
                  <a:srgbClr val="000000"/>
                </a:solidFill>
                <a:latin typeface="Arial"/>
                <a:ea typeface="Arial"/>
                <a:cs typeface="Arial"/>
                <a:sym typeface="Arial"/>
              </a:rPr>
              <a:t>;</a:t>
            </a:r>
            <a:endParaRPr/>
          </a:p>
          <a:p>
            <a:pPr indent="-323850" lvl="0" marL="431800" rtl="0" algn="l">
              <a:lnSpc>
                <a:spcPct val="101000"/>
              </a:lnSpc>
              <a:spcBef>
                <a:spcPts val="40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Kết quả bao gồm :</a:t>
            </a:r>
            <a:endParaRPr/>
          </a:p>
          <a:p>
            <a:pPr indent="-323850" lvl="1" marL="863600" rtl="0" algn="l">
              <a:lnSpc>
                <a:spcPct val="101000"/>
              </a:lnSpc>
              <a:spcBef>
                <a:spcPts val="1400"/>
              </a:spcBef>
              <a:spcAft>
                <a:spcPts val="0"/>
              </a:spcAft>
              <a:buClr>
                <a:srgbClr val="000000"/>
              </a:buClr>
              <a:buSzPts val="1800"/>
              <a:buFont typeface="Noto Sans Symbols"/>
              <a:buChar char="−"/>
            </a:pPr>
            <a:r>
              <a:rPr b="0" i="0" lang="en-US" sz="2400" u="none">
                <a:solidFill>
                  <a:srgbClr val="000000"/>
                </a:solidFill>
                <a:latin typeface="Arial"/>
                <a:ea typeface="Arial"/>
                <a:cs typeface="Arial"/>
                <a:sym typeface="Arial"/>
              </a:rPr>
              <a:t>Các dòng tương ứng ở cả 2 bảng</a:t>
            </a:r>
            <a:endParaRPr/>
          </a:p>
          <a:p>
            <a:pPr indent="-323850" lvl="1" marL="863600" rtl="0" algn="l">
              <a:lnSpc>
                <a:spcPct val="101000"/>
              </a:lnSpc>
              <a:spcBef>
                <a:spcPts val="400"/>
              </a:spcBef>
              <a:spcAft>
                <a:spcPts val="0"/>
              </a:spcAft>
              <a:buSzPts val="2400"/>
              <a:buNone/>
            </a:pPr>
            <a:r>
              <a:rPr b="0" i="0" lang="en-US" sz="2400" u="none">
                <a:solidFill>
                  <a:srgbClr val="000000"/>
                </a:solidFill>
                <a:latin typeface="Arial"/>
                <a:ea typeface="Arial"/>
                <a:cs typeface="Arial"/>
                <a:sym typeface="Arial"/>
              </a:rPr>
              <a:t> (kết quả INNER JOIN)</a:t>
            </a:r>
            <a:endParaRPr/>
          </a:p>
          <a:p>
            <a:pPr indent="-323850" lvl="1" marL="863600" rtl="0" algn="l">
              <a:lnSpc>
                <a:spcPct val="101000"/>
              </a:lnSpc>
              <a:spcBef>
                <a:spcPts val="400"/>
              </a:spcBef>
              <a:spcAft>
                <a:spcPts val="0"/>
              </a:spcAft>
              <a:buClr>
                <a:srgbClr val="000000"/>
              </a:buClr>
              <a:buSzPts val="1800"/>
              <a:buFont typeface="Noto Sans Symbols"/>
              <a:buChar char="−"/>
            </a:pPr>
            <a:r>
              <a:rPr b="0" i="0" lang="en-US" sz="2400" u="none">
                <a:solidFill>
                  <a:srgbClr val="000000"/>
                </a:solidFill>
                <a:latin typeface="Arial"/>
                <a:ea typeface="Arial"/>
                <a:cs typeface="Arial"/>
                <a:sym typeface="Arial"/>
              </a:rPr>
              <a:t>Và các dòng thuộc bảng </a:t>
            </a:r>
            <a:r>
              <a:rPr b="0" i="0" lang="en-US" sz="2400" u="none">
                <a:solidFill>
                  <a:srgbClr val="990000"/>
                </a:solidFill>
                <a:latin typeface="Arial"/>
                <a:ea typeface="Arial"/>
                <a:cs typeface="Arial"/>
                <a:sym typeface="Arial"/>
              </a:rPr>
              <a:t>table1</a:t>
            </a:r>
            <a:r>
              <a:rPr b="0" i="0" lang="en-US" sz="2400" u="none">
                <a:solidFill>
                  <a:srgbClr val="000000"/>
                </a:solidFill>
                <a:latin typeface="Arial"/>
                <a:ea typeface="Arial"/>
                <a:cs typeface="Arial"/>
                <a:sym typeface="Arial"/>
              </a:rPr>
              <a:t> không </a:t>
            </a:r>
            <a:endParaRPr/>
          </a:p>
          <a:p>
            <a:pPr indent="-323850" lvl="1" marL="863600" rtl="0" algn="l">
              <a:lnSpc>
                <a:spcPct val="101000"/>
              </a:lnSpc>
              <a:spcBef>
                <a:spcPts val="400"/>
              </a:spcBef>
              <a:spcAft>
                <a:spcPts val="0"/>
              </a:spcAft>
              <a:buSzPts val="2400"/>
              <a:buNone/>
            </a:pPr>
            <a:r>
              <a:rPr b="0" i="0" lang="en-US" sz="2400" u="none">
                <a:solidFill>
                  <a:srgbClr val="000000"/>
                </a:solidFill>
                <a:latin typeface="Arial"/>
                <a:ea typeface="Arial"/>
                <a:cs typeface="Arial"/>
                <a:sym typeface="Arial"/>
              </a:rPr>
              <a:t>tương ứng với </a:t>
            </a:r>
            <a:r>
              <a:rPr b="0" i="0" lang="en-US" sz="2400" u="none">
                <a:solidFill>
                  <a:srgbClr val="990000"/>
                </a:solidFill>
                <a:latin typeface="Arial"/>
                <a:ea typeface="Arial"/>
                <a:cs typeface="Arial"/>
                <a:sym typeface="Arial"/>
              </a:rPr>
              <a:t>table2</a:t>
            </a:r>
            <a:r>
              <a:rPr b="0" i="0" lang="en-US" sz="2400" u="none">
                <a:solidFill>
                  <a:srgbClr val="000000"/>
                </a:solidFill>
                <a:latin typeface="Arial"/>
                <a:ea typeface="Arial"/>
                <a:cs typeface="Arial"/>
                <a:sym typeface="Arial"/>
              </a:rPr>
              <a:t>. Các cột tương </a:t>
            </a:r>
            <a:endParaRPr/>
          </a:p>
          <a:p>
            <a:pPr indent="-323850" lvl="1" marL="863600" rtl="0" algn="l">
              <a:lnSpc>
                <a:spcPct val="101000"/>
              </a:lnSpc>
              <a:spcBef>
                <a:spcPts val="400"/>
              </a:spcBef>
              <a:spcAft>
                <a:spcPts val="0"/>
              </a:spcAft>
              <a:buSzPts val="2400"/>
              <a:buNone/>
            </a:pPr>
            <a:r>
              <a:rPr b="0" i="0" lang="en-US" sz="2400" u="none">
                <a:solidFill>
                  <a:srgbClr val="000000"/>
                </a:solidFill>
                <a:latin typeface="Arial"/>
                <a:ea typeface="Arial"/>
                <a:cs typeface="Arial"/>
                <a:sym typeface="Arial"/>
              </a:rPr>
              <a:t>ứng của </a:t>
            </a:r>
            <a:r>
              <a:rPr b="0" i="0" lang="en-US" sz="2400" u="none">
                <a:solidFill>
                  <a:srgbClr val="990000"/>
                </a:solidFill>
                <a:latin typeface="Arial"/>
                <a:ea typeface="Arial"/>
                <a:cs typeface="Arial"/>
                <a:sym typeface="Arial"/>
              </a:rPr>
              <a:t>table2</a:t>
            </a:r>
            <a:r>
              <a:rPr b="0" i="0" lang="en-US" sz="2400" u="none">
                <a:solidFill>
                  <a:srgbClr val="000000"/>
                </a:solidFill>
                <a:latin typeface="Arial"/>
                <a:ea typeface="Arial"/>
                <a:cs typeface="Arial"/>
                <a:sym typeface="Arial"/>
              </a:rPr>
              <a:t> sẽ mang giá trị NULL</a:t>
            </a:r>
            <a:endParaRPr/>
          </a:p>
        </p:txBody>
      </p:sp>
      <p:grpSp>
        <p:nvGrpSpPr>
          <p:cNvPr id="784" name="Google Shape;784;p69"/>
          <p:cNvGrpSpPr/>
          <p:nvPr/>
        </p:nvGrpSpPr>
        <p:grpSpPr>
          <a:xfrm>
            <a:off x="6838950" y="4217987"/>
            <a:ext cx="2735262" cy="1541462"/>
            <a:chOff x="4308" y="2657"/>
            <a:chExt cx="1723" cy="971"/>
          </a:xfrm>
        </p:grpSpPr>
        <p:sp>
          <p:nvSpPr>
            <p:cNvPr id="785" name="Google Shape;785;p69"/>
            <p:cNvSpPr/>
            <p:nvPr/>
          </p:nvSpPr>
          <p:spPr>
            <a:xfrm>
              <a:off x="4308" y="2702"/>
              <a:ext cx="1042" cy="926"/>
            </a:xfrm>
            <a:prstGeom prst="ellipse">
              <a:avLst/>
            </a:prstGeom>
            <a:solidFill>
              <a:srgbClr val="729FCF"/>
            </a:solidFill>
            <a:ln cap="flat" cmpd="sng" w="9525">
              <a:solidFill>
                <a:srgbClr val="3465A4"/>
              </a:solidFill>
              <a:prstDash val="solid"/>
              <a:miter lim="800000"/>
              <a:headEnd len="sm" w="sm" type="none"/>
              <a:tailEnd len="sm" w="sm" type="none"/>
            </a:ln>
          </p:spPr>
          <p:txBody>
            <a:bodyPr anchorCtr="0" anchor="ctr" bIns="45000" lIns="90000" spcFirstLastPara="1" rIns="90000" wrap="square" tIns="61000">
              <a:noAutofit/>
            </a:bodyPr>
            <a:lstStyle/>
            <a:p>
              <a:pPr indent="0" lvl="0" marL="0" marR="0" rtl="0" algn="l">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Bảng 1</a:t>
              </a:r>
              <a:endParaRPr/>
            </a:p>
          </p:txBody>
        </p:sp>
        <p:sp>
          <p:nvSpPr>
            <p:cNvPr id="786" name="Google Shape;786;p69"/>
            <p:cNvSpPr/>
            <p:nvPr/>
          </p:nvSpPr>
          <p:spPr>
            <a:xfrm>
              <a:off x="4989" y="2657"/>
              <a:ext cx="1042" cy="926"/>
            </a:xfrm>
            <a:prstGeom prst="ellipse">
              <a:avLst/>
            </a:prstGeom>
            <a:noFill/>
            <a:ln cap="flat" cmpd="sng" w="9525">
              <a:solidFill>
                <a:srgbClr val="3465A4"/>
              </a:solidFill>
              <a:prstDash val="solid"/>
              <a:miter lim="800000"/>
              <a:headEnd len="sm" w="sm" type="none"/>
              <a:tailEnd len="sm" w="sm" type="none"/>
            </a:ln>
          </p:spPr>
          <p:txBody>
            <a:bodyPr anchorCtr="0" anchor="ctr" bIns="45000" lIns="90000" spcFirstLastPara="1" rIns="90000" wrap="square" tIns="61000">
              <a:noAutofit/>
            </a:bodyPr>
            <a:lstStyle/>
            <a:p>
              <a:pPr indent="0" lvl="0" marL="0" marR="0" rtl="0" algn="l">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           Bảng 2</a:t>
              </a:r>
              <a:endParaRPr/>
            </a:p>
          </p:txBody>
        </p:sp>
      </p:gr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sp>
        <p:nvSpPr>
          <p:cNvPr id="792" name="Google Shape;792;p70"/>
          <p:cNvSpPr txBox="1"/>
          <p:nvPr>
            <p:ph type="title"/>
          </p:nvPr>
        </p:nvSpPr>
        <p:spPr>
          <a:xfrm>
            <a:off x="503237" y="301625"/>
            <a:ext cx="9070975" cy="1262062"/>
          </a:xfrm>
          <a:prstGeom prst="rect">
            <a:avLst/>
          </a:prstGeom>
          <a:noFill/>
          <a:ln>
            <a:noFill/>
          </a:ln>
        </p:spPr>
        <p:txBody>
          <a:bodyPr anchorCtr="0" anchor="ctr" bIns="0" lIns="0" spcFirstLastPara="1" rIns="0" wrap="square" tIns="0">
            <a:noAutofit/>
          </a:bodyPr>
          <a:lstStyle/>
          <a:p>
            <a:pPr indent="0" lvl="0" marL="0" rtl="0" algn="l">
              <a:lnSpc>
                <a:spcPct val="101000"/>
              </a:lnSpc>
              <a:spcBef>
                <a:spcPts val="0"/>
              </a:spcBef>
              <a:spcAft>
                <a:spcPts val="0"/>
              </a:spcAft>
              <a:buSzPts val="3200"/>
              <a:buNone/>
            </a:pPr>
            <a:r>
              <a:rPr b="1" i="0" lang="en-US" sz="3200" u="none">
                <a:solidFill>
                  <a:srgbClr val="000000"/>
                </a:solidFill>
                <a:latin typeface="Arial"/>
                <a:ea typeface="Arial"/>
                <a:cs typeface="Arial"/>
                <a:sym typeface="Arial"/>
              </a:rPr>
              <a:t> LEFT JOIN</a:t>
            </a:r>
            <a:endParaRPr/>
          </a:p>
        </p:txBody>
      </p:sp>
      <p:sp>
        <p:nvSpPr>
          <p:cNvPr id="793" name="Google Shape;793;p70"/>
          <p:cNvSpPr txBox="1"/>
          <p:nvPr>
            <p:ph idx="1" type="body"/>
          </p:nvPr>
        </p:nvSpPr>
        <p:spPr>
          <a:xfrm>
            <a:off x="461962" y="1809750"/>
            <a:ext cx="9070975" cy="4956175"/>
          </a:xfrm>
          <a:prstGeom prst="rect">
            <a:avLst/>
          </a:prstGeom>
          <a:noFill/>
          <a:ln>
            <a:noFill/>
          </a:ln>
        </p:spPr>
        <p:txBody>
          <a:bodyPr anchorCtr="0" anchor="t" bIns="0" lIns="0" spcFirstLastPara="1" rIns="0" wrap="square" tIns="0">
            <a:noAutofit/>
          </a:bodyPr>
          <a:lstStyle/>
          <a:p>
            <a:pPr indent="-323850" lvl="0" marL="431800" rtl="0" algn="l">
              <a:lnSpc>
                <a:spcPct val="101000"/>
              </a:lnSpc>
              <a:spcBef>
                <a:spcPts val="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Ví Dụ: Tìm họ tên các phi công, mã công ty và số ngày làm việc cho công ty nào đó kể các các phi công chưa làm việc cho công ty nào</a:t>
            </a:r>
            <a:endParaRPr/>
          </a:p>
        </p:txBody>
      </p:sp>
      <p:pic>
        <p:nvPicPr>
          <p:cNvPr id="794" name="Google Shape;794;p70"/>
          <p:cNvPicPr preferRelativeResize="0"/>
          <p:nvPr/>
        </p:nvPicPr>
        <p:blipFill rotWithShape="1">
          <a:blip r:embed="rId3">
            <a:alphaModFix/>
          </a:blip>
          <a:srcRect b="0" l="0" r="0" t="0"/>
          <a:stretch/>
        </p:blipFill>
        <p:spPr>
          <a:xfrm>
            <a:off x="1228725" y="3211513"/>
            <a:ext cx="3956050" cy="2909887"/>
          </a:xfrm>
          <a:prstGeom prst="rect">
            <a:avLst/>
          </a:prstGeom>
          <a:noFill/>
          <a:ln>
            <a:noFill/>
          </a:ln>
        </p:spPr>
      </p:pic>
      <p:pic>
        <p:nvPicPr>
          <p:cNvPr id="795" name="Google Shape;795;p70"/>
          <p:cNvPicPr preferRelativeResize="0"/>
          <p:nvPr/>
        </p:nvPicPr>
        <p:blipFill rotWithShape="1">
          <a:blip r:embed="rId4">
            <a:alphaModFix/>
          </a:blip>
          <a:srcRect b="0" l="0" r="0" t="0"/>
          <a:stretch/>
        </p:blipFill>
        <p:spPr>
          <a:xfrm>
            <a:off x="5832475" y="3240088"/>
            <a:ext cx="2952750" cy="2808287"/>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0" name="Shape 800"/>
        <p:cNvGrpSpPr/>
        <p:nvPr/>
      </p:nvGrpSpPr>
      <p:grpSpPr>
        <a:xfrm>
          <a:off x="0" y="0"/>
          <a:ext cx="0" cy="0"/>
          <a:chOff x="0" y="0"/>
          <a:chExt cx="0" cy="0"/>
        </a:xfrm>
      </p:grpSpPr>
      <p:sp>
        <p:nvSpPr>
          <p:cNvPr id="801" name="Google Shape;801;p71"/>
          <p:cNvSpPr txBox="1"/>
          <p:nvPr>
            <p:ph type="title"/>
          </p:nvPr>
        </p:nvSpPr>
        <p:spPr>
          <a:xfrm>
            <a:off x="503237" y="301625"/>
            <a:ext cx="9070975" cy="1262062"/>
          </a:xfrm>
          <a:prstGeom prst="rect">
            <a:avLst/>
          </a:prstGeom>
          <a:noFill/>
          <a:ln>
            <a:noFill/>
          </a:ln>
        </p:spPr>
        <p:txBody>
          <a:bodyPr anchorCtr="0" anchor="ctr" bIns="0" lIns="0" spcFirstLastPara="1" rIns="0" wrap="square" tIns="0">
            <a:noAutofit/>
          </a:bodyPr>
          <a:lstStyle/>
          <a:p>
            <a:pPr indent="0" lvl="0" marL="0" rtl="0" algn="l">
              <a:lnSpc>
                <a:spcPct val="101000"/>
              </a:lnSpc>
              <a:spcBef>
                <a:spcPts val="0"/>
              </a:spcBef>
              <a:spcAft>
                <a:spcPts val="0"/>
              </a:spcAft>
              <a:buSzPts val="3200"/>
              <a:buNone/>
            </a:pPr>
            <a:r>
              <a:rPr b="1" i="0" lang="en-US" sz="3200" u="none">
                <a:solidFill>
                  <a:srgbClr val="000000"/>
                </a:solidFill>
                <a:latin typeface="Arial"/>
                <a:ea typeface="Arial"/>
                <a:cs typeface="Arial"/>
                <a:sym typeface="Arial"/>
              </a:rPr>
              <a:t> LEFT JOIN</a:t>
            </a:r>
            <a:endParaRPr/>
          </a:p>
        </p:txBody>
      </p:sp>
      <p:sp>
        <p:nvSpPr>
          <p:cNvPr id="802" name="Google Shape;802;p71"/>
          <p:cNvSpPr txBox="1"/>
          <p:nvPr>
            <p:ph idx="1" type="body"/>
          </p:nvPr>
        </p:nvSpPr>
        <p:spPr>
          <a:xfrm>
            <a:off x="461962" y="1809750"/>
            <a:ext cx="9070975" cy="4956175"/>
          </a:xfrm>
          <a:prstGeom prst="rect">
            <a:avLst/>
          </a:prstGeom>
          <a:noFill/>
          <a:ln>
            <a:noFill/>
          </a:ln>
        </p:spPr>
        <p:txBody>
          <a:bodyPr anchorCtr="0" anchor="t" bIns="0" lIns="0" spcFirstLastPara="1" rIns="0" wrap="square" tIns="0">
            <a:noAutofit/>
          </a:bodyPr>
          <a:lstStyle/>
          <a:p>
            <a:pPr indent="-323850" lvl="0" marL="431800" rtl="0" algn="l">
              <a:lnSpc>
                <a:spcPct val="101000"/>
              </a:lnSpc>
              <a:spcBef>
                <a:spcPts val="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Ví Dụ: Tìm họ tên các phi công, mã công ty và số ngày làm việc cho công ty nào đó kể các các phi công chưa làm việc cho công ty nào</a:t>
            </a:r>
            <a:endParaRPr/>
          </a:p>
        </p:txBody>
      </p:sp>
      <p:pic>
        <p:nvPicPr>
          <p:cNvPr id="803" name="Google Shape;803;p71"/>
          <p:cNvPicPr preferRelativeResize="0"/>
          <p:nvPr/>
        </p:nvPicPr>
        <p:blipFill rotWithShape="1">
          <a:blip r:embed="rId3">
            <a:alphaModFix/>
          </a:blip>
          <a:srcRect b="0" l="0" r="0" t="0"/>
          <a:stretch/>
        </p:blipFill>
        <p:spPr>
          <a:xfrm>
            <a:off x="6356350" y="2995613"/>
            <a:ext cx="3724275" cy="3700462"/>
          </a:xfrm>
          <a:prstGeom prst="rect">
            <a:avLst/>
          </a:prstGeom>
          <a:noFill/>
          <a:ln>
            <a:noFill/>
          </a:ln>
        </p:spPr>
      </p:pic>
      <p:sp>
        <p:nvSpPr>
          <p:cNvPr id="804" name="Google Shape;804;p71"/>
          <p:cNvSpPr txBox="1"/>
          <p:nvPr/>
        </p:nvSpPr>
        <p:spPr>
          <a:xfrm>
            <a:off x="0" y="3716337"/>
            <a:ext cx="6235700" cy="2044700"/>
          </a:xfrm>
          <a:prstGeom prst="rect">
            <a:avLst/>
          </a:prstGeom>
          <a:noFill/>
          <a:ln>
            <a:noFill/>
          </a:ln>
        </p:spPr>
        <p:txBody>
          <a:bodyPr anchorCtr="0" anchor="t" bIns="45000" lIns="90000" spcFirstLastPara="1" rIns="90000" wrap="square" tIns="51075">
            <a:noAutofit/>
          </a:bodyPr>
          <a:lstStyle/>
          <a:p>
            <a:pPr indent="0" lvl="0" marL="0" marR="0" rtl="0" algn="l">
              <a:lnSpc>
                <a:spcPct val="98000"/>
              </a:lnSpc>
              <a:spcBef>
                <a:spcPts val="0"/>
              </a:spcBef>
              <a:spcAft>
                <a:spcPts val="0"/>
              </a:spcAft>
              <a:buClr>
                <a:srgbClr val="0000FF"/>
              </a:buClr>
              <a:buSzPts val="2400"/>
              <a:buFont typeface="Arial"/>
              <a:buNone/>
            </a:pPr>
            <a:r>
              <a:rPr b="0" i="0" lang="en-US" sz="2400" u="none">
                <a:solidFill>
                  <a:srgbClr val="0000FF"/>
                </a:solidFill>
                <a:latin typeface="Arial"/>
                <a:ea typeface="Arial"/>
                <a:cs typeface="Arial"/>
                <a:sym typeface="Arial"/>
              </a:rPr>
              <a:t>      SELECT  </a:t>
            </a:r>
            <a:r>
              <a:rPr b="0" i="0" lang="en-US" sz="2400" u="none">
                <a:solidFill>
                  <a:srgbClr val="008080"/>
                </a:solidFill>
                <a:latin typeface="Arial"/>
                <a:ea typeface="Arial"/>
                <a:cs typeface="Arial"/>
                <a:sym typeface="Arial"/>
              </a:rPr>
              <a:t>hoten</a:t>
            </a:r>
            <a:r>
              <a:rPr b="0" i="0" lang="en-US" sz="2400" u="none">
                <a:solidFill>
                  <a:srgbClr val="808080"/>
                </a:solidFill>
                <a:latin typeface="Arial"/>
                <a:ea typeface="Arial"/>
                <a:cs typeface="Arial"/>
                <a:sym typeface="Arial"/>
              </a:rPr>
              <a:t>,</a:t>
            </a:r>
            <a:r>
              <a:rPr b="0" i="0" lang="en-US" sz="2400" u="none">
                <a:solidFill>
                  <a:srgbClr val="0000FF"/>
                </a:solidFill>
                <a:latin typeface="Arial"/>
                <a:ea typeface="Arial"/>
                <a:cs typeface="Arial"/>
                <a:sym typeface="Arial"/>
              </a:rPr>
              <a:t> </a:t>
            </a:r>
            <a:r>
              <a:rPr b="0" i="0" lang="en-US" sz="2400" u="none">
                <a:solidFill>
                  <a:srgbClr val="008080"/>
                </a:solidFill>
                <a:latin typeface="Arial"/>
                <a:ea typeface="Arial"/>
                <a:cs typeface="Arial"/>
                <a:sym typeface="Arial"/>
              </a:rPr>
              <a:t>MCT</a:t>
            </a:r>
            <a:r>
              <a:rPr b="0" i="0" lang="en-US" sz="2400" u="none">
                <a:solidFill>
                  <a:srgbClr val="808080"/>
                </a:solidFill>
                <a:latin typeface="Arial"/>
                <a:ea typeface="Arial"/>
                <a:cs typeface="Arial"/>
                <a:sym typeface="Arial"/>
              </a:rPr>
              <a:t>,</a:t>
            </a:r>
            <a:r>
              <a:rPr b="0" i="0" lang="en-US" sz="2400" u="none">
                <a:solidFill>
                  <a:srgbClr val="0000FF"/>
                </a:solidFill>
                <a:latin typeface="Arial"/>
                <a:ea typeface="Arial"/>
                <a:cs typeface="Arial"/>
                <a:sym typeface="Arial"/>
              </a:rPr>
              <a:t> </a:t>
            </a:r>
            <a:r>
              <a:rPr b="0" i="0" lang="en-US" sz="2400" u="none">
                <a:solidFill>
                  <a:srgbClr val="008080"/>
                </a:solidFill>
                <a:latin typeface="Arial"/>
                <a:ea typeface="Arial"/>
                <a:cs typeface="Arial"/>
                <a:sym typeface="Arial"/>
              </a:rPr>
              <a:t>songay</a:t>
            </a:r>
            <a:r>
              <a:rPr b="0" i="0" lang="en-US" sz="2400" u="none">
                <a:solidFill>
                  <a:srgbClr val="0000FF"/>
                </a:solidFill>
                <a:latin typeface="Arial"/>
                <a:ea typeface="Arial"/>
                <a:cs typeface="Arial"/>
                <a:sym typeface="Arial"/>
              </a:rPr>
              <a:t> </a:t>
            </a:r>
            <a:endParaRPr/>
          </a:p>
          <a:p>
            <a:pPr indent="0" lvl="0" marL="0" marR="0" rtl="0" algn="l">
              <a:lnSpc>
                <a:spcPct val="98000"/>
              </a:lnSpc>
              <a:spcBef>
                <a:spcPts val="500"/>
              </a:spcBef>
              <a:spcAft>
                <a:spcPts val="0"/>
              </a:spcAft>
              <a:buClr>
                <a:srgbClr val="0000FF"/>
              </a:buClr>
              <a:buSzPts val="2400"/>
              <a:buFont typeface="Arial"/>
              <a:buNone/>
            </a:pPr>
            <a:r>
              <a:rPr b="0" i="0" lang="en-US" sz="2400" u="none">
                <a:solidFill>
                  <a:srgbClr val="0000FF"/>
                </a:solidFill>
                <a:latin typeface="Arial"/>
                <a:ea typeface="Arial"/>
                <a:cs typeface="Arial"/>
                <a:sym typeface="Arial"/>
              </a:rPr>
              <a:t>      FROM </a:t>
            </a:r>
            <a:r>
              <a:rPr b="0" i="0" lang="en-US" sz="2400" u="none">
                <a:solidFill>
                  <a:srgbClr val="008080"/>
                </a:solidFill>
                <a:latin typeface="Arial"/>
                <a:ea typeface="Arial"/>
                <a:cs typeface="Arial"/>
                <a:sym typeface="Arial"/>
              </a:rPr>
              <a:t>PHICONG</a:t>
            </a:r>
            <a:r>
              <a:rPr b="0" i="0" lang="en-US" sz="2400" u="none">
                <a:solidFill>
                  <a:srgbClr val="0000FF"/>
                </a:solidFill>
                <a:latin typeface="Arial"/>
                <a:ea typeface="Arial"/>
                <a:cs typeface="Arial"/>
                <a:sym typeface="Arial"/>
              </a:rPr>
              <a:t> </a:t>
            </a:r>
            <a:r>
              <a:rPr b="0" i="0" lang="en-US" sz="2400" u="none">
                <a:solidFill>
                  <a:srgbClr val="008080"/>
                </a:solidFill>
                <a:latin typeface="Arial"/>
                <a:ea typeface="Arial"/>
                <a:cs typeface="Arial"/>
                <a:sym typeface="Arial"/>
              </a:rPr>
              <a:t>p</a:t>
            </a:r>
            <a:r>
              <a:rPr b="0" i="0" lang="en-US" sz="2400" u="none">
                <a:solidFill>
                  <a:srgbClr val="0000FF"/>
                </a:solidFill>
                <a:latin typeface="Arial"/>
                <a:ea typeface="Arial"/>
                <a:cs typeface="Arial"/>
                <a:sym typeface="Arial"/>
              </a:rPr>
              <a:t> </a:t>
            </a:r>
            <a:endParaRPr/>
          </a:p>
          <a:p>
            <a:pPr indent="0" lvl="0" marL="0" marR="0" rtl="0" algn="l">
              <a:lnSpc>
                <a:spcPct val="98000"/>
              </a:lnSpc>
              <a:spcBef>
                <a:spcPts val="500"/>
              </a:spcBef>
              <a:spcAft>
                <a:spcPts val="0"/>
              </a:spcAft>
              <a:buClr>
                <a:srgbClr val="0000FF"/>
              </a:buClr>
              <a:buSzPts val="2400"/>
              <a:buFont typeface="Arial"/>
              <a:buNone/>
            </a:pPr>
            <a:r>
              <a:rPr b="0" i="0" lang="en-US" sz="2400" u="none">
                <a:solidFill>
                  <a:srgbClr val="0000FF"/>
                </a:solidFill>
                <a:latin typeface="Arial"/>
                <a:ea typeface="Arial"/>
                <a:cs typeface="Arial"/>
                <a:sym typeface="Arial"/>
              </a:rPr>
              <a:t>        </a:t>
            </a:r>
            <a:r>
              <a:rPr b="1" i="0" lang="en-US" sz="2400" u="none">
                <a:solidFill>
                  <a:srgbClr val="808080"/>
                </a:solidFill>
                <a:latin typeface="Arial"/>
                <a:ea typeface="Arial"/>
                <a:cs typeface="Arial"/>
                <a:sym typeface="Arial"/>
              </a:rPr>
              <a:t>LEFT</a:t>
            </a:r>
            <a:r>
              <a:rPr b="1" i="0" lang="en-US" sz="2400" u="none">
                <a:solidFill>
                  <a:srgbClr val="0000FF"/>
                </a:solidFill>
                <a:latin typeface="Arial"/>
                <a:ea typeface="Arial"/>
                <a:cs typeface="Arial"/>
                <a:sym typeface="Arial"/>
              </a:rPr>
              <a:t> </a:t>
            </a:r>
            <a:r>
              <a:rPr b="1" i="0" lang="en-US" sz="2400" u="none">
                <a:solidFill>
                  <a:srgbClr val="808080"/>
                </a:solidFill>
                <a:latin typeface="Arial"/>
                <a:ea typeface="Arial"/>
                <a:cs typeface="Arial"/>
                <a:sym typeface="Arial"/>
              </a:rPr>
              <a:t>JOIN</a:t>
            </a:r>
            <a:r>
              <a:rPr b="0" i="0" lang="en-US" sz="2400" u="none">
                <a:solidFill>
                  <a:srgbClr val="0000FF"/>
                </a:solidFill>
                <a:latin typeface="Arial"/>
                <a:ea typeface="Arial"/>
                <a:cs typeface="Arial"/>
                <a:sym typeface="Arial"/>
              </a:rPr>
              <a:t>  </a:t>
            </a:r>
            <a:r>
              <a:rPr b="0" i="0" lang="en-US" sz="2400" u="none">
                <a:solidFill>
                  <a:srgbClr val="008080"/>
                </a:solidFill>
                <a:latin typeface="Arial"/>
                <a:ea typeface="Arial"/>
                <a:cs typeface="Arial"/>
                <a:sym typeface="Arial"/>
              </a:rPr>
              <a:t>LAMVIEC</a:t>
            </a:r>
            <a:r>
              <a:rPr b="0" i="0" lang="en-US" sz="2400" u="none">
                <a:solidFill>
                  <a:srgbClr val="0000FF"/>
                </a:solidFill>
                <a:latin typeface="Arial"/>
                <a:ea typeface="Arial"/>
                <a:cs typeface="Arial"/>
                <a:sym typeface="Arial"/>
              </a:rPr>
              <a:t> </a:t>
            </a:r>
            <a:r>
              <a:rPr b="0" i="0" lang="en-US" sz="2400" u="none">
                <a:solidFill>
                  <a:srgbClr val="008080"/>
                </a:solidFill>
                <a:latin typeface="Arial"/>
                <a:ea typeface="Arial"/>
                <a:cs typeface="Arial"/>
                <a:sym typeface="Arial"/>
              </a:rPr>
              <a:t>l</a:t>
            </a:r>
            <a:r>
              <a:rPr b="0" i="0" lang="en-US" sz="2400" u="none">
                <a:solidFill>
                  <a:srgbClr val="0000FF"/>
                </a:solidFill>
                <a:latin typeface="Arial"/>
                <a:ea typeface="Arial"/>
                <a:cs typeface="Arial"/>
                <a:sym typeface="Arial"/>
              </a:rPr>
              <a:t> </a:t>
            </a:r>
            <a:endParaRPr/>
          </a:p>
          <a:p>
            <a:pPr indent="0" lvl="0" marL="0" marR="0" rtl="0" algn="l">
              <a:lnSpc>
                <a:spcPct val="98000"/>
              </a:lnSpc>
              <a:spcBef>
                <a:spcPts val="500"/>
              </a:spcBef>
              <a:spcAft>
                <a:spcPts val="0"/>
              </a:spcAft>
              <a:buClr>
                <a:srgbClr val="0000FF"/>
              </a:buClr>
              <a:buSzPts val="2400"/>
              <a:buFont typeface="Arial"/>
              <a:buNone/>
            </a:pPr>
            <a:r>
              <a:rPr b="0" i="0" lang="en-US" sz="2400" u="none">
                <a:solidFill>
                  <a:srgbClr val="0000FF"/>
                </a:solidFill>
                <a:latin typeface="Arial"/>
                <a:ea typeface="Arial"/>
                <a:cs typeface="Arial"/>
                <a:sym typeface="Arial"/>
              </a:rPr>
              <a:t>          ON </a:t>
            </a:r>
            <a:r>
              <a:rPr b="0" i="0" lang="en-US" sz="2400" u="none">
                <a:solidFill>
                  <a:srgbClr val="008080"/>
                </a:solidFill>
                <a:latin typeface="Arial"/>
                <a:ea typeface="Arial"/>
                <a:cs typeface="Arial"/>
                <a:sym typeface="Arial"/>
              </a:rPr>
              <a:t>p</a:t>
            </a:r>
            <a:r>
              <a:rPr b="0" i="0" lang="en-US" sz="2400" u="none">
                <a:solidFill>
                  <a:srgbClr val="808080"/>
                </a:solidFill>
                <a:latin typeface="Arial"/>
                <a:ea typeface="Arial"/>
                <a:cs typeface="Arial"/>
                <a:sym typeface="Arial"/>
              </a:rPr>
              <a:t>.</a:t>
            </a:r>
            <a:r>
              <a:rPr b="0" i="0" lang="en-US" sz="2400" u="none">
                <a:solidFill>
                  <a:srgbClr val="008080"/>
                </a:solidFill>
                <a:latin typeface="Arial"/>
                <a:ea typeface="Arial"/>
                <a:cs typeface="Arial"/>
                <a:sym typeface="Arial"/>
              </a:rPr>
              <a:t>MPC</a:t>
            </a:r>
            <a:r>
              <a:rPr b="0" i="0" lang="en-US" sz="2400" u="none">
                <a:solidFill>
                  <a:srgbClr val="808080"/>
                </a:solidFill>
                <a:latin typeface="Arial"/>
                <a:ea typeface="Arial"/>
                <a:cs typeface="Arial"/>
                <a:sym typeface="Arial"/>
              </a:rPr>
              <a:t>=</a:t>
            </a:r>
            <a:r>
              <a:rPr b="0" i="0" lang="en-US" sz="2400" u="none">
                <a:solidFill>
                  <a:srgbClr val="008080"/>
                </a:solidFill>
                <a:latin typeface="Arial"/>
                <a:ea typeface="Arial"/>
                <a:cs typeface="Arial"/>
                <a:sym typeface="Arial"/>
              </a:rPr>
              <a:t>l</a:t>
            </a:r>
            <a:r>
              <a:rPr b="0" i="0" lang="en-US" sz="2400" u="none">
                <a:solidFill>
                  <a:srgbClr val="808080"/>
                </a:solidFill>
                <a:latin typeface="Arial"/>
                <a:ea typeface="Arial"/>
                <a:cs typeface="Arial"/>
                <a:sym typeface="Arial"/>
              </a:rPr>
              <a:t>.</a:t>
            </a:r>
            <a:r>
              <a:rPr b="0" i="0" lang="en-US" sz="2400" u="none">
                <a:solidFill>
                  <a:srgbClr val="008080"/>
                </a:solidFill>
                <a:latin typeface="Arial"/>
                <a:ea typeface="Arial"/>
                <a:cs typeface="Arial"/>
                <a:sym typeface="Arial"/>
              </a:rPr>
              <a:t>MPC</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9" name="Shape 809"/>
        <p:cNvGrpSpPr/>
        <p:nvPr/>
      </p:nvGrpSpPr>
      <p:grpSpPr>
        <a:xfrm>
          <a:off x="0" y="0"/>
          <a:ext cx="0" cy="0"/>
          <a:chOff x="0" y="0"/>
          <a:chExt cx="0" cy="0"/>
        </a:xfrm>
      </p:grpSpPr>
      <p:sp>
        <p:nvSpPr>
          <p:cNvPr id="810" name="Google Shape;810;p72"/>
          <p:cNvSpPr txBox="1"/>
          <p:nvPr>
            <p:ph type="title"/>
          </p:nvPr>
        </p:nvSpPr>
        <p:spPr>
          <a:xfrm>
            <a:off x="503237" y="301625"/>
            <a:ext cx="9070975" cy="1262062"/>
          </a:xfrm>
          <a:prstGeom prst="rect">
            <a:avLst/>
          </a:prstGeom>
          <a:noFill/>
          <a:ln>
            <a:noFill/>
          </a:ln>
        </p:spPr>
        <p:txBody>
          <a:bodyPr anchorCtr="0" anchor="ctr" bIns="0" lIns="0" spcFirstLastPara="1" rIns="0" wrap="square" tIns="0">
            <a:noAutofit/>
          </a:bodyPr>
          <a:lstStyle/>
          <a:p>
            <a:pPr indent="0" lvl="0" marL="0" rtl="0" algn="l">
              <a:lnSpc>
                <a:spcPct val="101000"/>
              </a:lnSpc>
              <a:spcBef>
                <a:spcPts val="0"/>
              </a:spcBef>
              <a:spcAft>
                <a:spcPts val="0"/>
              </a:spcAft>
              <a:buSzPts val="3200"/>
              <a:buNone/>
            </a:pPr>
            <a:r>
              <a:rPr b="1" i="0" lang="en-US" sz="3200" u="none">
                <a:solidFill>
                  <a:srgbClr val="000000"/>
                </a:solidFill>
                <a:latin typeface="Arial"/>
                <a:ea typeface="Arial"/>
                <a:cs typeface="Arial"/>
                <a:sym typeface="Arial"/>
              </a:rPr>
              <a:t> RIGHT JOIN</a:t>
            </a:r>
            <a:endParaRPr/>
          </a:p>
        </p:txBody>
      </p:sp>
      <p:sp>
        <p:nvSpPr>
          <p:cNvPr id="811" name="Google Shape;811;p72"/>
          <p:cNvSpPr txBox="1"/>
          <p:nvPr>
            <p:ph idx="1" type="body"/>
          </p:nvPr>
        </p:nvSpPr>
        <p:spPr>
          <a:xfrm>
            <a:off x="503237" y="1768475"/>
            <a:ext cx="9070975" cy="5089525"/>
          </a:xfrm>
          <a:prstGeom prst="rect">
            <a:avLst/>
          </a:prstGeom>
          <a:noFill/>
          <a:ln>
            <a:noFill/>
          </a:ln>
        </p:spPr>
        <p:txBody>
          <a:bodyPr anchorCtr="0" anchor="t" bIns="0" lIns="0" spcFirstLastPara="1" rIns="0" wrap="square" tIns="0">
            <a:noAutofit/>
          </a:bodyPr>
          <a:lstStyle/>
          <a:p>
            <a:pPr indent="-323850" lvl="0" marL="431800" rtl="0" algn="l">
              <a:lnSpc>
                <a:spcPct val="101000"/>
              </a:lnSpc>
              <a:spcBef>
                <a:spcPts val="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Cú pháp</a:t>
            </a:r>
            <a:endParaRPr/>
          </a:p>
          <a:p>
            <a:pPr indent="-323850" lvl="0" marL="431800" rtl="0" algn="l">
              <a:lnSpc>
                <a:spcPct val="101000"/>
              </a:lnSpc>
              <a:spcBef>
                <a:spcPts val="1400"/>
              </a:spcBef>
              <a:spcAft>
                <a:spcPts val="0"/>
              </a:spcAft>
              <a:buSzPts val="2700"/>
              <a:buNone/>
            </a:pPr>
            <a:r>
              <a:rPr b="0" i="0" lang="en-US" sz="2700" u="none">
                <a:solidFill>
                  <a:srgbClr val="000000"/>
                </a:solidFill>
                <a:latin typeface="Arial"/>
                <a:ea typeface="Arial"/>
                <a:cs typeface="Arial"/>
                <a:sym typeface="Arial"/>
              </a:rPr>
              <a:t> 	SELECT &lt;</a:t>
            </a:r>
            <a:r>
              <a:rPr b="0" i="1" lang="en-US" sz="2700" u="none">
                <a:solidFill>
                  <a:srgbClr val="000000"/>
                </a:solidFill>
                <a:latin typeface="Arial"/>
                <a:ea typeface="Arial"/>
                <a:cs typeface="Arial"/>
                <a:sym typeface="Arial"/>
              </a:rPr>
              <a:t>ten_cot</a:t>
            </a:r>
            <a:r>
              <a:rPr b="0" i="0" lang="en-US" sz="2700" u="none">
                <a:solidFill>
                  <a:srgbClr val="000000"/>
                </a:solidFill>
                <a:latin typeface="Arial"/>
                <a:ea typeface="Arial"/>
                <a:cs typeface="Arial"/>
                <a:sym typeface="Arial"/>
              </a:rPr>
              <a:t>&gt; [,...]</a:t>
            </a:r>
            <a:endParaRPr/>
          </a:p>
          <a:p>
            <a:pPr indent="-323850" lvl="1" marL="863600" rtl="0" algn="l">
              <a:lnSpc>
                <a:spcPct val="101000"/>
              </a:lnSpc>
              <a:spcBef>
                <a:spcPts val="400"/>
              </a:spcBef>
              <a:spcAft>
                <a:spcPts val="0"/>
              </a:spcAft>
              <a:buSzPts val="2400"/>
              <a:buNone/>
            </a:pPr>
            <a:r>
              <a:rPr b="0" i="0" lang="en-US" sz="2400" u="none">
                <a:solidFill>
                  <a:srgbClr val="000000"/>
                </a:solidFill>
                <a:latin typeface="Arial"/>
                <a:ea typeface="Arial"/>
                <a:cs typeface="Arial"/>
                <a:sym typeface="Arial"/>
              </a:rPr>
              <a:t>FROM </a:t>
            </a:r>
            <a:r>
              <a:rPr b="0" i="1" lang="en-US" sz="2400" u="none">
                <a:solidFill>
                  <a:srgbClr val="000000"/>
                </a:solidFill>
                <a:latin typeface="Arial"/>
                <a:ea typeface="Arial"/>
                <a:cs typeface="Arial"/>
                <a:sym typeface="Arial"/>
              </a:rPr>
              <a:t>&lt;table1&gt;</a:t>
            </a:r>
            <a:endParaRPr/>
          </a:p>
          <a:p>
            <a:pPr indent="-323850" lvl="1" marL="863600" rtl="0" algn="l">
              <a:lnSpc>
                <a:spcPct val="101000"/>
              </a:lnSpc>
              <a:spcBef>
                <a:spcPts val="400"/>
              </a:spcBef>
              <a:spcAft>
                <a:spcPts val="0"/>
              </a:spcAft>
              <a:buSzPts val="2400"/>
              <a:buNone/>
            </a:pPr>
            <a:r>
              <a:rPr b="0" i="0" lang="en-US" sz="2400" u="none">
                <a:solidFill>
                  <a:srgbClr val="990000"/>
                </a:solidFill>
                <a:latin typeface="Arial"/>
                <a:ea typeface="Arial"/>
                <a:cs typeface="Arial"/>
                <a:sym typeface="Arial"/>
              </a:rPr>
              <a:t>        RIGHT JOIN </a:t>
            </a:r>
            <a:r>
              <a:rPr b="0" i="0" lang="en-US" sz="2400" u="none">
                <a:solidFill>
                  <a:srgbClr val="000000"/>
                </a:solidFill>
                <a:latin typeface="Arial"/>
                <a:ea typeface="Arial"/>
                <a:cs typeface="Arial"/>
                <a:sym typeface="Arial"/>
              </a:rPr>
              <a:t>|</a:t>
            </a:r>
            <a:r>
              <a:rPr b="0" i="0" lang="en-US" sz="2400" u="none">
                <a:solidFill>
                  <a:srgbClr val="990000"/>
                </a:solidFill>
                <a:latin typeface="Arial"/>
                <a:ea typeface="Arial"/>
                <a:cs typeface="Arial"/>
                <a:sym typeface="Arial"/>
              </a:rPr>
              <a:t>  RIGHT OUTER JOIN</a:t>
            </a:r>
            <a:r>
              <a:rPr b="0" i="0" lang="en-US" sz="2400" u="none">
                <a:solidFill>
                  <a:srgbClr val="000000"/>
                </a:solidFill>
                <a:latin typeface="Arial"/>
                <a:ea typeface="Arial"/>
                <a:cs typeface="Arial"/>
                <a:sym typeface="Arial"/>
              </a:rPr>
              <a:t> &lt;</a:t>
            </a:r>
            <a:r>
              <a:rPr b="0" i="1" lang="en-US" sz="2400" u="none">
                <a:solidFill>
                  <a:srgbClr val="000000"/>
                </a:solidFill>
                <a:latin typeface="Arial"/>
                <a:ea typeface="Arial"/>
                <a:cs typeface="Arial"/>
                <a:sym typeface="Arial"/>
              </a:rPr>
              <a:t>table2</a:t>
            </a:r>
            <a:r>
              <a:rPr b="0" i="0" lang="en-US" sz="2400" u="none">
                <a:solidFill>
                  <a:srgbClr val="000000"/>
                </a:solidFill>
                <a:latin typeface="Arial"/>
                <a:ea typeface="Arial"/>
                <a:cs typeface="Arial"/>
                <a:sym typeface="Arial"/>
              </a:rPr>
              <a:t>&gt;</a:t>
            </a:r>
            <a:endParaRPr/>
          </a:p>
          <a:p>
            <a:pPr indent="-323850" lvl="1" marL="863600" rtl="0" algn="l">
              <a:lnSpc>
                <a:spcPct val="101000"/>
              </a:lnSpc>
              <a:spcBef>
                <a:spcPts val="400"/>
              </a:spcBef>
              <a:spcAft>
                <a:spcPts val="0"/>
              </a:spcAft>
              <a:buSzPts val="2400"/>
              <a:buNone/>
            </a:pPr>
            <a:r>
              <a:rPr b="0" i="0" lang="en-US" sz="2400" u="none">
                <a:solidFill>
                  <a:srgbClr val="000000"/>
                </a:solidFill>
                <a:latin typeface="Arial"/>
                <a:ea typeface="Arial"/>
                <a:cs typeface="Arial"/>
                <a:sym typeface="Arial"/>
              </a:rPr>
              <a:t>        </a:t>
            </a:r>
            <a:r>
              <a:rPr b="0" i="0" lang="en-US" sz="2400" u="none">
                <a:solidFill>
                  <a:srgbClr val="990000"/>
                </a:solidFill>
                <a:latin typeface="Arial"/>
                <a:ea typeface="Arial"/>
                <a:cs typeface="Arial"/>
                <a:sym typeface="Arial"/>
              </a:rPr>
              <a:t> ON</a:t>
            </a:r>
            <a:r>
              <a:rPr b="0" i="0" lang="en-US" sz="2400" u="none">
                <a:solidFill>
                  <a:srgbClr val="000000"/>
                </a:solidFill>
                <a:latin typeface="Arial"/>
                <a:ea typeface="Arial"/>
                <a:cs typeface="Arial"/>
                <a:sym typeface="Arial"/>
              </a:rPr>
              <a:t> </a:t>
            </a:r>
            <a:r>
              <a:rPr b="0" i="1" lang="en-US" sz="2400" u="none">
                <a:solidFill>
                  <a:srgbClr val="000000"/>
                </a:solidFill>
                <a:latin typeface="Arial"/>
                <a:ea typeface="Arial"/>
                <a:cs typeface="Arial"/>
                <a:sym typeface="Arial"/>
              </a:rPr>
              <a:t>&lt;table1&gt;.&lt;ten_cot&gt;</a:t>
            </a:r>
            <a:r>
              <a:rPr b="0" i="0" lang="en-US" sz="2400" u="none">
                <a:solidFill>
                  <a:srgbClr val="000000"/>
                </a:solidFill>
                <a:latin typeface="Arial"/>
                <a:ea typeface="Arial"/>
                <a:cs typeface="Arial"/>
                <a:sym typeface="Arial"/>
              </a:rPr>
              <a:t>=</a:t>
            </a:r>
            <a:r>
              <a:rPr b="0" i="1" lang="en-US" sz="2400" u="none">
                <a:solidFill>
                  <a:srgbClr val="000000"/>
                </a:solidFill>
                <a:latin typeface="Arial"/>
                <a:ea typeface="Arial"/>
                <a:cs typeface="Arial"/>
                <a:sym typeface="Arial"/>
              </a:rPr>
              <a:t>&lt;table2&gt;.&lt;ten_cot&gt;</a:t>
            </a:r>
            <a:r>
              <a:rPr b="0" i="0" lang="en-US" sz="2400" u="none">
                <a:solidFill>
                  <a:srgbClr val="000000"/>
                </a:solidFill>
                <a:latin typeface="Arial"/>
                <a:ea typeface="Arial"/>
                <a:cs typeface="Arial"/>
                <a:sym typeface="Arial"/>
              </a:rPr>
              <a:t>;</a:t>
            </a:r>
            <a:endParaRPr/>
          </a:p>
          <a:p>
            <a:pPr indent="-323850" lvl="0" marL="431800" rtl="0" algn="l">
              <a:lnSpc>
                <a:spcPct val="101000"/>
              </a:lnSpc>
              <a:spcBef>
                <a:spcPts val="40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Kết quả bao gồm :</a:t>
            </a:r>
            <a:endParaRPr/>
          </a:p>
          <a:p>
            <a:pPr indent="-323850" lvl="1" marL="863600" rtl="0" algn="l">
              <a:lnSpc>
                <a:spcPct val="101000"/>
              </a:lnSpc>
              <a:spcBef>
                <a:spcPts val="1400"/>
              </a:spcBef>
              <a:spcAft>
                <a:spcPts val="0"/>
              </a:spcAft>
              <a:buClr>
                <a:srgbClr val="000000"/>
              </a:buClr>
              <a:buSzPts val="1800"/>
              <a:buFont typeface="Noto Sans Symbols"/>
              <a:buChar char="−"/>
            </a:pPr>
            <a:r>
              <a:rPr b="0" i="0" lang="en-US" sz="2400" u="none">
                <a:solidFill>
                  <a:srgbClr val="000000"/>
                </a:solidFill>
                <a:latin typeface="Arial"/>
                <a:ea typeface="Arial"/>
                <a:cs typeface="Arial"/>
                <a:sym typeface="Arial"/>
              </a:rPr>
              <a:t>Các dòng tương ứng ở cả 2 bảng</a:t>
            </a:r>
            <a:endParaRPr/>
          </a:p>
          <a:p>
            <a:pPr indent="-323850" lvl="1" marL="863600" rtl="0" algn="l">
              <a:lnSpc>
                <a:spcPct val="101000"/>
              </a:lnSpc>
              <a:spcBef>
                <a:spcPts val="400"/>
              </a:spcBef>
              <a:spcAft>
                <a:spcPts val="0"/>
              </a:spcAft>
              <a:buSzPts val="2400"/>
              <a:buNone/>
            </a:pPr>
            <a:r>
              <a:rPr b="0" i="0" lang="en-US" sz="2400" u="none">
                <a:solidFill>
                  <a:srgbClr val="000000"/>
                </a:solidFill>
                <a:latin typeface="Arial"/>
                <a:ea typeface="Arial"/>
                <a:cs typeface="Arial"/>
                <a:sym typeface="Arial"/>
              </a:rPr>
              <a:t> (kết quả INNER JOIN)</a:t>
            </a:r>
            <a:endParaRPr/>
          </a:p>
          <a:p>
            <a:pPr indent="-323850" lvl="1" marL="863600" rtl="0" algn="l">
              <a:lnSpc>
                <a:spcPct val="101000"/>
              </a:lnSpc>
              <a:spcBef>
                <a:spcPts val="400"/>
              </a:spcBef>
              <a:spcAft>
                <a:spcPts val="0"/>
              </a:spcAft>
              <a:buClr>
                <a:srgbClr val="000000"/>
              </a:buClr>
              <a:buSzPts val="1800"/>
              <a:buFont typeface="Noto Sans Symbols"/>
              <a:buChar char="−"/>
            </a:pPr>
            <a:r>
              <a:rPr b="0" i="0" lang="en-US" sz="2400" u="none">
                <a:solidFill>
                  <a:srgbClr val="000000"/>
                </a:solidFill>
                <a:latin typeface="Arial"/>
                <a:ea typeface="Arial"/>
                <a:cs typeface="Arial"/>
                <a:sym typeface="Arial"/>
              </a:rPr>
              <a:t>Và các dòng thuộc bảng </a:t>
            </a:r>
            <a:r>
              <a:rPr b="0" i="0" lang="en-US" sz="2400" u="none">
                <a:solidFill>
                  <a:srgbClr val="990000"/>
                </a:solidFill>
                <a:latin typeface="Arial"/>
                <a:ea typeface="Arial"/>
                <a:cs typeface="Arial"/>
                <a:sym typeface="Arial"/>
              </a:rPr>
              <a:t>table2</a:t>
            </a:r>
            <a:r>
              <a:rPr b="0" i="0" lang="en-US" sz="2400" u="none">
                <a:solidFill>
                  <a:srgbClr val="000000"/>
                </a:solidFill>
                <a:latin typeface="Arial"/>
                <a:ea typeface="Arial"/>
                <a:cs typeface="Arial"/>
                <a:sym typeface="Arial"/>
              </a:rPr>
              <a:t> không </a:t>
            </a:r>
            <a:endParaRPr/>
          </a:p>
          <a:p>
            <a:pPr indent="-323850" lvl="1" marL="863600" rtl="0" algn="l">
              <a:lnSpc>
                <a:spcPct val="101000"/>
              </a:lnSpc>
              <a:spcBef>
                <a:spcPts val="400"/>
              </a:spcBef>
              <a:spcAft>
                <a:spcPts val="0"/>
              </a:spcAft>
              <a:buSzPts val="2400"/>
              <a:buNone/>
            </a:pPr>
            <a:r>
              <a:rPr b="0" i="0" lang="en-US" sz="2400" u="none">
                <a:solidFill>
                  <a:srgbClr val="000000"/>
                </a:solidFill>
                <a:latin typeface="Arial"/>
                <a:ea typeface="Arial"/>
                <a:cs typeface="Arial"/>
                <a:sym typeface="Arial"/>
              </a:rPr>
              <a:t>tương ứng với </a:t>
            </a:r>
            <a:r>
              <a:rPr b="0" i="0" lang="en-US" sz="2400" u="none">
                <a:solidFill>
                  <a:srgbClr val="990000"/>
                </a:solidFill>
                <a:latin typeface="Arial"/>
                <a:ea typeface="Arial"/>
                <a:cs typeface="Arial"/>
                <a:sym typeface="Arial"/>
              </a:rPr>
              <a:t>table1</a:t>
            </a:r>
            <a:r>
              <a:rPr b="0" i="0" lang="en-US" sz="2400" u="none">
                <a:solidFill>
                  <a:srgbClr val="000000"/>
                </a:solidFill>
                <a:latin typeface="Arial"/>
                <a:ea typeface="Arial"/>
                <a:cs typeface="Arial"/>
                <a:sym typeface="Arial"/>
              </a:rPr>
              <a:t>. Các cột tương </a:t>
            </a:r>
            <a:endParaRPr/>
          </a:p>
          <a:p>
            <a:pPr indent="-323850" lvl="1" marL="863600" rtl="0" algn="l">
              <a:lnSpc>
                <a:spcPct val="101000"/>
              </a:lnSpc>
              <a:spcBef>
                <a:spcPts val="400"/>
              </a:spcBef>
              <a:spcAft>
                <a:spcPts val="0"/>
              </a:spcAft>
              <a:buSzPts val="2400"/>
              <a:buNone/>
            </a:pPr>
            <a:r>
              <a:rPr b="0" i="0" lang="en-US" sz="2400" u="none">
                <a:solidFill>
                  <a:srgbClr val="000000"/>
                </a:solidFill>
                <a:latin typeface="Arial"/>
                <a:ea typeface="Arial"/>
                <a:cs typeface="Arial"/>
                <a:sym typeface="Arial"/>
              </a:rPr>
              <a:t>ứng của </a:t>
            </a:r>
            <a:r>
              <a:rPr b="0" i="0" lang="en-US" sz="2400" u="none">
                <a:solidFill>
                  <a:srgbClr val="990000"/>
                </a:solidFill>
                <a:latin typeface="Arial"/>
                <a:ea typeface="Arial"/>
                <a:cs typeface="Arial"/>
                <a:sym typeface="Arial"/>
              </a:rPr>
              <a:t>table1</a:t>
            </a:r>
            <a:r>
              <a:rPr b="0" i="0" lang="en-US" sz="2400" u="none">
                <a:solidFill>
                  <a:srgbClr val="000000"/>
                </a:solidFill>
                <a:latin typeface="Arial"/>
                <a:ea typeface="Arial"/>
                <a:cs typeface="Arial"/>
                <a:sym typeface="Arial"/>
              </a:rPr>
              <a:t> sẽ mang giá trị NULL</a:t>
            </a:r>
            <a:endParaRPr/>
          </a:p>
          <a:p>
            <a:pPr indent="-342900" lvl="0" marL="342900" rtl="0" algn="l">
              <a:lnSpc>
                <a:spcPct val="101000"/>
              </a:lnSpc>
              <a:spcBef>
                <a:spcPts val="400"/>
              </a:spcBef>
              <a:spcAft>
                <a:spcPts val="0"/>
              </a:spcAft>
              <a:buNone/>
            </a:pPr>
            <a:r>
              <a:t/>
            </a:r>
            <a:endParaRPr b="0" i="0" sz="2400" u="none">
              <a:solidFill>
                <a:srgbClr val="000000"/>
              </a:solidFill>
              <a:latin typeface="Arial"/>
              <a:ea typeface="Arial"/>
              <a:cs typeface="Arial"/>
              <a:sym typeface="Arial"/>
            </a:endParaRPr>
          </a:p>
        </p:txBody>
      </p:sp>
      <p:grpSp>
        <p:nvGrpSpPr>
          <p:cNvPr id="812" name="Google Shape;812;p72"/>
          <p:cNvGrpSpPr/>
          <p:nvPr/>
        </p:nvGrpSpPr>
        <p:grpSpPr>
          <a:xfrm>
            <a:off x="7056437" y="4824412"/>
            <a:ext cx="2733675" cy="1541462"/>
            <a:chOff x="4445" y="3039"/>
            <a:chExt cx="1722" cy="971"/>
          </a:xfrm>
        </p:grpSpPr>
        <p:sp>
          <p:nvSpPr>
            <p:cNvPr id="813" name="Google Shape;813;p72"/>
            <p:cNvSpPr/>
            <p:nvPr/>
          </p:nvSpPr>
          <p:spPr>
            <a:xfrm>
              <a:off x="5125" y="3039"/>
              <a:ext cx="1042" cy="926"/>
            </a:xfrm>
            <a:prstGeom prst="ellipse">
              <a:avLst/>
            </a:prstGeom>
            <a:solidFill>
              <a:srgbClr val="99CCCC"/>
            </a:solidFill>
            <a:ln cap="flat" cmpd="sng" w="9525">
              <a:solidFill>
                <a:srgbClr val="3465A4"/>
              </a:solidFill>
              <a:prstDash val="solid"/>
              <a:miter lim="800000"/>
              <a:headEnd len="sm" w="sm" type="none"/>
              <a:tailEnd len="sm" w="sm" type="none"/>
            </a:ln>
          </p:spPr>
          <p:txBody>
            <a:bodyPr anchorCtr="0" anchor="ctr" bIns="45000" lIns="90000" spcFirstLastPara="1" rIns="90000" wrap="square" tIns="61000">
              <a:noAutofit/>
            </a:bodyPr>
            <a:lstStyle/>
            <a:p>
              <a:pPr indent="0" lvl="0" marL="0" marR="0" rtl="0" algn="l">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           Bảng 2</a:t>
              </a:r>
              <a:endParaRPr/>
            </a:p>
          </p:txBody>
        </p:sp>
        <p:sp>
          <p:nvSpPr>
            <p:cNvPr id="814" name="Google Shape;814;p72"/>
            <p:cNvSpPr/>
            <p:nvPr/>
          </p:nvSpPr>
          <p:spPr>
            <a:xfrm>
              <a:off x="4445" y="3084"/>
              <a:ext cx="1042" cy="926"/>
            </a:xfrm>
            <a:prstGeom prst="ellipse">
              <a:avLst/>
            </a:prstGeom>
            <a:noFill/>
            <a:ln cap="flat" cmpd="sng" w="9525">
              <a:solidFill>
                <a:srgbClr val="3465A4"/>
              </a:solidFill>
              <a:prstDash val="solid"/>
              <a:miter lim="800000"/>
              <a:headEnd len="sm" w="sm" type="none"/>
              <a:tailEnd len="sm" w="sm" type="none"/>
            </a:ln>
          </p:spPr>
          <p:txBody>
            <a:bodyPr anchorCtr="0" anchor="ctr" bIns="45000" lIns="90000" spcFirstLastPara="1" rIns="90000" wrap="square" tIns="61000">
              <a:noAutofit/>
            </a:bodyPr>
            <a:lstStyle/>
            <a:p>
              <a:pPr indent="0" lvl="0" marL="0" marR="0" rtl="0" algn="l">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Bảng 1</a:t>
              </a:r>
              <a:endParaRPr/>
            </a:p>
          </p:txBody>
        </p:sp>
      </p:gr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9" name="Shape 819"/>
        <p:cNvGrpSpPr/>
        <p:nvPr/>
      </p:nvGrpSpPr>
      <p:grpSpPr>
        <a:xfrm>
          <a:off x="0" y="0"/>
          <a:ext cx="0" cy="0"/>
          <a:chOff x="0" y="0"/>
          <a:chExt cx="0" cy="0"/>
        </a:xfrm>
      </p:grpSpPr>
      <p:sp>
        <p:nvSpPr>
          <p:cNvPr id="820" name="Google Shape;820;p73"/>
          <p:cNvSpPr txBox="1"/>
          <p:nvPr>
            <p:ph type="title"/>
          </p:nvPr>
        </p:nvSpPr>
        <p:spPr>
          <a:xfrm>
            <a:off x="503237" y="301625"/>
            <a:ext cx="9070975" cy="1262062"/>
          </a:xfrm>
          <a:prstGeom prst="rect">
            <a:avLst/>
          </a:prstGeom>
          <a:noFill/>
          <a:ln>
            <a:noFill/>
          </a:ln>
        </p:spPr>
        <p:txBody>
          <a:bodyPr anchorCtr="0" anchor="ctr" bIns="0" lIns="0" spcFirstLastPara="1" rIns="0" wrap="square" tIns="0">
            <a:noAutofit/>
          </a:bodyPr>
          <a:lstStyle/>
          <a:p>
            <a:pPr indent="0" lvl="0" marL="0" rtl="0" algn="l">
              <a:lnSpc>
                <a:spcPct val="101000"/>
              </a:lnSpc>
              <a:spcBef>
                <a:spcPts val="0"/>
              </a:spcBef>
              <a:spcAft>
                <a:spcPts val="0"/>
              </a:spcAft>
              <a:buSzPts val="3200"/>
              <a:buNone/>
            </a:pPr>
            <a:r>
              <a:rPr b="1" i="0" lang="en-US" sz="3200" u="none">
                <a:solidFill>
                  <a:srgbClr val="000000"/>
                </a:solidFill>
                <a:latin typeface="Arial"/>
                <a:ea typeface="Arial"/>
                <a:cs typeface="Arial"/>
                <a:sym typeface="Arial"/>
              </a:rPr>
              <a:t> RIGHT JOIN</a:t>
            </a:r>
            <a:endParaRPr/>
          </a:p>
        </p:txBody>
      </p:sp>
      <p:sp>
        <p:nvSpPr>
          <p:cNvPr id="821" name="Google Shape;821;p73"/>
          <p:cNvSpPr txBox="1"/>
          <p:nvPr>
            <p:ph idx="1" type="body"/>
          </p:nvPr>
        </p:nvSpPr>
        <p:spPr>
          <a:xfrm>
            <a:off x="503237" y="1860550"/>
            <a:ext cx="9070975" cy="5089525"/>
          </a:xfrm>
          <a:prstGeom prst="rect">
            <a:avLst/>
          </a:prstGeom>
          <a:noFill/>
          <a:ln>
            <a:noFill/>
          </a:ln>
        </p:spPr>
        <p:txBody>
          <a:bodyPr anchorCtr="0" anchor="t" bIns="0" lIns="0" spcFirstLastPara="1" rIns="0" wrap="square" tIns="0">
            <a:noAutofit/>
          </a:bodyPr>
          <a:lstStyle/>
          <a:p>
            <a:pPr indent="-323850" lvl="0" marL="431800" rtl="0" algn="l">
              <a:lnSpc>
                <a:spcPct val="101000"/>
              </a:lnSpc>
              <a:spcBef>
                <a:spcPts val="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Ví Dụ: Tìm họ tên, MPC, địa chỉ và số ngày làm việc của các phi công sống ở Anh làm việc cho công ty mã số 1 kể cả trường hợp công ty này không có phi công ở Anh làm việc </a:t>
            </a:r>
            <a:endParaRPr/>
          </a:p>
          <a:p>
            <a:pPr indent="-342900" lvl="0" marL="342900" rtl="0" algn="l">
              <a:lnSpc>
                <a:spcPct val="101000"/>
              </a:lnSpc>
              <a:spcBef>
                <a:spcPts val="1400"/>
              </a:spcBef>
              <a:spcAft>
                <a:spcPts val="0"/>
              </a:spcAft>
              <a:buNone/>
            </a:pPr>
            <a:r>
              <a:t/>
            </a:r>
            <a:endParaRPr b="0" i="0" sz="2700" u="none">
              <a:solidFill>
                <a:srgbClr val="000000"/>
              </a:solidFill>
              <a:latin typeface="Arial"/>
              <a:ea typeface="Arial"/>
              <a:cs typeface="Arial"/>
              <a:sym typeface="Arial"/>
            </a:endParaRPr>
          </a:p>
        </p:txBody>
      </p:sp>
      <p:pic>
        <p:nvPicPr>
          <p:cNvPr id="822" name="Google Shape;822;p73"/>
          <p:cNvPicPr preferRelativeResize="0"/>
          <p:nvPr/>
        </p:nvPicPr>
        <p:blipFill rotWithShape="1">
          <a:blip r:embed="rId3">
            <a:alphaModFix/>
          </a:blip>
          <a:srcRect b="0" l="0" r="0" t="0"/>
          <a:stretch/>
        </p:blipFill>
        <p:spPr>
          <a:xfrm>
            <a:off x="720725" y="4094163"/>
            <a:ext cx="3743325" cy="1306512"/>
          </a:xfrm>
          <a:prstGeom prst="rect">
            <a:avLst/>
          </a:prstGeom>
          <a:noFill/>
          <a:ln>
            <a:noFill/>
          </a:ln>
        </p:spPr>
      </p:pic>
      <p:pic>
        <p:nvPicPr>
          <p:cNvPr id="823" name="Google Shape;823;p73"/>
          <p:cNvPicPr preferRelativeResize="0"/>
          <p:nvPr/>
        </p:nvPicPr>
        <p:blipFill rotWithShape="1">
          <a:blip r:embed="rId4">
            <a:alphaModFix/>
          </a:blip>
          <a:srcRect b="0" l="0" r="0" t="0"/>
          <a:stretch/>
        </p:blipFill>
        <p:spPr>
          <a:xfrm>
            <a:off x="5824538" y="3927475"/>
            <a:ext cx="3392487" cy="1905000"/>
          </a:xfrm>
          <a:prstGeom prst="rect">
            <a:avLst/>
          </a:prstGeom>
          <a:noFill/>
          <a:ln>
            <a:noFill/>
          </a:ln>
        </p:spPr>
      </p:pic>
      <p:sp>
        <p:nvSpPr>
          <p:cNvPr id="824" name="Google Shape;824;p73"/>
          <p:cNvSpPr txBox="1"/>
          <p:nvPr/>
        </p:nvSpPr>
        <p:spPr>
          <a:xfrm>
            <a:off x="1368425" y="5616575"/>
            <a:ext cx="2479675" cy="354012"/>
          </a:xfrm>
          <a:prstGeom prst="rect">
            <a:avLst/>
          </a:prstGeom>
          <a:noFill/>
          <a:ln>
            <a:noFill/>
          </a:ln>
        </p:spPr>
        <p:txBody>
          <a:bodyPr anchorCtr="0" anchor="t" bIns="45000" lIns="90000" spcFirstLastPara="1" rIns="90000" wrap="square" tIns="61000">
            <a:noAutofit/>
          </a:bodyPr>
          <a:lstStyle/>
          <a:p>
            <a:pPr indent="0" lvl="0" marL="0" marR="0" rtl="0" algn="l">
              <a:lnSpc>
                <a:spcPct val="93000"/>
              </a:lnSpc>
              <a:spcBef>
                <a:spcPts val="0"/>
              </a:spcBef>
              <a:spcAft>
                <a:spcPts val="0"/>
              </a:spcAft>
              <a:buClr>
                <a:srgbClr val="000000"/>
              </a:buClr>
              <a:buSzPts val="1800"/>
              <a:buFont typeface="Arial"/>
              <a:buNone/>
            </a:pPr>
            <a:r>
              <a:rPr b="1" i="0" lang="en-US" sz="1800" u="none">
                <a:solidFill>
                  <a:srgbClr val="000000"/>
                </a:solidFill>
                <a:latin typeface="Arial"/>
                <a:ea typeface="Arial"/>
                <a:cs typeface="Arial"/>
                <a:sym typeface="Arial"/>
              </a:rPr>
              <a:t>Phi công sống ở Anh</a:t>
            </a:r>
            <a:endParaRPr/>
          </a:p>
        </p:txBody>
      </p:sp>
      <p:sp>
        <p:nvSpPr>
          <p:cNvPr id="825" name="Google Shape;825;p73"/>
          <p:cNvSpPr txBox="1"/>
          <p:nvPr/>
        </p:nvSpPr>
        <p:spPr>
          <a:xfrm>
            <a:off x="5543550" y="5832475"/>
            <a:ext cx="3978275" cy="354012"/>
          </a:xfrm>
          <a:prstGeom prst="rect">
            <a:avLst/>
          </a:prstGeom>
          <a:noFill/>
          <a:ln>
            <a:noFill/>
          </a:ln>
        </p:spPr>
        <p:txBody>
          <a:bodyPr anchorCtr="0" anchor="t" bIns="45000" lIns="90000" spcFirstLastPara="1" rIns="90000" wrap="square" tIns="61000">
            <a:noAutofit/>
          </a:bodyPr>
          <a:lstStyle/>
          <a:p>
            <a:pPr indent="0" lvl="0" marL="0" marR="0" rtl="0" algn="l">
              <a:lnSpc>
                <a:spcPct val="93000"/>
              </a:lnSpc>
              <a:spcBef>
                <a:spcPts val="0"/>
              </a:spcBef>
              <a:spcAft>
                <a:spcPts val="0"/>
              </a:spcAft>
              <a:buClr>
                <a:srgbClr val="000000"/>
              </a:buClr>
              <a:buSzPts val="1800"/>
              <a:buFont typeface="Arial"/>
              <a:buNone/>
            </a:pPr>
            <a:r>
              <a:rPr b="1" i="0" lang="en-US" sz="1800" u="none">
                <a:solidFill>
                  <a:srgbClr val="000000"/>
                </a:solidFill>
                <a:latin typeface="Arial"/>
                <a:ea typeface="Arial"/>
                <a:cs typeface="Arial"/>
                <a:sym typeface="Arial"/>
              </a:rPr>
              <a:t>Phi công làm việc cho công ty số 1</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0" name="Shape 830"/>
        <p:cNvGrpSpPr/>
        <p:nvPr/>
      </p:nvGrpSpPr>
      <p:grpSpPr>
        <a:xfrm>
          <a:off x="0" y="0"/>
          <a:ext cx="0" cy="0"/>
          <a:chOff x="0" y="0"/>
          <a:chExt cx="0" cy="0"/>
        </a:xfrm>
      </p:grpSpPr>
      <p:sp>
        <p:nvSpPr>
          <p:cNvPr id="831" name="Google Shape;831;p74"/>
          <p:cNvSpPr txBox="1"/>
          <p:nvPr>
            <p:ph type="title"/>
          </p:nvPr>
        </p:nvSpPr>
        <p:spPr>
          <a:xfrm>
            <a:off x="503237" y="301625"/>
            <a:ext cx="9070975" cy="1262062"/>
          </a:xfrm>
          <a:prstGeom prst="rect">
            <a:avLst/>
          </a:prstGeom>
          <a:noFill/>
          <a:ln>
            <a:noFill/>
          </a:ln>
        </p:spPr>
        <p:txBody>
          <a:bodyPr anchorCtr="0" anchor="ctr" bIns="0" lIns="0" spcFirstLastPara="1" rIns="0" wrap="square" tIns="0">
            <a:noAutofit/>
          </a:bodyPr>
          <a:lstStyle/>
          <a:p>
            <a:pPr indent="0" lvl="0" marL="0" rtl="0" algn="l">
              <a:lnSpc>
                <a:spcPct val="101000"/>
              </a:lnSpc>
              <a:spcBef>
                <a:spcPts val="0"/>
              </a:spcBef>
              <a:spcAft>
                <a:spcPts val="0"/>
              </a:spcAft>
              <a:buSzPts val="3200"/>
              <a:buNone/>
            </a:pPr>
            <a:r>
              <a:rPr b="1" i="0" lang="en-US" sz="3200" u="none">
                <a:solidFill>
                  <a:srgbClr val="000000"/>
                </a:solidFill>
                <a:latin typeface="Arial"/>
                <a:ea typeface="Arial"/>
                <a:cs typeface="Arial"/>
                <a:sym typeface="Arial"/>
              </a:rPr>
              <a:t> RIGHT JOIN</a:t>
            </a:r>
            <a:endParaRPr/>
          </a:p>
        </p:txBody>
      </p:sp>
      <p:sp>
        <p:nvSpPr>
          <p:cNvPr id="832" name="Google Shape;832;p74"/>
          <p:cNvSpPr txBox="1"/>
          <p:nvPr>
            <p:ph idx="1" type="body"/>
          </p:nvPr>
        </p:nvSpPr>
        <p:spPr>
          <a:xfrm>
            <a:off x="503237" y="1860550"/>
            <a:ext cx="9070975" cy="5089525"/>
          </a:xfrm>
          <a:prstGeom prst="rect">
            <a:avLst/>
          </a:prstGeom>
          <a:noFill/>
          <a:ln>
            <a:noFill/>
          </a:ln>
        </p:spPr>
        <p:txBody>
          <a:bodyPr anchorCtr="0" anchor="t" bIns="0" lIns="0" spcFirstLastPara="1" rIns="0" wrap="square" tIns="0">
            <a:noAutofit/>
          </a:bodyPr>
          <a:lstStyle/>
          <a:p>
            <a:pPr indent="-323850" lvl="0" marL="431800" rtl="0" algn="l">
              <a:lnSpc>
                <a:spcPct val="101000"/>
              </a:lnSpc>
              <a:spcBef>
                <a:spcPts val="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Ví Dụ: Tìm họ tên, MPC, địa chỉ và số ngày làm việc của các phi công sống ở Anh làm việc cho công ty mã số 1 kể cả trường hợp công ty này không có phi công ở Anh làm việc </a:t>
            </a:r>
            <a:endParaRPr/>
          </a:p>
          <a:p>
            <a:pPr indent="-342900" lvl="0" marL="342900" rtl="0" algn="l">
              <a:lnSpc>
                <a:spcPct val="101000"/>
              </a:lnSpc>
              <a:spcBef>
                <a:spcPts val="1400"/>
              </a:spcBef>
              <a:spcAft>
                <a:spcPts val="0"/>
              </a:spcAft>
              <a:buNone/>
            </a:pPr>
            <a:r>
              <a:t/>
            </a:r>
            <a:endParaRPr b="0" i="0" sz="2700" u="none">
              <a:solidFill>
                <a:srgbClr val="000000"/>
              </a:solidFill>
              <a:latin typeface="Arial"/>
              <a:ea typeface="Arial"/>
              <a:cs typeface="Arial"/>
              <a:sym typeface="Arial"/>
            </a:endParaRPr>
          </a:p>
        </p:txBody>
      </p:sp>
      <p:sp>
        <p:nvSpPr>
          <p:cNvPr id="833" name="Google Shape;833;p74"/>
          <p:cNvSpPr txBox="1"/>
          <p:nvPr/>
        </p:nvSpPr>
        <p:spPr>
          <a:xfrm>
            <a:off x="625475" y="3606800"/>
            <a:ext cx="9429750" cy="2433637"/>
          </a:xfrm>
          <a:prstGeom prst="rect">
            <a:avLst/>
          </a:prstGeom>
          <a:noFill/>
          <a:ln>
            <a:noFill/>
          </a:ln>
        </p:spPr>
        <p:txBody>
          <a:bodyPr anchorCtr="0" anchor="t" bIns="45000" lIns="90000" spcFirstLastPara="1" rIns="90000" wrap="square" tIns="50575">
            <a:noAutofit/>
          </a:bodyPr>
          <a:lstStyle/>
          <a:p>
            <a:pPr indent="0" lvl="0" marL="0" marR="0" rtl="0" algn="l">
              <a:lnSpc>
                <a:spcPct val="98000"/>
              </a:lnSpc>
              <a:spcBef>
                <a:spcPts val="0"/>
              </a:spcBef>
              <a:spcAft>
                <a:spcPts val="0"/>
              </a:spcAft>
              <a:buClr>
                <a:srgbClr val="0000FF"/>
              </a:buClr>
              <a:buSzPts val="2200"/>
              <a:buFont typeface="Arial"/>
              <a:buNone/>
            </a:pPr>
            <a:r>
              <a:rPr b="0" i="0" lang="en-US" sz="2200" u="none">
                <a:solidFill>
                  <a:srgbClr val="0000FF"/>
                </a:solidFill>
                <a:latin typeface="Arial"/>
                <a:ea typeface="Arial"/>
                <a:cs typeface="Arial"/>
                <a:sym typeface="Arial"/>
              </a:rPr>
              <a:t>SELECT l.MPC, </a:t>
            </a:r>
            <a:r>
              <a:rPr b="0" i="0" lang="en-US" sz="2200" u="none">
                <a:solidFill>
                  <a:srgbClr val="008080"/>
                </a:solidFill>
                <a:latin typeface="Arial"/>
                <a:ea typeface="Arial"/>
                <a:cs typeface="Arial"/>
                <a:sym typeface="Arial"/>
              </a:rPr>
              <a:t>hoten</a:t>
            </a:r>
            <a:r>
              <a:rPr b="0" i="0" lang="en-US" sz="2200" u="none">
                <a:solidFill>
                  <a:srgbClr val="808080"/>
                </a:solidFill>
                <a:latin typeface="Arial"/>
                <a:ea typeface="Arial"/>
                <a:cs typeface="Arial"/>
                <a:sym typeface="Arial"/>
              </a:rPr>
              <a:t>,</a:t>
            </a:r>
            <a:r>
              <a:rPr b="0" i="0" lang="en-US" sz="2200" u="none">
                <a:solidFill>
                  <a:srgbClr val="008080"/>
                </a:solidFill>
                <a:latin typeface="Arial"/>
                <a:ea typeface="Arial"/>
                <a:cs typeface="Arial"/>
                <a:sym typeface="Arial"/>
              </a:rPr>
              <a:t>dchi</a:t>
            </a:r>
            <a:r>
              <a:rPr b="0" i="0" lang="en-US" sz="2200" u="none">
                <a:solidFill>
                  <a:srgbClr val="808080"/>
                </a:solidFill>
                <a:latin typeface="Arial"/>
                <a:ea typeface="Arial"/>
                <a:cs typeface="Arial"/>
                <a:sym typeface="Arial"/>
              </a:rPr>
              <a:t>,</a:t>
            </a:r>
            <a:r>
              <a:rPr b="0" i="0" lang="en-US" sz="2200" u="none">
                <a:solidFill>
                  <a:srgbClr val="0000FF"/>
                </a:solidFill>
                <a:latin typeface="Arial"/>
                <a:ea typeface="Arial"/>
                <a:cs typeface="Arial"/>
                <a:sym typeface="Arial"/>
              </a:rPr>
              <a:t> </a:t>
            </a:r>
            <a:r>
              <a:rPr b="0" i="0" lang="en-US" sz="2200" u="none">
                <a:solidFill>
                  <a:srgbClr val="008080"/>
                </a:solidFill>
                <a:latin typeface="Arial"/>
                <a:ea typeface="Arial"/>
                <a:cs typeface="Arial"/>
                <a:sym typeface="Arial"/>
              </a:rPr>
              <a:t>songay</a:t>
            </a:r>
            <a:r>
              <a:rPr b="0" i="0" lang="en-US" sz="2200" u="none">
                <a:solidFill>
                  <a:srgbClr val="0000FF"/>
                </a:solidFill>
                <a:latin typeface="Arial"/>
                <a:ea typeface="Arial"/>
                <a:cs typeface="Arial"/>
                <a:sym typeface="Arial"/>
              </a:rPr>
              <a:t> </a:t>
            </a:r>
            <a:endParaRPr/>
          </a:p>
          <a:p>
            <a:pPr indent="0" lvl="0" marL="0" marR="0" rtl="0" algn="l">
              <a:lnSpc>
                <a:spcPct val="98000"/>
              </a:lnSpc>
              <a:spcBef>
                <a:spcPts val="400"/>
              </a:spcBef>
              <a:spcAft>
                <a:spcPts val="0"/>
              </a:spcAft>
              <a:buClr>
                <a:srgbClr val="0000FF"/>
              </a:buClr>
              <a:buSzPts val="2200"/>
              <a:buFont typeface="Arial"/>
              <a:buNone/>
            </a:pPr>
            <a:r>
              <a:rPr b="0" i="0" lang="en-US" sz="2200" u="none">
                <a:solidFill>
                  <a:srgbClr val="0000FF"/>
                </a:solidFill>
                <a:latin typeface="Arial"/>
                <a:ea typeface="Arial"/>
                <a:cs typeface="Arial"/>
                <a:sym typeface="Arial"/>
              </a:rPr>
              <a:t>  FROM </a:t>
            </a:r>
            <a:r>
              <a:rPr b="0" i="0" lang="en-US" sz="2200" u="none">
                <a:solidFill>
                  <a:srgbClr val="808080"/>
                </a:solidFill>
                <a:latin typeface="Arial"/>
                <a:ea typeface="Arial"/>
                <a:cs typeface="Arial"/>
                <a:sym typeface="Arial"/>
              </a:rPr>
              <a:t>(</a:t>
            </a:r>
            <a:r>
              <a:rPr b="0" i="0" lang="en-US" sz="2200" u="none">
                <a:solidFill>
                  <a:srgbClr val="0000FF"/>
                </a:solidFill>
                <a:latin typeface="Arial"/>
                <a:ea typeface="Arial"/>
                <a:cs typeface="Arial"/>
                <a:sym typeface="Arial"/>
              </a:rPr>
              <a:t>SELECT </a:t>
            </a:r>
            <a:r>
              <a:rPr b="0" i="0" lang="en-US" sz="2200" u="none">
                <a:solidFill>
                  <a:srgbClr val="808080"/>
                </a:solidFill>
                <a:latin typeface="Arial"/>
                <a:ea typeface="Arial"/>
                <a:cs typeface="Arial"/>
                <a:sym typeface="Arial"/>
              </a:rPr>
              <a:t>*</a:t>
            </a:r>
            <a:r>
              <a:rPr b="0" i="0" lang="en-US" sz="2200" u="none">
                <a:solidFill>
                  <a:srgbClr val="0000FF"/>
                </a:solidFill>
                <a:latin typeface="Arial"/>
                <a:ea typeface="Arial"/>
                <a:cs typeface="Arial"/>
                <a:sym typeface="Arial"/>
              </a:rPr>
              <a:t> FROM </a:t>
            </a:r>
            <a:r>
              <a:rPr b="0" i="0" lang="en-US" sz="2200" u="none">
                <a:solidFill>
                  <a:srgbClr val="008080"/>
                </a:solidFill>
                <a:latin typeface="Arial"/>
                <a:ea typeface="Arial"/>
                <a:cs typeface="Arial"/>
                <a:sym typeface="Arial"/>
              </a:rPr>
              <a:t>PHICONG</a:t>
            </a:r>
            <a:r>
              <a:rPr b="0" i="0" lang="en-US" sz="2200" u="none">
                <a:solidFill>
                  <a:srgbClr val="0000FF"/>
                </a:solidFill>
                <a:latin typeface="Arial"/>
                <a:ea typeface="Arial"/>
                <a:cs typeface="Arial"/>
                <a:sym typeface="Arial"/>
              </a:rPr>
              <a:t> WHERE </a:t>
            </a:r>
            <a:r>
              <a:rPr b="0" i="0" lang="en-US" sz="2200" u="none">
                <a:solidFill>
                  <a:srgbClr val="008080"/>
                </a:solidFill>
                <a:latin typeface="Arial"/>
                <a:ea typeface="Arial"/>
                <a:cs typeface="Arial"/>
                <a:sym typeface="Arial"/>
              </a:rPr>
              <a:t>nuoc</a:t>
            </a:r>
            <a:r>
              <a:rPr b="0" i="0" lang="en-US" sz="2200" u="none">
                <a:solidFill>
                  <a:srgbClr val="0000FF"/>
                </a:solidFill>
                <a:latin typeface="Arial"/>
                <a:ea typeface="Arial"/>
                <a:cs typeface="Arial"/>
                <a:sym typeface="Arial"/>
              </a:rPr>
              <a:t> </a:t>
            </a:r>
            <a:r>
              <a:rPr b="0" i="0" lang="en-US" sz="2200" u="none">
                <a:solidFill>
                  <a:srgbClr val="808080"/>
                </a:solidFill>
                <a:latin typeface="Arial"/>
                <a:ea typeface="Arial"/>
                <a:cs typeface="Arial"/>
                <a:sym typeface="Arial"/>
              </a:rPr>
              <a:t>LIKE</a:t>
            </a:r>
            <a:r>
              <a:rPr b="0" i="0" lang="en-US" sz="2200" u="none">
                <a:solidFill>
                  <a:srgbClr val="0000FF"/>
                </a:solidFill>
                <a:latin typeface="Arial"/>
                <a:ea typeface="Arial"/>
                <a:cs typeface="Arial"/>
                <a:sym typeface="Arial"/>
              </a:rPr>
              <a:t> </a:t>
            </a:r>
            <a:r>
              <a:rPr b="0" i="0" lang="en-US" sz="2200" u="none">
                <a:solidFill>
                  <a:srgbClr val="FF0000"/>
                </a:solidFill>
                <a:latin typeface="Arial"/>
                <a:ea typeface="Arial"/>
                <a:cs typeface="Arial"/>
                <a:sym typeface="Arial"/>
              </a:rPr>
              <a:t>'anh'</a:t>
            </a:r>
            <a:r>
              <a:rPr b="0" i="0" lang="en-US" sz="2200" u="none">
                <a:solidFill>
                  <a:srgbClr val="808080"/>
                </a:solidFill>
                <a:latin typeface="Arial"/>
                <a:ea typeface="Arial"/>
                <a:cs typeface="Arial"/>
                <a:sym typeface="Arial"/>
              </a:rPr>
              <a:t>)</a:t>
            </a:r>
            <a:r>
              <a:rPr b="0" i="0" lang="en-US" sz="2200" u="none">
                <a:solidFill>
                  <a:srgbClr val="0000FF"/>
                </a:solidFill>
                <a:latin typeface="Arial"/>
                <a:ea typeface="Arial"/>
                <a:cs typeface="Arial"/>
                <a:sym typeface="Arial"/>
              </a:rPr>
              <a:t> </a:t>
            </a:r>
            <a:r>
              <a:rPr b="0" i="0" lang="en-US" sz="2200" u="none">
                <a:solidFill>
                  <a:srgbClr val="008080"/>
                </a:solidFill>
                <a:latin typeface="Arial"/>
                <a:ea typeface="Arial"/>
                <a:cs typeface="Arial"/>
                <a:sym typeface="Arial"/>
              </a:rPr>
              <a:t>p</a:t>
            </a:r>
            <a:r>
              <a:rPr b="0" i="0" lang="en-US" sz="2200" u="none">
                <a:solidFill>
                  <a:srgbClr val="0000FF"/>
                </a:solidFill>
                <a:latin typeface="Arial"/>
                <a:ea typeface="Arial"/>
                <a:cs typeface="Arial"/>
                <a:sym typeface="Arial"/>
              </a:rPr>
              <a:t> </a:t>
            </a:r>
            <a:endParaRPr/>
          </a:p>
          <a:p>
            <a:pPr indent="0" lvl="0" marL="0" marR="0" rtl="0" algn="l">
              <a:lnSpc>
                <a:spcPct val="98000"/>
              </a:lnSpc>
              <a:spcBef>
                <a:spcPts val="400"/>
              </a:spcBef>
              <a:spcAft>
                <a:spcPts val="0"/>
              </a:spcAft>
              <a:buClr>
                <a:srgbClr val="808080"/>
              </a:buClr>
              <a:buSzPts val="2200"/>
              <a:buFont typeface="Arial"/>
              <a:buNone/>
            </a:pPr>
            <a:r>
              <a:rPr b="0" i="0" lang="en-US" sz="2200" u="none">
                <a:solidFill>
                  <a:srgbClr val="808080"/>
                </a:solidFill>
                <a:latin typeface="Arial"/>
                <a:ea typeface="Arial"/>
                <a:cs typeface="Arial"/>
                <a:sym typeface="Arial"/>
              </a:rPr>
              <a:t>    </a:t>
            </a:r>
            <a:r>
              <a:rPr b="1" i="0" lang="en-US" sz="2200" u="none">
                <a:solidFill>
                  <a:srgbClr val="808080"/>
                </a:solidFill>
                <a:latin typeface="Arial"/>
                <a:ea typeface="Arial"/>
                <a:cs typeface="Arial"/>
                <a:sym typeface="Arial"/>
              </a:rPr>
              <a:t>RIGHT</a:t>
            </a:r>
            <a:r>
              <a:rPr b="1" i="0" lang="en-US" sz="2200" u="none">
                <a:solidFill>
                  <a:srgbClr val="0000FF"/>
                </a:solidFill>
                <a:latin typeface="Arial"/>
                <a:ea typeface="Arial"/>
                <a:cs typeface="Arial"/>
                <a:sym typeface="Arial"/>
              </a:rPr>
              <a:t> </a:t>
            </a:r>
            <a:r>
              <a:rPr b="1" i="0" lang="en-US" sz="2200" u="none">
                <a:solidFill>
                  <a:srgbClr val="808080"/>
                </a:solidFill>
                <a:latin typeface="Arial"/>
                <a:ea typeface="Arial"/>
                <a:cs typeface="Arial"/>
                <a:sym typeface="Arial"/>
              </a:rPr>
              <a:t>JOIN</a:t>
            </a:r>
            <a:r>
              <a:rPr b="0" i="0" lang="en-US" sz="2200" u="none">
                <a:solidFill>
                  <a:srgbClr val="0000FF"/>
                </a:solidFill>
                <a:latin typeface="Arial"/>
                <a:ea typeface="Arial"/>
                <a:cs typeface="Arial"/>
                <a:sym typeface="Arial"/>
              </a:rPr>
              <a:t>  </a:t>
            </a:r>
            <a:r>
              <a:rPr b="0" i="0" lang="en-US" sz="2200" u="none">
                <a:solidFill>
                  <a:srgbClr val="808080"/>
                </a:solidFill>
                <a:latin typeface="Arial"/>
                <a:ea typeface="Arial"/>
                <a:cs typeface="Arial"/>
                <a:sym typeface="Arial"/>
              </a:rPr>
              <a:t>(</a:t>
            </a:r>
            <a:r>
              <a:rPr b="0" i="0" lang="en-US" sz="2200" u="none">
                <a:solidFill>
                  <a:srgbClr val="0000FF"/>
                </a:solidFill>
                <a:latin typeface="Arial"/>
                <a:ea typeface="Arial"/>
                <a:cs typeface="Arial"/>
                <a:sym typeface="Arial"/>
              </a:rPr>
              <a:t>SELECT </a:t>
            </a:r>
            <a:r>
              <a:rPr b="0" i="0" lang="en-US" sz="2200" u="none">
                <a:solidFill>
                  <a:srgbClr val="808080"/>
                </a:solidFill>
                <a:latin typeface="Arial"/>
                <a:ea typeface="Arial"/>
                <a:cs typeface="Arial"/>
                <a:sym typeface="Arial"/>
              </a:rPr>
              <a:t>*</a:t>
            </a:r>
            <a:r>
              <a:rPr b="0" i="0" lang="en-US" sz="2200" u="none">
                <a:solidFill>
                  <a:srgbClr val="0000FF"/>
                </a:solidFill>
                <a:latin typeface="Arial"/>
                <a:ea typeface="Arial"/>
                <a:cs typeface="Arial"/>
                <a:sym typeface="Arial"/>
              </a:rPr>
              <a:t> FROM </a:t>
            </a:r>
            <a:r>
              <a:rPr b="0" i="0" lang="en-US" sz="2200" u="none">
                <a:solidFill>
                  <a:srgbClr val="008080"/>
                </a:solidFill>
                <a:latin typeface="Arial"/>
                <a:ea typeface="Arial"/>
                <a:cs typeface="Arial"/>
                <a:sym typeface="Arial"/>
              </a:rPr>
              <a:t>LAMVIEC</a:t>
            </a:r>
            <a:r>
              <a:rPr b="0" i="0" lang="en-US" sz="2200" u="none">
                <a:solidFill>
                  <a:srgbClr val="0000FF"/>
                </a:solidFill>
                <a:latin typeface="Arial"/>
                <a:ea typeface="Arial"/>
                <a:cs typeface="Arial"/>
                <a:sym typeface="Arial"/>
              </a:rPr>
              <a:t> where </a:t>
            </a:r>
            <a:r>
              <a:rPr b="0" i="0" lang="en-US" sz="2200" u="none">
                <a:solidFill>
                  <a:srgbClr val="008080"/>
                </a:solidFill>
                <a:latin typeface="Arial"/>
                <a:ea typeface="Arial"/>
                <a:cs typeface="Arial"/>
                <a:sym typeface="Arial"/>
              </a:rPr>
              <a:t>MCT</a:t>
            </a:r>
            <a:r>
              <a:rPr b="0" i="0" lang="en-US" sz="2200" u="none">
                <a:solidFill>
                  <a:srgbClr val="808080"/>
                </a:solidFill>
                <a:latin typeface="Arial"/>
                <a:ea typeface="Arial"/>
                <a:cs typeface="Arial"/>
                <a:sym typeface="Arial"/>
              </a:rPr>
              <a:t>=</a:t>
            </a:r>
            <a:r>
              <a:rPr b="0" i="0" lang="en-US" sz="2200" u="none">
                <a:solidFill>
                  <a:srgbClr val="0000FF"/>
                </a:solidFill>
                <a:latin typeface="Arial"/>
                <a:ea typeface="Arial"/>
                <a:cs typeface="Arial"/>
                <a:sym typeface="Arial"/>
              </a:rPr>
              <a:t>1</a:t>
            </a:r>
            <a:r>
              <a:rPr b="0" i="0" lang="en-US" sz="2200" u="none">
                <a:solidFill>
                  <a:srgbClr val="808080"/>
                </a:solidFill>
                <a:latin typeface="Arial"/>
                <a:ea typeface="Arial"/>
                <a:cs typeface="Arial"/>
                <a:sym typeface="Arial"/>
              </a:rPr>
              <a:t>)</a:t>
            </a:r>
            <a:r>
              <a:rPr b="0" i="0" lang="en-US" sz="2200" u="none">
                <a:solidFill>
                  <a:srgbClr val="0000FF"/>
                </a:solidFill>
                <a:latin typeface="Arial"/>
                <a:ea typeface="Arial"/>
                <a:cs typeface="Arial"/>
                <a:sym typeface="Arial"/>
              </a:rPr>
              <a:t> </a:t>
            </a:r>
            <a:r>
              <a:rPr b="0" i="0" lang="en-US" sz="2200" u="none">
                <a:solidFill>
                  <a:srgbClr val="008080"/>
                </a:solidFill>
                <a:latin typeface="Arial"/>
                <a:ea typeface="Arial"/>
                <a:cs typeface="Arial"/>
                <a:sym typeface="Arial"/>
              </a:rPr>
              <a:t>l</a:t>
            </a:r>
            <a:r>
              <a:rPr b="0" i="0" lang="en-US" sz="2200" u="none">
                <a:solidFill>
                  <a:srgbClr val="0000FF"/>
                </a:solidFill>
                <a:latin typeface="Arial"/>
                <a:ea typeface="Arial"/>
                <a:cs typeface="Arial"/>
                <a:sym typeface="Arial"/>
              </a:rPr>
              <a:t> </a:t>
            </a:r>
            <a:endParaRPr/>
          </a:p>
          <a:p>
            <a:pPr indent="0" lvl="0" marL="0" marR="0" rtl="0" algn="l">
              <a:lnSpc>
                <a:spcPct val="98000"/>
              </a:lnSpc>
              <a:spcBef>
                <a:spcPts val="400"/>
              </a:spcBef>
              <a:spcAft>
                <a:spcPts val="0"/>
              </a:spcAft>
              <a:buClr>
                <a:srgbClr val="0000FF"/>
              </a:buClr>
              <a:buSzPts val="2200"/>
              <a:buFont typeface="Arial"/>
              <a:buNone/>
            </a:pPr>
            <a:r>
              <a:rPr b="0" i="0" lang="en-US" sz="2200" u="none">
                <a:solidFill>
                  <a:srgbClr val="0000FF"/>
                </a:solidFill>
                <a:latin typeface="Arial"/>
                <a:ea typeface="Arial"/>
                <a:cs typeface="Arial"/>
                <a:sym typeface="Arial"/>
              </a:rPr>
              <a:t>      ON </a:t>
            </a:r>
            <a:r>
              <a:rPr b="0" i="0" lang="en-US" sz="2200" u="none">
                <a:solidFill>
                  <a:srgbClr val="008080"/>
                </a:solidFill>
                <a:latin typeface="Arial"/>
                <a:ea typeface="Arial"/>
                <a:cs typeface="Arial"/>
                <a:sym typeface="Arial"/>
              </a:rPr>
              <a:t>p</a:t>
            </a:r>
            <a:r>
              <a:rPr b="0" i="0" lang="en-US" sz="2200" u="none">
                <a:solidFill>
                  <a:srgbClr val="808080"/>
                </a:solidFill>
                <a:latin typeface="Arial"/>
                <a:ea typeface="Arial"/>
                <a:cs typeface="Arial"/>
                <a:sym typeface="Arial"/>
              </a:rPr>
              <a:t>.</a:t>
            </a:r>
            <a:r>
              <a:rPr b="0" i="0" lang="en-US" sz="2200" u="none">
                <a:solidFill>
                  <a:srgbClr val="008080"/>
                </a:solidFill>
                <a:latin typeface="Arial"/>
                <a:ea typeface="Arial"/>
                <a:cs typeface="Arial"/>
                <a:sym typeface="Arial"/>
              </a:rPr>
              <a:t>MPC</a:t>
            </a:r>
            <a:r>
              <a:rPr b="0" i="0" lang="en-US" sz="2200" u="none">
                <a:solidFill>
                  <a:srgbClr val="808080"/>
                </a:solidFill>
                <a:latin typeface="Arial"/>
                <a:ea typeface="Arial"/>
                <a:cs typeface="Arial"/>
                <a:sym typeface="Arial"/>
              </a:rPr>
              <a:t>=</a:t>
            </a:r>
            <a:r>
              <a:rPr b="0" i="0" lang="en-US" sz="2200" u="none">
                <a:solidFill>
                  <a:srgbClr val="008080"/>
                </a:solidFill>
                <a:latin typeface="Arial"/>
                <a:ea typeface="Arial"/>
                <a:cs typeface="Arial"/>
                <a:sym typeface="Arial"/>
              </a:rPr>
              <a:t>l</a:t>
            </a:r>
            <a:r>
              <a:rPr b="0" i="0" lang="en-US" sz="2200" u="none">
                <a:solidFill>
                  <a:srgbClr val="808080"/>
                </a:solidFill>
                <a:latin typeface="Arial"/>
                <a:ea typeface="Arial"/>
                <a:cs typeface="Arial"/>
                <a:sym typeface="Arial"/>
              </a:rPr>
              <a:t>.</a:t>
            </a:r>
            <a:r>
              <a:rPr b="0" i="0" lang="en-US" sz="2200" u="none">
                <a:solidFill>
                  <a:srgbClr val="008080"/>
                </a:solidFill>
                <a:latin typeface="Arial"/>
                <a:ea typeface="Arial"/>
                <a:cs typeface="Arial"/>
                <a:sym typeface="Arial"/>
              </a:rPr>
              <a:t>MPC</a:t>
            </a:r>
            <a:endParaRPr/>
          </a:p>
          <a:p>
            <a:pPr indent="0" lvl="0" marL="0" marR="0" rtl="0" algn="l">
              <a:lnSpc>
                <a:spcPct val="100000"/>
              </a:lnSpc>
              <a:spcBef>
                <a:spcPts val="400"/>
              </a:spcBef>
              <a:spcAft>
                <a:spcPts val="0"/>
              </a:spcAft>
              <a:buNone/>
            </a:pPr>
            <a:r>
              <a:t/>
            </a:r>
            <a:endParaRPr b="0" i="0" sz="2200" u="none">
              <a:solidFill>
                <a:srgbClr val="008080"/>
              </a:solidFill>
              <a:latin typeface="Arial"/>
              <a:ea typeface="Arial"/>
              <a:cs typeface="Arial"/>
              <a:sym typeface="Arial"/>
            </a:endParaRPr>
          </a:p>
        </p:txBody>
      </p:sp>
      <p:pic>
        <p:nvPicPr>
          <p:cNvPr id="834" name="Google Shape;834;p74"/>
          <p:cNvPicPr preferRelativeResize="0"/>
          <p:nvPr/>
        </p:nvPicPr>
        <p:blipFill rotWithShape="1">
          <a:blip r:embed="rId3">
            <a:alphaModFix/>
          </a:blip>
          <a:srcRect b="0" l="0" r="0" t="0"/>
          <a:stretch/>
        </p:blipFill>
        <p:spPr>
          <a:xfrm>
            <a:off x="4464050" y="5222875"/>
            <a:ext cx="4319588" cy="1471613"/>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9" name="Shape 839"/>
        <p:cNvGrpSpPr/>
        <p:nvPr/>
      </p:nvGrpSpPr>
      <p:grpSpPr>
        <a:xfrm>
          <a:off x="0" y="0"/>
          <a:ext cx="0" cy="0"/>
          <a:chOff x="0" y="0"/>
          <a:chExt cx="0" cy="0"/>
        </a:xfrm>
      </p:grpSpPr>
      <p:sp>
        <p:nvSpPr>
          <p:cNvPr id="840" name="Google Shape;840;p75"/>
          <p:cNvSpPr txBox="1"/>
          <p:nvPr>
            <p:ph type="title"/>
          </p:nvPr>
        </p:nvSpPr>
        <p:spPr>
          <a:xfrm>
            <a:off x="503237" y="301625"/>
            <a:ext cx="9070975" cy="1262062"/>
          </a:xfrm>
          <a:prstGeom prst="rect">
            <a:avLst/>
          </a:prstGeom>
          <a:noFill/>
          <a:ln>
            <a:noFill/>
          </a:ln>
        </p:spPr>
        <p:txBody>
          <a:bodyPr anchorCtr="0" anchor="ctr" bIns="0" lIns="0" spcFirstLastPara="1" rIns="0" wrap="square" tIns="0">
            <a:noAutofit/>
          </a:bodyPr>
          <a:lstStyle/>
          <a:p>
            <a:pPr indent="0" lvl="0" marL="0" rtl="0" algn="l">
              <a:lnSpc>
                <a:spcPct val="101000"/>
              </a:lnSpc>
              <a:spcBef>
                <a:spcPts val="0"/>
              </a:spcBef>
              <a:spcAft>
                <a:spcPts val="0"/>
              </a:spcAft>
              <a:buSzPts val="3200"/>
              <a:buNone/>
            </a:pPr>
            <a:r>
              <a:rPr b="1" i="0" lang="en-US" sz="3200" u="none">
                <a:solidFill>
                  <a:srgbClr val="000000"/>
                </a:solidFill>
                <a:latin typeface="Arial"/>
                <a:ea typeface="Arial"/>
                <a:cs typeface="Arial"/>
                <a:sym typeface="Arial"/>
              </a:rPr>
              <a:t> FULL JOIN</a:t>
            </a:r>
            <a:endParaRPr/>
          </a:p>
        </p:txBody>
      </p:sp>
      <p:sp>
        <p:nvSpPr>
          <p:cNvPr id="841" name="Google Shape;841;p75"/>
          <p:cNvSpPr txBox="1"/>
          <p:nvPr>
            <p:ph idx="1" type="body"/>
          </p:nvPr>
        </p:nvSpPr>
        <p:spPr>
          <a:xfrm>
            <a:off x="504825" y="1768475"/>
            <a:ext cx="9070975" cy="4989512"/>
          </a:xfrm>
          <a:prstGeom prst="rect">
            <a:avLst/>
          </a:prstGeom>
          <a:noFill/>
          <a:ln>
            <a:noFill/>
          </a:ln>
        </p:spPr>
        <p:txBody>
          <a:bodyPr anchorCtr="0" anchor="t" bIns="0" lIns="0" spcFirstLastPara="1" rIns="0" wrap="square" tIns="0">
            <a:noAutofit/>
          </a:bodyPr>
          <a:lstStyle/>
          <a:p>
            <a:pPr indent="-323850" lvl="0" marL="431800" rtl="0" algn="l">
              <a:lnSpc>
                <a:spcPct val="101000"/>
              </a:lnSpc>
              <a:spcBef>
                <a:spcPts val="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Cú pháp</a:t>
            </a:r>
            <a:endParaRPr/>
          </a:p>
          <a:p>
            <a:pPr indent="-323850" lvl="1" marL="863600" rtl="0" algn="l">
              <a:lnSpc>
                <a:spcPct val="101000"/>
              </a:lnSpc>
              <a:spcBef>
                <a:spcPts val="1400"/>
              </a:spcBef>
              <a:spcAft>
                <a:spcPts val="0"/>
              </a:spcAft>
              <a:buSzPts val="2400"/>
              <a:buNone/>
            </a:pPr>
            <a:r>
              <a:rPr b="0" i="0" lang="en-US" sz="2400" u="none">
                <a:solidFill>
                  <a:srgbClr val="000000"/>
                </a:solidFill>
                <a:latin typeface="Arial"/>
                <a:ea typeface="Arial"/>
                <a:cs typeface="Arial"/>
                <a:sym typeface="Arial"/>
              </a:rPr>
              <a:t>SELECT &lt;</a:t>
            </a:r>
            <a:r>
              <a:rPr b="0" i="1" lang="en-US" sz="2400" u="none">
                <a:solidFill>
                  <a:srgbClr val="000000"/>
                </a:solidFill>
                <a:latin typeface="Arial"/>
                <a:ea typeface="Arial"/>
                <a:cs typeface="Arial"/>
                <a:sym typeface="Arial"/>
              </a:rPr>
              <a:t>ten_cot</a:t>
            </a:r>
            <a:r>
              <a:rPr b="0" i="0" lang="en-US" sz="2400" u="none">
                <a:solidFill>
                  <a:srgbClr val="000000"/>
                </a:solidFill>
                <a:latin typeface="Arial"/>
                <a:ea typeface="Arial"/>
                <a:cs typeface="Arial"/>
                <a:sym typeface="Arial"/>
              </a:rPr>
              <a:t>&gt; [,...]</a:t>
            </a:r>
            <a:endParaRPr/>
          </a:p>
          <a:p>
            <a:pPr indent="-323850" lvl="1" marL="863600" rtl="0" algn="l">
              <a:lnSpc>
                <a:spcPct val="101000"/>
              </a:lnSpc>
              <a:spcBef>
                <a:spcPts val="1100"/>
              </a:spcBef>
              <a:spcAft>
                <a:spcPts val="0"/>
              </a:spcAft>
              <a:buSzPts val="2400"/>
              <a:buNone/>
            </a:pPr>
            <a:r>
              <a:rPr b="0" i="0" lang="en-US" sz="2400" u="none">
                <a:solidFill>
                  <a:srgbClr val="000000"/>
                </a:solidFill>
                <a:latin typeface="Arial"/>
                <a:ea typeface="Arial"/>
                <a:cs typeface="Arial"/>
                <a:sym typeface="Arial"/>
              </a:rPr>
              <a:t>FROM </a:t>
            </a:r>
            <a:r>
              <a:rPr b="0" i="1" lang="en-US" sz="2400" u="none">
                <a:solidFill>
                  <a:srgbClr val="000000"/>
                </a:solidFill>
                <a:latin typeface="Arial"/>
                <a:ea typeface="Arial"/>
                <a:cs typeface="Arial"/>
                <a:sym typeface="Arial"/>
              </a:rPr>
              <a:t>&lt;table1&gt;</a:t>
            </a:r>
            <a:endParaRPr/>
          </a:p>
          <a:p>
            <a:pPr indent="-323850" lvl="1" marL="863600" rtl="0" algn="l">
              <a:lnSpc>
                <a:spcPct val="101000"/>
              </a:lnSpc>
              <a:spcBef>
                <a:spcPts val="1100"/>
              </a:spcBef>
              <a:spcAft>
                <a:spcPts val="0"/>
              </a:spcAft>
              <a:buSzPts val="2400"/>
              <a:buNone/>
            </a:pPr>
            <a:r>
              <a:rPr b="0" i="0" lang="en-US" sz="2400" u="none">
                <a:solidFill>
                  <a:srgbClr val="990000"/>
                </a:solidFill>
                <a:latin typeface="Arial"/>
                <a:ea typeface="Arial"/>
                <a:cs typeface="Arial"/>
                <a:sym typeface="Arial"/>
              </a:rPr>
              <a:t>  FULL JOIN </a:t>
            </a:r>
            <a:r>
              <a:rPr b="0" i="0" lang="en-US" sz="2400" u="none">
                <a:solidFill>
                  <a:srgbClr val="000000"/>
                </a:solidFill>
                <a:latin typeface="Arial"/>
                <a:ea typeface="Arial"/>
                <a:cs typeface="Arial"/>
                <a:sym typeface="Arial"/>
              </a:rPr>
              <a:t>|</a:t>
            </a:r>
            <a:r>
              <a:rPr b="0" i="0" lang="en-US" sz="2400" u="none">
                <a:solidFill>
                  <a:srgbClr val="990000"/>
                </a:solidFill>
                <a:latin typeface="Arial"/>
                <a:ea typeface="Arial"/>
                <a:cs typeface="Arial"/>
                <a:sym typeface="Arial"/>
              </a:rPr>
              <a:t>  FULL OUTER JOIN</a:t>
            </a:r>
            <a:r>
              <a:rPr b="0" i="0" lang="en-US" sz="2400" u="none">
                <a:solidFill>
                  <a:srgbClr val="000000"/>
                </a:solidFill>
                <a:latin typeface="Arial"/>
                <a:ea typeface="Arial"/>
                <a:cs typeface="Arial"/>
                <a:sym typeface="Arial"/>
              </a:rPr>
              <a:t> &lt;</a:t>
            </a:r>
            <a:r>
              <a:rPr b="0" i="1" lang="en-US" sz="2400" u="none">
                <a:solidFill>
                  <a:srgbClr val="000000"/>
                </a:solidFill>
                <a:latin typeface="Arial"/>
                <a:ea typeface="Arial"/>
                <a:cs typeface="Arial"/>
                <a:sym typeface="Arial"/>
              </a:rPr>
              <a:t>table2</a:t>
            </a:r>
            <a:r>
              <a:rPr b="0" i="0" lang="en-US" sz="2400" u="none">
                <a:solidFill>
                  <a:srgbClr val="000000"/>
                </a:solidFill>
                <a:latin typeface="Arial"/>
                <a:ea typeface="Arial"/>
                <a:cs typeface="Arial"/>
                <a:sym typeface="Arial"/>
              </a:rPr>
              <a:t>&gt;</a:t>
            </a:r>
            <a:endParaRPr/>
          </a:p>
          <a:p>
            <a:pPr indent="-323850" lvl="1" marL="863600" rtl="0" algn="l">
              <a:lnSpc>
                <a:spcPct val="101000"/>
              </a:lnSpc>
              <a:spcBef>
                <a:spcPts val="1100"/>
              </a:spcBef>
              <a:spcAft>
                <a:spcPts val="0"/>
              </a:spcAft>
              <a:buSzPts val="2400"/>
              <a:buNone/>
            </a:pPr>
            <a:r>
              <a:rPr b="0" i="0" lang="en-US" sz="2400" u="none">
                <a:solidFill>
                  <a:srgbClr val="000000"/>
                </a:solidFill>
                <a:latin typeface="Arial"/>
                <a:ea typeface="Arial"/>
                <a:cs typeface="Arial"/>
                <a:sym typeface="Arial"/>
              </a:rPr>
              <a:t>  </a:t>
            </a:r>
            <a:r>
              <a:rPr b="0" i="0" lang="en-US" sz="2400" u="none">
                <a:solidFill>
                  <a:srgbClr val="990000"/>
                </a:solidFill>
                <a:latin typeface="Arial"/>
                <a:ea typeface="Arial"/>
                <a:cs typeface="Arial"/>
                <a:sym typeface="Arial"/>
              </a:rPr>
              <a:t>ON</a:t>
            </a:r>
            <a:r>
              <a:rPr b="0" i="0" lang="en-US" sz="2400" u="none">
                <a:solidFill>
                  <a:srgbClr val="000000"/>
                </a:solidFill>
                <a:latin typeface="Arial"/>
                <a:ea typeface="Arial"/>
                <a:cs typeface="Arial"/>
                <a:sym typeface="Arial"/>
              </a:rPr>
              <a:t> </a:t>
            </a:r>
            <a:r>
              <a:rPr b="0" i="1" lang="en-US" sz="2400" u="none">
                <a:solidFill>
                  <a:srgbClr val="000000"/>
                </a:solidFill>
                <a:latin typeface="Arial"/>
                <a:ea typeface="Arial"/>
                <a:cs typeface="Arial"/>
                <a:sym typeface="Arial"/>
              </a:rPr>
              <a:t>&lt;table1&gt;.&lt;ten_cot&gt;</a:t>
            </a:r>
            <a:r>
              <a:rPr b="0" i="0" lang="en-US" sz="2400" u="none">
                <a:solidFill>
                  <a:srgbClr val="000000"/>
                </a:solidFill>
                <a:latin typeface="Arial"/>
                <a:ea typeface="Arial"/>
                <a:cs typeface="Arial"/>
                <a:sym typeface="Arial"/>
              </a:rPr>
              <a:t>=</a:t>
            </a:r>
            <a:r>
              <a:rPr b="0" i="1" lang="en-US" sz="2400" u="none">
                <a:solidFill>
                  <a:srgbClr val="000000"/>
                </a:solidFill>
                <a:latin typeface="Arial"/>
                <a:ea typeface="Arial"/>
                <a:cs typeface="Arial"/>
                <a:sym typeface="Arial"/>
              </a:rPr>
              <a:t>&lt;table2&gt;.&lt;ten_cot&gt;</a:t>
            </a:r>
            <a:r>
              <a:rPr b="0" i="0" lang="en-US" sz="2400" u="none">
                <a:solidFill>
                  <a:srgbClr val="000000"/>
                </a:solidFill>
                <a:latin typeface="Arial"/>
                <a:ea typeface="Arial"/>
                <a:cs typeface="Arial"/>
                <a:sym typeface="Arial"/>
              </a:rPr>
              <a:t>;</a:t>
            </a:r>
            <a:endParaRPr/>
          </a:p>
          <a:p>
            <a:pPr indent="-342900" lvl="0" marL="342900" rtl="0" algn="l">
              <a:lnSpc>
                <a:spcPct val="101000"/>
              </a:lnSpc>
              <a:spcBef>
                <a:spcPts val="1100"/>
              </a:spcBef>
              <a:spcAft>
                <a:spcPts val="0"/>
              </a:spcAft>
              <a:buNone/>
            </a:pPr>
            <a:r>
              <a:t/>
            </a:r>
            <a:endParaRPr b="0" i="0" sz="2400" u="none">
              <a:solidFill>
                <a:srgbClr val="000000"/>
              </a:solidFill>
              <a:latin typeface="Arial"/>
              <a:ea typeface="Arial"/>
              <a:cs typeface="Arial"/>
              <a:sym typeface="Arial"/>
            </a:endParaRPr>
          </a:p>
        </p:txBody>
      </p:sp>
      <p:grpSp>
        <p:nvGrpSpPr>
          <p:cNvPr id="842" name="Google Shape;842;p75"/>
          <p:cNvGrpSpPr/>
          <p:nvPr/>
        </p:nvGrpSpPr>
        <p:grpSpPr>
          <a:xfrm>
            <a:off x="3311525" y="5111750"/>
            <a:ext cx="2735262" cy="1543049"/>
            <a:chOff x="2086" y="3220"/>
            <a:chExt cx="1723" cy="972"/>
          </a:xfrm>
        </p:grpSpPr>
        <p:sp>
          <p:nvSpPr>
            <p:cNvPr id="843" name="Google Shape;843;p75"/>
            <p:cNvSpPr/>
            <p:nvPr/>
          </p:nvSpPr>
          <p:spPr>
            <a:xfrm>
              <a:off x="2086" y="3266"/>
              <a:ext cx="1042" cy="926"/>
            </a:xfrm>
            <a:prstGeom prst="ellipse">
              <a:avLst/>
            </a:prstGeom>
            <a:solidFill>
              <a:srgbClr val="99CCCC"/>
            </a:solidFill>
            <a:ln cap="flat" cmpd="sng" w="9525">
              <a:solidFill>
                <a:srgbClr val="3465A4"/>
              </a:solidFill>
              <a:prstDash val="solid"/>
              <a:miter lim="800000"/>
              <a:headEnd len="sm" w="sm" type="none"/>
              <a:tailEnd len="sm" w="sm" type="none"/>
            </a:ln>
          </p:spPr>
          <p:txBody>
            <a:bodyPr anchorCtr="0" anchor="ctr" bIns="45000" lIns="90000" spcFirstLastPara="1" rIns="90000" wrap="square" tIns="61000">
              <a:noAutofit/>
            </a:bodyPr>
            <a:lstStyle/>
            <a:p>
              <a:pPr indent="0" lvl="0" marL="0" marR="0" rtl="0" algn="l">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 Bảng 1</a:t>
              </a:r>
              <a:endParaRPr/>
            </a:p>
          </p:txBody>
        </p:sp>
        <p:sp>
          <p:nvSpPr>
            <p:cNvPr id="844" name="Google Shape;844;p75"/>
            <p:cNvSpPr/>
            <p:nvPr/>
          </p:nvSpPr>
          <p:spPr>
            <a:xfrm>
              <a:off x="2767" y="3220"/>
              <a:ext cx="1042" cy="926"/>
            </a:xfrm>
            <a:prstGeom prst="ellipse">
              <a:avLst/>
            </a:prstGeom>
            <a:solidFill>
              <a:srgbClr val="99CCCC"/>
            </a:solidFill>
            <a:ln cap="flat" cmpd="sng" w="9525">
              <a:solidFill>
                <a:srgbClr val="3465A4"/>
              </a:solidFill>
              <a:prstDash val="solid"/>
              <a:miter lim="800000"/>
              <a:headEnd len="sm" w="sm" type="none"/>
              <a:tailEnd len="sm" w="sm" type="none"/>
            </a:ln>
          </p:spPr>
          <p:txBody>
            <a:bodyPr anchorCtr="0" anchor="ctr" bIns="45000" lIns="90000" spcFirstLastPara="1" rIns="90000" wrap="square" tIns="61000">
              <a:noAutofit/>
            </a:bodyPr>
            <a:lstStyle/>
            <a:p>
              <a:pPr indent="0" lvl="0" marL="0" marR="0" rtl="0" algn="l">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        Bảng 2</a:t>
              </a:r>
              <a:endParaRPr/>
            </a:p>
          </p:txBody>
        </p:sp>
        <p:sp>
          <p:nvSpPr>
            <p:cNvPr id="845" name="Google Shape;845;p75"/>
            <p:cNvSpPr/>
            <p:nvPr/>
          </p:nvSpPr>
          <p:spPr>
            <a:xfrm>
              <a:off x="2086" y="3266"/>
              <a:ext cx="1042" cy="926"/>
            </a:xfrm>
            <a:prstGeom prst="ellipse">
              <a:avLst/>
            </a:prstGeom>
            <a:noFill/>
            <a:ln cap="flat" cmpd="sng" w="9525">
              <a:solidFill>
                <a:srgbClr val="3465A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0" name="Shape 850"/>
        <p:cNvGrpSpPr/>
        <p:nvPr/>
      </p:nvGrpSpPr>
      <p:grpSpPr>
        <a:xfrm>
          <a:off x="0" y="0"/>
          <a:ext cx="0" cy="0"/>
          <a:chOff x="0" y="0"/>
          <a:chExt cx="0" cy="0"/>
        </a:xfrm>
      </p:grpSpPr>
      <p:sp>
        <p:nvSpPr>
          <p:cNvPr id="851" name="Google Shape;851;p76"/>
          <p:cNvSpPr txBox="1"/>
          <p:nvPr>
            <p:ph type="title"/>
          </p:nvPr>
        </p:nvSpPr>
        <p:spPr>
          <a:xfrm>
            <a:off x="503237" y="301625"/>
            <a:ext cx="9070975" cy="1262062"/>
          </a:xfrm>
          <a:prstGeom prst="rect">
            <a:avLst/>
          </a:prstGeom>
          <a:noFill/>
          <a:ln>
            <a:noFill/>
          </a:ln>
        </p:spPr>
        <p:txBody>
          <a:bodyPr anchorCtr="0" anchor="ctr" bIns="0" lIns="0" spcFirstLastPara="1" rIns="0" wrap="square" tIns="0">
            <a:noAutofit/>
          </a:bodyPr>
          <a:lstStyle/>
          <a:p>
            <a:pPr indent="0" lvl="0" marL="0" rtl="0" algn="l">
              <a:lnSpc>
                <a:spcPct val="101000"/>
              </a:lnSpc>
              <a:spcBef>
                <a:spcPts val="0"/>
              </a:spcBef>
              <a:spcAft>
                <a:spcPts val="0"/>
              </a:spcAft>
              <a:buSzPts val="3200"/>
              <a:buNone/>
            </a:pPr>
            <a:r>
              <a:rPr b="1" i="0" lang="en-US" sz="3200" u="none">
                <a:solidFill>
                  <a:srgbClr val="000000"/>
                </a:solidFill>
                <a:latin typeface="Arial"/>
                <a:ea typeface="Arial"/>
                <a:cs typeface="Arial"/>
                <a:sym typeface="Arial"/>
              </a:rPr>
              <a:t>FULL JOIN</a:t>
            </a:r>
            <a:endParaRPr/>
          </a:p>
        </p:txBody>
      </p:sp>
      <p:sp>
        <p:nvSpPr>
          <p:cNvPr id="852" name="Google Shape;852;p76"/>
          <p:cNvSpPr txBox="1"/>
          <p:nvPr>
            <p:ph idx="1" type="body"/>
          </p:nvPr>
        </p:nvSpPr>
        <p:spPr>
          <a:xfrm>
            <a:off x="504825" y="1768475"/>
            <a:ext cx="9070975" cy="4989512"/>
          </a:xfrm>
          <a:prstGeom prst="rect">
            <a:avLst/>
          </a:prstGeom>
          <a:noFill/>
          <a:ln>
            <a:noFill/>
          </a:ln>
        </p:spPr>
        <p:txBody>
          <a:bodyPr anchorCtr="0" anchor="t" bIns="0" lIns="0" spcFirstLastPara="1" rIns="0" wrap="square" tIns="0">
            <a:noAutofit/>
          </a:bodyPr>
          <a:lstStyle/>
          <a:p>
            <a:pPr indent="-323850" lvl="0" marL="431800" rtl="0" algn="l">
              <a:lnSpc>
                <a:spcPct val="101000"/>
              </a:lnSpc>
              <a:spcBef>
                <a:spcPts val="0"/>
              </a:spcBef>
              <a:spcAft>
                <a:spcPts val="0"/>
              </a:spcAft>
              <a:buSzPts val="2700"/>
              <a:buNone/>
            </a:pPr>
            <a:r>
              <a:t/>
            </a:r>
            <a:endParaRPr b="0" i="0" sz="2700" u="none">
              <a:solidFill>
                <a:srgbClr val="000000"/>
              </a:solidFill>
              <a:latin typeface="Arial"/>
              <a:ea typeface="Arial"/>
              <a:cs typeface="Arial"/>
              <a:sym typeface="Arial"/>
            </a:endParaRPr>
          </a:p>
          <a:p>
            <a:pPr indent="-323850" lvl="0" marL="431800" rtl="0" algn="l">
              <a:lnSpc>
                <a:spcPct val="101000"/>
              </a:lnSpc>
              <a:spcBef>
                <a:spcPts val="140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Kết quả bao gồm :</a:t>
            </a:r>
            <a:endParaRPr/>
          </a:p>
          <a:p>
            <a:pPr indent="-323850" lvl="1" marL="863600" rtl="0" algn="l">
              <a:lnSpc>
                <a:spcPct val="101000"/>
              </a:lnSpc>
              <a:spcBef>
                <a:spcPts val="1400"/>
              </a:spcBef>
              <a:spcAft>
                <a:spcPts val="0"/>
              </a:spcAft>
              <a:buClr>
                <a:srgbClr val="000000"/>
              </a:buClr>
              <a:buSzPts val="1800"/>
              <a:buFont typeface="Noto Sans Symbols"/>
              <a:buChar char="−"/>
            </a:pPr>
            <a:r>
              <a:rPr b="0" i="0" lang="en-US" sz="2400" u="none">
                <a:solidFill>
                  <a:srgbClr val="000000"/>
                </a:solidFill>
                <a:latin typeface="Arial"/>
                <a:ea typeface="Arial"/>
                <a:cs typeface="Arial"/>
                <a:sym typeface="Arial"/>
              </a:rPr>
              <a:t>Các dòng tương ứng ở cả 2 bảng (kết quả INNER JOIN)</a:t>
            </a:r>
            <a:endParaRPr/>
          </a:p>
          <a:p>
            <a:pPr indent="-323850" lvl="1" marL="863600" rtl="0" algn="l">
              <a:lnSpc>
                <a:spcPct val="101000"/>
              </a:lnSpc>
              <a:spcBef>
                <a:spcPts val="1100"/>
              </a:spcBef>
              <a:spcAft>
                <a:spcPts val="0"/>
              </a:spcAft>
              <a:buClr>
                <a:srgbClr val="000000"/>
              </a:buClr>
              <a:buSzPts val="1800"/>
              <a:buFont typeface="Noto Sans Symbols"/>
              <a:buChar char="−"/>
            </a:pPr>
            <a:r>
              <a:rPr b="0" i="0" lang="en-US" sz="2400" u="none">
                <a:solidFill>
                  <a:srgbClr val="000000"/>
                </a:solidFill>
                <a:latin typeface="Arial"/>
                <a:ea typeface="Arial"/>
                <a:cs typeface="Arial"/>
                <a:sym typeface="Arial"/>
              </a:rPr>
              <a:t>Và các dòng thuộc bảng </a:t>
            </a:r>
            <a:r>
              <a:rPr b="0" i="0" lang="en-US" sz="2400" u="none">
                <a:solidFill>
                  <a:srgbClr val="990000"/>
                </a:solidFill>
                <a:latin typeface="Arial"/>
                <a:ea typeface="Arial"/>
                <a:cs typeface="Arial"/>
                <a:sym typeface="Arial"/>
              </a:rPr>
              <a:t>table1</a:t>
            </a:r>
            <a:r>
              <a:rPr b="0" i="0" lang="en-US" sz="2400" u="none">
                <a:solidFill>
                  <a:srgbClr val="000000"/>
                </a:solidFill>
                <a:latin typeface="Arial"/>
                <a:ea typeface="Arial"/>
                <a:cs typeface="Arial"/>
                <a:sym typeface="Arial"/>
              </a:rPr>
              <a:t> không tương ứng với </a:t>
            </a:r>
            <a:r>
              <a:rPr b="0" i="0" lang="en-US" sz="2400" u="none">
                <a:solidFill>
                  <a:srgbClr val="990000"/>
                </a:solidFill>
                <a:latin typeface="Arial"/>
                <a:ea typeface="Arial"/>
                <a:cs typeface="Arial"/>
                <a:sym typeface="Arial"/>
              </a:rPr>
              <a:t>table2</a:t>
            </a:r>
            <a:r>
              <a:rPr b="0" i="0" lang="en-US" sz="2400" u="none">
                <a:solidFill>
                  <a:srgbClr val="000000"/>
                </a:solidFill>
                <a:latin typeface="Arial"/>
                <a:ea typeface="Arial"/>
                <a:cs typeface="Arial"/>
                <a:sym typeface="Arial"/>
              </a:rPr>
              <a:t>. Các cột tương ứng của </a:t>
            </a:r>
            <a:r>
              <a:rPr b="0" i="0" lang="en-US" sz="2400" u="none">
                <a:solidFill>
                  <a:srgbClr val="990000"/>
                </a:solidFill>
                <a:latin typeface="Arial"/>
                <a:ea typeface="Arial"/>
                <a:cs typeface="Arial"/>
                <a:sym typeface="Arial"/>
              </a:rPr>
              <a:t>table2</a:t>
            </a:r>
            <a:r>
              <a:rPr b="0" i="0" lang="en-US" sz="2400" u="none">
                <a:solidFill>
                  <a:srgbClr val="000000"/>
                </a:solidFill>
                <a:latin typeface="Arial"/>
                <a:ea typeface="Arial"/>
                <a:cs typeface="Arial"/>
                <a:sym typeface="Arial"/>
              </a:rPr>
              <a:t> sẽ mang giá trị NULL</a:t>
            </a:r>
            <a:endParaRPr/>
          </a:p>
          <a:p>
            <a:pPr indent="-323850" lvl="1" marL="863600" rtl="0" algn="l">
              <a:lnSpc>
                <a:spcPct val="101000"/>
              </a:lnSpc>
              <a:spcBef>
                <a:spcPts val="1100"/>
              </a:spcBef>
              <a:spcAft>
                <a:spcPts val="0"/>
              </a:spcAft>
              <a:buClr>
                <a:srgbClr val="000000"/>
              </a:buClr>
              <a:buSzPts val="1800"/>
              <a:buFont typeface="Noto Sans Symbols"/>
              <a:buChar char="−"/>
            </a:pPr>
            <a:r>
              <a:rPr b="0" i="0" lang="en-US" sz="2400" u="none">
                <a:solidFill>
                  <a:srgbClr val="000000"/>
                </a:solidFill>
                <a:latin typeface="Arial"/>
                <a:ea typeface="Arial"/>
                <a:cs typeface="Arial"/>
                <a:sym typeface="Arial"/>
              </a:rPr>
              <a:t>Và các dòng thuộc bảng </a:t>
            </a:r>
            <a:r>
              <a:rPr b="0" i="0" lang="en-US" sz="2400" u="none">
                <a:solidFill>
                  <a:srgbClr val="990000"/>
                </a:solidFill>
                <a:latin typeface="Arial"/>
                <a:ea typeface="Arial"/>
                <a:cs typeface="Arial"/>
                <a:sym typeface="Arial"/>
              </a:rPr>
              <a:t>table2</a:t>
            </a:r>
            <a:r>
              <a:rPr b="0" i="0" lang="en-US" sz="2400" u="none">
                <a:solidFill>
                  <a:srgbClr val="000000"/>
                </a:solidFill>
                <a:latin typeface="Arial"/>
                <a:ea typeface="Arial"/>
                <a:cs typeface="Arial"/>
                <a:sym typeface="Arial"/>
              </a:rPr>
              <a:t> không tương ứng với </a:t>
            </a:r>
            <a:r>
              <a:rPr b="0" i="0" lang="en-US" sz="2400" u="none">
                <a:solidFill>
                  <a:srgbClr val="990000"/>
                </a:solidFill>
                <a:latin typeface="Arial"/>
                <a:ea typeface="Arial"/>
                <a:cs typeface="Arial"/>
                <a:sym typeface="Arial"/>
              </a:rPr>
              <a:t>table1</a:t>
            </a:r>
            <a:r>
              <a:rPr b="0" i="0" lang="en-US" sz="2400" u="none">
                <a:solidFill>
                  <a:srgbClr val="000000"/>
                </a:solidFill>
                <a:latin typeface="Arial"/>
                <a:ea typeface="Arial"/>
                <a:cs typeface="Arial"/>
                <a:sym typeface="Arial"/>
              </a:rPr>
              <a:t>. Các cột tương ứng của </a:t>
            </a:r>
            <a:r>
              <a:rPr b="0" i="0" lang="en-US" sz="2400" u="none">
                <a:solidFill>
                  <a:srgbClr val="990000"/>
                </a:solidFill>
                <a:latin typeface="Arial"/>
                <a:ea typeface="Arial"/>
                <a:cs typeface="Arial"/>
                <a:sym typeface="Arial"/>
              </a:rPr>
              <a:t>table1</a:t>
            </a:r>
            <a:r>
              <a:rPr b="0" i="0" lang="en-US" sz="2400" u="none">
                <a:solidFill>
                  <a:srgbClr val="000000"/>
                </a:solidFill>
                <a:latin typeface="Arial"/>
                <a:ea typeface="Arial"/>
                <a:cs typeface="Arial"/>
                <a:sym typeface="Arial"/>
              </a:rPr>
              <a:t> sẽ mang giá trị NULL</a:t>
            </a:r>
            <a:endParaRPr/>
          </a:p>
          <a:p>
            <a:pPr indent="-342900" lvl="0" marL="342900" rtl="0" algn="l">
              <a:lnSpc>
                <a:spcPct val="101000"/>
              </a:lnSpc>
              <a:spcBef>
                <a:spcPts val="1100"/>
              </a:spcBef>
              <a:spcAft>
                <a:spcPts val="0"/>
              </a:spcAft>
              <a:buNone/>
            </a:pPr>
            <a:r>
              <a:t/>
            </a:r>
            <a:endParaRPr b="0" i="0" sz="2400" u="none">
              <a:solidFill>
                <a:srgbClr val="000000"/>
              </a:solidFill>
              <a:latin typeface="Arial"/>
              <a:ea typeface="Arial"/>
              <a:cs typeface="Arial"/>
              <a:sym typeface="Arial"/>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7" name="Shape 857"/>
        <p:cNvGrpSpPr/>
        <p:nvPr/>
      </p:nvGrpSpPr>
      <p:grpSpPr>
        <a:xfrm>
          <a:off x="0" y="0"/>
          <a:ext cx="0" cy="0"/>
          <a:chOff x="0" y="0"/>
          <a:chExt cx="0" cy="0"/>
        </a:xfrm>
      </p:grpSpPr>
      <p:sp>
        <p:nvSpPr>
          <p:cNvPr id="858" name="Google Shape;858;p77"/>
          <p:cNvSpPr txBox="1"/>
          <p:nvPr>
            <p:ph type="title"/>
          </p:nvPr>
        </p:nvSpPr>
        <p:spPr>
          <a:xfrm>
            <a:off x="503237" y="301625"/>
            <a:ext cx="9070975" cy="1262062"/>
          </a:xfrm>
          <a:prstGeom prst="rect">
            <a:avLst/>
          </a:prstGeom>
          <a:noFill/>
          <a:ln>
            <a:noFill/>
          </a:ln>
        </p:spPr>
        <p:txBody>
          <a:bodyPr anchorCtr="0" anchor="ctr" bIns="0" lIns="0" spcFirstLastPara="1" rIns="0" wrap="square" tIns="0">
            <a:noAutofit/>
          </a:bodyPr>
          <a:lstStyle/>
          <a:p>
            <a:pPr indent="0" lvl="0" marL="0" rtl="0" algn="l">
              <a:lnSpc>
                <a:spcPct val="101000"/>
              </a:lnSpc>
              <a:spcBef>
                <a:spcPts val="0"/>
              </a:spcBef>
              <a:spcAft>
                <a:spcPts val="0"/>
              </a:spcAft>
              <a:buSzPts val="3200"/>
              <a:buNone/>
            </a:pPr>
            <a:r>
              <a:rPr b="1" i="0" lang="en-US" sz="3200" u="none">
                <a:solidFill>
                  <a:srgbClr val="000000"/>
                </a:solidFill>
                <a:latin typeface="Arial"/>
                <a:ea typeface="Arial"/>
                <a:cs typeface="Arial"/>
                <a:sym typeface="Arial"/>
              </a:rPr>
              <a:t>FULL JOIN</a:t>
            </a:r>
            <a:endParaRPr/>
          </a:p>
        </p:txBody>
      </p:sp>
      <p:sp>
        <p:nvSpPr>
          <p:cNvPr id="859" name="Google Shape;859;p77"/>
          <p:cNvSpPr txBox="1"/>
          <p:nvPr>
            <p:ph idx="1" type="body"/>
          </p:nvPr>
        </p:nvSpPr>
        <p:spPr>
          <a:xfrm>
            <a:off x="503237" y="1768475"/>
            <a:ext cx="9070975" cy="4989512"/>
          </a:xfrm>
          <a:prstGeom prst="rect">
            <a:avLst/>
          </a:prstGeom>
          <a:noFill/>
          <a:ln>
            <a:noFill/>
          </a:ln>
        </p:spPr>
        <p:txBody>
          <a:bodyPr anchorCtr="0" anchor="t" bIns="0" lIns="0" spcFirstLastPara="1" rIns="0" wrap="square" tIns="0">
            <a:noAutofit/>
          </a:bodyPr>
          <a:lstStyle/>
          <a:p>
            <a:pPr indent="-323850" lvl="0" marL="431800" rtl="0" algn="l">
              <a:lnSpc>
                <a:spcPct val="101000"/>
              </a:lnSpc>
              <a:spcBef>
                <a:spcPts val="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Ví Dụ: Tìm họ tên, MPC, địa chỉ và số ngày làm việc của các phi công sống ở Anh làm việc cho công ty mã số 1 kể cả trường hợp các phi công ở Anh không làm việc cho công ty 1 và cả trường hợp công ty này không có phi công ở Anh làm việc </a:t>
            </a:r>
            <a:endParaRPr/>
          </a:p>
          <a:p>
            <a:pPr indent="-323850" lvl="0" marL="431800" rtl="0" algn="l">
              <a:lnSpc>
                <a:spcPct val="101000"/>
              </a:lnSpc>
              <a:spcBef>
                <a:spcPts val="1400"/>
              </a:spcBef>
              <a:spcAft>
                <a:spcPts val="0"/>
              </a:spcAft>
              <a:buSzPts val="2700"/>
              <a:buNone/>
            </a:pPr>
            <a:r>
              <a:t/>
            </a:r>
            <a:endParaRPr b="0" i="0" sz="2700" u="none">
              <a:solidFill>
                <a:srgbClr val="000000"/>
              </a:solidFill>
              <a:latin typeface="Arial"/>
              <a:ea typeface="Arial"/>
              <a:cs typeface="Arial"/>
              <a:sym typeface="Arial"/>
            </a:endParaRPr>
          </a:p>
          <a:p>
            <a:pPr indent="-323850" lvl="0" marL="431800" rtl="0" algn="l">
              <a:lnSpc>
                <a:spcPct val="98000"/>
              </a:lnSpc>
              <a:spcBef>
                <a:spcPts val="1400"/>
              </a:spcBef>
              <a:spcAft>
                <a:spcPts val="0"/>
              </a:spcAft>
              <a:buSzPts val="2400"/>
              <a:buNone/>
            </a:pPr>
            <a:r>
              <a:rPr b="0" i="0" lang="en-US" sz="2400" u="none">
                <a:solidFill>
                  <a:srgbClr val="0000FF"/>
                </a:solidFill>
                <a:latin typeface="Arial"/>
                <a:ea typeface="Arial"/>
                <a:cs typeface="Arial"/>
                <a:sym typeface="Arial"/>
              </a:rPr>
              <a:t>      </a:t>
            </a:r>
            <a:endParaRPr/>
          </a:p>
        </p:txBody>
      </p:sp>
      <p:pic>
        <p:nvPicPr>
          <p:cNvPr id="860" name="Google Shape;860;p77"/>
          <p:cNvPicPr preferRelativeResize="0"/>
          <p:nvPr/>
        </p:nvPicPr>
        <p:blipFill rotWithShape="1">
          <a:blip r:embed="rId3">
            <a:alphaModFix/>
          </a:blip>
          <a:srcRect b="0" l="0" r="0" t="0"/>
          <a:stretch/>
        </p:blipFill>
        <p:spPr>
          <a:xfrm>
            <a:off x="720725" y="4094163"/>
            <a:ext cx="3743325" cy="1306512"/>
          </a:xfrm>
          <a:prstGeom prst="rect">
            <a:avLst/>
          </a:prstGeom>
          <a:noFill/>
          <a:ln>
            <a:noFill/>
          </a:ln>
        </p:spPr>
      </p:pic>
      <p:pic>
        <p:nvPicPr>
          <p:cNvPr id="861" name="Google Shape;861;p77"/>
          <p:cNvPicPr preferRelativeResize="0"/>
          <p:nvPr/>
        </p:nvPicPr>
        <p:blipFill rotWithShape="1">
          <a:blip r:embed="rId4">
            <a:alphaModFix/>
          </a:blip>
          <a:srcRect b="0" l="0" r="0" t="0"/>
          <a:stretch/>
        </p:blipFill>
        <p:spPr>
          <a:xfrm>
            <a:off x="5824538" y="3927475"/>
            <a:ext cx="3392487" cy="1905000"/>
          </a:xfrm>
          <a:prstGeom prst="rect">
            <a:avLst/>
          </a:prstGeom>
          <a:noFill/>
          <a:ln>
            <a:noFill/>
          </a:ln>
        </p:spPr>
      </p:pic>
      <p:sp>
        <p:nvSpPr>
          <p:cNvPr id="862" name="Google Shape;862;p77"/>
          <p:cNvSpPr txBox="1"/>
          <p:nvPr/>
        </p:nvSpPr>
        <p:spPr>
          <a:xfrm>
            <a:off x="1368425" y="5616575"/>
            <a:ext cx="2479675" cy="354012"/>
          </a:xfrm>
          <a:prstGeom prst="rect">
            <a:avLst/>
          </a:prstGeom>
          <a:noFill/>
          <a:ln>
            <a:noFill/>
          </a:ln>
        </p:spPr>
        <p:txBody>
          <a:bodyPr anchorCtr="0" anchor="t" bIns="45000" lIns="90000" spcFirstLastPara="1" rIns="90000" wrap="square" tIns="61000">
            <a:noAutofit/>
          </a:bodyPr>
          <a:lstStyle/>
          <a:p>
            <a:pPr indent="0" lvl="0" marL="0" marR="0" rtl="0" algn="l">
              <a:lnSpc>
                <a:spcPct val="93000"/>
              </a:lnSpc>
              <a:spcBef>
                <a:spcPts val="0"/>
              </a:spcBef>
              <a:spcAft>
                <a:spcPts val="0"/>
              </a:spcAft>
              <a:buClr>
                <a:srgbClr val="000000"/>
              </a:buClr>
              <a:buSzPts val="1800"/>
              <a:buFont typeface="Arial"/>
              <a:buNone/>
            </a:pPr>
            <a:r>
              <a:rPr b="1" i="0" lang="en-US" sz="1800" u="none">
                <a:solidFill>
                  <a:srgbClr val="000000"/>
                </a:solidFill>
                <a:latin typeface="Arial"/>
                <a:ea typeface="Arial"/>
                <a:cs typeface="Arial"/>
                <a:sym typeface="Arial"/>
              </a:rPr>
              <a:t>Phi công sống ở Anh</a:t>
            </a:r>
            <a:endParaRPr/>
          </a:p>
        </p:txBody>
      </p:sp>
      <p:sp>
        <p:nvSpPr>
          <p:cNvPr id="863" name="Google Shape;863;p77"/>
          <p:cNvSpPr txBox="1"/>
          <p:nvPr/>
        </p:nvSpPr>
        <p:spPr>
          <a:xfrm>
            <a:off x="5543550" y="5832475"/>
            <a:ext cx="3978275" cy="354012"/>
          </a:xfrm>
          <a:prstGeom prst="rect">
            <a:avLst/>
          </a:prstGeom>
          <a:noFill/>
          <a:ln>
            <a:noFill/>
          </a:ln>
        </p:spPr>
        <p:txBody>
          <a:bodyPr anchorCtr="0" anchor="t" bIns="45000" lIns="90000" spcFirstLastPara="1" rIns="90000" wrap="square" tIns="61000">
            <a:noAutofit/>
          </a:bodyPr>
          <a:lstStyle/>
          <a:p>
            <a:pPr indent="0" lvl="0" marL="0" marR="0" rtl="0" algn="l">
              <a:lnSpc>
                <a:spcPct val="93000"/>
              </a:lnSpc>
              <a:spcBef>
                <a:spcPts val="0"/>
              </a:spcBef>
              <a:spcAft>
                <a:spcPts val="0"/>
              </a:spcAft>
              <a:buClr>
                <a:srgbClr val="000000"/>
              </a:buClr>
              <a:buSzPts val="1800"/>
              <a:buFont typeface="Arial"/>
              <a:buNone/>
            </a:pPr>
            <a:r>
              <a:rPr b="1" i="0" lang="en-US" sz="1800" u="none">
                <a:solidFill>
                  <a:srgbClr val="000000"/>
                </a:solidFill>
                <a:latin typeface="Arial"/>
                <a:ea typeface="Arial"/>
                <a:cs typeface="Arial"/>
                <a:sym typeface="Arial"/>
              </a:rPr>
              <a:t>Phi công làm việc cho công ty số 1</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8" name="Shape 868"/>
        <p:cNvGrpSpPr/>
        <p:nvPr/>
      </p:nvGrpSpPr>
      <p:grpSpPr>
        <a:xfrm>
          <a:off x="0" y="0"/>
          <a:ext cx="0" cy="0"/>
          <a:chOff x="0" y="0"/>
          <a:chExt cx="0" cy="0"/>
        </a:xfrm>
      </p:grpSpPr>
      <p:sp>
        <p:nvSpPr>
          <p:cNvPr id="869" name="Google Shape;869;p78"/>
          <p:cNvSpPr txBox="1"/>
          <p:nvPr>
            <p:ph type="title"/>
          </p:nvPr>
        </p:nvSpPr>
        <p:spPr>
          <a:xfrm>
            <a:off x="503237" y="301625"/>
            <a:ext cx="9070975" cy="1262062"/>
          </a:xfrm>
          <a:prstGeom prst="rect">
            <a:avLst/>
          </a:prstGeom>
          <a:noFill/>
          <a:ln>
            <a:noFill/>
          </a:ln>
        </p:spPr>
        <p:txBody>
          <a:bodyPr anchorCtr="0" anchor="ctr" bIns="0" lIns="0" spcFirstLastPara="1" rIns="0" wrap="square" tIns="0">
            <a:noAutofit/>
          </a:bodyPr>
          <a:lstStyle/>
          <a:p>
            <a:pPr indent="0" lvl="0" marL="0" rtl="0" algn="l">
              <a:lnSpc>
                <a:spcPct val="101000"/>
              </a:lnSpc>
              <a:spcBef>
                <a:spcPts val="0"/>
              </a:spcBef>
              <a:spcAft>
                <a:spcPts val="0"/>
              </a:spcAft>
              <a:buSzPts val="3200"/>
              <a:buNone/>
            </a:pPr>
            <a:r>
              <a:rPr b="1" i="0" lang="en-US" sz="3200" u="none">
                <a:solidFill>
                  <a:srgbClr val="000000"/>
                </a:solidFill>
                <a:latin typeface="Arial"/>
                <a:ea typeface="Arial"/>
                <a:cs typeface="Arial"/>
                <a:sym typeface="Arial"/>
              </a:rPr>
              <a:t>FULL JOIN</a:t>
            </a:r>
            <a:endParaRPr/>
          </a:p>
        </p:txBody>
      </p:sp>
      <p:sp>
        <p:nvSpPr>
          <p:cNvPr id="870" name="Google Shape;870;p78"/>
          <p:cNvSpPr txBox="1"/>
          <p:nvPr>
            <p:ph idx="1" type="body"/>
          </p:nvPr>
        </p:nvSpPr>
        <p:spPr>
          <a:xfrm>
            <a:off x="503237" y="1768475"/>
            <a:ext cx="9070975" cy="4989512"/>
          </a:xfrm>
          <a:prstGeom prst="rect">
            <a:avLst/>
          </a:prstGeom>
          <a:noFill/>
          <a:ln>
            <a:noFill/>
          </a:ln>
        </p:spPr>
        <p:txBody>
          <a:bodyPr anchorCtr="0" anchor="t" bIns="0" lIns="0" spcFirstLastPara="1" rIns="0" wrap="square" tIns="0">
            <a:noAutofit/>
          </a:bodyPr>
          <a:lstStyle/>
          <a:p>
            <a:pPr indent="-323850" lvl="0" marL="431800" rtl="0" algn="l">
              <a:lnSpc>
                <a:spcPct val="101000"/>
              </a:lnSpc>
              <a:spcBef>
                <a:spcPts val="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Ví Dụ: </a:t>
            </a:r>
            <a:r>
              <a:rPr b="0" i="0" lang="en-US" sz="2400" u="none">
                <a:solidFill>
                  <a:srgbClr val="000000"/>
                </a:solidFill>
                <a:latin typeface="Arial"/>
                <a:ea typeface="Arial"/>
                <a:cs typeface="Arial"/>
                <a:sym typeface="Arial"/>
              </a:rPr>
              <a:t>Tìm họ tên, MPC, địa chỉ và số ngày làm việc của các phi công sống ở Anh làm việc cho công ty mã số 1 kể cả trường hợp các phi công ở Anh không làm việc cho công ty 1 và cả trường hợp công ty này không có phi công ở Anh làm việc </a:t>
            </a:r>
            <a:endParaRPr/>
          </a:p>
          <a:p>
            <a:pPr indent="-323850" lvl="0" marL="431800" rtl="0" algn="l">
              <a:lnSpc>
                <a:spcPct val="98000"/>
              </a:lnSpc>
              <a:spcBef>
                <a:spcPts val="1400"/>
              </a:spcBef>
              <a:spcAft>
                <a:spcPts val="0"/>
              </a:spcAft>
              <a:buSzPts val="2200"/>
              <a:buNone/>
            </a:pPr>
            <a:r>
              <a:rPr b="0" i="0" lang="en-US" sz="2200" u="none">
                <a:solidFill>
                  <a:srgbClr val="0000FF"/>
                </a:solidFill>
                <a:latin typeface="Arial"/>
                <a:ea typeface="Arial"/>
                <a:cs typeface="Arial"/>
                <a:sym typeface="Arial"/>
              </a:rPr>
              <a:t>SELECT l.MPC, </a:t>
            </a:r>
            <a:r>
              <a:rPr b="0" i="0" lang="en-US" sz="2200" u="none">
                <a:solidFill>
                  <a:srgbClr val="008080"/>
                </a:solidFill>
                <a:latin typeface="Arial"/>
                <a:ea typeface="Arial"/>
                <a:cs typeface="Arial"/>
                <a:sym typeface="Arial"/>
              </a:rPr>
              <a:t>hoten</a:t>
            </a:r>
            <a:r>
              <a:rPr b="0" i="0" lang="en-US" sz="2200" u="none">
                <a:solidFill>
                  <a:srgbClr val="808080"/>
                </a:solidFill>
                <a:latin typeface="Arial"/>
                <a:ea typeface="Arial"/>
                <a:cs typeface="Arial"/>
                <a:sym typeface="Arial"/>
              </a:rPr>
              <a:t>,</a:t>
            </a:r>
            <a:r>
              <a:rPr b="0" i="0" lang="en-US" sz="2200" u="none">
                <a:solidFill>
                  <a:srgbClr val="008080"/>
                </a:solidFill>
                <a:latin typeface="Arial"/>
                <a:ea typeface="Arial"/>
                <a:cs typeface="Arial"/>
                <a:sym typeface="Arial"/>
              </a:rPr>
              <a:t>dchi</a:t>
            </a:r>
            <a:r>
              <a:rPr b="0" i="0" lang="en-US" sz="2200" u="none">
                <a:solidFill>
                  <a:srgbClr val="808080"/>
                </a:solidFill>
                <a:latin typeface="Arial"/>
                <a:ea typeface="Arial"/>
                <a:cs typeface="Arial"/>
                <a:sym typeface="Arial"/>
              </a:rPr>
              <a:t>,</a:t>
            </a:r>
            <a:r>
              <a:rPr b="0" i="0" lang="en-US" sz="2200" u="none">
                <a:solidFill>
                  <a:srgbClr val="0000FF"/>
                </a:solidFill>
                <a:latin typeface="Arial"/>
                <a:ea typeface="Arial"/>
                <a:cs typeface="Arial"/>
                <a:sym typeface="Arial"/>
              </a:rPr>
              <a:t> </a:t>
            </a:r>
            <a:r>
              <a:rPr b="0" i="0" lang="en-US" sz="2200" u="none">
                <a:solidFill>
                  <a:srgbClr val="008080"/>
                </a:solidFill>
                <a:latin typeface="Arial"/>
                <a:ea typeface="Arial"/>
                <a:cs typeface="Arial"/>
                <a:sym typeface="Arial"/>
              </a:rPr>
              <a:t>songay</a:t>
            </a:r>
            <a:r>
              <a:rPr b="0" i="0" lang="en-US" sz="2200" u="none">
                <a:solidFill>
                  <a:srgbClr val="0000FF"/>
                </a:solidFill>
                <a:latin typeface="Arial"/>
                <a:ea typeface="Arial"/>
                <a:cs typeface="Arial"/>
                <a:sym typeface="Arial"/>
              </a:rPr>
              <a:t> </a:t>
            </a:r>
            <a:endParaRPr/>
          </a:p>
          <a:p>
            <a:pPr indent="-323850" lvl="0" marL="431800" rtl="0" algn="l">
              <a:lnSpc>
                <a:spcPct val="98000"/>
              </a:lnSpc>
              <a:spcBef>
                <a:spcPts val="1400"/>
              </a:spcBef>
              <a:spcAft>
                <a:spcPts val="0"/>
              </a:spcAft>
              <a:buSzPts val="2200"/>
              <a:buNone/>
            </a:pPr>
            <a:r>
              <a:rPr b="0" i="0" lang="en-US" sz="2200" u="none">
                <a:solidFill>
                  <a:srgbClr val="0000FF"/>
                </a:solidFill>
                <a:latin typeface="Arial"/>
                <a:ea typeface="Arial"/>
                <a:cs typeface="Arial"/>
                <a:sym typeface="Arial"/>
              </a:rPr>
              <a:t>  FROM </a:t>
            </a:r>
            <a:r>
              <a:rPr b="0" i="0" lang="en-US" sz="2200" u="none">
                <a:solidFill>
                  <a:srgbClr val="808080"/>
                </a:solidFill>
                <a:latin typeface="Arial"/>
                <a:ea typeface="Arial"/>
                <a:cs typeface="Arial"/>
                <a:sym typeface="Arial"/>
              </a:rPr>
              <a:t>(</a:t>
            </a:r>
            <a:r>
              <a:rPr b="0" i="0" lang="en-US" sz="2200" u="none">
                <a:solidFill>
                  <a:srgbClr val="0000FF"/>
                </a:solidFill>
                <a:latin typeface="Arial"/>
                <a:ea typeface="Arial"/>
                <a:cs typeface="Arial"/>
                <a:sym typeface="Arial"/>
              </a:rPr>
              <a:t>SELECT </a:t>
            </a:r>
            <a:r>
              <a:rPr b="0" i="0" lang="en-US" sz="2200" u="none">
                <a:solidFill>
                  <a:srgbClr val="808080"/>
                </a:solidFill>
                <a:latin typeface="Arial"/>
                <a:ea typeface="Arial"/>
                <a:cs typeface="Arial"/>
                <a:sym typeface="Arial"/>
              </a:rPr>
              <a:t>*</a:t>
            </a:r>
            <a:r>
              <a:rPr b="0" i="0" lang="en-US" sz="2200" u="none">
                <a:solidFill>
                  <a:srgbClr val="0000FF"/>
                </a:solidFill>
                <a:latin typeface="Arial"/>
                <a:ea typeface="Arial"/>
                <a:cs typeface="Arial"/>
                <a:sym typeface="Arial"/>
              </a:rPr>
              <a:t> FROM </a:t>
            </a:r>
            <a:r>
              <a:rPr b="0" i="0" lang="en-US" sz="2200" u="none">
                <a:solidFill>
                  <a:srgbClr val="008080"/>
                </a:solidFill>
                <a:latin typeface="Arial"/>
                <a:ea typeface="Arial"/>
                <a:cs typeface="Arial"/>
                <a:sym typeface="Arial"/>
              </a:rPr>
              <a:t>PHICONG</a:t>
            </a:r>
            <a:r>
              <a:rPr b="0" i="0" lang="en-US" sz="2200" u="none">
                <a:solidFill>
                  <a:srgbClr val="0000FF"/>
                </a:solidFill>
                <a:latin typeface="Arial"/>
                <a:ea typeface="Arial"/>
                <a:cs typeface="Arial"/>
                <a:sym typeface="Arial"/>
              </a:rPr>
              <a:t> WHERE </a:t>
            </a:r>
            <a:r>
              <a:rPr b="0" i="0" lang="en-US" sz="2200" u="none">
                <a:solidFill>
                  <a:srgbClr val="008080"/>
                </a:solidFill>
                <a:latin typeface="Arial"/>
                <a:ea typeface="Arial"/>
                <a:cs typeface="Arial"/>
                <a:sym typeface="Arial"/>
              </a:rPr>
              <a:t>nuoc</a:t>
            </a:r>
            <a:r>
              <a:rPr b="0" i="0" lang="en-US" sz="2200" u="none">
                <a:solidFill>
                  <a:srgbClr val="0000FF"/>
                </a:solidFill>
                <a:latin typeface="Arial"/>
                <a:ea typeface="Arial"/>
                <a:cs typeface="Arial"/>
                <a:sym typeface="Arial"/>
              </a:rPr>
              <a:t> </a:t>
            </a:r>
            <a:r>
              <a:rPr b="0" i="0" lang="en-US" sz="2200" u="none">
                <a:solidFill>
                  <a:srgbClr val="808080"/>
                </a:solidFill>
                <a:latin typeface="Arial"/>
                <a:ea typeface="Arial"/>
                <a:cs typeface="Arial"/>
                <a:sym typeface="Arial"/>
              </a:rPr>
              <a:t>LIKE</a:t>
            </a:r>
            <a:r>
              <a:rPr b="0" i="0" lang="en-US" sz="2200" u="none">
                <a:solidFill>
                  <a:srgbClr val="0000FF"/>
                </a:solidFill>
                <a:latin typeface="Arial"/>
                <a:ea typeface="Arial"/>
                <a:cs typeface="Arial"/>
                <a:sym typeface="Arial"/>
              </a:rPr>
              <a:t> </a:t>
            </a:r>
            <a:r>
              <a:rPr b="0" i="0" lang="en-US" sz="2200" u="none">
                <a:solidFill>
                  <a:srgbClr val="FF0000"/>
                </a:solidFill>
                <a:latin typeface="Arial"/>
                <a:ea typeface="Arial"/>
                <a:cs typeface="Arial"/>
                <a:sym typeface="Arial"/>
              </a:rPr>
              <a:t>'anh'</a:t>
            </a:r>
            <a:r>
              <a:rPr b="0" i="0" lang="en-US" sz="2200" u="none">
                <a:solidFill>
                  <a:srgbClr val="808080"/>
                </a:solidFill>
                <a:latin typeface="Arial"/>
                <a:ea typeface="Arial"/>
                <a:cs typeface="Arial"/>
                <a:sym typeface="Arial"/>
              </a:rPr>
              <a:t>)</a:t>
            </a:r>
            <a:r>
              <a:rPr b="0" i="0" lang="en-US" sz="2200" u="none">
                <a:solidFill>
                  <a:srgbClr val="0000FF"/>
                </a:solidFill>
                <a:latin typeface="Arial"/>
                <a:ea typeface="Arial"/>
                <a:cs typeface="Arial"/>
                <a:sym typeface="Arial"/>
              </a:rPr>
              <a:t> </a:t>
            </a:r>
            <a:r>
              <a:rPr b="0" i="0" lang="en-US" sz="2200" u="none">
                <a:solidFill>
                  <a:srgbClr val="008080"/>
                </a:solidFill>
                <a:latin typeface="Arial"/>
                <a:ea typeface="Arial"/>
                <a:cs typeface="Arial"/>
                <a:sym typeface="Arial"/>
              </a:rPr>
              <a:t>p</a:t>
            </a:r>
            <a:r>
              <a:rPr b="0" i="0" lang="en-US" sz="2200" u="none">
                <a:solidFill>
                  <a:srgbClr val="0000FF"/>
                </a:solidFill>
                <a:latin typeface="Arial"/>
                <a:ea typeface="Arial"/>
                <a:cs typeface="Arial"/>
                <a:sym typeface="Arial"/>
              </a:rPr>
              <a:t> </a:t>
            </a:r>
            <a:endParaRPr/>
          </a:p>
          <a:p>
            <a:pPr indent="-323850" lvl="0" marL="431800" rtl="0" algn="l">
              <a:lnSpc>
                <a:spcPct val="98000"/>
              </a:lnSpc>
              <a:spcBef>
                <a:spcPts val="1400"/>
              </a:spcBef>
              <a:spcAft>
                <a:spcPts val="0"/>
              </a:spcAft>
              <a:buSzPts val="2200"/>
              <a:buNone/>
            </a:pPr>
            <a:r>
              <a:rPr b="0" i="0" lang="en-US" sz="2200" u="none">
                <a:solidFill>
                  <a:srgbClr val="808080"/>
                </a:solidFill>
                <a:latin typeface="Arial"/>
                <a:ea typeface="Arial"/>
                <a:cs typeface="Arial"/>
                <a:sym typeface="Arial"/>
              </a:rPr>
              <a:t>    </a:t>
            </a:r>
            <a:r>
              <a:rPr b="1" i="0" lang="en-US" sz="2200" u="none">
                <a:solidFill>
                  <a:srgbClr val="808080"/>
                </a:solidFill>
                <a:latin typeface="Arial"/>
                <a:ea typeface="Arial"/>
                <a:cs typeface="Arial"/>
                <a:sym typeface="Arial"/>
              </a:rPr>
              <a:t>FULL</a:t>
            </a:r>
            <a:r>
              <a:rPr b="1" i="0" lang="en-US" sz="2200" u="none">
                <a:solidFill>
                  <a:srgbClr val="0000FF"/>
                </a:solidFill>
                <a:latin typeface="Arial"/>
                <a:ea typeface="Arial"/>
                <a:cs typeface="Arial"/>
                <a:sym typeface="Arial"/>
              </a:rPr>
              <a:t> </a:t>
            </a:r>
            <a:r>
              <a:rPr b="1" i="0" lang="en-US" sz="2200" u="none">
                <a:solidFill>
                  <a:srgbClr val="808080"/>
                </a:solidFill>
                <a:latin typeface="Arial"/>
                <a:ea typeface="Arial"/>
                <a:cs typeface="Arial"/>
                <a:sym typeface="Arial"/>
              </a:rPr>
              <a:t>JOIN</a:t>
            </a:r>
            <a:r>
              <a:rPr b="0" i="0" lang="en-US" sz="2200" u="none">
                <a:solidFill>
                  <a:srgbClr val="0000FF"/>
                </a:solidFill>
                <a:latin typeface="Arial"/>
                <a:ea typeface="Arial"/>
                <a:cs typeface="Arial"/>
                <a:sym typeface="Arial"/>
              </a:rPr>
              <a:t>  </a:t>
            </a:r>
            <a:r>
              <a:rPr b="0" i="0" lang="en-US" sz="2200" u="none">
                <a:solidFill>
                  <a:srgbClr val="808080"/>
                </a:solidFill>
                <a:latin typeface="Arial"/>
                <a:ea typeface="Arial"/>
                <a:cs typeface="Arial"/>
                <a:sym typeface="Arial"/>
              </a:rPr>
              <a:t>(</a:t>
            </a:r>
            <a:r>
              <a:rPr b="0" i="0" lang="en-US" sz="2200" u="none">
                <a:solidFill>
                  <a:srgbClr val="0000FF"/>
                </a:solidFill>
                <a:latin typeface="Arial"/>
                <a:ea typeface="Arial"/>
                <a:cs typeface="Arial"/>
                <a:sym typeface="Arial"/>
              </a:rPr>
              <a:t>SELECT </a:t>
            </a:r>
            <a:r>
              <a:rPr b="0" i="0" lang="en-US" sz="2200" u="none">
                <a:solidFill>
                  <a:srgbClr val="808080"/>
                </a:solidFill>
                <a:latin typeface="Arial"/>
                <a:ea typeface="Arial"/>
                <a:cs typeface="Arial"/>
                <a:sym typeface="Arial"/>
              </a:rPr>
              <a:t>*</a:t>
            </a:r>
            <a:r>
              <a:rPr b="0" i="0" lang="en-US" sz="2200" u="none">
                <a:solidFill>
                  <a:srgbClr val="0000FF"/>
                </a:solidFill>
                <a:latin typeface="Arial"/>
                <a:ea typeface="Arial"/>
                <a:cs typeface="Arial"/>
                <a:sym typeface="Arial"/>
              </a:rPr>
              <a:t> FROM </a:t>
            </a:r>
            <a:r>
              <a:rPr b="0" i="0" lang="en-US" sz="2200" u="none">
                <a:solidFill>
                  <a:srgbClr val="008080"/>
                </a:solidFill>
                <a:latin typeface="Arial"/>
                <a:ea typeface="Arial"/>
                <a:cs typeface="Arial"/>
                <a:sym typeface="Arial"/>
              </a:rPr>
              <a:t>LAMVIEC</a:t>
            </a:r>
            <a:r>
              <a:rPr b="0" i="0" lang="en-US" sz="2200" u="none">
                <a:solidFill>
                  <a:srgbClr val="0000FF"/>
                </a:solidFill>
                <a:latin typeface="Arial"/>
                <a:ea typeface="Arial"/>
                <a:cs typeface="Arial"/>
                <a:sym typeface="Arial"/>
              </a:rPr>
              <a:t> where </a:t>
            </a:r>
            <a:r>
              <a:rPr b="0" i="0" lang="en-US" sz="2200" u="none">
                <a:solidFill>
                  <a:srgbClr val="008080"/>
                </a:solidFill>
                <a:latin typeface="Arial"/>
                <a:ea typeface="Arial"/>
                <a:cs typeface="Arial"/>
                <a:sym typeface="Arial"/>
              </a:rPr>
              <a:t>MCT</a:t>
            </a:r>
            <a:r>
              <a:rPr b="0" i="0" lang="en-US" sz="2200" u="none">
                <a:solidFill>
                  <a:srgbClr val="808080"/>
                </a:solidFill>
                <a:latin typeface="Arial"/>
                <a:ea typeface="Arial"/>
                <a:cs typeface="Arial"/>
                <a:sym typeface="Arial"/>
              </a:rPr>
              <a:t>=</a:t>
            </a:r>
            <a:r>
              <a:rPr b="0" i="0" lang="en-US" sz="2200" u="none">
                <a:solidFill>
                  <a:srgbClr val="0000FF"/>
                </a:solidFill>
                <a:latin typeface="Arial"/>
                <a:ea typeface="Arial"/>
                <a:cs typeface="Arial"/>
                <a:sym typeface="Arial"/>
              </a:rPr>
              <a:t>1</a:t>
            </a:r>
            <a:r>
              <a:rPr b="0" i="0" lang="en-US" sz="2200" u="none">
                <a:solidFill>
                  <a:srgbClr val="808080"/>
                </a:solidFill>
                <a:latin typeface="Arial"/>
                <a:ea typeface="Arial"/>
                <a:cs typeface="Arial"/>
                <a:sym typeface="Arial"/>
              </a:rPr>
              <a:t>)</a:t>
            </a:r>
            <a:r>
              <a:rPr b="0" i="0" lang="en-US" sz="2200" u="none">
                <a:solidFill>
                  <a:srgbClr val="0000FF"/>
                </a:solidFill>
                <a:latin typeface="Arial"/>
                <a:ea typeface="Arial"/>
                <a:cs typeface="Arial"/>
                <a:sym typeface="Arial"/>
              </a:rPr>
              <a:t> </a:t>
            </a:r>
            <a:r>
              <a:rPr b="0" i="0" lang="en-US" sz="2200" u="none">
                <a:solidFill>
                  <a:srgbClr val="008080"/>
                </a:solidFill>
                <a:latin typeface="Arial"/>
                <a:ea typeface="Arial"/>
                <a:cs typeface="Arial"/>
                <a:sym typeface="Arial"/>
              </a:rPr>
              <a:t>l</a:t>
            </a:r>
            <a:r>
              <a:rPr b="0" i="0" lang="en-US" sz="2200" u="none">
                <a:solidFill>
                  <a:srgbClr val="0000FF"/>
                </a:solidFill>
                <a:latin typeface="Arial"/>
                <a:ea typeface="Arial"/>
                <a:cs typeface="Arial"/>
                <a:sym typeface="Arial"/>
              </a:rPr>
              <a:t> </a:t>
            </a:r>
            <a:endParaRPr/>
          </a:p>
          <a:p>
            <a:pPr indent="-323850" lvl="0" marL="431800" rtl="0" algn="l">
              <a:lnSpc>
                <a:spcPct val="98000"/>
              </a:lnSpc>
              <a:spcBef>
                <a:spcPts val="1400"/>
              </a:spcBef>
              <a:spcAft>
                <a:spcPts val="0"/>
              </a:spcAft>
              <a:buSzPts val="2200"/>
              <a:buNone/>
            </a:pPr>
            <a:r>
              <a:rPr b="0" i="0" lang="en-US" sz="2200" u="none">
                <a:solidFill>
                  <a:srgbClr val="0000FF"/>
                </a:solidFill>
                <a:latin typeface="Arial"/>
                <a:ea typeface="Arial"/>
                <a:cs typeface="Arial"/>
                <a:sym typeface="Arial"/>
              </a:rPr>
              <a:t>      ON </a:t>
            </a:r>
            <a:r>
              <a:rPr b="0" i="0" lang="en-US" sz="2200" u="none">
                <a:solidFill>
                  <a:srgbClr val="008080"/>
                </a:solidFill>
                <a:latin typeface="Arial"/>
                <a:ea typeface="Arial"/>
                <a:cs typeface="Arial"/>
                <a:sym typeface="Arial"/>
              </a:rPr>
              <a:t>p</a:t>
            </a:r>
            <a:r>
              <a:rPr b="0" i="0" lang="en-US" sz="2200" u="none">
                <a:solidFill>
                  <a:srgbClr val="808080"/>
                </a:solidFill>
                <a:latin typeface="Arial"/>
                <a:ea typeface="Arial"/>
                <a:cs typeface="Arial"/>
                <a:sym typeface="Arial"/>
              </a:rPr>
              <a:t>.</a:t>
            </a:r>
            <a:r>
              <a:rPr b="0" i="0" lang="en-US" sz="2200" u="none">
                <a:solidFill>
                  <a:srgbClr val="008080"/>
                </a:solidFill>
                <a:latin typeface="Arial"/>
                <a:ea typeface="Arial"/>
                <a:cs typeface="Arial"/>
                <a:sym typeface="Arial"/>
              </a:rPr>
              <a:t>MPC</a:t>
            </a:r>
            <a:r>
              <a:rPr b="0" i="0" lang="en-US" sz="2200" u="none">
                <a:solidFill>
                  <a:srgbClr val="808080"/>
                </a:solidFill>
                <a:latin typeface="Arial"/>
                <a:ea typeface="Arial"/>
                <a:cs typeface="Arial"/>
                <a:sym typeface="Arial"/>
              </a:rPr>
              <a:t>=</a:t>
            </a:r>
            <a:r>
              <a:rPr b="0" i="0" lang="en-US" sz="2200" u="none">
                <a:solidFill>
                  <a:srgbClr val="008080"/>
                </a:solidFill>
                <a:latin typeface="Arial"/>
                <a:ea typeface="Arial"/>
                <a:cs typeface="Arial"/>
                <a:sym typeface="Arial"/>
              </a:rPr>
              <a:t>l</a:t>
            </a:r>
            <a:r>
              <a:rPr b="0" i="0" lang="en-US" sz="2200" u="none">
                <a:solidFill>
                  <a:srgbClr val="808080"/>
                </a:solidFill>
                <a:latin typeface="Arial"/>
                <a:ea typeface="Arial"/>
                <a:cs typeface="Arial"/>
                <a:sym typeface="Arial"/>
              </a:rPr>
              <a:t>.</a:t>
            </a:r>
            <a:r>
              <a:rPr b="0" i="0" lang="en-US" sz="2200" u="none">
                <a:solidFill>
                  <a:srgbClr val="008080"/>
                </a:solidFill>
                <a:latin typeface="Arial"/>
                <a:ea typeface="Arial"/>
                <a:cs typeface="Arial"/>
                <a:sym typeface="Arial"/>
              </a:rPr>
              <a:t>MPC</a:t>
            </a:r>
            <a:endParaRPr/>
          </a:p>
          <a:p>
            <a:pPr indent="-342900" lvl="0" marL="342900" rtl="0" algn="l">
              <a:lnSpc>
                <a:spcPct val="101000"/>
              </a:lnSpc>
              <a:spcBef>
                <a:spcPts val="1400"/>
              </a:spcBef>
              <a:spcAft>
                <a:spcPts val="0"/>
              </a:spcAft>
              <a:buNone/>
            </a:pPr>
            <a:r>
              <a:t/>
            </a:r>
            <a:endParaRPr b="0" i="0" sz="2200" u="none">
              <a:solidFill>
                <a:srgbClr val="008080"/>
              </a:solidFill>
              <a:latin typeface="Arial"/>
              <a:ea typeface="Arial"/>
              <a:cs typeface="Arial"/>
              <a:sym typeface="Arial"/>
            </a:endParaRPr>
          </a:p>
        </p:txBody>
      </p:sp>
      <p:pic>
        <p:nvPicPr>
          <p:cNvPr id="871" name="Google Shape;871;p78"/>
          <p:cNvPicPr preferRelativeResize="0"/>
          <p:nvPr/>
        </p:nvPicPr>
        <p:blipFill rotWithShape="1">
          <a:blip r:embed="rId3">
            <a:alphaModFix/>
          </a:blip>
          <a:srcRect b="0" l="0" r="0" t="0"/>
          <a:stretch/>
        </p:blipFill>
        <p:spPr>
          <a:xfrm>
            <a:off x="5184775" y="4895850"/>
            <a:ext cx="4248150" cy="1898650"/>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6" name="Shape 876"/>
        <p:cNvGrpSpPr/>
        <p:nvPr/>
      </p:nvGrpSpPr>
      <p:grpSpPr>
        <a:xfrm>
          <a:off x="0" y="0"/>
          <a:ext cx="0" cy="0"/>
          <a:chOff x="0" y="0"/>
          <a:chExt cx="0" cy="0"/>
        </a:xfrm>
      </p:grpSpPr>
      <p:sp>
        <p:nvSpPr>
          <p:cNvPr id="877" name="Google Shape;877;p79"/>
          <p:cNvSpPr txBox="1"/>
          <p:nvPr/>
        </p:nvSpPr>
        <p:spPr>
          <a:xfrm>
            <a:off x="503237" y="6886575"/>
            <a:ext cx="2346325" cy="519112"/>
          </a:xfrm>
          <a:prstGeom prst="rect">
            <a:avLst/>
          </a:prstGeom>
          <a:noFill/>
          <a:ln>
            <a:noFill/>
          </a:ln>
        </p:spPr>
        <p:txBody>
          <a:bodyPr anchorCtr="0" anchor="t" bIns="45700" lIns="91425" spcFirstLastPara="1" rIns="91425" wrap="square" tIns="45700">
            <a:noAutofit/>
          </a:bodyPr>
          <a:lstStyle/>
          <a:p>
            <a:pPr indent="0" lvl="0" marL="0" marR="0" rtl="0" algn="l">
              <a:lnSpc>
                <a:spcPct val="93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a:t>
            </a:r>
            <a:endParaRPr/>
          </a:p>
        </p:txBody>
      </p:sp>
      <p:sp>
        <p:nvSpPr>
          <p:cNvPr id="878" name="Google Shape;878;p79"/>
          <p:cNvSpPr txBox="1"/>
          <p:nvPr/>
        </p:nvSpPr>
        <p:spPr>
          <a:xfrm>
            <a:off x="7227887" y="6886575"/>
            <a:ext cx="2346325" cy="519112"/>
          </a:xfrm>
          <a:prstGeom prst="rect">
            <a:avLst/>
          </a:prstGeom>
          <a:noFill/>
          <a:ln>
            <a:noFill/>
          </a:ln>
        </p:spPr>
        <p:txBody>
          <a:bodyPr anchorCtr="0" anchor="t" bIns="45700" lIns="91425" spcFirstLastPara="1" rIns="91425" wrap="square" tIns="45700">
            <a:noAutofit/>
          </a:bodyPr>
          <a:lstStyle/>
          <a:p>
            <a:pPr indent="0" lvl="0" marL="0" marR="0" rtl="0" algn="l">
              <a:lnSpc>
                <a:spcPct val="93000"/>
              </a:lnSpc>
              <a:spcBef>
                <a:spcPts val="0"/>
              </a:spcBef>
              <a:spcAft>
                <a:spcPts val="0"/>
              </a:spcAft>
              <a:buClr>
                <a:schemeClr val="dk1"/>
              </a:buClr>
              <a:buSzPts val="1800"/>
              <a:buFont typeface="Arial"/>
              <a:buNone/>
            </a:pPr>
            <a:fld id="{00000000-1234-1234-1234-123412341234}" type="slidenum">
              <a:rPr b="0" i="0" lang="en-US" sz="1800" u="none">
                <a:solidFill>
                  <a:schemeClr val="dk1"/>
                </a:solidFill>
                <a:latin typeface="Arial"/>
                <a:ea typeface="Arial"/>
                <a:cs typeface="Arial"/>
                <a:sym typeface="Arial"/>
              </a:rPr>
              <a:t>‹#›</a:t>
            </a:fld>
            <a:endParaRPr/>
          </a:p>
        </p:txBody>
      </p:sp>
      <p:sp>
        <p:nvSpPr>
          <p:cNvPr id="879" name="Google Shape;879;p79"/>
          <p:cNvSpPr txBox="1"/>
          <p:nvPr>
            <p:ph type="title"/>
          </p:nvPr>
        </p:nvSpPr>
        <p:spPr>
          <a:xfrm>
            <a:off x="503237" y="301625"/>
            <a:ext cx="9070975" cy="1262062"/>
          </a:xfrm>
          <a:prstGeom prst="rect">
            <a:avLst/>
          </a:prstGeom>
          <a:noFill/>
          <a:ln>
            <a:noFill/>
          </a:ln>
        </p:spPr>
        <p:txBody>
          <a:bodyPr anchorCtr="0" anchor="ctr" bIns="0" lIns="0" spcFirstLastPara="1" rIns="0" wrap="square" tIns="0">
            <a:noAutofit/>
          </a:bodyPr>
          <a:lstStyle/>
          <a:p>
            <a:pPr indent="0" lvl="0" marL="0" rtl="0" algn="l">
              <a:lnSpc>
                <a:spcPct val="101000"/>
              </a:lnSpc>
              <a:spcBef>
                <a:spcPts val="0"/>
              </a:spcBef>
              <a:spcAft>
                <a:spcPts val="0"/>
              </a:spcAft>
              <a:buSzPts val="3200"/>
              <a:buNone/>
            </a:pPr>
            <a:r>
              <a:rPr b="1" i="0" lang="en-US" sz="3200" u="none">
                <a:solidFill>
                  <a:srgbClr val="000000"/>
                </a:solidFill>
                <a:latin typeface="Arial"/>
                <a:ea typeface="Arial"/>
                <a:cs typeface="Arial"/>
                <a:sym typeface="Arial"/>
              </a:rPr>
              <a:t>CSDL minh họa</a:t>
            </a:r>
            <a:endParaRPr/>
          </a:p>
        </p:txBody>
      </p:sp>
      <p:sp>
        <p:nvSpPr>
          <p:cNvPr id="880" name="Google Shape;880;p79"/>
          <p:cNvSpPr txBox="1"/>
          <p:nvPr>
            <p:ph idx="1" type="body"/>
          </p:nvPr>
        </p:nvSpPr>
        <p:spPr>
          <a:xfrm>
            <a:off x="503237" y="1768475"/>
            <a:ext cx="9070975" cy="4384675"/>
          </a:xfrm>
          <a:prstGeom prst="rect">
            <a:avLst/>
          </a:prstGeom>
          <a:noFill/>
          <a:ln>
            <a:noFill/>
          </a:ln>
        </p:spPr>
        <p:txBody>
          <a:bodyPr anchorCtr="0" anchor="t" bIns="0" lIns="0" spcFirstLastPara="1" rIns="0" wrap="square" tIns="0">
            <a:noAutofit/>
          </a:bodyPr>
          <a:lstStyle/>
          <a:p>
            <a:pPr indent="-323850" lvl="0" marL="431800" rtl="0" algn="l">
              <a:lnSpc>
                <a:spcPct val="101000"/>
              </a:lnSpc>
              <a:spcBef>
                <a:spcPts val="0"/>
              </a:spcBef>
              <a:spcAft>
                <a:spcPts val="0"/>
              </a:spcAft>
              <a:buSzPts val="2700"/>
              <a:buNone/>
            </a:pPr>
            <a:r>
              <a:rPr b="0" i="0" lang="en-US" sz="2700" u="none">
                <a:solidFill>
                  <a:srgbClr val="000000"/>
                </a:solidFill>
                <a:latin typeface="Arial"/>
                <a:ea typeface="Arial"/>
                <a:cs typeface="Arial"/>
                <a:sym typeface="Arial"/>
              </a:rPr>
              <a:t>PHICONG(</a:t>
            </a:r>
            <a:r>
              <a:rPr b="0" i="0" lang="en-US" sz="2700" u="sng">
                <a:solidFill>
                  <a:srgbClr val="000000"/>
                </a:solidFill>
                <a:latin typeface="Arial"/>
                <a:ea typeface="Arial"/>
                <a:cs typeface="Arial"/>
                <a:sym typeface="Arial"/>
              </a:rPr>
              <a:t>MPC</a:t>
            </a:r>
            <a:r>
              <a:rPr b="0" i="0" lang="en-US" sz="2700" u="none">
                <a:solidFill>
                  <a:srgbClr val="000000"/>
                </a:solidFill>
                <a:latin typeface="Arial"/>
                <a:ea typeface="Arial"/>
                <a:cs typeface="Arial"/>
                <a:sym typeface="Arial"/>
              </a:rPr>
              <a:t>, hoten, dchi, nuoc)</a:t>
            </a:r>
            <a:endParaRPr/>
          </a:p>
          <a:p>
            <a:pPr indent="-323850" lvl="0" marL="431800" rtl="0" algn="l">
              <a:lnSpc>
                <a:spcPct val="101000"/>
              </a:lnSpc>
              <a:spcBef>
                <a:spcPts val="1400"/>
              </a:spcBef>
              <a:spcAft>
                <a:spcPts val="0"/>
              </a:spcAft>
              <a:buSzPts val="2700"/>
              <a:buNone/>
            </a:pPr>
            <a:r>
              <a:rPr b="0" i="0" lang="en-US" sz="2700" u="none">
                <a:solidFill>
                  <a:srgbClr val="000000"/>
                </a:solidFill>
                <a:latin typeface="Arial"/>
                <a:ea typeface="Arial"/>
                <a:cs typeface="Arial"/>
                <a:sym typeface="Arial"/>
              </a:rPr>
              <a:t>CONGTY (</a:t>
            </a:r>
            <a:r>
              <a:rPr b="0" i="0" lang="en-US" sz="2700" u="sng">
                <a:solidFill>
                  <a:srgbClr val="000000"/>
                </a:solidFill>
                <a:latin typeface="Arial"/>
                <a:ea typeface="Arial"/>
                <a:cs typeface="Arial"/>
                <a:sym typeface="Arial"/>
              </a:rPr>
              <a:t>MCT</a:t>
            </a:r>
            <a:r>
              <a:rPr b="0" i="0" lang="en-US" sz="2700" u="none">
                <a:solidFill>
                  <a:srgbClr val="000000"/>
                </a:solidFill>
                <a:latin typeface="Arial"/>
                <a:ea typeface="Arial"/>
                <a:cs typeface="Arial"/>
                <a:sym typeface="Arial"/>
              </a:rPr>
              <a:t>, tencty, nuoc)</a:t>
            </a:r>
            <a:endParaRPr/>
          </a:p>
          <a:p>
            <a:pPr indent="-323850" lvl="0" marL="431800" rtl="0" algn="l">
              <a:lnSpc>
                <a:spcPct val="101000"/>
              </a:lnSpc>
              <a:spcBef>
                <a:spcPts val="1400"/>
              </a:spcBef>
              <a:spcAft>
                <a:spcPts val="0"/>
              </a:spcAft>
              <a:buSzPts val="2700"/>
              <a:buNone/>
            </a:pPr>
            <a:r>
              <a:rPr b="0" i="0" lang="en-US" sz="2700" u="none">
                <a:solidFill>
                  <a:srgbClr val="000000"/>
                </a:solidFill>
                <a:latin typeface="Arial"/>
                <a:ea typeface="Arial"/>
                <a:cs typeface="Arial"/>
                <a:sym typeface="Arial"/>
              </a:rPr>
              <a:t>LOAIMAYBAY(</a:t>
            </a:r>
            <a:r>
              <a:rPr b="0" i="0" lang="en-US" sz="2700" u="sng">
                <a:solidFill>
                  <a:srgbClr val="000000"/>
                </a:solidFill>
                <a:latin typeface="Arial"/>
                <a:ea typeface="Arial"/>
                <a:cs typeface="Arial"/>
                <a:sym typeface="Arial"/>
              </a:rPr>
              <a:t>loai</a:t>
            </a:r>
            <a:r>
              <a:rPr b="0" i="0" lang="en-US" sz="2700" u="none">
                <a:solidFill>
                  <a:srgbClr val="000000"/>
                </a:solidFill>
                <a:latin typeface="Arial"/>
                <a:ea typeface="Arial"/>
                <a:cs typeface="Arial"/>
                <a:sym typeface="Arial"/>
              </a:rPr>
              <a:t>, NSX, socho)</a:t>
            </a:r>
            <a:endParaRPr/>
          </a:p>
          <a:p>
            <a:pPr indent="-323850" lvl="0" marL="431800" rtl="0" algn="l">
              <a:lnSpc>
                <a:spcPct val="101000"/>
              </a:lnSpc>
              <a:spcBef>
                <a:spcPts val="1400"/>
              </a:spcBef>
              <a:spcAft>
                <a:spcPts val="0"/>
              </a:spcAft>
              <a:buSzPts val="2700"/>
              <a:buNone/>
            </a:pPr>
            <a:r>
              <a:rPr b="0" i="0" lang="en-US" sz="2700" u="none">
                <a:solidFill>
                  <a:srgbClr val="000000"/>
                </a:solidFill>
                <a:latin typeface="Arial"/>
                <a:ea typeface="Arial"/>
                <a:cs typeface="Arial"/>
                <a:sym typeface="Arial"/>
              </a:rPr>
              <a:t>MAYBAY(</a:t>
            </a:r>
            <a:r>
              <a:rPr b="0" i="0" lang="en-US" sz="2700" u="sng">
                <a:solidFill>
                  <a:srgbClr val="000000"/>
                </a:solidFill>
                <a:latin typeface="Arial"/>
                <a:ea typeface="Arial"/>
                <a:cs typeface="Arial"/>
                <a:sym typeface="Arial"/>
              </a:rPr>
              <a:t>MMB</a:t>
            </a:r>
            <a:r>
              <a:rPr b="0" i="0" lang="en-US" sz="2700" u="none">
                <a:solidFill>
                  <a:srgbClr val="000000"/>
                </a:solidFill>
                <a:latin typeface="Arial"/>
                <a:ea typeface="Arial"/>
                <a:cs typeface="Arial"/>
                <a:sym typeface="Arial"/>
              </a:rPr>
              <a:t>, </a:t>
            </a:r>
            <a:r>
              <a:rPr b="0" i="1" lang="en-US" sz="2700" u="none">
                <a:solidFill>
                  <a:srgbClr val="000000"/>
                </a:solidFill>
                <a:latin typeface="Arial"/>
                <a:ea typeface="Arial"/>
                <a:cs typeface="Arial"/>
                <a:sym typeface="Arial"/>
              </a:rPr>
              <a:t>loai</a:t>
            </a:r>
            <a:r>
              <a:rPr b="0" i="0" lang="en-US" sz="2700" u="none">
                <a:solidFill>
                  <a:srgbClr val="000000"/>
                </a:solidFill>
                <a:latin typeface="Arial"/>
                <a:ea typeface="Arial"/>
                <a:cs typeface="Arial"/>
                <a:sym typeface="Arial"/>
              </a:rPr>
              <a:t>, </a:t>
            </a:r>
            <a:r>
              <a:rPr b="0" i="1" lang="en-US" sz="2700" u="none">
                <a:solidFill>
                  <a:srgbClr val="000000"/>
                </a:solidFill>
                <a:latin typeface="Arial"/>
                <a:ea typeface="Arial"/>
                <a:cs typeface="Arial"/>
                <a:sym typeface="Arial"/>
              </a:rPr>
              <a:t>MCT</a:t>
            </a:r>
            <a:r>
              <a:rPr b="0" i="0" lang="en-US" sz="2700" u="none">
                <a:solidFill>
                  <a:srgbClr val="000000"/>
                </a:solidFill>
                <a:latin typeface="Arial"/>
                <a:ea typeface="Arial"/>
                <a:cs typeface="Arial"/>
                <a:sym typeface="Arial"/>
              </a:rPr>
              <a:t>)</a:t>
            </a:r>
            <a:endParaRPr/>
          </a:p>
          <a:p>
            <a:pPr indent="-323850" lvl="0" marL="431800" rtl="0" algn="l">
              <a:lnSpc>
                <a:spcPct val="101000"/>
              </a:lnSpc>
              <a:spcBef>
                <a:spcPts val="1400"/>
              </a:spcBef>
              <a:spcAft>
                <a:spcPts val="0"/>
              </a:spcAft>
              <a:buSzPts val="2700"/>
              <a:buNone/>
            </a:pPr>
            <a:r>
              <a:rPr b="0" i="0" lang="en-US" sz="2700" u="none">
                <a:solidFill>
                  <a:srgbClr val="000000"/>
                </a:solidFill>
                <a:latin typeface="Arial"/>
                <a:ea typeface="Arial"/>
                <a:cs typeface="Arial"/>
                <a:sym typeface="Arial"/>
              </a:rPr>
              <a:t>CHUYENBAY(</a:t>
            </a:r>
            <a:r>
              <a:rPr b="0" i="0" lang="en-US" sz="2700" u="sng">
                <a:solidFill>
                  <a:srgbClr val="000000"/>
                </a:solidFill>
                <a:latin typeface="Arial"/>
                <a:ea typeface="Arial"/>
                <a:cs typeface="Arial"/>
                <a:sym typeface="Arial"/>
              </a:rPr>
              <a:t>SOCB, ngaybay</a:t>
            </a:r>
            <a:r>
              <a:rPr b="0" i="0" lang="en-US" sz="2700" u="none">
                <a:solidFill>
                  <a:srgbClr val="000000"/>
                </a:solidFill>
                <a:latin typeface="Arial"/>
                <a:ea typeface="Arial"/>
                <a:cs typeface="Arial"/>
                <a:sym typeface="Arial"/>
              </a:rPr>
              <a:t>, </a:t>
            </a:r>
            <a:r>
              <a:rPr b="0" i="1" lang="en-US" sz="2700" u="none">
                <a:solidFill>
                  <a:srgbClr val="000000"/>
                </a:solidFill>
                <a:latin typeface="Arial"/>
                <a:ea typeface="Arial"/>
                <a:cs typeface="Arial"/>
                <a:sym typeface="Arial"/>
              </a:rPr>
              <a:t>MPC, MMB</a:t>
            </a:r>
            <a:r>
              <a:rPr b="0" i="0" lang="en-US" sz="2700" u="none">
                <a:solidFill>
                  <a:srgbClr val="000000"/>
                </a:solidFill>
                <a:latin typeface="Arial"/>
                <a:ea typeface="Arial"/>
                <a:cs typeface="Arial"/>
                <a:sym typeface="Arial"/>
              </a:rPr>
              <a:t>, noidi, noiden, khoangcach, giodi, gioden)</a:t>
            </a:r>
            <a:endParaRPr/>
          </a:p>
          <a:p>
            <a:pPr indent="-323850" lvl="0" marL="431800" rtl="0" algn="l">
              <a:lnSpc>
                <a:spcPct val="101000"/>
              </a:lnSpc>
              <a:spcBef>
                <a:spcPts val="1400"/>
              </a:spcBef>
              <a:spcAft>
                <a:spcPts val="0"/>
              </a:spcAft>
              <a:buSzPts val="2700"/>
              <a:buNone/>
            </a:pPr>
            <a:r>
              <a:rPr b="0" i="0" lang="en-US" sz="2700" u="none">
                <a:solidFill>
                  <a:srgbClr val="000000"/>
                </a:solidFill>
                <a:latin typeface="Arial"/>
                <a:ea typeface="Arial"/>
                <a:cs typeface="Arial"/>
                <a:sym typeface="Arial"/>
              </a:rPr>
              <a:t>LAMVIEC(</a:t>
            </a:r>
            <a:r>
              <a:rPr b="0" i="1" lang="en-US" sz="2700" u="sng">
                <a:solidFill>
                  <a:srgbClr val="000000"/>
                </a:solidFill>
                <a:latin typeface="Arial"/>
                <a:ea typeface="Arial"/>
                <a:cs typeface="Arial"/>
                <a:sym typeface="Arial"/>
              </a:rPr>
              <a:t>MPC, MCT,</a:t>
            </a:r>
            <a:r>
              <a:rPr b="0" i="0" lang="en-US" sz="2700" u="sng">
                <a:solidFill>
                  <a:srgbClr val="000000"/>
                </a:solidFill>
                <a:latin typeface="Arial"/>
                <a:ea typeface="Arial"/>
                <a:cs typeface="Arial"/>
                <a:sym typeface="Arial"/>
              </a:rPr>
              <a:t> ngayBD</a:t>
            </a:r>
            <a:r>
              <a:rPr b="0" i="0" lang="en-US" sz="2700" u="none">
                <a:solidFill>
                  <a:srgbClr val="000000"/>
                </a:solidFill>
                <a:latin typeface="Arial"/>
                <a:ea typeface="Arial"/>
                <a:cs typeface="Arial"/>
                <a:sym typeface="Arial"/>
              </a:rPr>
              <a:t>, songay)</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5" name="Shape 885"/>
        <p:cNvGrpSpPr/>
        <p:nvPr/>
      </p:nvGrpSpPr>
      <p:grpSpPr>
        <a:xfrm>
          <a:off x="0" y="0"/>
          <a:ext cx="0" cy="0"/>
          <a:chOff x="0" y="0"/>
          <a:chExt cx="0" cy="0"/>
        </a:xfrm>
      </p:grpSpPr>
      <p:sp>
        <p:nvSpPr>
          <p:cNvPr id="886" name="Google Shape;886;p80"/>
          <p:cNvSpPr txBox="1"/>
          <p:nvPr>
            <p:ph type="title"/>
          </p:nvPr>
        </p:nvSpPr>
        <p:spPr>
          <a:xfrm>
            <a:off x="503237" y="301625"/>
            <a:ext cx="9070975" cy="1262062"/>
          </a:xfrm>
          <a:prstGeom prst="rect">
            <a:avLst/>
          </a:prstGeom>
          <a:noFill/>
          <a:ln>
            <a:noFill/>
          </a:ln>
        </p:spPr>
        <p:txBody>
          <a:bodyPr anchorCtr="0" anchor="ctr" bIns="0" lIns="0" spcFirstLastPara="1" rIns="0" wrap="square" tIns="0">
            <a:noAutofit/>
          </a:bodyPr>
          <a:lstStyle/>
          <a:p>
            <a:pPr indent="0" lvl="0" marL="0" rtl="0" algn="l">
              <a:lnSpc>
                <a:spcPct val="101000"/>
              </a:lnSpc>
              <a:spcBef>
                <a:spcPts val="0"/>
              </a:spcBef>
              <a:spcAft>
                <a:spcPts val="0"/>
              </a:spcAft>
              <a:buSzPts val="3200"/>
              <a:buNone/>
            </a:pPr>
            <a:r>
              <a:rPr b="1" i="0" lang="en-US" sz="3200" u="none">
                <a:solidFill>
                  <a:srgbClr val="000000"/>
                </a:solidFill>
                <a:latin typeface="Arial"/>
                <a:ea typeface="Arial"/>
                <a:cs typeface="Arial"/>
                <a:sym typeface="Arial"/>
              </a:rPr>
              <a:t>Truy vấn con</a:t>
            </a:r>
            <a:endParaRPr/>
          </a:p>
        </p:txBody>
      </p:sp>
      <p:sp>
        <p:nvSpPr>
          <p:cNvPr id="887" name="Google Shape;887;p80"/>
          <p:cNvSpPr txBox="1"/>
          <p:nvPr>
            <p:ph idx="1" type="body"/>
          </p:nvPr>
        </p:nvSpPr>
        <p:spPr>
          <a:xfrm>
            <a:off x="503237" y="1258887"/>
            <a:ext cx="9070975" cy="5716587"/>
          </a:xfrm>
          <a:prstGeom prst="rect">
            <a:avLst/>
          </a:prstGeom>
          <a:noFill/>
          <a:ln>
            <a:noFill/>
          </a:ln>
        </p:spPr>
        <p:txBody>
          <a:bodyPr anchorCtr="0" anchor="t" bIns="0" lIns="0" spcFirstLastPara="1" rIns="0" wrap="square" tIns="0">
            <a:noAutofit/>
          </a:bodyPr>
          <a:lstStyle/>
          <a:p>
            <a:pPr indent="-323850" lvl="0" marL="431800" rtl="0" algn="l">
              <a:lnSpc>
                <a:spcPct val="101000"/>
              </a:lnSpc>
              <a:spcBef>
                <a:spcPts val="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Một truy vấn con là một SELECT được lồng trong một SELECT, INSERT, DELETE, UPDATE hoặc một SELECT con khác</a:t>
            </a:r>
            <a:endParaRPr b="0" i="1" sz="1800" u="none">
              <a:solidFill>
                <a:srgbClr val="000000"/>
              </a:solidFill>
              <a:latin typeface="Arial"/>
              <a:ea typeface="Arial"/>
              <a:cs typeface="Arial"/>
              <a:sym typeface="Arial"/>
            </a:endParaRPr>
          </a:p>
          <a:p>
            <a:pPr indent="-323850" lvl="0" marL="431800" rtl="0" algn="l">
              <a:lnSpc>
                <a:spcPct val="101000"/>
              </a:lnSpc>
              <a:spcBef>
                <a:spcPts val="1400"/>
              </a:spcBef>
              <a:spcAft>
                <a:spcPts val="0"/>
              </a:spcAft>
              <a:buSzPts val="2700"/>
              <a:buNone/>
            </a:pPr>
            <a:r>
              <a:rPr b="1" i="1" lang="en-US" sz="2700" u="none">
                <a:solidFill>
                  <a:srgbClr val="000000"/>
                </a:solidFill>
                <a:latin typeface="Arial"/>
                <a:ea typeface="Arial"/>
                <a:cs typeface="Arial"/>
                <a:sym typeface="Arial"/>
              </a:rPr>
              <a:t>    SELECT … FROM ...</a:t>
            </a:r>
            <a:endParaRPr/>
          </a:p>
          <a:p>
            <a:pPr indent="-323850" lvl="1" marL="863600" rtl="0" algn="l">
              <a:lnSpc>
                <a:spcPct val="101000"/>
              </a:lnSpc>
              <a:spcBef>
                <a:spcPts val="1400"/>
              </a:spcBef>
              <a:spcAft>
                <a:spcPts val="0"/>
              </a:spcAft>
              <a:buSzPts val="2400"/>
              <a:buNone/>
            </a:pPr>
            <a:r>
              <a:rPr b="1" i="1" lang="en-US" sz="2400" u="none">
                <a:solidFill>
                  <a:srgbClr val="000000"/>
                </a:solidFill>
                <a:latin typeface="Arial"/>
                <a:ea typeface="Arial"/>
                <a:cs typeface="Arial"/>
                <a:sym typeface="Arial"/>
              </a:rPr>
              <a:t>WHERE [… </a:t>
            </a:r>
            <a:r>
              <a:rPr b="1" i="1" lang="en-US" sz="2400" u="none">
                <a:solidFill>
                  <a:srgbClr val="990000"/>
                </a:solidFill>
                <a:latin typeface="Arial"/>
                <a:ea typeface="Arial"/>
                <a:cs typeface="Arial"/>
                <a:sym typeface="Arial"/>
              </a:rPr>
              <a:t>AND</a:t>
            </a:r>
            <a:r>
              <a:rPr b="1" i="1" lang="en-US" sz="2400" u="none">
                <a:solidFill>
                  <a:srgbClr val="000000"/>
                </a:solidFill>
                <a:latin typeface="Arial"/>
                <a:ea typeface="Arial"/>
                <a:cs typeface="Arial"/>
                <a:sym typeface="Arial"/>
              </a:rPr>
              <a:t>] &lt;</a:t>
            </a:r>
            <a:r>
              <a:rPr b="1" i="1" lang="en-US" sz="2400" u="none">
                <a:solidFill>
                  <a:srgbClr val="0000FF"/>
                </a:solidFill>
                <a:latin typeface="Arial"/>
                <a:ea typeface="Arial"/>
                <a:cs typeface="Arial"/>
                <a:sym typeface="Arial"/>
              </a:rPr>
              <a:t>dk với truy vấn con</a:t>
            </a:r>
            <a:r>
              <a:rPr b="1" i="1" lang="en-US" sz="2400" u="none">
                <a:solidFill>
                  <a:srgbClr val="000000"/>
                </a:solidFill>
                <a:latin typeface="Arial"/>
                <a:ea typeface="Arial"/>
                <a:cs typeface="Arial"/>
                <a:sym typeface="Arial"/>
              </a:rPr>
              <a:t>&gt; </a:t>
            </a:r>
            <a:endParaRPr/>
          </a:p>
          <a:p>
            <a:pPr indent="-323850" lvl="1" marL="863600" rtl="0" algn="l">
              <a:lnSpc>
                <a:spcPct val="101000"/>
              </a:lnSpc>
              <a:spcBef>
                <a:spcPts val="1100"/>
              </a:spcBef>
              <a:spcAft>
                <a:spcPts val="0"/>
              </a:spcAft>
              <a:buSzPts val="2400"/>
              <a:buNone/>
            </a:pPr>
            <a:r>
              <a:rPr b="1" i="1" lang="en-US" sz="2400" u="none">
                <a:solidFill>
                  <a:srgbClr val="000000"/>
                </a:solidFill>
                <a:latin typeface="Arial"/>
                <a:ea typeface="Arial"/>
                <a:cs typeface="Arial"/>
                <a:sym typeface="Arial"/>
              </a:rPr>
              <a:t>    (SELECT con)</a:t>
            </a:r>
            <a:endParaRPr/>
          </a:p>
          <a:p>
            <a:pPr indent="-323850" lvl="0" marL="431800" rtl="0" algn="l">
              <a:lnSpc>
                <a:spcPct val="101000"/>
              </a:lnSpc>
              <a:spcBef>
                <a:spcPts val="1100"/>
              </a:spcBef>
              <a:spcAft>
                <a:spcPts val="0"/>
              </a:spcAft>
              <a:buSzPts val="1800"/>
              <a:buNone/>
            </a:pPr>
            <a:r>
              <a:t/>
            </a:r>
            <a:endParaRPr b="0" i="0" sz="1800" u="none">
              <a:solidFill>
                <a:srgbClr val="000000"/>
              </a:solidFill>
              <a:latin typeface="Arial"/>
              <a:ea typeface="Arial"/>
              <a:cs typeface="Arial"/>
              <a:sym typeface="Arial"/>
            </a:endParaRPr>
          </a:p>
          <a:p>
            <a:pPr indent="-323850" lvl="0" marL="431800" rtl="0" algn="l">
              <a:lnSpc>
                <a:spcPct val="101000"/>
              </a:lnSpc>
              <a:spcBef>
                <a:spcPts val="140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Một truy vấn con có thể chứa một truy vấn con khác</a:t>
            </a:r>
            <a:endParaRPr/>
          </a:p>
          <a:p>
            <a:pPr indent="-323850" lvl="0" marL="431800" rtl="0" algn="l">
              <a:lnSpc>
                <a:spcPct val="101000"/>
              </a:lnSpc>
              <a:spcBef>
                <a:spcPts val="140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Kết quả của truy vấn con có thể là một giá trị hoặc nhiều giá trị</a:t>
            </a:r>
            <a:endParaRPr/>
          </a:p>
          <a:p>
            <a:pPr indent="-323850" lvl="0" marL="431800" rtl="0" algn="l">
              <a:lnSpc>
                <a:spcPct val="101000"/>
              </a:lnSpc>
              <a:spcBef>
                <a:spcPts val="140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Truy vấn con sinh ra </a:t>
            </a:r>
            <a:r>
              <a:rPr b="1" i="0" lang="en-US" sz="2700" u="none">
                <a:solidFill>
                  <a:srgbClr val="990000"/>
                </a:solidFill>
                <a:latin typeface="Arial"/>
                <a:ea typeface="Arial"/>
                <a:cs typeface="Arial"/>
                <a:sym typeface="Arial"/>
              </a:rPr>
              <a:t>một điều kiện trong mệnh đề WHERE </a:t>
            </a:r>
            <a:r>
              <a:rPr b="0" i="0" lang="en-US" sz="2700" u="none">
                <a:solidFill>
                  <a:srgbClr val="000000"/>
                </a:solidFill>
                <a:latin typeface="Arial"/>
                <a:ea typeface="Arial"/>
                <a:cs typeface="Arial"/>
                <a:sym typeface="Arial"/>
              </a:rPr>
              <a:t>của truy vấn chính</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2" name="Shape 892"/>
        <p:cNvGrpSpPr/>
        <p:nvPr/>
      </p:nvGrpSpPr>
      <p:grpSpPr>
        <a:xfrm>
          <a:off x="0" y="0"/>
          <a:ext cx="0" cy="0"/>
          <a:chOff x="0" y="0"/>
          <a:chExt cx="0" cy="0"/>
        </a:xfrm>
      </p:grpSpPr>
      <p:sp>
        <p:nvSpPr>
          <p:cNvPr id="893" name="Google Shape;893;p81"/>
          <p:cNvSpPr txBox="1"/>
          <p:nvPr>
            <p:ph type="title"/>
          </p:nvPr>
        </p:nvSpPr>
        <p:spPr>
          <a:xfrm>
            <a:off x="503237" y="301625"/>
            <a:ext cx="9070975" cy="1262062"/>
          </a:xfrm>
          <a:prstGeom prst="rect">
            <a:avLst/>
          </a:prstGeom>
          <a:noFill/>
          <a:ln>
            <a:noFill/>
          </a:ln>
        </p:spPr>
        <p:txBody>
          <a:bodyPr anchorCtr="0" anchor="ctr" bIns="0" lIns="0" spcFirstLastPara="1" rIns="0" wrap="square" tIns="0">
            <a:noAutofit/>
          </a:bodyPr>
          <a:lstStyle/>
          <a:p>
            <a:pPr indent="0" lvl="0" marL="0" rtl="0" algn="l">
              <a:lnSpc>
                <a:spcPct val="101000"/>
              </a:lnSpc>
              <a:spcBef>
                <a:spcPts val="0"/>
              </a:spcBef>
              <a:spcAft>
                <a:spcPts val="0"/>
              </a:spcAft>
              <a:buSzPts val="3200"/>
              <a:buNone/>
            </a:pPr>
            <a:r>
              <a:rPr b="1" i="0" lang="en-US" sz="3200" u="none">
                <a:solidFill>
                  <a:srgbClr val="000000"/>
                </a:solidFill>
                <a:latin typeface="Arial"/>
                <a:ea typeface="Arial"/>
                <a:cs typeface="Arial"/>
                <a:sym typeface="Arial"/>
              </a:rPr>
              <a:t>Truy vấn con – Ví dụ</a:t>
            </a:r>
            <a:endParaRPr/>
          </a:p>
        </p:txBody>
      </p:sp>
      <p:sp>
        <p:nvSpPr>
          <p:cNvPr id="894" name="Google Shape;894;p81"/>
          <p:cNvSpPr txBox="1"/>
          <p:nvPr>
            <p:ph idx="1" type="body"/>
          </p:nvPr>
        </p:nvSpPr>
        <p:spPr>
          <a:xfrm>
            <a:off x="211800" y="1768475"/>
            <a:ext cx="9362400" cy="5395800"/>
          </a:xfrm>
          <a:prstGeom prst="rect">
            <a:avLst/>
          </a:prstGeom>
          <a:noFill/>
          <a:ln>
            <a:noFill/>
          </a:ln>
        </p:spPr>
        <p:txBody>
          <a:bodyPr anchorCtr="0" anchor="t" bIns="0" lIns="0" spcFirstLastPara="1" rIns="0" wrap="square" tIns="0">
            <a:noAutofit/>
          </a:bodyPr>
          <a:lstStyle/>
          <a:p>
            <a:pPr indent="-323850" lvl="0" marL="431800" rtl="0" algn="l">
              <a:lnSpc>
                <a:spcPct val="101000"/>
              </a:lnSpc>
              <a:spcBef>
                <a:spcPts val="0"/>
              </a:spcBef>
              <a:spcAft>
                <a:spcPts val="0"/>
              </a:spcAft>
              <a:buClr>
                <a:srgbClr val="000000"/>
              </a:buClr>
              <a:buSzPts val="1080"/>
              <a:buFont typeface="Noto Sans Symbols"/>
              <a:buChar char="●"/>
            </a:pPr>
            <a:r>
              <a:rPr b="0" i="0" lang="en-US" sz="2400" u="none">
                <a:solidFill>
                  <a:srgbClr val="000000"/>
                </a:solidFill>
                <a:latin typeface="Arial"/>
                <a:ea typeface="Arial"/>
                <a:cs typeface="Arial"/>
                <a:sym typeface="Arial"/>
              </a:rPr>
              <a:t>Tìm họ tên của các phi công có số ngày làm việc lớn hơn 20 ?</a:t>
            </a:r>
            <a:endParaRPr/>
          </a:p>
          <a:p>
            <a:pPr indent="-287337" lvl="2" marL="1295400" rtl="0" algn="l">
              <a:lnSpc>
                <a:spcPct val="98000"/>
              </a:lnSpc>
              <a:spcBef>
                <a:spcPts val="400"/>
              </a:spcBef>
              <a:spcAft>
                <a:spcPts val="0"/>
              </a:spcAft>
              <a:buSzPts val="2400"/>
              <a:buNone/>
            </a:pPr>
            <a:r>
              <a:rPr b="0" i="0" lang="en-US" sz="2400" u="none">
                <a:solidFill>
                  <a:srgbClr val="0000FF"/>
                </a:solidFill>
                <a:latin typeface="Arial"/>
                <a:ea typeface="Arial"/>
                <a:cs typeface="Arial"/>
                <a:sym typeface="Arial"/>
              </a:rPr>
              <a:t>SELECT</a:t>
            </a:r>
            <a:r>
              <a:rPr b="0" i="0" lang="en-US" sz="2400" u="none">
                <a:solidFill>
                  <a:srgbClr val="000000"/>
                </a:solidFill>
                <a:latin typeface="Arial"/>
                <a:ea typeface="Arial"/>
                <a:cs typeface="Arial"/>
                <a:sym typeface="Arial"/>
              </a:rPr>
              <a:t> </a:t>
            </a:r>
            <a:r>
              <a:rPr b="0" i="0" lang="en-US" sz="2400" u="none">
                <a:solidFill>
                  <a:srgbClr val="008080"/>
                </a:solidFill>
                <a:latin typeface="Arial"/>
                <a:ea typeface="Arial"/>
                <a:cs typeface="Arial"/>
                <a:sym typeface="Arial"/>
              </a:rPr>
              <a:t>hoten</a:t>
            </a:r>
            <a:endParaRPr/>
          </a:p>
          <a:p>
            <a:pPr indent="-287337" lvl="2" marL="1295400" rtl="0" algn="l">
              <a:lnSpc>
                <a:spcPct val="98000"/>
              </a:lnSpc>
              <a:spcBef>
                <a:spcPts val="400"/>
              </a:spcBef>
              <a:spcAft>
                <a:spcPts val="0"/>
              </a:spcAft>
              <a:buSzPts val="2400"/>
              <a:buNone/>
            </a:pPr>
            <a:r>
              <a:rPr b="0" i="0" lang="en-US" sz="2400" u="none">
                <a:solidFill>
                  <a:srgbClr val="0000FF"/>
                </a:solidFill>
                <a:latin typeface="Arial"/>
                <a:ea typeface="Arial"/>
                <a:cs typeface="Arial"/>
                <a:sym typeface="Arial"/>
              </a:rPr>
              <a:t>FROM</a:t>
            </a:r>
            <a:r>
              <a:rPr b="0" i="0" lang="en-US" sz="2400" u="none">
                <a:solidFill>
                  <a:srgbClr val="000000"/>
                </a:solidFill>
                <a:latin typeface="Arial"/>
                <a:ea typeface="Arial"/>
                <a:cs typeface="Arial"/>
                <a:sym typeface="Arial"/>
              </a:rPr>
              <a:t> </a:t>
            </a:r>
            <a:r>
              <a:rPr b="0" i="0" lang="en-US" sz="2400" u="none">
                <a:solidFill>
                  <a:srgbClr val="008080"/>
                </a:solidFill>
                <a:latin typeface="Arial"/>
                <a:ea typeface="Arial"/>
                <a:cs typeface="Arial"/>
                <a:sym typeface="Arial"/>
              </a:rPr>
              <a:t>PHICONG</a:t>
            </a:r>
            <a:endParaRPr/>
          </a:p>
          <a:p>
            <a:pPr indent="-287337" lvl="2" marL="1295400" rtl="0" algn="l">
              <a:lnSpc>
                <a:spcPct val="98000"/>
              </a:lnSpc>
              <a:spcBef>
                <a:spcPts val="400"/>
              </a:spcBef>
              <a:spcAft>
                <a:spcPts val="0"/>
              </a:spcAft>
              <a:buSzPts val="2400"/>
              <a:buNone/>
            </a:pPr>
            <a:r>
              <a:rPr b="0" i="0" lang="en-US" sz="2400" u="none">
                <a:solidFill>
                  <a:srgbClr val="0000FF"/>
                </a:solidFill>
                <a:latin typeface="Arial"/>
                <a:ea typeface="Arial"/>
                <a:cs typeface="Arial"/>
                <a:sym typeface="Arial"/>
              </a:rPr>
              <a:t>WHERE</a:t>
            </a:r>
            <a:r>
              <a:rPr b="0" i="0" lang="en-US" sz="2400" u="none">
                <a:solidFill>
                  <a:srgbClr val="000000"/>
                </a:solidFill>
                <a:latin typeface="Arial"/>
                <a:ea typeface="Arial"/>
                <a:cs typeface="Arial"/>
                <a:sym typeface="Arial"/>
              </a:rPr>
              <a:t> </a:t>
            </a:r>
            <a:r>
              <a:rPr b="0" i="0" lang="en-US" sz="2400" u="none">
                <a:solidFill>
                  <a:srgbClr val="008080"/>
                </a:solidFill>
                <a:latin typeface="Arial"/>
                <a:ea typeface="Arial"/>
                <a:cs typeface="Arial"/>
                <a:sym typeface="Arial"/>
              </a:rPr>
              <a:t>MPC</a:t>
            </a:r>
            <a:r>
              <a:rPr b="0" i="0" lang="en-US" sz="2400" u="none">
                <a:solidFill>
                  <a:srgbClr val="000000"/>
                </a:solidFill>
                <a:latin typeface="Arial"/>
                <a:ea typeface="Arial"/>
                <a:cs typeface="Arial"/>
                <a:sym typeface="Arial"/>
              </a:rPr>
              <a:t> </a:t>
            </a:r>
            <a:r>
              <a:rPr b="0" i="0" lang="en-US" sz="2400" u="none">
                <a:solidFill>
                  <a:srgbClr val="808080"/>
                </a:solidFill>
                <a:latin typeface="Arial"/>
                <a:ea typeface="Arial"/>
                <a:cs typeface="Arial"/>
                <a:sym typeface="Arial"/>
              </a:rPr>
              <a:t>IN</a:t>
            </a:r>
            <a:endParaRPr/>
          </a:p>
          <a:p>
            <a:pPr indent="-287337" lvl="2" marL="1295400" rtl="0" algn="l">
              <a:lnSpc>
                <a:spcPct val="98000"/>
              </a:lnSpc>
              <a:spcBef>
                <a:spcPts val="400"/>
              </a:spcBef>
              <a:spcAft>
                <a:spcPts val="0"/>
              </a:spcAft>
              <a:buSzPts val="2400"/>
              <a:buNone/>
            </a:pPr>
            <a:r>
              <a:rPr b="0" i="0" lang="en-US" sz="2400" u="none">
                <a:solidFill>
                  <a:srgbClr val="808080"/>
                </a:solidFill>
                <a:latin typeface="Arial"/>
                <a:ea typeface="Arial"/>
                <a:cs typeface="Arial"/>
                <a:sym typeface="Arial"/>
              </a:rPr>
              <a:t>    (</a:t>
            </a:r>
            <a:r>
              <a:rPr b="0" i="0" lang="en-US" sz="2400" u="none">
                <a:solidFill>
                  <a:srgbClr val="0000FF"/>
                </a:solidFill>
                <a:latin typeface="Arial"/>
                <a:ea typeface="Arial"/>
                <a:cs typeface="Arial"/>
                <a:sym typeface="Arial"/>
              </a:rPr>
              <a:t>SELECT</a:t>
            </a:r>
            <a:r>
              <a:rPr b="0" i="0" lang="en-US" sz="2400" u="none">
                <a:solidFill>
                  <a:srgbClr val="000000"/>
                </a:solidFill>
                <a:latin typeface="Arial"/>
                <a:ea typeface="Arial"/>
                <a:cs typeface="Arial"/>
                <a:sym typeface="Arial"/>
              </a:rPr>
              <a:t> </a:t>
            </a:r>
            <a:r>
              <a:rPr b="0" i="0" lang="en-US" sz="2400" u="none">
                <a:solidFill>
                  <a:srgbClr val="008080"/>
                </a:solidFill>
                <a:latin typeface="Arial"/>
                <a:ea typeface="Arial"/>
                <a:cs typeface="Arial"/>
                <a:sym typeface="Arial"/>
              </a:rPr>
              <a:t>MPC</a:t>
            </a:r>
            <a:r>
              <a:rPr b="0" i="0" lang="en-US" sz="2400" u="none">
                <a:solidFill>
                  <a:srgbClr val="000000"/>
                </a:solidFill>
                <a:latin typeface="Arial"/>
                <a:ea typeface="Arial"/>
                <a:cs typeface="Arial"/>
                <a:sym typeface="Arial"/>
              </a:rPr>
              <a:t> </a:t>
            </a:r>
            <a:r>
              <a:rPr b="0" i="0" lang="en-US" sz="2400" u="none">
                <a:solidFill>
                  <a:srgbClr val="0000FF"/>
                </a:solidFill>
                <a:latin typeface="Arial"/>
                <a:ea typeface="Arial"/>
                <a:cs typeface="Arial"/>
                <a:sym typeface="Arial"/>
              </a:rPr>
              <a:t>FROM</a:t>
            </a:r>
            <a:r>
              <a:rPr b="0" i="0" lang="en-US" sz="2400" u="none">
                <a:solidFill>
                  <a:srgbClr val="000000"/>
                </a:solidFill>
                <a:latin typeface="Arial"/>
                <a:ea typeface="Arial"/>
                <a:cs typeface="Arial"/>
                <a:sym typeface="Arial"/>
              </a:rPr>
              <a:t> </a:t>
            </a:r>
            <a:r>
              <a:rPr b="0" i="0" lang="en-US" sz="2400" u="none">
                <a:solidFill>
                  <a:srgbClr val="008080"/>
                </a:solidFill>
                <a:latin typeface="Arial"/>
                <a:ea typeface="Arial"/>
                <a:cs typeface="Arial"/>
                <a:sym typeface="Arial"/>
              </a:rPr>
              <a:t>LAMVIEC</a:t>
            </a:r>
            <a:r>
              <a:rPr b="0" i="0" lang="en-US" sz="2400" u="none">
                <a:solidFill>
                  <a:srgbClr val="000000"/>
                </a:solidFill>
                <a:latin typeface="Arial"/>
                <a:ea typeface="Arial"/>
                <a:cs typeface="Arial"/>
                <a:sym typeface="Arial"/>
              </a:rPr>
              <a:t> </a:t>
            </a:r>
            <a:r>
              <a:rPr b="0" i="0" lang="en-US" sz="2400" u="none">
                <a:solidFill>
                  <a:srgbClr val="0000FF"/>
                </a:solidFill>
                <a:latin typeface="Arial"/>
                <a:ea typeface="Arial"/>
                <a:cs typeface="Arial"/>
                <a:sym typeface="Arial"/>
              </a:rPr>
              <a:t>WHERE</a:t>
            </a:r>
            <a:r>
              <a:rPr b="0" i="0" lang="en-US" sz="2400" u="none">
                <a:solidFill>
                  <a:srgbClr val="000000"/>
                </a:solidFill>
                <a:latin typeface="Arial"/>
                <a:ea typeface="Arial"/>
                <a:cs typeface="Arial"/>
                <a:sym typeface="Arial"/>
              </a:rPr>
              <a:t> </a:t>
            </a:r>
            <a:r>
              <a:rPr b="0" i="0" lang="en-US" sz="2400" u="none">
                <a:solidFill>
                  <a:srgbClr val="008080"/>
                </a:solidFill>
                <a:latin typeface="Arial"/>
                <a:ea typeface="Arial"/>
                <a:cs typeface="Arial"/>
                <a:sym typeface="Arial"/>
              </a:rPr>
              <a:t>songay</a:t>
            </a:r>
            <a:r>
              <a:rPr b="0" i="0" lang="en-US" sz="2400" u="none">
                <a:solidFill>
                  <a:srgbClr val="808080"/>
                </a:solidFill>
                <a:latin typeface="Arial"/>
                <a:ea typeface="Arial"/>
                <a:cs typeface="Arial"/>
                <a:sym typeface="Arial"/>
              </a:rPr>
              <a:t>&gt;</a:t>
            </a:r>
            <a:r>
              <a:rPr b="0" i="0" lang="en-US" sz="2400" u="none">
                <a:solidFill>
                  <a:srgbClr val="000000"/>
                </a:solidFill>
                <a:latin typeface="Arial"/>
                <a:ea typeface="Arial"/>
                <a:cs typeface="Arial"/>
                <a:sym typeface="Arial"/>
              </a:rPr>
              <a:t>20</a:t>
            </a:r>
            <a:r>
              <a:rPr b="0" i="0" lang="en-US" sz="2400" u="none">
                <a:solidFill>
                  <a:srgbClr val="808080"/>
                </a:solidFill>
                <a:latin typeface="Arial"/>
                <a:ea typeface="Arial"/>
                <a:cs typeface="Arial"/>
                <a:sym typeface="Arial"/>
              </a:rPr>
              <a:t>)</a:t>
            </a:r>
            <a:endParaRPr/>
          </a:p>
          <a:p>
            <a:pPr indent="-287337" lvl="2" marL="1295400" rtl="0" algn="l">
              <a:lnSpc>
                <a:spcPct val="101000"/>
              </a:lnSpc>
              <a:spcBef>
                <a:spcPts val="400"/>
              </a:spcBef>
              <a:spcAft>
                <a:spcPts val="0"/>
              </a:spcAft>
              <a:buSzPts val="2400"/>
              <a:buNone/>
            </a:pPr>
            <a:r>
              <a:rPr b="0" i="1" lang="en-US" sz="2400" u="none">
                <a:solidFill>
                  <a:srgbClr val="990000"/>
                </a:solidFill>
                <a:latin typeface="Arial"/>
                <a:ea typeface="Arial"/>
                <a:cs typeface="Arial"/>
                <a:sym typeface="Arial"/>
              </a:rPr>
              <a:t>=&gt; trả về nhiều giá trị </a:t>
            </a:r>
            <a:endParaRPr/>
          </a:p>
          <a:p>
            <a:pPr indent="-323850" lvl="0" marL="431800" rtl="0" algn="l">
              <a:lnSpc>
                <a:spcPct val="101000"/>
              </a:lnSpc>
              <a:spcBef>
                <a:spcPts val="400"/>
              </a:spcBef>
              <a:spcAft>
                <a:spcPts val="0"/>
              </a:spcAft>
              <a:buClr>
                <a:srgbClr val="000000"/>
              </a:buClr>
              <a:buSzPts val="1080"/>
              <a:buFont typeface="Noto Sans Symbols"/>
              <a:buChar char="●"/>
            </a:pPr>
            <a:r>
              <a:rPr b="0" i="0" lang="en-US" sz="2400" u="none">
                <a:solidFill>
                  <a:srgbClr val="000000"/>
                </a:solidFill>
                <a:latin typeface="Arial"/>
                <a:ea typeface="Arial"/>
                <a:cs typeface="Arial"/>
                <a:sym typeface="Arial"/>
              </a:rPr>
              <a:t>Tìm họ tên của các phi công có số ngày làm việc nhiều nhất ?</a:t>
            </a:r>
            <a:endParaRPr/>
          </a:p>
          <a:p>
            <a:pPr indent="-323850" lvl="0" marL="431800" rtl="0" algn="l">
              <a:lnSpc>
                <a:spcPct val="98000"/>
              </a:lnSpc>
              <a:spcBef>
                <a:spcPts val="400"/>
              </a:spcBef>
              <a:spcAft>
                <a:spcPts val="0"/>
              </a:spcAft>
              <a:buSzPts val="2400"/>
              <a:buNone/>
            </a:pPr>
            <a:r>
              <a:rPr b="0" i="0" lang="en-US" sz="2400" u="none">
                <a:solidFill>
                  <a:srgbClr val="0000FF"/>
                </a:solidFill>
                <a:latin typeface="Arial"/>
                <a:ea typeface="Arial"/>
                <a:cs typeface="Arial"/>
                <a:sym typeface="Arial"/>
              </a:rPr>
              <a:t>SELECT</a:t>
            </a:r>
            <a:r>
              <a:rPr b="0" i="0" lang="en-US" sz="2400" u="none">
                <a:solidFill>
                  <a:srgbClr val="000000"/>
                </a:solidFill>
                <a:latin typeface="Arial"/>
                <a:ea typeface="Arial"/>
                <a:cs typeface="Arial"/>
                <a:sym typeface="Arial"/>
              </a:rPr>
              <a:t> </a:t>
            </a:r>
            <a:r>
              <a:rPr b="0" i="0" lang="en-US" sz="2400" u="none">
                <a:solidFill>
                  <a:srgbClr val="008080"/>
                </a:solidFill>
                <a:latin typeface="Arial"/>
                <a:ea typeface="Arial"/>
                <a:cs typeface="Arial"/>
                <a:sym typeface="Arial"/>
              </a:rPr>
              <a:t>hoten </a:t>
            </a:r>
            <a:r>
              <a:rPr b="0" i="0" lang="en-US" sz="2400" u="none">
                <a:solidFill>
                  <a:srgbClr val="0000FF"/>
                </a:solidFill>
                <a:latin typeface="Arial"/>
                <a:ea typeface="Arial"/>
                <a:cs typeface="Arial"/>
                <a:sym typeface="Arial"/>
              </a:rPr>
              <a:t>FROM</a:t>
            </a:r>
            <a:r>
              <a:rPr b="0" i="0" lang="en-US" sz="2400" u="none">
                <a:solidFill>
                  <a:srgbClr val="000000"/>
                </a:solidFill>
                <a:latin typeface="Arial"/>
                <a:ea typeface="Arial"/>
                <a:cs typeface="Arial"/>
                <a:sym typeface="Arial"/>
              </a:rPr>
              <a:t> </a:t>
            </a:r>
            <a:r>
              <a:rPr b="0" i="0" lang="en-US" sz="2400" u="none">
                <a:solidFill>
                  <a:srgbClr val="008080"/>
                </a:solidFill>
                <a:latin typeface="Arial"/>
                <a:ea typeface="Arial"/>
                <a:cs typeface="Arial"/>
                <a:sym typeface="Arial"/>
              </a:rPr>
              <a:t>PHICONG a, LAMVIEC b</a:t>
            </a:r>
            <a:endParaRPr/>
          </a:p>
          <a:p>
            <a:pPr indent="-323850" lvl="0" marL="431800" rtl="0" algn="l">
              <a:lnSpc>
                <a:spcPct val="98000"/>
              </a:lnSpc>
              <a:spcBef>
                <a:spcPts val="400"/>
              </a:spcBef>
              <a:spcAft>
                <a:spcPts val="0"/>
              </a:spcAft>
              <a:buSzPts val="2400"/>
              <a:buNone/>
            </a:pPr>
            <a:r>
              <a:rPr b="0" i="0" lang="en-US" sz="2400" u="none">
                <a:solidFill>
                  <a:srgbClr val="0000FF"/>
                </a:solidFill>
                <a:latin typeface="Arial"/>
                <a:ea typeface="Arial"/>
                <a:cs typeface="Arial"/>
                <a:sym typeface="Arial"/>
              </a:rPr>
              <a:t>WHERE</a:t>
            </a:r>
            <a:r>
              <a:rPr b="0" i="0" lang="en-US" sz="2400" u="none">
                <a:solidFill>
                  <a:srgbClr val="000000"/>
                </a:solidFill>
                <a:latin typeface="Arial"/>
                <a:ea typeface="Arial"/>
                <a:cs typeface="Arial"/>
                <a:sym typeface="Arial"/>
              </a:rPr>
              <a:t> a.</a:t>
            </a:r>
            <a:r>
              <a:rPr b="0" i="0" lang="en-US" sz="2400" u="none">
                <a:solidFill>
                  <a:srgbClr val="008080"/>
                </a:solidFill>
                <a:latin typeface="Arial"/>
                <a:ea typeface="Arial"/>
                <a:cs typeface="Arial"/>
                <a:sym typeface="Arial"/>
              </a:rPr>
              <a:t>MPC</a:t>
            </a:r>
            <a:r>
              <a:rPr b="0" i="0" lang="en-US" sz="2400" u="none">
                <a:solidFill>
                  <a:srgbClr val="000000"/>
                </a:solidFill>
                <a:latin typeface="Arial"/>
                <a:ea typeface="Arial"/>
                <a:cs typeface="Arial"/>
                <a:sym typeface="Arial"/>
              </a:rPr>
              <a:t> </a:t>
            </a:r>
            <a:r>
              <a:rPr lang="en-US" sz="2400">
                <a:solidFill>
                  <a:srgbClr val="808080"/>
                </a:solidFill>
              </a:rPr>
              <a:t>= </a:t>
            </a:r>
            <a:r>
              <a:rPr lang="en-US"/>
              <a:t>b.MPC and</a:t>
            </a:r>
            <a:endParaRPr/>
          </a:p>
          <a:p>
            <a:pPr indent="-323850" lvl="0" marL="431800" rtl="0" algn="l">
              <a:lnSpc>
                <a:spcPct val="98000"/>
              </a:lnSpc>
              <a:spcBef>
                <a:spcPts val="400"/>
              </a:spcBef>
              <a:spcAft>
                <a:spcPts val="0"/>
              </a:spcAft>
              <a:buSzPts val="2400"/>
              <a:buNone/>
            </a:pPr>
            <a:r>
              <a:rPr b="0" i="0" lang="en-US" sz="2400" u="none">
                <a:solidFill>
                  <a:srgbClr val="000000"/>
                </a:solidFill>
                <a:latin typeface="Arial"/>
                <a:ea typeface="Arial"/>
                <a:cs typeface="Arial"/>
                <a:sym typeface="Arial"/>
              </a:rPr>
              <a:t>      </a:t>
            </a:r>
            <a:r>
              <a:rPr b="0" i="0" lang="en-US" sz="2400" u="none">
                <a:solidFill>
                  <a:srgbClr val="008080"/>
                </a:solidFill>
                <a:latin typeface="Arial"/>
                <a:ea typeface="Arial"/>
                <a:cs typeface="Arial"/>
                <a:sym typeface="Arial"/>
              </a:rPr>
              <a:t>songay </a:t>
            </a:r>
            <a:r>
              <a:rPr b="0" i="0" lang="en-US" sz="2400" u="none">
                <a:solidFill>
                  <a:srgbClr val="808080"/>
                </a:solidFill>
                <a:latin typeface="Arial"/>
                <a:ea typeface="Arial"/>
                <a:cs typeface="Arial"/>
                <a:sym typeface="Arial"/>
              </a:rPr>
              <a:t>=</a:t>
            </a:r>
            <a:r>
              <a:rPr b="0" i="0" lang="en-US" sz="2400" u="none">
                <a:solidFill>
                  <a:srgbClr val="0000FF"/>
                </a:solidFill>
                <a:latin typeface="Arial"/>
                <a:ea typeface="Arial"/>
                <a:cs typeface="Arial"/>
                <a:sym typeface="Arial"/>
              </a:rPr>
              <a:t> </a:t>
            </a:r>
            <a:endParaRPr/>
          </a:p>
          <a:p>
            <a:pPr indent="-323850" lvl="0" marL="431800" rtl="0" algn="l">
              <a:lnSpc>
                <a:spcPct val="98000"/>
              </a:lnSpc>
              <a:spcBef>
                <a:spcPts val="400"/>
              </a:spcBef>
              <a:spcAft>
                <a:spcPts val="0"/>
              </a:spcAft>
              <a:buSzPts val="2400"/>
              <a:buNone/>
            </a:pPr>
            <a:r>
              <a:rPr b="0" i="0" lang="en-US" sz="2400" u="none">
                <a:solidFill>
                  <a:srgbClr val="0000FF"/>
                </a:solidFill>
                <a:latin typeface="Arial"/>
                <a:ea typeface="Arial"/>
                <a:cs typeface="Arial"/>
                <a:sym typeface="Arial"/>
              </a:rPr>
              <a:t>       </a:t>
            </a:r>
            <a:r>
              <a:rPr b="0" i="0" lang="en-US" sz="2400" u="none">
                <a:solidFill>
                  <a:srgbClr val="808080"/>
                </a:solidFill>
                <a:latin typeface="Arial"/>
                <a:ea typeface="Arial"/>
                <a:cs typeface="Arial"/>
                <a:sym typeface="Arial"/>
              </a:rPr>
              <a:t>(</a:t>
            </a:r>
            <a:r>
              <a:rPr b="0" i="0" lang="en-US" sz="2400" u="none">
                <a:solidFill>
                  <a:srgbClr val="0000FF"/>
                </a:solidFill>
                <a:latin typeface="Arial"/>
                <a:ea typeface="Arial"/>
                <a:cs typeface="Arial"/>
                <a:sym typeface="Arial"/>
              </a:rPr>
              <a:t>SELECT</a:t>
            </a:r>
            <a:r>
              <a:rPr b="0" i="0" lang="en-US" sz="2400" u="none">
                <a:solidFill>
                  <a:srgbClr val="000000"/>
                </a:solidFill>
                <a:latin typeface="Arial"/>
                <a:ea typeface="Arial"/>
                <a:cs typeface="Arial"/>
                <a:sym typeface="Arial"/>
              </a:rPr>
              <a:t> </a:t>
            </a:r>
            <a:r>
              <a:rPr b="0" i="0" lang="en-US" sz="2400" u="none">
                <a:solidFill>
                  <a:srgbClr val="FF00FF"/>
                </a:solidFill>
                <a:latin typeface="Arial"/>
                <a:ea typeface="Arial"/>
                <a:cs typeface="Arial"/>
                <a:sym typeface="Arial"/>
              </a:rPr>
              <a:t>MAX</a:t>
            </a:r>
            <a:r>
              <a:rPr b="0" i="0" lang="en-US" sz="2400" u="none">
                <a:solidFill>
                  <a:srgbClr val="808080"/>
                </a:solidFill>
                <a:latin typeface="Arial"/>
                <a:ea typeface="Arial"/>
                <a:cs typeface="Arial"/>
                <a:sym typeface="Arial"/>
              </a:rPr>
              <a:t>(</a:t>
            </a:r>
            <a:r>
              <a:rPr b="0" i="0" lang="en-US" sz="2400" u="none">
                <a:solidFill>
                  <a:srgbClr val="008080"/>
                </a:solidFill>
                <a:latin typeface="Arial"/>
                <a:ea typeface="Arial"/>
                <a:cs typeface="Arial"/>
                <a:sym typeface="Arial"/>
              </a:rPr>
              <a:t>songay</a:t>
            </a:r>
            <a:r>
              <a:rPr b="0" i="0" lang="en-US" sz="2400" u="none">
                <a:solidFill>
                  <a:srgbClr val="808080"/>
                </a:solidFill>
                <a:latin typeface="Arial"/>
                <a:ea typeface="Arial"/>
                <a:cs typeface="Arial"/>
                <a:sym typeface="Arial"/>
              </a:rPr>
              <a:t>)</a:t>
            </a:r>
            <a:r>
              <a:rPr b="0" i="0" lang="en-US" sz="2400" u="none">
                <a:solidFill>
                  <a:srgbClr val="000000"/>
                </a:solidFill>
                <a:latin typeface="Arial"/>
                <a:ea typeface="Arial"/>
                <a:cs typeface="Arial"/>
                <a:sym typeface="Arial"/>
              </a:rPr>
              <a:t> </a:t>
            </a:r>
            <a:r>
              <a:rPr b="0" i="0" lang="en-US" sz="2400" u="none">
                <a:solidFill>
                  <a:srgbClr val="0000FF"/>
                </a:solidFill>
                <a:latin typeface="Arial"/>
                <a:ea typeface="Arial"/>
                <a:cs typeface="Arial"/>
                <a:sym typeface="Arial"/>
              </a:rPr>
              <a:t>FROM</a:t>
            </a:r>
            <a:r>
              <a:rPr b="0" i="0" lang="en-US" sz="2400" u="none">
                <a:solidFill>
                  <a:srgbClr val="000000"/>
                </a:solidFill>
                <a:latin typeface="Arial"/>
                <a:ea typeface="Arial"/>
                <a:cs typeface="Arial"/>
                <a:sym typeface="Arial"/>
              </a:rPr>
              <a:t> </a:t>
            </a:r>
            <a:r>
              <a:rPr b="0" i="0" lang="en-US" sz="2400" u="none">
                <a:solidFill>
                  <a:srgbClr val="008080"/>
                </a:solidFill>
                <a:latin typeface="Arial"/>
                <a:ea typeface="Arial"/>
                <a:cs typeface="Arial"/>
                <a:sym typeface="Arial"/>
              </a:rPr>
              <a:t>LAMVIEC</a:t>
            </a:r>
            <a:r>
              <a:rPr b="0" i="0" lang="en-US" sz="2400" u="none">
                <a:solidFill>
                  <a:srgbClr val="808080"/>
                </a:solidFill>
                <a:latin typeface="Arial"/>
                <a:ea typeface="Arial"/>
                <a:cs typeface="Arial"/>
                <a:sym typeface="Arial"/>
              </a:rPr>
              <a:t>) </a:t>
            </a:r>
            <a:r>
              <a:rPr b="0" i="1" lang="en-US" sz="2400" u="none">
                <a:solidFill>
                  <a:srgbClr val="990000"/>
                </a:solidFill>
                <a:latin typeface="Arial"/>
                <a:ea typeface="Arial"/>
                <a:cs typeface="Arial"/>
                <a:sym typeface="Arial"/>
              </a:rPr>
              <a:t>=&gt; trả về một giá trị </a:t>
            </a:r>
            <a:endParaRPr/>
          </a:p>
          <a:p>
            <a:pPr indent="-342900" lvl="0" marL="342900" rtl="0" algn="l">
              <a:lnSpc>
                <a:spcPct val="101000"/>
              </a:lnSpc>
              <a:spcBef>
                <a:spcPts val="400"/>
              </a:spcBef>
              <a:spcAft>
                <a:spcPts val="0"/>
              </a:spcAft>
              <a:buNone/>
            </a:pPr>
            <a:r>
              <a:t/>
            </a:r>
            <a:endParaRPr b="0" i="1" sz="2400" u="none">
              <a:solidFill>
                <a:srgbClr val="990000"/>
              </a:solidFill>
              <a:latin typeface="Arial"/>
              <a:ea typeface="Arial"/>
              <a:cs typeface="Arial"/>
              <a:sym typeface="Arial"/>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9" name="Shape 899"/>
        <p:cNvGrpSpPr/>
        <p:nvPr/>
      </p:nvGrpSpPr>
      <p:grpSpPr>
        <a:xfrm>
          <a:off x="0" y="0"/>
          <a:ext cx="0" cy="0"/>
          <a:chOff x="0" y="0"/>
          <a:chExt cx="0" cy="0"/>
        </a:xfrm>
      </p:grpSpPr>
      <p:sp>
        <p:nvSpPr>
          <p:cNvPr id="900" name="Google Shape;900;p82"/>
          <p:cNvSpPr txBox="1"/>
          <p:nvPr>
            <p:ph type="title"/>
          </p:nvPr>
        </p:nvSpPr>
        <p:spPr>
          <a:xfrm>
            <a:off x="503237" y="301625"/>
            <a:ext cx="9070975" cy="1262062"/>
          </a:xfrm>
          <a:prstGeom prst="rect">
            <a:avLst/>
          </a:prstGeom>
          <a:noFill/>
          <a:ln>
            <a:noFill/>
          </a:ln>
        </p:spPr>
        <p:txBody>
          <a:bodyPr anchorCtr="0" anchor="ctr" bIns="0" lIns="0" spcFirstLastPara="1" rIns="0" wrap="square" tIns="0">
            <a:noAutofit/>
          </a:bodyPr>
          <a:lstStyle/>
          <a:p>
            <a:pPr indent="0" lvl="0" marL="0" rtl="0" algn="l">
              <a:lnSpc>
                <a:spcPct val="101000"/>
              </a:lnSpc>
              <a:spcBef>
                <a:spcPts val="0"/>
              </a:spcBef>
              <a:spcAft>
                <a:spcPts val="0"/>
              </a:spcAft>
              <a:buSzPts val="3200"/>
              <a:buNone/>
            </a:pPr>
            <a:r>
              <a:rPr b="1" i="0" lang="en-US" sz="3200" u="none">
                <a:solidFill>
                  <a:srgbClr val="000000"/>
                </a:solidFill>
                <a:latin typeface="Arial"/>
                <a:ea typeface="Arial"/>
                <a:cs typeface="Arial"/>
                <a:sym typeface="Arial"/>
              </a:rPr>
              <a:t>Truy vấn con – Ràng buộc</a:t>
            </a:r>
            <a:endParaRPr/>
          </a:p>
        </p:txBody>
      </p:sp>
      <p:sp>
        <p:nvSpPr>
          <p:cNvPr id="901" name="Google Shape;901;p82"/>
          <p:cNvSpPr txBox="1"/>
          <p:nvPr>
            <p:ph idx="1" type="body"/>
          </p:nvPr>
        </p:nvSpPr>
        <p:spPr>
          <a:xfrm>
            <a:off x="503237" y="1768475"/>
            <a:ext cx="9070975" cy="6426200"/>
          </a:xfrm>
          <a:prstGeom prst="rect">
            <a:avLst/>
          </a:prstGeom>
          <a:noFill/>
          <a:ln>
            <a:noFill/>
          </a:ln>
        </p:spPr>
        <p:txBody>
          <a:bodyPr anchorCtr="0" anchor="t" bIns="0" lIns="0" spcFirstLastPara="1" rIns="0" wrap="square" tIns="0">
            <a:noAutofit/>
          </a:bodyPr>
          <a:lstStyle/>
          <a:p>
            <a:pPr indent="-323850" lvl="0" marL="431800" rtl="0" algn="l">
              <a:lnSpc>
                <a:spcPct val="101000"/>
              </a:lnSpc>
              <a:spcBef>
                <a:spcPts val="0"/>
              </a:spcBef>
              <a:spcAft>
                <a:spcPts val="0"/>
              </a:spcAft>
              <a:buClr>
                <a:srgbClr val="000000"/>
              </a:buClr>
              <a:buSzPts val="1170"/>
              <a:buFont typeface="Noto Sans Symbols"/>
              <a:buChar char="●"/>
            </a:pPr>
            <a:r>
              <a:rPr b="0" i="0" lang="en-US" sz="2600" u="none">
                <a:solidFill>
                  <a:srgbClr val="000000"/>
                </a:solidFill>
                <a:latin typeface="Arial"/>
                <a:ea typeface="Arial"/>
                <a:cs typeface="Arial"/>
                <a:sym typeface="Arial"/>
              </a:rPr>
              <a:t>Mệnh đề </a:t>
            </a:r>
            <a:r>
              <a:rPr b="0" i="0" lang="en-US" sz="2600" u="none">
                <a:solidFill>
                  <a:srgbClr val="0000CC"/>
                </a:solidFill>
                <a:latin typeface="Arial"/>
                <a:ea typeface="Arial"/>
                <a:cs typeface="Arial"/>
                <a:sym typeface="Arial"/>
              </a:rPr>
              <a:t>ORDER BY không được dùng</a:t>
            </a:r>
            <a:r>
              <a:rPr b="0" i="0" lang="en-US" sz="2600" u="none">
                <a:solidFill>
                  <a:srgbClr val="000000"/>
                </a:solidFill>
                <a:latin typeface="Arial"/>
                <a:ea typeface="Arial"/>
                <a:cs typeface="Arial"/>
                <a:sym typeface="Arial"/>
              </a:rPr>
              <a:t> trong truy vấn con</a:t>
            </a:r>
            <a:endParaRPr/>
          </a:p>
          <a:p>
            <a:pPr indent="-323850" lvl="0" marL="431800" rtl="0" algn="l">
              <a:lnSpc>
                <a:spcPct val="101000"/>
              </a:lnSpc>
              <a:spcBef>
                <a:spcPts val="200"/>
              </a:spcBef>
              <a:spcAft>
                <a:spcPts val="0"/>
              </a:spcAft>
              <a:buClr>
                <a:srgbClr val="000000"/>
              </a:buClr>
              <a:buSzPts val="1170"/>
              <a:buFont typeface="Noto Sans Symbols"/>
              <a:buChar char="●"/>
            </a:pPr>
            <a:r>
              <a:rPr b="0" i="0" lang="en-US" sz="2600" u="none">
                <a:solidFill>
                  <a:srgbClr val="000000"/>
                </a:solidFill>
                <a:latin typeface="Arial"/>
                <a:ea typeface="Arial"/>
                <a:cs typeface="Arial"/>
                <a:sym typeface="Arial"/>
              </a:rPr>
              <a:t>Câu truy vấn con phải được </a:t>
            </a:r>
            <a:r>
              <a:rPr b="0" i="0" lang="en-US" sz="2600" u="none">
                <a:solidFill>
                  <a:srgbClr val="0000FF"/>
                </a:solidFill>
                <a:latin typeface="Arial"/>
                <a:ea typeface="Arial"/>
                <a:cs typeface="Arial"/>
                <a:sym typeface="Arial"/>
              </a:rPr>
              <a:t>bao trong cặp dấu ngoặc đơn</a:t>
            </a:r>
            <a:r>
              <a:rPr b="0" i="0" lang="en-US" sz="2600" u="none">
                <a:solidFill>
                  <a:srgbClr val="000000"/>
                </a:solidFill>
                <a:latin typeface="Arial"/>
                <a:ea typeface="Arial"/>
                <a:cs typeface="Arial"/>
                <a:sym typeface="Arial"/>
              </a:rPr>
              <a:t> ()</a:t>
            </a:r>
            <a:endParaRPr/>
          </a:p>
          <a:p>
            <a:pPr indent="-323850" lvl="0" marL="431800" rtl="0" algn="l">
              <a:lnSpc>
                <a:spcPct val="101000"/>
              </a:lnSpc>
              <a:spcBef>
                <a:spcPts val="200"/>
              </a:spcBef>
              <a:spcAft>
                <a:spcPts val="0"/>
              </a:spcAft>
              <a:buClr>
                <a:srgbClr val="000000"/>
              </a:buClr>
              <a:buSzPts val="1170"/>
              <a:buFont typeface="Noto Sans Symbols"/>
              <a:buChar char="●"/>
            </a:pPr>
            <a:r>
              <a:rPr b="0" i="0" lang="en-US" sz="2600" u="none">
                <a:solidFill>
                  <a:srgbClr val="000000"/>
                </a:solidFill>
                <a:latin typeface="Arial"/>
                <a:ea typeface="Arial"/>
                <a:cs typeface="Arial"/>
                <a:sym typeface="Arial"/>
              </a:rPr>
              <a:t>Mệnh đề SELECT của truy vấn con </a:t>
            </a:r>
            <a:r>
              <a:rPr b="0" i="0" lang="en-US" sz="2600" u="none">
                <a:solidFill>
                  <a:srgbClr val="0000FF"/>
                </a:solidFill>
                <a:latin typeface="Arial"/>
                <a:ea typeface="Arial"/>
                <a:cs typeface="Arial"/>
                <a:sym typeface="Arial"/>
              </a:rPr>
              <a:t>chỉ bao gồm một thuộc tính</a:t>
            </a:r>
            <a:r>
              <a:rPr b="0" i="0" lang="en-US" sz="2600" u="none">
                <a:solidFill>
                  <a:srgbClr val="000000"/>
                </a:solidFill>
                <a:latin typeface="Arial"/>
                <a:ea typeface="Arial"/>
                <a:cs typeface="Arial"/>
                <a:sym typeface="Arial"/>
              </a:rPr>
              <a:t> duy nhất </a:t>
            </a:r>
            <a:r>
              <a:rPr b="0" i="0" lang="en-US" sz="2600" u="none">
                <a:solidFill>
                  <a:srgbClr val="CC0000"/>
                </a:solidFill>
                <a:latin typeface="Arial"/>
                <a:ea typeface="Arial"/>
                <a:cs typeface="Arial"/>
                <a:sym typeface="Arial"/>
              </a:rPr>
              <a:t>trừ trường hợp dùng EXISTS</a:t>
            </a:r>
            <a:endParaRPr/>
          </a:p>
          <a:p>
            <a:pPr indent="-323850" lvl="0" marL="431800" rtl="0" algn="l">
              <a:lnSpc>
                <a:spcPct val="101000"/>
              </a:lnSpc>
              <a:spcBef>
                <a:spcPts val="200"/>
              </a:spcBef>
              <a:spcAft>
                <a:spcPts val="0"/>
              </a:spcAft>
              <a:buClr>
                <a:srgbClr val="000000"/>
              </a:buClr>
              <a:buSzPts val="1170"/>
              <a:buFont typeface="Noto Sans Symbols"/>
              <a:buChar char="●"/>
            </a:pPr>
            <a:r>
              <a:rPr b="0" i="0" lang="en-US" sz="2600" u="none">
                <a:solidFill>
                  <a:srgbClr val="000000"/>
                </a:solidFill>
                <a:latin typeface="Arial"/>
                <a:ea typeface="Arial"/>
                <a:cs typeface="Arial"/>
                <a:sym typeface="Arial"/>
              </a:rPr>
              <a:t>Thuộc tính trong </a:t>
            </a:r>
            <a:r>
              <a:rPr b="1" i="1" lang="en-US" sz="2600" u="none">
                <a:solidFill>
                  <a:srgbClr val="0000FF"/>
                </a:solidFill>
                <a:latin typeface="Arial"/>
                <a:ea typeface="Arial"/>
                <a:cs typeface="Arial"/>
                <a:sym typeface="Arial"/>
              </a:rPr>
              <a:t>điều kiện với truy vấn con</a:t>
            </a:r>
            <a:r>
              <a:rPr b="0" i="0" lang="en-US" sz="2600" u="none">
                <a:solidFill>
                  <a:srgbClr val="000000"/>
                </a:solidFill>
                <a:latin typeface="Arial"/>
                <a:ea typeface="Arial"/>
                <a:cs typeface="Arial"/>
                <a:sym typeface="Arial"/>
              </a:rPr>
              <a:t>  và thuộc tính trong mệnh đề SELECT của truy vấn con phải tương thích</a:t>
            </a:r>
            <a:r>
              <a:rPr b="0" i="0" lang="en-US" sz="2600" u="none">
                <a:solidFill>
                  <a:srgbClr val="CC3300"/>
                </a:solidFill>
                <a:latin typeface="Arial"/>
                <a:ea typeface="Arial"/>
                <a:cs typeface="Arial"/>
                <a:sym typeface="Arial"/>
              </a:rPr>
              <a:t> </a:t>
            </a:r>
            <a:r>
              <a:rPr b="0" i="0" lang="en-US" sz="2600" u="none">
                <a:solidFill>
                  <a:srgbClr val="CC0000"/>
                </a:solidFill>
                <a:latin typeface="Arial"/>
                <a:ea typeface="Arial"/>
                <a:cs typeface="Arial"/>
                <a:sym typeface="Arial"/>
              </a:rPr>
              <a:t>trừ trường hợp dùng EXISTS</a:t>
            </a:r>
            <a:endParaRPr/>
          </a:p>
          <a:p>
            <a:pPr indent="-323850" lvl="0" marL="431800" rtl="0" algn="l">
              <a:lnSpc>
                <a:spcPct val="101000"/>
              </a:lnSpc>
              <a:spcBef>
                <a:spcPts val="200"/>
              </a:spcBef>
              <a:spcAft>
                <a:spcPts val="0"/>
              </a:spcAft>
              <a:buClr>
                <a:srgbClr val="000000"/>
              </a:buClr>
              <a:buSzPts val="1170"/>
              <a:buFont typeface="Noto Sans Symbols"/>
              <a:buChar char="●"/>
            </a:pPr>
            <a:r>
              <a:rPr b="0" i="0" lang="en-US" sz="2600" u="none">
                <a:solidFill>
                  <a:srgbClr val="000000"/>
                </a:solidFill>
                <a:latin typeface="Arial"/>
                <a:ea typeface="Arial"/>
                <a:cs typeface="Arial"/>
                <a:sym typeface="Arial"/>
              </a:rPr>
              <a:t>Các thuộc tính được định nghĩa trong SELECT chính có thể được sử dụng trong SELECT con</a:t>
            </a:r>
            <a:endParaRPr/>
          </a:p>
          <a:p>
            <a:pPr indent="-323850" lvl="0" marL="431800" rtl="0" algn="l">
              <a:lnSpc>
                <a:spcPct val="101000"/>
              </a:lnSpc>
              <a:spcBef>
                <a:spcPts val="200"/>
              </a:spcBef>
              <a:spcAft>
                <a:spcPts val="0"/>
              </a:spcAft>
              <a:buClr>
                <a:srgbClr val="000000"/>
              </a:buClr>
              <a:buSzPts val="1170"/>
              <a:buFont typeface="Noto Sans Symbols"/>
              <a:buChar char="●"/>
            </a:pPr>
            <a:r>
              <a:rPr b="0" i="0" lang="en-US" sz="2600" u="none">
                <a:solidFill>
                  <a:srgbClr val="000000"/>
                </a:solidFill>
                <a:latin typeface="Arial"/>
                <a:ea typeface="Arial"/>
                <a:cs typeface="Arial"/>
                <a:sym typeface="Arial"/>
              </a:rPr>
              <a:t>Nhưng các thuộc tính được định nghĩa trong SELECT con không thể được sử dụng trong SELECT chính</a:t>
            </a:r>
            <a:endParaRPr/>
          </a:p>
          <a:p>
            <a:pPr indent="-323850" lvl="0" marL="431800" rtl="0" algn="l">
              <a:lnSpc>
                <a:spcPct val="101000"/>
              </a:lnSpc>
              <a:spcBef>
                <a:spcPts val="200"/>
              </a:spcBef>
              <a:spcAft>
                <a:spcPts val="0"/>
              </a:spcAft>
              <a:buSzPts val="2800"/>
              <a:buNone/>
            </a:pPr>
            <a:r>
              <a:t/>
            </a:r>
            <a:endParaRPr b="0" i="0" sz="2800" u="none">
              <a:solidFill>
                <a:srgbClr val="000000"/>
              </a:solidFill>
              <a:latin typeface="Arial"/>
              <a:ea typeface="Arial"/>
              <a:cs typeface="Arial"/>
              <a:sym typeface="Arial"/>
            </a:endParaRPr>
          </a:p>
          <a:p>
            <a:pPr indent="-342900" lvl="0" marL="342900" rtl="0" algn="l">
              <a:lnSpc>
                <a:spcPct val="101000"/>
              </a:lnSpc>
              <a:spcBef>
                <a:spcPts val="1400"/>
              </a:spcBef>
              <a:spcAft>
                <a:spcPts val="0"/>
              </a:spcAft>
              <a:buNone/>
            </a:pPr>
            <a:r>
              <a:t/>
            </a:r>
            <a:endParaRPr b="0" i="0" sz="2800" u="none">
              <a:solidFill>
                <a:srgbClr val="000000"/>
              </a:solidFill>
              <a:latin typeface="Arial"/>
              <a:ea typeface="Arial"/>
              <a:cs typeface="Arial"/>
              <a:sym typeface="Arial"/>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sp>
        <p:nvSpPr>
          <p:cNvPr id="907" name="Google Shape;907;p83"/>
          <p:cNvSpPr txBox="1"/>
          <p:nvPr>
            <p:ph type="title"/>
          </p:nvPr>
        </p:nvSpPr>
        <p:spPr>
          <a:xfrm>
            <a:off x="503237" y="301625"/>
            <a:ext cx="9070975" cy="1262062"/>
          </a:xfrm>
          <a:prstGeom prst="rect">
            <a:avLst/>
          </a:prstGeom>
          <a:noFill/>
          <a:ln>
            <a:noFill/>
          </a:ln>
        </p:spPr>
        <p:txBody>
          <a:bodyPr anchorCtr="0" anchor="ctr" bIns="0" lIns="0" spcFirstLastPara="1" rIns="0" wrap="square" tIns="0">
            <a:noAutofit/>
          </a:bodyPr>
          <a:lstStyle/>
          <a:p>
            <a:pPr indent="0" lvl="0" marL="0" rtl="0" algn="l">
              <a:lnSpc>
                <a:spcPct val="101000"/>
              </a:lnSpc>
              <a:spcBef>
                <a:spcPts val="0"/>
              </a:spcBef>
              <a:spcAft>
                <a:spcPts val="0"/>
              </a:spcAft>
              <a:buSzPts val="3200"/>
              <a:buNone/>
            </a:pPr>
            <a:r>
              <a:rPr b="1" i="0" lang="en-US" sz="3200" u="none">
                <a:solidFill>
                  <a:srgbClr val="000000"/>
                </a:solidFill>
                <a:latin typeface="Arial"/>
                <a:ea typeface="Arial"/>
                <a:cs typeface="Arial"/>
                <a:sym typeface="Arial"/>
              </a:rPr>
              <a:t>Truy vấn con – Điều kiện &amp; Toán tử</a:t>
            </a:r>
            <a:endParaRPr/>
          </a:p>
        </p:txBody>
      </p:sp>
      <p:sp>
        <p:nvSpPr>
          <p:cNvPr id="908" name="Google Shape;908;p83"/>
          <p:cNvSpPr txBox="1"/>
          <p:nvPr>
            <p:ph idx="1" type="body"/>
          </p:nvPr>
        </p:nvSpPr>
        <p:spPr>
          <a:xfrm>
            <a:off x="503237" y="1768475"/>
            <a:ext cx="9070975" cy="5335587"/>
          </a:xfrm>
          <a:prstGeom prst="rect">
            <a:avLst/>
          </a:prstGeom>
          <a:noFill/>
          <a:ln>
            <a:noFill/>
          </a:ln>
        </p:spPr>
        <p:txBody>
          <a:bodyPr anchorCtr="0" anchor="t" bIns="0" lIns="0" spcFirstLastPara="1" rIns="0" wrap="square" tIns="0">
            <a:noAutofit/>
          </a:bodyPr>
          <a:lstStyle/>
          <a:p>
            <a:pPr indent="-323850" lvl="0" marL="431800" rtl="0" algn="l">
              <a:lnSpc>
                <a:spcPct val="101000"/>
              </a:lnSpc>
              <a:spcBef>
                <a:spcPts val="0"/>
              </a:spcBef>
              <a:spcAft>
                <a:spcPts val="0"/>
              </a:spcAft>
              <a:buClr>
                <a:srgbClr val="000000"/>
              </a:buClr>
              <a:buSzPts val="1260"/>
              <a:buFont typeface="Noto Sans Symbols"/>
              <a:buChar char="●"/>
            </a:pPr>
            <a:r>
              <a:rPr b="0" i="0" lang="en-US" sz="2800" u="none">
                <a:solidFill>
                  <a:srgbClr val="000000"/>
                </a:solidFill>
                <a:latin typeface="Arial"/>
                <a:ea typeface="Arial"/>
                <a:cs typeface="Arial"/>
                <a:sym typeface="Arial"/>
              </a:rPr>
              <a:t>Nếu truy vấn con trả về một giá trị, các toán tử như &gt;, &gt;=, &lt;, … có thể được sử dụng trong </a:t>
            </a:r>
            <a:r>
              <a:rPr b="1" i="1" lang="en-US" sz="2800" u="none">
                <a:solidFill>
                  <a:srgbClr val="0000FF"/>
                </a:solidFill>
                <a:latin typeface="Arial"/>
                <a:ea typeface="Arial"/>
                <a:cs typeface="Arial"/>
                <a:sym typeface="Arial"/>
              </a:rPr>
              <a:t>điều kiện với truy vấn con</a:t>
            </a:r>
            <a:endParaRPr/>
          </a:p>
          <a:p>
            <a:pPr indent="-323850" lvl="0" marL="431800" rtl="0" algn="l">
              <a:lnSpc>
                <a:spcPct val="101000"/>
              </a:lnSpc>
              <a:spcBef>
                <a:spcPts val="1400"/>
              </a:spcBef>
              <a:spcAft>
                <a:spcPts val="0"/>
              </a:spcAft>
              <a:buClr>
                <a:srgbClr val="000000"/>
              </a:buClr>
              <a:buSzPts val="1260"/>
              <a:buFont typeface="Noto Sans Symbols"/>
              <a:buChar char="●"/>
            </a:pPr>
            <a:r>
              <a:rPr b="0" i="0" lang="en-US" sz="2800" u="none">
                <a:solidFill>
                  <a:srgbClr val="000000"/>
                </a:solidFill>
                <a:latin typeface="Arial"/>
                <a:ea typeface="Arial"/>
                <a:cs typeface="Arial"/>
                <a:sym typeface="Arial"/>
              </a:rPr>
              <a:t>Nếu truy vấn con trả về một tập các giá trị, phải sử dụng các toán tử như ANY, ALL, EXISTS trong </a:t>
            </a:r>
            <a:r>
              <a:rPr b="1" i="1" lang="en-US" sz="2800" u="none">
                <a:solidFill>
                  <a:srgbClr val="0000FF"/>
                </a:solidFill>
                <a:latin typeface="Arial"/>
                <a:ea typeface="Arial"/>
                <a:cs typeface="Arial"/>
                <a:sym typeface="Arial"/>
              </a:rPr>
              <a:t>điều kiện với truy vấn con</a:t>
            </a:r>
            <a:endParaRPr/>
          </a:p>
          <a:p>
            <a:pPr indent="-323850" lvl="1" marL="863600" rtl="0" algn="l">
              <a:lnSpc>
                <a:spcPct val="101000"/>
              </a:lnSpc>
              <a:spcBef>
                <a:spcPts val="1400"/>
              </a:spcBef>
              <a:spcAft>
                <a:spcPts val="0"/>
              </a:spcAft>
              <a:buClr>
                <a:srgbClr val="000000"/>
              </a:buClr>
              <a:buSzPts val="1950"/>
              <a:buFont typeface="Noto Sans Symbols"/>
              <a:buChar char="−"/>
            </a:pPr>
            <a:r>
              <a:rPr b="0" i="0" lang="en-US" sz="2600" u="none">
                <a:solidFill>
                  <a:srgbClr val="000000"/>
                </a:solidFill>
                <a:latin typeface="Arial"/>
                <a:ea typeface="Arial"/>
                <a:cs typeface="Arial"/>
                <a:sym typeface="Arial"/>
              </a:rPr>
              <a:t>ANY : trả về true nếu một trong các giá trị của truy vấn con đúng</a:t>
            </a:r>
            <a:endParaRPr/>
          </a:p>
          <a:p>
            <a:pPr indent="-323850" lvl="1" marL="863600" rtl="0" algn="l">
              <a:lnSpc>
                <a:spcPct val="101000"/>
              </a:lnSpc>
              <a:spcBef>
                <a:spcPts val="1100"/>
              </a:spcBef>
              <a:spcAft>
                <a:spcPts val="0"/>
              </a:spcAft>
              <a:buClr>
                <a:srgbClr val="000000"/>
              </a:buClr>
              <a:buSzPts val="1950"/>
              <a:buFont typeface="Noto Sans Symbols"/>
              <a:buChar char="−"/>
            </a:pPr>
            <a:r>
              <a:rPr b="0" i="0" lang="en-US" sz="2600" u="none">
                <a:solidFill>
                  <a:srgbClr val="000000"/>
                </a:solidFill>
                <a:latin typeface="Arial"/>
                <a:ea typeface="Arial"/>
                <a:cs typeface="Arial"/>
                <a:sym typeface="Arial"/>
              </a:rPr>
              <a:t>ALL: trả về true nếu tất cả các giá trị của truy vấn con đúng</a:t>
            </a:r>
            <a:endParaRPr/>
          </a:p>
          <a:p>
            <a:pPr indent="-323850" lvl="1" marL="863600" rtl="0" algn="l">
              <a:lnSpc>
                <a:spcPct val="101000"/>
              </a:lnSpc>
              <a:spcBef>
                <a:spcPts val="1100"/>
              </a:spcBef>
              <a:spcAft>
                <a:spcPts val="0"/>
              </a:spcAft>
              <a:buClr>
                <a:srgbClr val="000000"/>
              </a:buClr>
              <a:buSzPts val="1950"/>
              <a:buFont typeface="Noto Sans Symbols"/>
              <a:buChar char="−"/>
            </a:pPr>
            <a:r>
              <a:rPr b="0" i="0" lang="en-US" sz="2600" u="none">
                <a:solidFill>
                  <a:srgbClr val="000000"/>
                </a:solidFill>
                <a:latin typeface="Arial"/>
                <a:ea typeface="Arial"/>
                <a:cs typeface="Arial"/>
                <a:sym typeface="Arial"/>
              </a:rPr>
              <a:t>EXISTS: true nếu truy vấn con trả về ít nhất một dòng</a:t>
            </a:r>
            <a:endParaRPr/>
          </a:p>
          <a:p>
            <a:pPr indent="-323850" lvl="0" marL="431800" rtl="0" algn="ctr">
              <a:lnSpc>
                <a:spcPct val="112000"/>
              </a:lnSpc>
              <a:spcBef>
                <a:spcPts val="1100"/>
              </a:spcBef>
              <a:spcAft>
                <a:spcPts val="0"/>
              </a:spcAft>
              <a:buSzPts val="2600"/>
              <a:buNone/>
            </a:pPr>
            <a:r>
              <a:rPr b="0" i="1" lang="en-US" sz="2600" u="none">
                <a:solidFill>
                  <a:srgbClr val="000000"/>
                </a:solidFill>
                <a:latin typeface="Arial"/>
                <a:ea typeface="Arial"/>
                <a:cs typeface="Arial"/>
                <a:sym typeface="Arial"/>
              </a:rPr>
              <a:t>where exists (select...);</a:t>
            </a:r>
            <a:endParaRPr/>
          </a:p>
          <a:p>
            <a:pPr indent="-342900" lvl="0" marL="342900" rtl="0" algn="l">
              <a:lnSpc>
                <a:spcPct val="101000"/>
              </a:lnSpc>
              <a:spcBef>
                <a:spcPts val="1400"/>
              </a:spcBef>
              <a:spcAft>
                <a:spcPts val="0"/>
              </a:spcAft>
              <a:buNone/>
            </a:pPr>
            <a:r>
              <a:t/>
            </a:r>
            <a:endParaRPr b="0" i="1" sz="2600" u="none">
              <a:solidFill>
                <a:srgbClr val="000000"/>
              </a:solidFill>
              <a:latin typeface="Arial"/>
              <a:ea typeface="Arial"/>
              <a:cs typeface="Arial"/>
              <a:sym typeface="Arial"/>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3" name="Shape 913"/>
        <p:cNvGrpSpPr/>
        <p:nvPr/>
      </p:nvGrpSpPr>
      <p:grpSpPr>
        <a:xfrm>
          <a:off x="0" y="0"/>
          <a:ext cx="0" cy="0"/>
          <a:chOff x="0" y="0"/>
          <a:chExt cx="0" cy="0"/>
        </a:xfrm>
      </p:grpSpPr>
      <p:sp>
        <p:nvSpPr>
          <p:cNvPr id="914" name="Google Shape;914;p84"/>
          <p:cNvSpPr txBox="1"/>
          <p:nvPr>
            <p:ph type="title"/>
          </p:nvPr>
        </p:nvSpPr>
        <p:spPr>
          <a:xfrm>
            <a:off x="503237" y="301625"/>
            <a:ext cx="9070975" cy="1262062"/>
          </a:xfrm>
          <a:prstGeom prst="rect">
            <a:avLst/>
          </a:prstGeom>
          <a:noFill/>
          <a:ln>
            <a:noFill/>
          </a:ln>
        </p:spPr>
        <p:txBody>
          <a:bodyPr anchorCtr="0" anchor="ctr" bIns="0" lIns="0" spcFirstLastPara="1" rIns="0" wrap="square" tIns="0">
            <a:noAutofit/>
          </a:bodyPr>
          <a:lstStyle/>
          <a:p>
            <a:pPr indent="0" lvl="0" marL="0" rtl="0" algn="l">
              <a:lnSpc>
                <a:spcPct val="101000"/>
              </a:lnSpc>
              <a:spcBef>
                <a:spcPts val="0"/>
              </a:spcBef>
              <a:spcAft>
                <a:spcPts val="0"/>
              </a:spcAft>
              <a:buSzPts val="3200"/>
              <a:buNone/>
            </a:pPr>
            <a:r>
              <a:rPr b="1" i="0" lang="en-US" sz="3200" u="none">
                <a:solidFill>
                  <a:srgbClr val="000000"/>
                </a:solidFill>
                <a:latin typeface="Arial"/>
                <a:ea typeface="Arial"/>
                <a:cs typeface="Arial"/>
                <a:sym typeface="Arial"/>
              </a:rPr>
              <a:t>Truy vấn con – Điều kiện &amp; Toán tử</a:t>
            </a:r>
            <a:endParaRPr/>
          </a:p>
        </p:txBody>
      </p:sp>
      <p:sp>
        <p:nvSpPr>
          <p:cNvPr id="915" name="Google Shape;915;p84"/>
          <p:cNvSpPr txBox="1"/>
          <p:nvPr>
            <p:ph idx="1" type="body"/>
          </p:nvPr>
        </p:nvSpPr>
        <p:spPr>
          <a:xfrm>
            <a:off x="503237" y="1768475"/>
            <a:ext cx="9070975" cy="4989512"/>
          </a:xfrm>
          <a:prstGeom prst="rect">
            <a:avLst/>
          </a:prstGeom>
          <a:noFill/>
          <a:ln>
            <a:noFill/>
          </a:ln>
        </p:spPr>
        <p:txBody>
          <a:bodyPr anchorCtr="0" anchor="t" bIns="0" lIns="0" spcFirstLastPara="1" rIns="0" wrap="square" tIns="0">
            <a:noAutofit/>
          </a:bodyPr>
          <a:lstStyle/>
          <a:p>
            <a:pPr indent="-323850" lvl="0" marL="431800" rtl="0" algn="l">
              <a:lnSpc>
                <a:spcPct val="101000"/>
              </a:lnSpc>
              <a:spcBef>
                <a:spcPts val="0"/>
              </a:spcBef>
              <a:spcAft>
                <a:spcPts val="0"/>
              </a:spcAft>
              <a:buClr>
                <a:srgbClr val="000000"/>
              </a:buClr>
              <a:buSzPts val="1260"/>
              <a:buFont typeface="Noto Sans Symbols"/>
              <a:buChar char="●"/>
            </a:pPr>
            <a:r>
              <a:rPr b="0" i="0" lang="en-US" sz="2800" u="none">
                <a:solidFill>
                  <a:srgbClr val="000000"/>
                </a:solidFill>
                <a:latin typeface="Arial"/>
                <a:ea typeface="Arial"/>
                <a:cs typeface="Arial"/>
                <a:sym typeface="Arial"/>
              </a:rPr>
              <a:t>Ví dụ</a:t>
            </a:r>
            <a:endParaRPr/>
          </a:p>
          <a:p>
            <a:pPr indent="-323850" lvl="0" marL="431800" rtl="0" algn="l">
              <a:lnSpc>
                <a:spcPct val="101000"/>
              </a:lnSpc>
              <a:spcBef>
                <a:spcPts val="1400"/>
              </a:spcBef>
              <a:spcAft>
                <a:spcPts val="0"/>
              </a:spcAft>
              <a:buSzPts val="2600"/>
              <a:buNone/>
            </a:pPr>
            <a:r>
              <a:rPr b="0" i="0" lang="en-US" sz="2600" u="none">
                <a:solidFill>
                  <a:srgbClr val="000000"/>
                </a:solidFill>
                <a:latin typeface="Arial"/>
                <a:ea typeface="Arial"/>
                <a:cs typeface="Arial"/>
                <a:sym typeface="Arial"/>
              </a:rPr>
              <a:t>      1. Tìm các loại máy bay của hãng Boeing mà có số chỗ lớn hơn ít nhất một loại nào đó của hãng Airbus</a:t>
            </a:r>
            <a:endParaRPr/>
          </a:p>
          <a:p>
            <a:pPr indent="-323850" lvl="0" marL="431800" rtl="0" algn="l">
              <a:lnSpc>
                <a:spcPct val="101000"/>
              </a:lnSpc>
              <a:spcBef>
                <a:spcPts val="1400"/>
              </a:spcBef>
              <a:spcAft>
                <a:spcPts val="0"/>
              </a:spcAft>
              <a:buSzPts val="2200"/>
              <a:buNone/>
            </a:pPr>
            <a:r>
              <a:rPr b="0" i="0" lang="en-US" sz="2200" u="none">
                <a:solidFill>
                  <a:srgbClr val="0000FF"/>
                </a:solidFill>
                <a:latin typeface="Arial"/>
                <a:ea typeface="Arial"/>
                <a:cs typeface="Arial"/>
                <a:sym typeface="Arial"/>
              </a:rPr>
              <a:t>SELECT</a:t>
            </a:r>
            <a:r>
              <a:rPr b="0" i="0" lang="en-US" sz="2200" u="none">
                <a:solidFill>
                  <a:srgbClr val="000000"/>
                </a:solidFill>
                <a:latin typeface="Arial"/>
                <a:ea typeface="Arial"/>
                <a:cs typeface="Arial"/>
                <a:sym typeface="Arial"/>
              </a:rPr>
              <a:t> </a:t>
            </a:r>
            <a:r>
              <a:rPr b="0" i="0" lang="en-US" sz="2200" u="none">
                <a:solidFill>
                  <a:srgbClr val="008080"/>
                </a:solidFill>
                <a:latin typeface="Arial"/>
                <a:ea typeface="Arial"/>
                <a:cs typeface="Arial"/>
                <a:sym typeface="Arial"/>
              </a:rPr>
              <a:t>loai</a:t>
            </a:r>
            <a:r>
              <a:rPr b="0" i="0" lang="en-US" sz="2200" u="none">
                <a:solidFill>
                  <a:srgbClr val="000000"/>
                </a:solidFill>
                <a:latin typeface="Arial"/>
                <a:ea typeface="Arial"/>
                <a:cs typeface="Arial"/>
                <a:sym typeface="Arial"/>
              </a:rPr>
              <a:t> </a:t>
            </a:r>
            <a:r>
              <a:rPr b="0" i="0" lang="en-US" sz="2200" u="none">
                <a:solidFill>
                  <a:srgbClr val="0000FF"/>
                </a:solidFill>
                <a:latin typeface="Arial"/>
                <a:ea typeface="Arial"/>
                <a:cs typeface="Arial"/>
                <a:sym typeface="Arial"/>
              </a:rPr>
              <a:t>FROM</a:t>
            </a:r>
            <a:r>
              <a:rPr b="0" i="0" lang="en-US" sz="2200" u="none">
                <a:solidFill>
                  <a:srgbClr val="000000"/>
                </a:solidFill>
                <a:latin typeface="Arial"/>
                <a:ea typeface="Arial"/>
                <a:cs typeface="Arial"/>
                <a:sym typeface="Arial"/>
              </a:rPr>
              <a:t> </a:t>
            </a:r>
            <a:r>
              <a:rPr b="0" i="0" lang="en-US" sz="2200" u="none">
                <a:solidFill>
                  <a:srgbClr val="008080"/>
                </a:solidFill>
                <a:latin typeface="Arial"/>
                <a:ea typeface="Arial"/>
                <a:cs typeface="Arial"/>
                <a:sym typeface="Arial"/>
              </a:rPr>
              <a:t>LOAIMAYBAY</a:t>
            </a:r>
            <a:r>
              <a:rPr b="0" i="0" lang="en-US" sz="2200" u="none">
                <a:solidFill>
                  <a:srgbClr val="000000"/>
                </a:solidFill>
                <a:latin typeface="Arial"/>
                <a:ea typeface="Arial"/>
                <a:cs typeface="Arial"/>
                <a:sym typeface="Arial"/>
              </a:rPr>
              <a:t> </a:t>
            </a:r>
            <a:endParaRPr/>
          </a:p>
          <a:p>
            <a:pPr indent="-323850" lvl="0" marL="431800" rtl="0" algn="l">
              <a:lnSpc>
                <a:spcPct val="101000"/>
              </a:lnSpc>
              <a:spcBef>
                <a:spcPts val="400"/>
              </a:spcBef>
              <a:spcAft>
                <a:spcPts val="0"/>
              </a:spcAft>
              <a:buSzPts val="2200"/>
              <a:buNone/>
            </a:pPr>
            <a:r>
              <a:rPr b="0" i="0" lang="en-US" sz="2200" u="none">
                <a:solidFill>
                  <a:srgbClr val="000000"/>
                </a:solidFill>
                <a:latin typeface="Arial"/>
                <a:ea typeface="Arial"/>
                <a:cs typeface="Arial"/>
                <a:sym typeface="Arial"/>
              </a:rPr>
              <a:t>         </a:t>
            </a:r>
            <a:r>
              <a:rPr b="0" i="0" lang="en-US" sz="2200" u="none">
                <a:solidFill>
                  <a:srgbClr val="0000FF"/>
                </a:solidFill>
                <a:latin typeface="Arial"/>
                <a:ea typeface="Arial"/>
                <a:cs typeface="Arial"/>
                <a:sym typeface="Arial"/>
              </a:rPr>
              <a:t>WHERE</a:t>
            </a:r>
            <a:r>
              <a:rPr b="0" i="0" lang="en-US" sz="2200" u="none">
                <a:solidFill>
                  <a:srgbClr val="000000"/>
                </a:solidFill>
                <a:latin typeface="Arial"/>
                <a:ea typeface="Arial"/>
                <a:cs typeface="Arial"/>
                <a:sym typeface="Arial"/>
              </a:rPr>
              <a:t> </a:t>
            </a:r>
            <a:r>
              <a:rPr b="0" i="0" lang="en-US" sz="2200" u="none">
                <a:solidFill>
                  <a:srgbClr val="008080"/>
                </a:solidFill>
                <a:latin typeface="Arial"/>
                <a:ea typeface="Arial"/>
                <a:cs typeface="Arial"/>
                <a:sym typeface="Arial"/>
              </a:rPr>
              <a:t>NSX</a:t>
            </a:r>
            <a:r>
              <a:rPr b="0" i="0" lang="en-US" sz="2200" u="none">
                <a:solidFill>
                  <a:srgbClr val="808080"/>
                </a:solidFill>
                <a:latin typeface="Arial"/>
                <a:ea typeface="Arial"/>
                <a:cs typeface="Arial"/>
                <a:sym typeface="Arial"/>
              </a:rPr>
              <a:t>=</a:t>
            </a:r>
            <a:r>
              <a:rPr b="0" i="0" lang="en-US" sz="2200" u="none">
                <a:solidFill>
                  <a:srgbClr val="FF0000"/>
                </a:solidFill>
                <a:latin typeface="Arial"/>
                <a:ea typeface="Arial"/>
                <a:cs typeface="Arial"/>
                <a:sym typeface="Arial"/>
              </a:rPr>
              <a:t>'Boeing'</a:t>
            </a:r>
            <a:r>
              <a:rPr b="0" i="0" lang="en-US" sz="2200" u="none">
                <a:solidFill>
                  <a:srgbClr val="000000"/>
                </a:solidFill>
                <a:latin typeface="Arial"/>
                <a:ea typeface="Arial"/>
                <a:cs typeface="Arial"/>
                <a:sym typeface="Arial"/>
              </a:rPr>
              <a:t> </a:t>
            </a:r>
            <a:endParaRPr/>
          </a:p>
          <a:p>
            <a:pPr indent="-323850" lvl="0" marL="431800" rtl="0" algn="l">
              <a:lnSpc>
                <a:spcPct val="101000"/>
              </a:lnSpc>
              <a:spcBef>
                <a:spcPts val="400"/>
              </a:spcBef>
              <a:spcAft>
                <a:spcPts val="0"/>
              </a:spcAft>
              <a:buSzPts val="2200"/>
              <a:buNone/>
            </a:pPr>
            <a:r>
              <a:rPr b="0" i="0" lang="en-US" sz="2200" u="none">
                <a:solidFill>
                  <a:srgbClr val="000000"/>
                </a:solidFill>
                <a:latin typeface="Arial"/>
                <a:ea typeface="Arial"/>
                <a:cs typeface="Arial"/>
                <a:sym typeface="Arial"/>
              </a:rPr>
              <a:t>         </a:t>
            </a:r>
            <a:r>
              <a:rPr b="0" i="0" lang="en-US" sz="2200" u="none">
                <a:solidFill>
                  <a:srgbClr val="808080"/>
                </a:solidFill>
                <a:latin typeface="Arial"/>
                <a:ea typeface="Arial"/>
                <a:cs typeface="Arial"/>
                <a:sym typeface="Arial"/>
              </a:rPr>
              <a:t>AND</a:t>
            </a:r>
            <a:r>
              <a:rPr b="0" i="0" lang="en-US" sz="2200" u="none">
                <a:solidFill>
                  <a:srgbClr val="000000"/>
                </a:solidFill>
                <a:latin typeface="Arial"/>
                <a:ea typeface="Arial"/>
                <a:cs typeface="Arial"/>
                <a:sym typeface="Arial"/>
              </a:rPr>
              <a:t> </a:t>
            </a:r>
            <a:r>
              <a:rPr b="1" i="0" lang="en-US" sz="2200" u="none">
                <a:solidFill>
                  <a:srgbClr val="008080"/>
                </a:solidFill>
                <a:latin typeface="Arial"/>
                <a:ea typeface="Arial"/>
                <a:cs typeface="Arial"/>
                <a:sym typeface="Arial"/>
              </a:rPr>
              <a:t>socho</a:t>
            </a:r>
            <a:r>
              <a:rPr b="1" i="0" lang="en-US" sz="2200" u="none">
                <a:solidFill>
                  <a:srgbClr val="000000"/>
                </a:solidFill>
                <a:latin typeface="Arial"/>
                <a:ea typeface="Arial"/>
                <a:cs typeface="Arial"/>
                <a:sym typeface="Arial"/>
              </a:rPr>
              <a:t> </a:t>
            </a:r>
            <a:r>
              <a:rPr b="1" i="0" lang="en-US" sz="2200" u="none">
                <a:solidFill>
                  <a:srgbClr val="808080"/>
                </a:solidFill>
                <a:latin typeface="Arial"/>
                <a:ea typeface="Arial"/>
                <a:cs typeface="Arial"/>
                <a:sym typeface="Arial"/>
              </a:rPr>
              <a:t>&gt;</a:t>
            </a:r>
            <a:r>
              <a:rPr b="1" i="0" lang="en-US" sz="2200" u="none">
                <a:solidFill>
                  <a:srgbClr val="000000"/>
                </a:solidFill>
                <a:latin typeface="Arial"/>
                <a:ea typeface="Arial"/>
                <a:cs typeface="Arial"/>
                <a:sym typeface="Arial"/>
              </a:rPr>
              <a:t> </a:t>
            </a:r>
            <a:r>
              <a:rPr b="1" i="0" lang="en-US" sz="2200" u="none">
                <a:solidFill>
                  <a:srgbClr val="808080"/>
                </a:solidFill>
                <a:latin typeface="Arial"/>
                <a:ea typeface="Arial"/>
                <a:cs typeface="Arial"/>
                <a:sym typeface="Arial"/>
              </a:rPr>
              <a:t>ANY</a:t>
            </a:r>
            <a:r>
              <a:rPr b="0" i="0" lang="en-US" sz="2200" u="none">
                <a:solidFill>
                  <a:srgbClr val="000000"/>
                </a:solidFill>
                <a:latin typeface="Arial"/>
                <a:ea typeface="Arial"/>
                <a:cs typeface="Arial"/>
                <a:sym typeface="Arial"/>
              </a:rPr>
              <a:t> </a:t>
            </a:r>
            <a:endParaRPr/>
          </a:p>
          <a:p>
            <a:pPr indent="-323850" lvl="0" marL="431800" rtl="0" algn="l">
              <a:lnSpc>
                <a:spcPct val="101000"/>
              </a:lnSpc>
              <a:spcBef>
                <a:spcPts val="400"/>
              </a:spcBef>
              <a:spcAft>
                <a:spcPts val="0"/>
              </a:spcAft>
              <a:buSzPts val="2200"/>
              <a:buNone/>
            </a:pPr>
            <a:r>
              <a:rPr b="0" i="0" lang="en-US" sz="2200" u="none">
                <a:solidFill>
                  <a:srgbClr val="808080"/>
                </a:solidFill>
                <a:latin typeface="Arial"/>
                <a:ea typeface="Arial"/>
                <a:cs typeface="Arial"/>
                <a:sym typeface="Arial"/>
              </a:rPr>
              <a:t>              (</a:t>
            </a:r>
            <a:r>
              <a:rPr b="0" i="0" lang="en-US" sz="2200" u="none">
                <a:solidFill>
                  <a:srgbClr val="0000FF"/>
                </a:solidFill>
                <a:latin typeface="Arial"/>
                <a:ea typeface="Arial"/>
                <a:cs typeface="Arial"/>
                <a:sym typeface="Arial"/>
              </a:rPr>
              <a:t>SELECT</a:t>
            </a:r>
            <a:r>
              <a:rPr b="0" i="0" lang="en-US" sz="2200" u="none">
                <a:solidFill>
                  <a:srgbClr val="000000"/>
                </a:solidFill>
                <a:latin typeface="Arial"/>
                <a:ea typeface="Arial"/>
                <a:cs typeface="Arial"/>
                <a:sym typeface="Arial"/>
              </a:rPr>
              <a:t> </a:t>
            </a:r>
            <a:r>
              <a:rPr b="0" i="0" lang="en-US" sz="2200" u="none">
                <a:solidFill>
                  <a:srgbClr val="008080"/>
                </a:solidFill>
                <a:latin typeface="Arial"/>
                <a:ea typeface="Arial"/>
                <a:cs typeface="Arial"/>
                <a:sym typeface="Arial"/>
              </a:rPr>
              <a:t>socho</a:t>
            </a:r>
            <a:r>
              <a:rPr b="0" i="0" lang="en-US" sz="2200" u="none">
                <a:solidFill>
                  <a:srgbClr val="000000"/>
                </a:solidFill>
                <a:latin typeface="Arial"/>
                <a:ea typeface="Arial"/>
                <a:cs typeface="Arial"/>
                <a:sym typeface="Arial"/>
              </a:rPr>
              <a:t> </a:t>
            </a:r>
            <a:r>
              <a:rPr b="0" i="0" lang="en-US" sz="2200" u="none">
                <a:solidFill>
                  <a:srgbClr val="0000FF"/>
                </a:solidFill>
                <a:latin typeface="Arial"/>
                <a:ea typeface="Arial"/>
                <a:cs typeface="Arial"/>
                <a:sym typeface="Arial"/>
              </a:rPr>
              <a:t>FROM</a:t>
            </a:r>
            <a:r>
              <a:rPr b="0" i="0" lang="en-US" sz="2200" u="none">
                <a:solidFill>
                  <a:srgbClr val="000000"/>
                </a:solidFill>
                <a:latin typeface="Arial"/>
                <a:ea typeface="Arial"/>
                <a:cs typeface="Arial"/>
                <a:sym typeface="Arial"/>
              </a:rPr>
              <a:t> </a:t>
            </a:r>
            <a:r>
              <a:rPr b="0" i="0" lang="en-US" sz="2200" u="none">
                <a:solidFill>
                  <a:srgbClr val="008080"/>
                </a:solidFill>
                <a:latin typeface="Arial"/>
                <a:ea typeface="Arial"/>
                <a:cs typeface="Arial"/>
                <a:sym typeface="Arial"/>
              </a:rPr>
              <a:t>LOAIMAYBAY</a:t>
            </a:r>
            <a:r>
              <a:rPr b="0" i="0" lang="en-US" sz="2200" u="none">
                <a:solidFill>
                  <a:srgbClr val="000000"/>
                </a:solidFill>
                <a:latin typeface="Arial"/>
                <a:ea typeface="Arial"/>
                <a:cs typeface="Arial"/>
                <a:sym typeface="Arial"/>
              </a:rPr>
              <a:t> </a:t>
            </a:r>
            <a:r>
              <a:rPr b="0" i="0" lang="en-US" sz="2200" u="none">
                <a:solidFill>
                  <a:srgbClr val="0000FF"/>
                </a:solidFill>
                <a:latin typeface="Arial"/>
                <a:ea typeface="Arial"/>
                <a:cs typeface="Arial"/>
                <a:sym typeface="Arial"/>
              </a:rPr>
              <a:t>WHERE</a:t>
            </a:r>
            <a:r>
              <a:rPr b="0" i="0" lang="en-US" sz="2200" u="none">
                <a:solidFill>
                  <a:srgbClr val="000000"/>
                </a:solidFill>
                <a:latin typeface="Arial"/>
                <a:ea typeface="Arial"/>
                <a:cs typeface="Arial"/>
                <a:sym typeface="Arial"/>
              </a:rPr>
              <a:t> </a:t>
            </a:r>
            <a:r>
              <a:rPr b="0" i="0" lang="en-US" sz="2200" u="none">
                <a:solidFill>
                  <a:srgbClr val="008080"/>
                </a:solidFill>
                <a:latin typeface="Arial"/>
                <a:ea typeface="Arial"/>
                <a:cs typeface="Arial"/>
                <a:sym typeface="Arial"/>
              </a:rPr>
              <a:t>NSX</a:t>
            </a:r>
            <a:r>
              <a:rPr b="0" i="0" lang="en-US" sz="2200" u="none">
                <a:solidFill>
                  <a:srgbClr val="808080"/>
                </a:solidFill>
                <a:latin typeface="Arial"/>
                <a:ea typeface="Arial"/>
                <a:cs typeface="Arial"/>
                <a:sym typeface="Arial"/>
              </a:rPr>
              <a:t>=</a:t>
            </a:r>
            <a:r>
              <a:rPr b="0" i="0" lang="en-US" sz="2200" u="none">
                <a:solidFill>
                  <a:srgbClr val="FF0000"/>
                </a:solidFill>
                <a:latin typeface="Arial"/>
                <a:ea typeface="Arial"/>
                <a:cs typeface="Arial"/>
                <a:sym typeface="Arial"/>
              </a:rPr>
              <a:t>'Airbus'</a:t>
            </a:r>
            <a:r>
              <a:rPr b="0" i="0" lang="en-US" sz="2200" u="none">
                <a:solidFill>
                  <a:srgbClr val="808080"/>
                </a:solidFill>
                <a:latin typeface="Arial"/>
                <a:ea typeface="Arial"/>
                <a:cs typeface="Arial"/>
                <a:sym typeface="Arial"/>
              </a:rPr>
              <a:t>)</a:t>
            </a:r>
            <a:endParaRPr/>
          </a:p>
          <a:p>
            <a:pPr indent="-323850" lvl="0" marL="431800" rtl="0" algn="l">
              <a:lnSpc>
                <a:spcPct val="101000"/>
              </a:lnSpc>
              <a:spcBef>
                <a:spcPts val="400"/>
              </a:spcBef>
              <a:spcAft>
                <a:spcPts val="0"/>
              </a:spcAft>
              <a:buSzPts val="2200"/>
              <a:buNone/>
            </a:pPr>
            <a:r>
              <a:t/>
            </a:r>
            <a:endParaRPr b="0" i="0" sz="2200" u="none">
              <a:solidFill>
                <a:srgbClr val="808080"/>
              </a:solidFill>
              <a:latin typeface="Arial"/>
              <a:ea typeface="Arial"/>
              <a:cs typeface="Arial"/>
              <a:sym typeface="Arial"/>
            </a:endParaRPr>
          </a:p>
          <a:p>
            <a:pPr indent="-323850" lvl="0" marL="431800" rtl="0" algn="l">
              <a:lnSpc>
                <a:spcPct val="101000"/>
              </a:lnSpc>
              <a:spcBef>
                <a:spcPts val="400"/>
              </a:spcBef>
              <a:spcAft>
                <a:spcPts val="0"/>
              </a:spcAft>
              <a:buSzPts val="2200"/>
              <a:buNone/>
            </a:pPr>
            <a:r>
              <a:rPr b="0" i="0" lang="en-US" sz="2200" u="none">
                <a:solidFill>
                  <a:srgbClr val="808080"/>
                </a:solidFill>
                <a:latin typeface="Arial"/>
                <a:ea typeface="Arial"/>
                <a:cs typeface="Arial"/>
                <a:sym typeface="Arial"/>
              </a:rPr>
              <a:t>* Tìm họ tên các phi công ở Pháp có số ngày làm việc lớn hơn ít nhất một phi công ở Anh</a:t>
            </a:r>
            <a:endParaRPr/>
          </a:p>
          <a:p>
            <a:pPr indent="-323850" lvl="0" marL="431800" rtl="0" algn="l">
              <a:lnSpc>
                <a:spcPct val="101000"/>
              </a:lnSpc>
              <a:spcBef>
                <a:spcPts val="1400"/>
              </a:spcBef>
              <a:spcAft>
                <a:spcPts val="0"/>
              </a:spcAft>
              <a:buSzPts val="2600"/>
              <a:buNone/>
            </a:pPr>
            <a:r>
              <a:rPr b="0" i="0" lang="en-US" sz="2600" u="none">
                <a:solidFill>
                  <a:srgbClr val="000000"/>
                </a:solidFill>
                <a:latin typeface="Arial"/>
                <a:ea typeface="Arial"/>
                <a:cs typeface="Arial"/>
                <a:sym typeface="Arial"/>
              </a:rPr>
              <a:t> </a:t>
            </a:r>
            <a:endParaRPr/>
          </a:p>
          <a:p>
            <a:pPr indent="-342900" lvl="0" marL="342900" rtl="0" algn="l">
              <a:lnSpc>
                <a:spcPct val="101000"/>
              </a:lnSpc>
              <a:spcBef>
                <a:spcPts val="1400"/>
              </a:spcBef>
              <a:spcAft>
                <a:spcPts val="0"/>
              </a:spcAft>
              <a:buNone/>
            </a:pPr>
            <a:r>
              <a:t/>
            </a:r>
            <a:endParaRPr b="0" i="0" sz="2600" u="none">
              <a:solidFill>
                <a:srgbClr val="000000"/>
              </a:solidFill>
              <a:latin typeface="Arial"/>
              <a:ea typeface="Arial"/>
              <a:cs typeface="Arial"/>
              <a:sym typeface="Arial"/>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0" name="Shape 920"/>
        <p:cNvGrpSpPr/>
        <p:nvPr/>
      </p:nvGrpSpPr>
      <p:grpSpPr>
        <a:xfrm>
          <a:off x="0" y="0"/>
          <a:ext cx="0" cy="0"/>
          <a:chOff x="0" y="0"/>
          <a:chExt cx="0" cy="0"/>
        </a:xfrm>
      </p:grpSpPr>
      <p:sp>
        <p:nvSpPr>
          <p:cNvPr id="921" name="Google Shape;921;p85"/>
          <p:cNvSpPr txBox="1"/>
          <p:nvPr>
            <p:ph type="title"/>
          </p:nvPr>
        </p:nvSpPr>
        <p:spPr>
          <a:xfrm>
            <a:off x="503237" y="301625"/>
            <a:ext cx="9070975" cy="1262062"/>
          </a:xfrm>
          <a:prstGeom prst="rect">
            <a:avLst/>
          </a:prstGeom>
          <a:noFill/>
          <a:ln>
            <a:noFill/>
          </a:ln>
        </p:spPr>
        <p:txBody>
          <a:bodyPr anchorCtr="0" anchor="ctr" bIns="0" lIns="0" spcFirstLastPara="1" rIns="0" wrap="square" tIns="0">
            <a:noAutofit/>
          </a:bodyPr>
          <a:lstStyle/>
          <a:p>
            <a:pPr indent="0" lvl="0" marL="0" rtl="0" algn="l">
              <a:lnSpc>
                <a:spcPct val="101000"/>
              </a:lnSpc>
              <a:spcBef>
                <a:spcPts val="0"/>
              </a:spcBef>
              <a:spcAft>
                <a:spcPts val="0"/>
              </a:spcAft>
              <a:buSzPts val="3200"/>
              <a:buNone/>
            </a:pPr>
            <a:r>
              <a:rPr b="1" i="0" lang="en-US" sz="3200" u="none">
                <a:solidFill>
                  <a:srgbClr val="000000"/>
                </a:solidFill>
                <a:latin typeface="Arial"/>
                <a:ea typeface="Arial"/>
                <a:cs typeface="Arial"/>
                <a:sym typeface="Arial"/>
              </a:rPr>
              <a:t>Truy vấn con – Điều kiện &amp; Toán tử</a:t>
            </a:r>
            <a:endParaRPr/>
          </a:p>
        </p:txBody>
      </p:sp>
      <p:sp>
        <p:nvSpPr>
          <p:cNvPr id="922" name="Google Shape;922;p85"/>
          <p:cNvSpPr txBox="1"/>
          <p:nvPr>
            <p:ph idx="1" type="body"/>
          </p:nvPr>
        </p:nvSpPr>
        <p:spPr>
          <a:xfrm>
            <a:off x="503237" y="1768475"/>
            <a:ext cx="9070975" cy="4989512"/>
          </a:xfrm>
          <a:prstGeom prst="rect">
            <a:avLst/>
          </a:prstGeom>
          <a:noFill/>
          <a:ln>
            <a:noFill/>
          </a:ln>
        </p:spPr>
        <p:txBody>
          <a:bodyPr anchorCtr="0" anchor="t" bIns="0" lIns="0" spcFirstLastPara="1" rIns="0" wrap="square" tIns="0">
            <a:noAutofit/>
          </a:bodyPr>
          <a:lstStyle/>
          <a:p>
            <a:pPr indent="-323850" lvl="0" marL="431800" rtl="0" algn="l">
              <a:lnSpc>
                <a:spcPct val="101000"/>
              </a:lnSpc>
              <a:spcBef>
                <a:spcPts val="0"/>
              </a:spcBef>
              <a:spcAft>
                <a:spcPts val="0"/>
              </a:spcAft>
              <a:buClr>
                <a:srgbClr val="000000"/>
              </a:buClr>
              <a:buSzPts val="1260"/>
              <a:buFont typeface="Noto Sans Symbols"/>
              <a:buChar char="●"/>
            </a:pPr>
            <a:r>
              <a:rPr b="0" i="0" lang="en-US" sz="2800" u="none">
                <a:solidFill>
                  <a:srgbClr val="000000"/>
                </a:solidFill>
                <a:latin typeface="Arial"/>
                <a:ea typeface="Arial"/>
                <a:cs typeface="Arial"/>
                <a:sym typeface="Arial"/>
              </a:rPr>
              <a:t>Ví dụ</a:t>
            </a:r>
            <a:endParaRPr/>
          </a:p>
          <a:p>
            <a:pPr indent="-323850" lvl="0" marL="431800" rtl="0" algn="l">
              <a:lnSpc>
                <a:spcPct val="101000"/>
              </a:lnSpc>
              <a:spcBef>
                <a:spcPts val="1400"/>
              </a:spcBef>
              <a:spcAft>
                <a:spcPts val="0"/>
              </a:spcAft>
              <a:buSzPts val="2600"/>
              <a:buNone/>
            </a:pPr>
            <a:r>
              <a:rPr b="0" i="0" lang="en-US" sz="2600" u="none">
                <a:solidFill>
                  <a:srgbClr val="000000"/>
                </a:solidFill>
                <a:latin typeface="Arial"/>
                <a:ea typeface="Arial"/>
                <a:cs typeface="Arial"/>
                <a:sym typeface="Arial"/>
              </a:rPr>
              <a:t>      2. Tìm các kiểu máy bay của hãng Airbus mà có số chỗ lớn hơn số chỗ của</a:t>
            </a:r>
            <a:r>
              <a:rPr b="0" i="0" lang="en-US" sz="2600" u="none">
                <a:solidFill>
                  <a:srgbClr val="CC3300"/>
                </a:solidFill>
                <a:latin typeface="Arial"/>
                <a:ea typeface="Arial"/>
                <a:cs typeface="Arial"/>
                <a:sym typeface="Arial"/>
              </a:rPr>
              <a:t> tất cả</a:t>
            </a:r>
            <a:r>
              <a:rPr b="0" i="0" lang="en-US" sz="2600" u="none">
                <a:solidFill>
                  <a:srgbClr val="000000"/>
                </a:solidFill>
                <a:latin typeface="Arial"/>
                <a:ea typeface="Arial"/>
                <a:cs typeface="Arial"/>
                <a:sym typeface="Arial"/>
              </a:rPr>
              <a:t> các kiểu của hãng Boeing</a:t>
            </a:r>
            <a:endParaRPr/>
          </a:p>
          <a:p>
            <a:pPr indent="-323850" lvl="0" marL="431800" rtl="0" algn="l">
              <a:lnSpc>
                <a:spcPct val="101000"/>
              </a:lnSpc>
              <a:spcBef>
                <a:spcPts val="1400"/>
              </a:spcBef>
              <a:spcAft>
                <a:spcPts val="0"/>
              </a:spcAft>
              <a:buSzPts val="2200"/>
              <a:buNone/>
            </a:pPr>
            <a:r>
              <a:rPr b="0" i="0" lang="en-US" sz="2200" u="none">
                <a:solidFill>
                  <a:srgbClr val="000000"/>
                </a:solidFill>
                <a:latin typeface="Arial"/>
                <a:ea typeface="Arial"/>
                <a:cs typeface="Arial"/>
                <a:sym typeface="Arial"/>
              </a:rPr>
              <a:t>         </a:t>
            </a:r>
            <a:endParaRPr/>
          </a:p>
          <a:p>
            <a:pPr indent="-323850" lvl="0" marL="431800" rtl="0" algn="l">
              <a:lnSpc>
                <a:spcPct val="101000"/>
              </a:lnSpc>
              <a:spcBef>
                <a:spcPts val="1400"/>
              </a:spcBef>
              <a:spcAft>
                <a:spcPts val="0"/>
              </a:spcAft>
              <a:buSzPts val="2200"/>
              <a:buNone/>
            </a:pPr>
            <a:r>
              <a:rPr b="0" i="0" lang="en-US" sz="2200" u="none">
                <a:solidFill>
                  <a:srgbClr val="0000FF"/>
                </a:solidFill>
                <a:latin typeface="Arial"/>
                <a:ea typeface="Arial"/>
                <a:cs typeface="Arial"/>
                <a:sym typeface="Arial"/>
              </a:rPr>
              <a:t>SELECT</a:t>
            </a:r>
            <a:r>
              <a:rPr b="0" i="0" lang="en-US" sz="2200" u="none">
                <a:solidFill>
                  <a:srgbClr val="000000"/>
                </a:solidFill>
                <a:latin typeface="Arial"/>
                <a:ea typeface="Arial"/>
                <a:cs typeface="Arial"/>
                <a:sym typeface="Arial"/>
              </a:rPr>
              <a:t> </a:t>
            </a:r>
            <a:r>
              <a:rPr b="0" i="0" lang="en-US" sz="2200" u="none">
                <a:solidFill>
                  <a:srgbClr val="008080"/>
                </a:solidFill>
                <a:latin typeface="Arial"/>
                <a:ea typeface="Arial"/>
                <a:cs typeface="Arial"/>
                <a:sym typeface="Arial"/>
              </a:rPr>
              <a:t>loai</a:t>
            </a:r>
            <a:r>
              <a:rPr b="0" i="0" lang="en-US" sz="2200" u="none">
                <a:solidFill>
                  <a:srgbClr val="000000"/>
                </a:solidFill>
                <a:latin typeface="Arial"/>
                <a:ea typeface="Arial"/>
                <a:cs typeface="Arial"/>
                <a:sym typeface="Arial"/>
              </a:rPr>
              <a:t> </a:t>
            </a:r>
            <a:r>
              <a:rPr b="0" i="0" lang="en-US" sz="2200" u="none">
                <a:solidFill>
                  <a:srgbClr val="0000FF"/>
                </a:solidFill>
                <a:latin typeface="Arial"/>
                <a:ea typeface="Arial"/>
                <a:cs typeface="Arial"/>
                <a:sym typeface="Arial"/>
              </a:rPr>
              <a:t>FROM</a:t>
            </a:r>
            <a:r>
              <a:rPr b="0" i="0" lang="en-US" sz="2200" u="none">
                <a:solidFill>
                  <a:srgbClr val="000000"/>
                </a:solidFill>
                <a:latin typeface="Arial"/>
                <a:ea typeface="Arial"/>
                <a:cs typeface="Arial"/>
                <a:sym typeface="Arial"/>
              </a:rPr>
              <a:t> </a:t>
            </a:r>
            <a:r>
              <a:rPr b="0" i="0" lang="en-US" sz="2200" u="none">
                <a:solidFill>
                  <a:srgbClr val="008080"/>
                </a:solidFill>
                <a:latin typeface="Arial"/>
                <a:ea typeface="Arial"/>
                <a:cs typeface="Arial"/>
                <a:sym typeface="Arial"/>
              </a:rPr>
              <a:t>LOAIMAYBAY</a:t>
            </a:r>
            <a:r>
              <a:rPr b="0" i="0" lang="en-US" sz="2200" u="none">
                <a:solidFill>
                  <a:srgbClr val="000000"/>
                </a:solidFill>
                <a:latin typeface="Arial"/>
                <a:ea typeface="Arial"/>
                <a:cs typeface="Arial"/>
                <a:sym typeface="Arial"/>
              </a:rPr>
              <a:t> </a:t>
            </a:r>
            <a:endParaRPr/>
          </a:p>
          <a:p>
            <a:pPr indent="-323850" lvl="0" marL="431800" rtl="0" algn="l">
              <a:lnSpc>
                <a:spcPct val="101000"/>
              </a:lnSpc>
              <a:spcBef>
                <a:spcPts val="200"/>
              </a:spcBef>
              <a:spcAft>
                <a:spcPts val="0"/>
              </a:spcAft>
              <a:buSzPts val="2200"/>
              <a:buNone/>
            </a:pPr>
            <a:r>
              <a:rPr b="0" i="0" lang="en-US" sz="2200" u="none">
                <a:solidFill>
                  <a:srgbClr val="000000"/>
                </a:solidFill>
                <a:latin typeface="Arial"/>
                <a:ea typeface="Arial"/>
                <a:cs typeface="Arial"/>
                <a:sym typeface="Arial"/>
              </a:rPr>
              <a:t>         </a:t>
            </a:r>
            <a:r>
              <a:rPr b="0" i="0" lang="en-US" sz="2200" u="none">
                <a:solidFill>
                  <a:srgbClr val="0000FF"/>
                </a:solidFill>
                <a:latin typeface="Arial"/>
                <a:ea typeface="Arial"/>
                <a:cs typeface="Arial"/>
                <a:sym typeface="Arial"/>
              </a:rPr>
              <a:t>WHERE</a:t>
            </a:r>
            <a:r>
              <a:rPr b="0" i="0" lang="en-US" sz="2200" u="none">
                <a:solidFill>
                  <a:srgbClr val="000000"/>
                </a:solidFill>
                <a:latin typeface="Arial"/>
                <a:ea typeface="Arial"/>
                <a:cs typeface="Arial"/>
                <a:sym typeface="Arial"/>
              </a:rPr>
              <a:t> </a:t>
            </a:r>
            <a:r>
              <a:rPr b="0" i="0" lang="en-US" sz="2200" u="none">
                <a:solidFill>
                  <a:srgbClr val="008080"/>
                </a:solidFill>
                <a:latin typeface="Arial"/>
                <a:ea typeface="Arial"/>
                <a:cs typeface="Arial"/>
                <a:sym typeface="Arial"/>
              </a:rPr>
              <a:t>NSX</a:t>
            </a:r>
            <a:r>
              <a:rPr b="0" i="0" lang="en-US" sz="2200" u="none">
                <a:solidFill>
                  <a:srgbClr val="808080"/>
                </a:solidFill>
                <a:latin typeface="Arial"/>
                <a:ea typeface="Arial"/>
                <a:cs typeface="Arial"/>
                <a:sym typeface="Arial"/>
              </a:rPr>
              <a:t>=</a:t>
            </a:r>
            <a:r>
              <a:rPr b="0" i="0" lang="en-US" sz="2200" u="none">
                <a:solidFill>
                  <a:srgbClr val="000000"/>
                </a:solidFill>
                <a:latin typeface="Arial"/>
                <a:ea typeface="Arial"/>
                <a:cs typeface="Arial"/>
                <a:sym typeface="Arial"/>
              </a:rPr>
              <a:t> </a:t>
            </a:r>
            <a:r>
              <a:rPr b="0" i="0" lang="en-US" sz="2200" u="none">
                <a:solidFill>
                  <a:srgbClr val="FF0000"/>
                </a:solidFill>
                <a:latin typeface="Arial"/>
                <a:ea typeface="Arial"/>
                <a:cs typeface="Arial"/>
                <a:sym typeface="Arial"/>
              </a:rPr>
              <a:t>'Airbus'</a:t>
            </a:r>
            <a:endParaRPr/>
          </a:p>
          <a:p>
            <a:pPr indent="-323850" lvl="0" marL="431800" rtl="0" algn="l">
              <a:lnSpc>
                <a:spcPct val="101000"/>
              </a:lnSpc>
              <a:spcBef>
                <a:spcPts val="200"/>
              </a:spcBef>
              <a:spcAft>
                <a:spcPts val="0"/>
              </a:spcAft>
              <a:buSzPts val="2200"/>
              <a:buNone/>
            </a:pPr>
            <a:r>
              <a:rPr b="0" i="0" lang="en-US" sz="2200" u="none">
                <a:solidFill>
                  <a:srgbClr val="000000"/>
                </a:solidFill>
                <a:latin typeface="Arial"/>
                <a:ea typeface="Arial"/>
                <a:cs typeface="Arial"/>
                <a:sym typeface="Arial"/>
              </a:rPr>
              <a:t>         </a:t>
            </a:r>
            <a:r>
              <a:rPr b="0" i="0" lang="en-US" sz="2200" u="none">
                <a:solidFill>
                  <a:srgbClr val="808080"/>
                </a:solidFill>
                <a:latin typeface="Arial"/>
                <a:ea typeface="Arial"/>
                <a:cs typeface="Arial"/>
                <a:sym typeface="Arial"/>
              </a:rPr>
              <a:t>AND</a:t>
            </a:r>
            <a:r>
              <a:rPr b="0" i="0" lang="en-US" sz="2200" u="none">
                <a:solidFill>
                  <a:srgbClr val="000000"/>
                </a:solidFill>
                <a:latin typeface="Arial"/>
                <a:ea typeface="Arial"/>
                <a:cs typeface="Arial"/>
                <a:sym typeface="Arial"/>
              </a:rPr>
              <a:t> </a:t>
            </a:r>
            <a:r>
              <a:rPr b="1" i="0" lang="en-US" sz="2200" u="none">
                <a:solidFill>
                  <a:srgbClr val="008080"/>
                </a:solidFill>
                <a:latin typeface="Arial"/>
                <a:ea typeface="Arial"/>
                <a:cs typeface="Arial"/>
                <a:sym typeface="Arial"/>
              </a:rPr>
              <a:t>socho</a:t>
            </a:r>
            <a:r>
              <a:rPr b="1" i="0" lang="en-US" sz="2200" u="none">
                <a:solidFill>
                  <a:srgbClr val="000000"/>
                </a:solidFill>
                <a:latin typeface="Arial"/>
                <a:ea typeface="Arial"/>
                <a:cs typeface="Arial"/>
                <a:sym typeface="Arial"/>
              </a:rPr>
              <a:t> </a:t>
            </a:r>
            <a:r>
              <a:rPr b="1" i="0" lang="en-US" sz="2200" u="none">
                <a:solidFill>
                  <a:srgbClr val="808080"/>
                </a:solidFill>
                <a:latin typeface="Arial"/>
                <a:ea typeface="Arial"/>
                <a:cs typeface="Arial"/>
                <a:sym typeface="Arial"/>
              </a:rPr>
              <a:t>&gt;</a:t>
            </a:r>
            <a:r>
              <a:rPr b="1" i="0" lang="en-US" sz="2200" u="none">
                <a:solidFill>
                  <a:srgbClr val="000000"/>
                </a:solidFill>
                <a:latin typeface="Arial"/>
                <a:ea typeface="Arial"/>
                <a:cs typeface="Arial"/>
                <a:sym typeface="Arial"/>
              </a:rPr>
              <a:t> </a:t>
            </a:r>
            <a:r>
              <a:rPr b="1" i="0" lang="en-US" sz="2200" u="none">
                <a:solidFill>
                  <a:srgbClr val="808080"/>
                </a:solidFill>
                <a:latin typeface="Arial"/>
                <a:ea typeface="Arial"/>
                <a:cs typeface="Arial"/>
                <a:sym typeface="Arial"/>
              </a:rPr>
              <a:t>ALL</a:t>
            </a:r>
            <a:r>
              <a:rPr b="0" i="0" lang="en-US" sz="2200" u="none">
                <a:solidFill>
                  <a:srgbClr val="000000"/>
                </a:solidFill>
                <a:latin typeface="Arial"/>
                <a:ea typeface="Arial"/>
                <a:cs typeface="Arial"/>
                <a:sym typeface="Arial"/>
              </a:rPr>
              <a:t> </a:t>
            </a:r>
            <a:endParaRPr/>
          </a:p>
          <a:p>
            <a:pPr indent="-323850" lvl="0" marL="431800" rtl="0" algn="l">
              <a:lnSpc>
                <a:spcPct val="101000"/>
              </a:lnSpc>
              <a:spcBef>
                <a:spcPts val="200"/>
              </a:spcBef>
              <a:spcAft>
                <a:spcPts val="0"/>
              </a:spcAft>
              <a:buSzPts val="2200"/>
              <a:buNone/>
            </a:pPr>
            <a:r>
              <a:rPr b="0" i="0" lang="en-US" sz="2200" u="none">
                <a:solidFill>
                  <a:srgbClr val="808080"/>
                </a:solidFill>
                <a:latin typeface="Arial"/>
                <a:ea typeface="Arial"/>
                <a:cs typeface="Arial"/>
                <a:sym typeface="Arial"/>
              </a:rPr>
              <a:t>              (</a:t>
            </a:r>
            <a:r>
              <a:rPr b="0" i="0" lang="en-US" sz="2200" u="none">
                <a:solidFill>
                  <a:srgbClr val="0000FF"/>
                </a:solidFill>
                <a:latin typeface="Arial"/>
                <a:ea typeface="Arial"/>
                <a:cs typeface="Arial"/>
                <a:sym typeface="Arial"/>
              </a:rPr>
              <a:t>SELECT</a:t>
            </a:r>
            <a:r>
              <a:rPr b="0" i="0" lang="en-US" sz="2200" u="none">
                <a:solidFill>
                  <a:srgbClr val="000000"/>
                </a:solidFill>
                <a:latin typeface="Arial"/>
                <a:ea typeface="Arial"/>
                <a:cs typeface="Arial"/>
                <a:sym typeface="Arial"/>
              </a:rPr>
              <a:t> </a:t>
            </a:r>
            <a:r>
              <a:rPr b="0" i="0" lang="en-US" sz="2200" u="none">
                <a:solidFill>
                  <a:srgbClr val="008080"/>
                </a:solidFill>
                <a:latin typeface="Arial"/>
                <a:ea typeface="Arial"/>
                <a:cs typeface="Arial"/>
                <a:sym typeface="Arial"/>
              </a:rPr>
              <a:t>socho</a:t>
            </a:r>
            <a:r>
              <a:rPr b="0" i="0" lang="en-US" sz="2200" u="none">
                <a:solidFill>
                  <a:srgbClr val="000000"/>
                </a:solidFill>
                <a:latin typeface="Arial"/>
                <a:ea typeface="Arial"/>
                <a:cs typeface="Arial"/>
                <a:sym typeface="Arial"/>
              </a:rPr>
              <a:t> </a:t>
            </a:r>
            <a:r>
              <a:rPr b="0" i="0" lang="en-US" sz="2200" u="none">
                <a:solidFill>
                  <a:srgbClr val="0000FF"/>
                </a:solidFill>
                <a:latin typeface="Arial"/>
                <a:ea typeface="Arial"/>
                <a:cs typeface="Arial"/>
                <a:sym typeface="Arial"/>
              </a:rPr>
              <a:t>FROM</a:t>
            </a:r>
            <a:r>
              <a:rPr b="0" i="0" lang="en-US" sz="2200" u="none">
                <a:solidFill>
                  <a:srgbClr val="000000"/>
                </a:solidFill>
                <a:latin typeface="Arial"/>
                <a:ea typeface="Arial"/>
                <a:cs typeface="Arial"/>
                <a:sym typeface="Arial"/>
              </a:rPr>
              <a:t> </a:t>
            </a:r>
            <a:r>
              <a:rPr b="0" i="0" lang="en-US" sz="2200" u="none">
                <a:solidFill>
                  <a:srgbClr val="008080"/>
                </a:solidFill>
                <a:latin typeface="Arial"/>
                <a:ea typeface="Arial"/>
                <a:cs typeface="Arial"/>
                <a:sym typeface="Arial"/>
              </a:rPr>
              <a:t>LOAIMAYBAY</a:t>
            </a:r>
            <a:r>
              <a:rPr b="0" i="0" lang="en-US" sz="2200" u="none">
                <a:solidFill>
                  <a:srgbClr val="000000"/>
                </a:solidFill>
                <a:latin typeface="Arial"/>
                <a:ea typeface="Arial"/>
                <a:cs typeface="Arial"/>
                <a:sym typeface="Arial"/>
              </a:rPr>
              <a:t> </a:t>
            </a:r>
            <a:r>
              <a:rPr b="0" i="0" lang="en-US" sz="2200" u="none">
                <a:solidFill>
                  <a:srgbClr val="0000FF"/>
                </a:solidFill>
                <a:latin typeface="Arial"/>
                <a:ea typeface="Arial"/>
                <a:cs typeface="Arial"/>
                <a:sym typeface="Arial"/>
              </a:rPr>
              <a:t>WHERE</a:t>
            </a:r>
            <a:r>
              <a:rPr b="0" i="0" lang="en-US" sz="2200" u="none">
                <a:solidFill>
                  <a:srgbClr val="000000"/>
                </a:solidFill>
                <a:latin typeface="Arial"/>
                <a:ea typeface="Arial"/>
                <a:cs typeface="Arial"/>
                <a:sym typeface="Arial"/>
              </a:rPr>
              <a:t> </a:t>
            </a:r>
            <a:r>
              <a:rPr b="0" i="0" lang="en-US" sz="2200" u="none">
                <a:solidFill>
                  <a:srgbClr val="008080"/>
                </a:solidFill>
                <a:latin typeface="Arial"/>
                <a:ea typeface="Arial"/>
                <a:cs typeface="Arial"/>
                <a:sym typeface="Arial"/>
              </a:rPr>
              <a:t>NSX</a:t>
            </a:r>
            <a:r>
              <a:rPr b="0" i="0" lang="en-US" sz="2200" u="none">
                <a:solidFill>
                  <a:srgbClr val="808080"/>
                </a:solidFill>
                <a:latin typeface="Arial"/>
                <a:ea typeface="Arial"/>
                <a:cs typeface="Arial"/>
                <a:sym typeface="Arial"/>
              </a:rPr>
              <a:t>=</a:t>
            </a:r>
            <a:r>
              <a:rPr b="0" i="0" lang="en-US" sz="2200" u="none">
                <a:solidFill>
                  <a:srgbClr val="FF0000"/>
                </a:solidFill>
                <a:latin typeface="Arial"/>
                <a:ea typeface="Arial"/>
                <a:cs typeface="Arial"/>
                <a:sym typeface="Arial"/>
              </a:rPr>
              <a:t>'Boeing'</a:t>
            </a:r>
            <a:r>
              <a:rPr b="0" i="0" lang="en-US" sz="2200" u="none">
                <a:solidFill>
                  <a:srgbClr val="808080"/>
                </a:solidFill>
                <a:latin typeface="Arial"/>
                <a:ea typeface="Arial"/>
                <a:cs typeface="Arial"/>
                <a:sym typeface="Arial"/>
              </a:rPr>
              <a:t>)</a:t>
            </a:r>
            <a:endParaRPr/>
          </a:p>
          <a:p>
            <a:pPr indent="-323850" lvl="0" marL="431800" rtl="0" algn="l">
              <a:lnSpc>
                <a:spcPct val="101000"/>
              </a:lnSpc>
              <a:spcBef>
                <a:spcPts val="200"/>
              </a:spcBef>
              <a:spcAft>
                <a:spcPts val="0"/>
              </a:spcAft>
              <a:buSzPts val="2600"/>
              <a:buNone/>
            </a:pPr>
            <a:r>
              <a:rPr b="0" i="0" lang="en-US" sz="2600" u="none">
                <a:solidFill>
                  <a:srgbClr val="000000"/>
                </a:solidFill>
                <a:latin typeface="Arial"/>
                <a:ea typeface="Arial"/>
                <a:cs typeface="Arial"/>
                <a:sym typeface="Arial"/>
              </a:rPr>
              <a:t> </a:t>
            </a:r>
            <a:endParaRPr/>
          </a:p>
          <a:p>
            <a:pPr indent="-342900" lvl="0" marL="342900" rtl="0" algn="l">
              <a:lnSpc>
                <a:spcPct val="101000"/>
              </a:lnSpc>
              <a:spcBef>
                <a:spcPts val="1400"/>
              </a:spcBef>
              <a:spcAft>
                <a:spcPts val="0"/>
              </a:spcAft>
              <a:buNone/>
            </a:pPr>
            <a:r>
              <a:t/>
            </a:r>
            <a:endParaRPr b="0" i="0" sz="2600" u="none">
              <a:solidFill>
                <a:srgbClr val="000000"/>
              </a:solidFill>
              <a:latin typeface="Arial"/>
              <a:ea typeface="Arial"/>
              <a:cs typeface="Arial"/>
              <a:sym typeface="Arial"/>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7" name="Shape 927"/>
        <p:cNvGrpSpPr/>
        <p:nvPr/>
      </p:nvGrpSpPr>
      <p:grpSpPr>
        <a:xfrm>
          <a:off x="0" y="0"/>
          <a:ext cx="0" cy="0"/>
          <a:chOff x="0" y="0"/>
          <a:chExt cx="0" cy="0"/>
        </a:xfrm>
      </p:grpSpPr>
      <p:sp>
        <p:nvSpPr>
          <p:cNvPr id="928" name="Google Shape;928;p86"/>
          <p:cNvSpPr txBox="1"/>
          <p:nvPr>
            <p:ph type="title"/>
          </p:nvPr>
        </p:nvSpPr>
        <p:spPr>
          <a:xfrm>
            <a:off x="503237" y="301625"/>
            <a:ext cx="9070975" cy="1262062"/>
          </a:xfrm>
          <a:prstGeom prst="rect">
            <a:avLst/>
          </a:prstGeom>
          <a:noFill/>
          <a:ln>
            <a:noFill/>
          </a:ln>
        </p:spPr>
        <p:txBody>
          <a:bodyPr anchorCtr="0" anchor="ctr" bIns="0" lIns="0" spcFirstLastPara="1" rIns="0" wrap="square" tIns="0">
            <a:noAutofit/>
          </a:bodyPr>
          <a:lstStyle/>
          <a:p>
            <a:pPr indent="0" lvl="0" marL="0" rtl="0" algn="l">
              <a:lnSpc>
                <a:spcPct val="101000"/>
              </a:lnSpc>
              <a:spcBef>
                <a:spcPts val="0"/>
              </a:spcBef>
              <a:spcAft>
                <a:spcPts val="0"/>
              </a:spcAft>
              <a:buSzPts val="3200"/>
              <a:buNone/>
            </a:pPr>
            <a:r>
              <a:rPr b="1" i="0" lang="en-US" sz="3200" u="none">
                <a:solidFill>
                  <a:srgbClr val="000000"/>
                </a:solidFill>
                <a:latin typeface="Arial"/>
                <a:ea typeface="Arial"/>
                <a:cs typeface="Arial"/>
                <a:sym typeface="Arial"/>
              </a:rPr>
              <a:t>Truy vấn con – Điều kiện &amp; Toán tử</a:t>
            </a:r>
            <a:endParaRPr/>
          </a:p>
        </p:txBody>
      </p:sp>
      <p:sp>
        <p:nvSpPr>
          <p:cNvPr id="929" name="Google Shape;929;p86"/>
          <p:cNvSpPr txBox="1"/>
          <p:nvPr>
            <p:ph idx="1" type="body"/>
          </p:nvPr>
        </p:nvSpPr>
        <p:spPr>
          <a:xfrm>
            <a:off x="503237" y="1768475"/>
            <a:ext cx="9070975" cy="4989512"/>
          </a:xfrm>
          <a:prstGeom prst="rect">
            <a:avLst/>
          </a:prstGeom>
          <a:noFill/>
          <a:ln>
            <a:noFill/>
          </a:ln>
        </p:spPr>
        <p:txBody>
          <a:bodyPr anchorCtr="0" anchor="t" bIns="0" lIns="0" spcFirstLastPara="1" rIns="0" wrap="square" tIns="0">
            <a:noAutofit/>
          </a:bodyPr>
          <a:lstStyle/>
          <a:p>
            <a:pPr indent="-323850" lvl="0" marL="431800" rtl="0" algn="l">
              <a:lnSpc>
                <a:spcPct val="101000"/>
              </a:lnSpc>
              <a:spcBef>
                <a:spcPts val="0"/>
              </a:spcBef>
              <a:spcAft>
                <a:spcPts val="0"/>
              </a:spcAft>
              <a:buClr>
                <a:srgbClr val="000000"/>
              </a:buClr>
              <a:buSzPts val="1260"/>
              <a:buFont typeface="Noto Sans Symbols"/>
              <a:buChar char="●"/>
            </a:pPr>
            <a:r>
              <a:rPr b="0" i="0" lang="en-US" sz="2800" u="none">
                <a:solidFill>
                  <a:srgbClr val="000000"/>
                </a:solidFill>
                <a:latin typeface="Arial"/>
                <a:ea typeface="Arial"/>
                <a:cs typeface="Arial"/>
                <a:sym typeface="Arial"/>
              </a:rPr>
              <a:t>Ví dụ</a:t>
            </a:r>
            <a:endParaRPr/>
          </a:p>
          <a:p>
            <a:pPr indent="-323850" lvl="0" marL="431800" rtl="0" algn="l">
              <a:lnSpc>
                <a:spcPct val="101000"/>
              </a:lnSpc>
              <a:spcBef>
                <a:spcPts val="1400"/>
              </a:spcBef>
              <a:spcAft>
                <a:spcPts val="0"/>
              </a:spcAft>
              <a:buSzPts val="2600"/>
              <a:buNone/>
            </a:pPr>
            <a:r>
              <a:rPr b="0" i="0" lang="en-US" sz="2600" u="none">
                <a:solidFill>
                  <a:srgbClr val="000000"/>
                </a:solidFill>
                <a:latin typeface="Arial"/>
                <a:ea typeface="Arial"/>
                <a:cs typeface="Arial"/>
                <a:sym typeface="Arial"/>
              </a:rPr>
              <a:t>      3. Tìm các máy bay thực hiện ít nhất một chuyến bay đến Paris?</a:t>
            </a:r>
            <a:endParaRPr/>
          </a:p>
          <a:p>
            <a:pPr indent="-323850" lvl="0" marL="431800" rtl="0" algn="l">
              <a:lnSpc>
                <a:spcPct val="101000"/>
              </a:lnSpc>
              <a:spcBef>
                <a:spcPts val="1400"/>
              </a:spcBef>
              <a:spcAft>
                <a:spcPts val="0"/>
              </a:spcAft>
              <a:buSzPts val="2200"/>
              <a:buNone/>
            </a:pPr>
            <a:r>
              <a:rPr b="0" i="0" lang="en-US" sz="2200" u="none">
                <a:solidFill>
                  <a:srgbClr val="000000"/>
                </a:solidFill>
                <a:latin typeface="Arial"/>
                <a:ea typeface="Arial"/>
                <a:cs typeface="Arial"/>
                <a:sym typeface="Arial"/>
              </a:rPr>
              <a:t>         </a:t>
            </a:r>
            <a:endParaRPr/>
          </a:p>
          <a:p>
            <a:pPr indent="-323850" lvl="0" marL="431800" rtl="0" algn="l">
              <a:lnSpc>
                <a:spcPct val="101000"/>
              </a:lnSpc>
              <a:spcBef>
                <a:spcPts val="1400"/>
              </a:spcBef>
              <a:spcAft>
                <a:spcPts val="0"/>
              </a:spcAft>
              <a:buSzPts val="2200"/>
              <a:buNone/>
            </a:pPr>
            <a:r>
              <a:rPr b="0" i="0" lang="en-US" sz="2200" u="none">
                <a:solidFill>
                  <a:srgbClr val="0000FF"/>
                </a:solidFill>
                <a:latin typeface="Arial"/>
                <a:ea typeface="Arial"/>
                <a:cs typeface="Arial"/>
                <a:sym typeface="Arial"/>
              </a:rPr>
              <a:t>    SELECT</a:t>
            </a:r>
            <a:r>
              <a:rPr b="0" i="0" lang="en-US" sz="2200" u="none">
                <a:solidFill>
                  <a:srgbClr val="000000"/>
                </a:solidFill>
                <a:latin typeface="Arial"/>
                <a:ea typeface="Arial"/>
                <a:cs typeface="Arial"/>
                <a:sym typeface="Arial"/>
              </a:rPr>
              <a:t> </a:t>
            </a:r>
            <a:r>
              <a:rPr b="0" i="0" lang="en-US" sz="2200" u="none">
                <a:solidFill>
                  <a:srgbClr val="808080"/>
                </a:solidFill>
                <a:latin typeface="Arial"/>
                <a:ea typeface="Arial"/>
                <a:cs typeface="Arial"/>
                <a:sym typeface="Arial"/>
              </a:rPr>
              <a:t>*</a:t>
            </a:r>
            <a:r>
              <a:rPr b="0" i="0" lang="en-US" sz="2200" u="none">
                <a:solidFill>
                  <a:srgbClr val="000000"/>
                </a:solidFill>
                <a:latin typeface="Arial"/>
                <a:ea typeface="Arial"/>
                <a:cs typeface="Arial"/>
                <a:sym typeface="Arial"/>
              </a:rPr>
              <a:t> </a:t>
            </a:r>
            <a:r>
              <a:rPr b="0" i="0" lang="en-US" sz="2200" u="none">
                <a:solidFill>
                  <a:srgbClr val="0000FF"/>
                </a:solidFill>
                <a:latin typeface="Arial"/>
                <a:ea typeface="Arial"/>
                <a:cs typeface="Arial"/>
                <a:sym typeface="Arial"/>
              </a:rPr>
              <a:t>FROM</a:t>
            </a:r>
            <a:r>
              <a:rPr b="0" i="0" lang="en-US" sz="2200" u="none">
                <a:solidFill>
                  <a:srgbClr val="000000"/>
                </a:solidFill>
                <a:latin typeface="Arial"/>
                <a:ea typeface="Arial"/>
                <a:cs typeface="Arial"/>
                <a:sym typeface="Arial"/>
              </a:rPr>
              <a:t> </a:t>
            </a:r>
            <a:r>
              <a:rPr b="0" i="0" lang="en-US" sz="2200" u="none">
                <a:solidFill>
                  <a:srgbClr val="008080"/>
                </a:solidFill>
                <a:latin typeface="Arial"/>
                <a:ea typeface="Arial"/>
                <a:cs typeface="Arial"/>
                <a:sym typeface="Arial"/>
              </a:rPr>
              <a:t>MAYBAY</a:t>
            </a:r>
            <a:r>
              <a:rPr b="0" i="0" lang="en-US" sz="2200" u="none">
                <a:solidFill>
                  <a:srgbClr val="000000"/>
                </a:solidFill>
                <a:latin typeface="Arial"/>
                <a:ea typeface="Arial"/>
                <a:cs typeface="Arial"/>
                <a:sym typeface="Arial"/>
              </a:rPr>
              <a:t> </a:t>
            </a:r>
            <a:endParaRPr/>
          </a:p>
          <a:p>
            <a:pPr indent="-323850" lvl="0" marL="431800" rtl="0" algn="l">
              <a:lnSpc>
                <a:spcPct val="98000"/>
              </a:lnSpc>
              <a:spcBef>
                <a:spcPts val="400"/>
              </a:spcBef>
              <a:spcAft>
                <a:spcPts val="0"/>
              </a:spcAft>
              <a:buSzPts val="2200"/>
              <a:buNone/>
            </a:pPr>
            <a:r>
              <a:rPr b="0" i="0" lang="en-US" sz="2200" u="none">
                <a:solidFill>
                  <a:srgbClr val="000000"/>
                </a:solidFill>
                <a:latin typeface="Arial"/>
                <a:ea typeface="Arial"/>
                <a:cs typeface="Arial"/>
                <a:sym typeface="Arial"/>
              </a:rPr>
              <a:t>      </a:t>
            </a:r>
            <a:r>
              <a:rPr b="0" i="0" lang="en-US" sz="2200" u="none">
                <a:solidFill>
                  <a:srgbClr val="0000FF"/>
                </a:solidFill>
                <a:latin typeface="Arial"/>
                <a:ea typeface="Arial"/>
                <a:cs typeface="Arial"/>
                <a:sym typeface="Arial"/>
              </a:rPr>
              <a:t>WHERE</a:t>
            </a:r>
            <a:r>
              <a:rPr b="0" i="0" lang="en-US" sz="2200" u="none">
                <a:solidFill>
                  <a:srgbClr val="000000"/>
                </a:solidFill>
                <a:latin typeface="Arial"/>
                <a:ea typeface="Arial"/>
                <a:cs typeface="Arial"/>
                <a:sym typeface="Arial"/>
              </a:rPr>
              <a:t> </a:t>
            </a:r>
            <a:r>
              <a:rPr b="1" i="0" lang="en-US" sz="2200" u="none">
                <a:solidFill>
                  <a:srgbClr val="808080"/>
                </a:solidFill>
                <a:latin typeface="Arial"/>
                <a:ea typeface="Arial"/>
                <a:cs typeface="Arial"/>
                <a:sym typeface="Arial"/>
              </a:rPr>
              <a:t>EXISTS</a:t>
            </a:r>
            <a:r>
              <a:rPr b="0" i="0" lang="en-US" sz="2200" u="none">
                <a:solidFill>
                  <a:srgbClr val="0000FF"/>
                </a:solidFill>
                <a:latin typeface="Arial"/>
                <a:ea typeface="Arial"/>
                <a:cs typeface="Arial"/>
                <a:sym typeface="Arial"/>
              </a:rPr>
              <a:t> </a:t>
            </a:r>
            <a:r>
              <a:rPr b="0" i="0" lang="en-US" sz="2200" u="none">
                <a:solidFill>
                  <a:srgbClr val="808080"/>
                </a:solidFill>
                <a:latin typeface="Arial"/>
                <a:ea typeface="Arial"/>
                <a:cs typeface="Arial"/>
                <a:sym typeface="Arial"/>
              </a:rPr>
              <a:t>(</a:t>
            </a:r>
            <a:r>
              <a:rPr b="0" i="0" lang="en-US" sz="2200" u="none">
                <a:solidFill>
                  <a:srgbClr val="0000FF"/>
                </a:solidFill>
                <a:latin typeface="Arial"/>
                <a:ea typeface="Arial"/>
                <a:cs typeface="Arial"/>
                <a:sym typeface="Arial"/>
              </a:rPr>
              <a:t>SELECT</a:t>
            </a:r>
            <a:r>
              <a:rPr b="0" i="0" lang="en-US" sz="2200" u="none">
                <a:solidFill>
                  <a:srgbClr val="000000"/>
                </a:solidFill>
                <a:latin typeface="Arial"/>
                <a:ea typeface="Arial"/>
                <a:cs typeface="Arial"/>
                <a:sym typeface="Arial"/>
              </a:rPr>
              <a:t> </a:t>
            </a:r>
            <a:r>
              <a:rPr b="0" i="0" lang="en-US" sz="2200" u="none">
                <a:solidFill>
                  <a:srgbClr val="008080"/>
                </a:solidFill>
                <a:latin typeface="Arial"/>
                <a:ea typeface="Arial"/>
                <a:cs typeface="Arial"/>
                <a:sym typeface="Arial"/>
              </a:rPr>
              <a:t>MMB</a:t>
            </a:r>
            <a:r>
              <a:rPr b="0" i="0" lang="en-US" sz="2200" u="none">
                <a:solidFill>
                  <a:srgbClr val="000000"/>
                </a:solidFill>
                <a:latin typeface="Arial"/>
                <a:ea typeface="Arial"/>
                <a:cs typeface="Arial"/>
                <a:sym typeface="Arial"/>
              </a:rPr>
              <a:t> </a:t>
            </a:r>
            <a:r>
              <a:rPr b="0" i="0" lang="en-US" sz="2200" u="none">
                <a:solidFill>
                  <a:srgbClr val="0000FF"/>
                </a:solidFill>
                <a:latin typeface="Arial"/>
                <a:ea typeface="Arial"/>
                <a:cs typeface="Arial"/>
                <a:sym typeface="Arial"/>
              </a:rPr>
              <a:t>FROM</a:t>
            </a:r>
            <a:r>
              <a:rPr b="0" i="0" lang="en-US" sz="2200" u="none">
                <a:solidFill>
                  <a:srgbClr val="000000"/>
                </a:solidFill>
                <a:latin typeface="Arial"/>
                <a:ea typeface="Arial"/>
                <a:cs typeface="Arial"/>
                <a:sym typeface="Arial"/>
              </a:rPr>
              <a:t> </a:t>
            </a:r>
            <a:r>
              <a:rPr b="0" i="0" lang="en-US" sz="2200" u="none">
                <a:solidFill>
                  <a:srgbClr val="008080"/>
                </a:solidFill>
                <a:latin typeface="Arial"/>
                <a:ea typeface="Arial"/>
                <a:cs typeface="Arial"/>
                <a:sym typeface="Arial"/>
              </a:rPr>
              <a:t>CHUYENBAY</a:t>
            </a:r>
            <a:endParaRPr/>
          </a:p>
          <a:p>
            <a:pPr indent="-323850" lvl="0" marL="431800" rtl="0" algn="l">
              <a:lnSpc>
                <a:spcPct val="98000"/>
              </a:lnSpc>
              <a:spcBef>
                <a:spcPts val="400"/>
              </a:spcBef>
              <a:spcAft>
                <a:spcPts val="0"/>
              </a:spcAft>
              <a:buSzPts val="2200"/>
              <a:buNone/>
            </a:pPr>
            <a:r>
              <a:rPr b="0" i="0" lang="en-US" sz="2200" u="none">
                <a:solidFill>
                  <a:srgbClr val="000000"/>
                </a:solidFill>
                <a:latin typeface="Arial"/>
                <a:ea typeface="Arial"/>
                <a:cs typeface="Arial"/>
                <a:sym typeface="Arial"/>
              </a:rPr>
              <a:t>                         </a:t>
            </a:r>
            <a:r>
              <a:rPr b="0" i="0" lang="en-US" sz="2200" u="none">
                <a:solidFill>
                  <a:srgbClr val="0000FF"/>
                </a:solidFill>
                <a:latin typeface="Arial"/>
                <a:ea typeface="Arial"/>
                <a:cs typeface="Arial"/>
                <a:sym typeface="Arial"/>
              </a:rPr>
              <a:t>WHERE</a:t>
            </a:r>
            <a:r>
              <a:rPr b="0" i="0" lang="en-US" sz="2200" u="none">
                <a:solidFill>
                  <a:srgbClr val="000000"/>
                </a:solidFill>
                <a:latin typeface="Arial"/>
                <a:ea typeface="Arial"/>
                <a:cs typeface="Arial"/>
                <a:sym typeface="Arial"/>
              </a:rPr>
              <a:t> </a:t>
            </a:r>
            <a:r>
              <a:rPr b="1" i="0" lang="en-US" sz="2200" u="none">
                <a:solidFill>
                  <a:srgbClr val="008080"/>
                </a:solidFill>
                <a:latin typeface="Arial"/>
                <a:ea typeface="Arial"/>
                <a:cs typeface="Arial"/>
                <a:sym typeface="Arial"/>
              </a:rPr>
              <a:t>MAYBAY</a:t>
            </a:r>
            <a:r>
              <a:rPr b="1" i="0" lang="en-US" sz="2200" u="none">
                <a:solidFill>
                  <a:srgbClr val="808080"/>
                </a:solidFill>
                <a:latin typeface="Arial"/>
                <a:ea typeface="Arial"/>
                <a:cs typeface="Arial"/>
                <a:sym typeface="Arial"/>
              </a:rPr>
              <a:t>.</a:t>
            </a:r>
            <a:r>
              <a:rPr b="1" i="0" lang="en-US" sz="2200" u="none">
                <a:solidFill>
                  <a:srgbClr val="008080"/>
                </a:solidFill>
                <a:latin typeface="Arial"/>
                <a:ea typeface="Arial"/>
                <a:cs typeface="Arial"/>
                <a:sym typeface="Arial"/>
              </a:rPr>
              <a:t>MMB</a:t>
            </a:r>
            <a:r>
              <a:rPr b="1" i="0" lang="en-US" sz="2200" u="none">
                <a:solidFill>
                  <a:srgbClr val="808080"/>
                </a:solidFill>
                <a:latin typeface="Arial"/>
                <a:ea typeface="Arial"/>
                <a:cs typeface="Arial"/>
                <a:sym typeface="Arial"/>
              </a:rPr>
              <a:t>=</a:t>
            </a:r>
            <a:r>
              <a:rPr b="1" i="0" lang="en-US" sz="2200" u="none">
                <a:solidFill>
                  <a:srgbClr val="008080"/>
                </a:solidFill>
                <a:latin typeface="Arial"/>
                <a:ea typeface="Arial"/>
                <a:cs typeface="Arial"/>
                <a:sym typeface="Arial"/>
              </a:rPr>
              <a:t>CHUYENBAY</a:t>
            </a:r>
            <a:r>
              <a:rPr b="1" i="0" lang="en-US" sz="2200" u="none">
                <a:solidFill>
                  <a:srgbClr val="808080"/>
                </a:solidFill>
                <a:latin typeface="Arial"/>
                <a:ea typeface="Arial"/>
                <a:cs typeface="Arial"/>
                <a:sym typeface="Arial"/>
              </a:rPr>
              <a:t>.</a:t>
            </a:r>
            <a:r>
              <a:rPr b="1" i="0" lang="en-US" sz="2200" u="none">
                <a:solidFill>
                  <a:srgbClr val="008080"/>
                </a:solidFill>
                <a:latin typeface="Arial"/>
                <a:ea typeface="Arial"/>
                <a:cs typeface="Arial"/>
                <a:sym typeface="Arial"/>
              </a:rPr>
              <a:t>MMB</a:t>
            </a:r>
            <a:r>
              <a:rPr b="0" i="0" lang="en-US" sz="2200" u="none">
                <a:solidFill>
                  <a:srgbClr val="000000"/>
                </a:solidFill>
                <a:latin typeface="Arial"/>
                <a:ea typeface="Arial"/>
                <a:cs typeface="Arial"/>
                <a:sym typeface="Arial"/>
              </a:rPr>
              <a:t>    </a:t>
            </a:r>
            <a:endParaRPr/>
          </a:p>
          <a:p>
            <a:pPr indent="-323850" lvl="0" marL="431800" rtl="0" algn="l">
              <a:lnSpc>
                <a:spcPct val="98000"/>
              </a:lnSpc>
              <a:spcBef>
                <a:spcPts val="400"/>
              </a:spcBef>
              <a:spcAft>
                <a:spcPts val="0"/>
              </a:spcAft>
              <a:buSzPts val="2200"/>
              <a:buNone/>
            </a:pPr>
            <a:r>
              <a:rPr b="0" i="0" lang="en-US" sz="2200" u="none">
                <a:solidFill>
                  <a:srgbClr val="008080"/>
                </a:solidFill>
                <a:latin typeface="Arial"/>
                <a:ea typeface="Arial"/>
                <a:cs typeface="Arial"/>
                <a:sym typeface="Arial"/>
              </a:rPr>
              <a:t>                         </a:t>
            </a:r>
            <a:r>
              <a:rPr b="0" i="0" lang="en-US" sz="2200" u="none">
                <a:solidFill>
                  <a:srgbClr val="808080"/>
                </a:solidFill>
                <a:latin typeface="Arial"/>
                <a:ea typeface="Arial"/>
                <a:cs typeface="Arial"/>
                <a:sym typeface="Arial"/>
              </a:rPr>
              <a:t>AND </a:t>
            </a:r>
            <a:r>
              <a:rPr b="0" i="0" lang="en-US" sz="2200" u="none">
                <a:solidFill>
                  <a:srgbClr val="008080"/>
                </a:solidFill>
                <a:latin typeface="Arial"/>
                <a:ea typeface="Arial"/>
                <a:cs typeface="Arial"/>
                <a:sym typeface="Arial"/>
              </a:rPr>
              <a:t>noiden</a:t>
            </a:r>
            <a:r>
              <a:rPr b="0" i="0" lang="en-US" sz="2200" u="none">
                <a:solidFill>
                  <a:srgbClr val="808080"/>
                </a:solidFill>
                <a:latin typeface="Arial"/>
                <a:ea typeface="Arial"/>
                <a:cs typeface="Arial"/>
                <a:sym typeface="Arial"/>
              </a:rPr>
              <a:t>=</a:t>
            </a:r>
            <a:r>
              <a:rPr b="0" i="0" lang="en-US" sz="2200" u="none">
                <a:solidFill>
                  <a:srgbClr val="FF0000"/>
                </a:solidFill>
                <a:latin typeface="Arial"/>
                <a:ea typeface="Arial"/>
                <a:cs typeface="Arial"/>
                <a:sym typeface="Arial"/>
              </a:rPr>
              <a:t>'paris'</a:t>
            </a:r>
            <a:r>
              <a:rPr b="0" i="0" lang="en-US" sz="2200" u="none">
                <a:solidFill>
                  <a:srgbClr val="808080"/>
                </a:solidFill>
                <a:latin typeface="Arial"/>
                <a:ea typeface="Arial"/>
                <a:cs typeface="Arial"/>
                <a:sym typeface="Arial"/>
              </a:rPr>
              <a:t>)</a:t>
            </a:r>
            <a:endParaRPr/>
          </a:p>
          <a:p>
            <a:pPr indent="-323850" lvl="0" marL="431800" rtl="0" algn="l">
              <a:lnSpc>
                <a:spcPct val="98000"/>
              </a:lnSpc>
              <a:spcBef>
                <a:spcPts val="400"/>
              </a:spcBef>
              <a:spcAft>
                <a:spcPts val="0"/>
              </a:spcAft>
              <a:buSzPts val="2200"/>
              <a:buNone/>
            </a:pPr>
            <a:r>
              <a:t/>
            </a:r>
            <a:endParaRPr b="0" i="0" sz="2200" u="none">
              <a:solidFill>
                <a:srgbClr val="808080"/>
              </a:solidFill>
              <a:latin typeface="Arial"/>
              <a:ea typeface="Arial"/>
              <a:cs typeface="Arial"/>
              <a:sym typeface="Arial"/>
            </a:endParaRPr>
          </a:p>
          <a:p>
            <a:pPr indent="-323850" lvl="0" marL="431800" rtl="0" algn="l">
              <a:lnSpc>
                <a:spcPct val="98000"/>
              </a:lnSpc>
              <a:spcBef>
                <a:spcPts val="1400"/>
              </a:spcBef>
              <a:spcAft>
                <a:spcPts val="0"/>
              </a:spcAft>
              <a:buSzPts val="2200"/>
              <a:buNone/>
            </a:pPr>
            <a:r>
              <a:rPr b="0" i="0" lang="en-US" sz="2200" u="none">
                <a:solidFill>
                  <a:srgbClr val="808080"/>
                </a:solidFill>
                <a:latin typeface="Arial"/>
                <a:ea typeface="Arial"/>
                <a:cs typeface="Arial"/>
                <a:sym typeface="Arial"/>
              </a:rPr>
              <a:t>  </a:t>
            </a:r>
            <a:r>
              <a:rPr b="0" i="0" lang="en-US" sz="2200" u="none">
                <a:solidFill>
                  <a:srgbClr val="CC0000"/>
                </a:solidFill>
                <a:latin typeface="Arial"/>
                <a:ea typeface="Arial"/>
                <a:cs typeface="Arial"/>
                <a:sym typeface="Arial"/>
              </a:rPr>
              <a:t> </a:t>
            </a:r>
            <a:r>
              <a:rPr b="1" i="0" lang="en-US" sz="2200" u="none">
                <a:solidFill>
                  <a:srgbClr val="CC0000"/>
                </a:solidFill>
                <a:latin typeface="Arial"/>
                <a:ea typeface="Arial"/>
                <a:cs typeface="Arial"/>
                <a:sym typeface="Arial"/>
              </a:rPr>
              <a:t>=&gt; Cũng có thể sử dụng IN hoặc =ANY thay cho EXISTS</a:t>
            </a:r>
            <a:endParaRPr/>
          </a:p>
          <a:p>
            <a:pPr indent="-323850" lvl="0" marL="431800" rtl="0" algn="l">
              <a:lnSpc>
                <a:spcPct val="101000"/>
              </a:lnSpc>
              <a:spcBef>
                <a:spcPts val="1400"/>
              </a:spcBef>
              <a:spcAft>
                <a:spcPts val="0"/>
              </a:spcAft>
              <a:buSzPts val="2600"/>
              <a:buNone/>
            </a:pPr>
            <a:r>
              <a:rPr b="0" i="0" lang="en-US" sz="2600" u="none">
                <a:solidFill>
                  <a:srgbClr val="CC0000"/>
                </a:solidFill>
                <a:latin typeface="Arial"/>
                <a:ea typeface="Arial"/>
                <a:cs typeface="Arial"/>
                <a:sym typeface="Arial"/>
              </a:rPr>
              <a:t> </a:t>
            </a:r>
            <a:endParaRPr/>
          </a:p>
          <a:p>
            <a:pPr indent="-342900" lvl="0" marL="342900" rtl="0" algn="l">
              <a:lnSpc>
                <a:spcPct val="101000"/>
              </a:lnSpc>
              <a:spcBef>
                <a:spcPts val="1400"/>
              </a:spcBef>
              <a:spcAft>
                <a:spcPts val="0"/>
              </a:spcAft>
              <a:buNone/>
            </a:pPr>
            <a:r>
              <a:t/>
            </a:r>
            <a:endParaRPr b="0" i="0" sz="2600" u="none">
              <a:solidFill>
                <a:srgbClr val="CC0000"/>
              </a:solidFill>
              <a:latin typeface="Arial"/>
              <a:ea typeface="Arial"/>
              <a:cs typeface="Arial"/>
              <a:sym typeface="Arial"/>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4" name="Shape 934"/>
        <p:cNvGrpSpPr/>
        <p:nvPr/>
      </p:nvGrpSpPr>
      <p:grpSpPr>
        <a:xfrm>
          <a:off x="0" y="0"/>
          <a:ext cx="0" cy="0"/>
          <a:chOff x="0" y="0"/>
          <a:chExt cx="0" cy="0"/>
        </a:xfrm>
      </p:grpSpPr>
      <p:sp>
        <p:nvSpPr>
          <p:cNvPr id="935" name="Google Shape;935;p87"/>
          <p:cNvSpPr txBox="1"/>
          <p:nvPr>
            <p:ph type="title"/>
          </p:nvPr>
        </p:nvSpPr>
        <p:spPr>
          <a:xfrm>
            <a:off x="503237" y="301625"/>
            <a:ext cx="9070975" cy="1262062"/>
          </a:xfrm>
          <a:prstGeom prst="rect">
            <a:avLst/>
          </a:prstGeom>
          <a:noFill/>
          <a:ln>
            <a:noFill/>
          </a:ln>
        </p:spPr>
        <p:txBody>
          <a:bodyPr anchorCtr="0" anchor="ctr" bIns="0" lIns="0" spcFirstLastPara="1" rIns="0" wrap="square" tIns="0">
            <a:noAutofit/>
          </a:bodyPr>
          <a:lstStyle/>
          <a:p>
            <a:pPr indent="0" lvl="0" marL="0" rtl="0" algn="l">
              <a:lnSpc>
                <a:spcPct val="101000"/>
              </a:lnSpc>
              <a:spcBef>
                <a:spcPts val="0"/>
              </a:spcBef>
              <a:spcAft>
                <a:spcPts val="0"/>
              </a:spcAft>
              <a:buSzPts val="3200"/>
              <a:buNone/>
            </a:pPr>
            <a:r>
              <a:rPr b="1" i="0" lang="en-US" sz="3200" u="none">
                <a:solidFill>
                  <a:srgbClr val="000000"/>
                </a:solidFill>
                <a:latin typeface="Arial"/>
                <a:ea typeface="Arial"/>
                <a:cs typeface="Arial"/>
                <a:sym typeface="Arial"/>
              </a:rPr>
              <a:t>Sử dụng OUTER JOIN</a:t>
            </a:r>
            <a:endParaRPr/>
          </a:p>
        </p:txBody>
      </p:sp>
      <p:sp>
        <p:nvSpPr>
          <p:cNvPr id="936" name="Google Shape;936;p87"/>
          <p:cNvSpPr txBox="1"/>
          <p:nvPr>
            <p:ph idx="1" type="body"/>
          </p:nvPr>
        </p:nvSpPr>
        <p:spPr>
          <a:xfrm>
            <a:off x="503237" y="1768475"/>
            <a:ext cx="9070975" cy="6242050"/>
          </a:xfrm>
          <a:prstGeom prst="rect">
            <a:avLst/>
          </a:prstGeom>
          <a:noFill/>
          <a:ln>
            <a:noFill/>
          </a:ln>
        </p:spPr>
        <p:txBody>
          <a:bodyPr anchorCtr="0" anchor="t" bIns="0" lIns="0" spcFirstLastPara="1" rIns="0" wrap="square" tIns="0">
            <a:noAutofit/>
          </a:bodyPr>
          <a:lstStyle/>
          <a:p>
            <a:pPr indent="-323850" lvl="0" marL="431800" rtl="0" algn="l">
              <a:lnSpc>
                <a:spcPct val="101000"/>
              </a:lnSpc>
              <a:spcBef>
                <a:spcPts val="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LEFT JOIN, RIGHT JOIN sử dụng thay cho truy vấn con trong trường hợp sau (phép trừ):</a:t>
            </a:r>
            <a:endParaRPr/>
          </a:p>
          <a:p>
            <a:pPr indent="-323850" lvl="1" marL="863600" rtl="0" algn="l">
              <a:lnSpc>
                <a:spcPct val="98000"/>
              </a:lnSpc>
              <a:spcBef>
                <a:spcPts val="1400"/>
              </a:spcBef>
              <a:spcAft>
                <a:spcPts val="0"/>
              </a:spcAft>
              <a:buSzPts val="2200"/>
              <a:buNone/>
            </a:pPr>
            <a:r>
              <a:rPr b="0" i="0" lang="en-US" sz="2200" u="none">
                <a:solidFill>
                  <a:srgbClr val="0000FF"/>
                </a:solidFill>
                <a:latin typeface="Arial"/>
                <a:ea typeface="Arial"/>
                <a:cs typeface="Arial"/>
                <a:sym typeface="Arial"/>
              </a:rPr>
              <a:t>SELECT</a:t>
            </a:r>
            <a:r>
              <a:rPr b="0" i="0" lang="en-US" sz="2200" u="none">
                <a:solidFill>
                  <a:srgbClr val="000000"/>
                </a:solidFill>
                <a:latin typeface="Arial"/>
                <a:ea typeface="Arial"/>
                <a:cs typeface="Arial"/>
                <a:sym typeface="Arial"/>
              </a:rPr>
              <a:t> </a:t>
            </a:r>
            <a:r>
              <a:rPr b="0" i="0" lang="en-US" sz="2200" u="none">
                <a:solidFill>
                  <a:srgbClr val="008080"/>
                </a:solidFill>
                <a:latin typeface="Arial"/>
                <a:ea typeface="Arial"/>
                <a:cs typeface="Arial"/>
                <a:sym typeface="Arial"/>
              </a:rPr>
              <a:t>t1</a:t>
            </a:r>
            <a:r>
              <a:rPr b="0" i="0" lang="en-US" sz="2200" u="none">
                <a:solidFill>
                  <a:srgbClr val="808080"/>
                </a:solidFill>
                <a:latin typeface="Arial"/>
                <a:ea typeface="Arial"/>
                <a:cs typeface="Arial"/>
                <a:sym typeface="Arial"/>
              </a:rPr>
              <a:t>.* </a:t>
            </a:r>
            <a:r>
              <a:rPr b="0" i="0" lang="en-US" sz="2200" u="none">
                <a:solidFill>
                  <a:srgbClr val="0000FF"/>
                </a:solidFill>
                <a:latin typeface="Arial"/>
                <a:ea typeface="Arial"/>
                <a:cs typeface="Arial"/>
                <a:sym typeface="Arial"/>
              </a:rPr>
              <a:t>FROM</a:t>
            </a:r>
            <a:r>
              <a:rPr b="0" i="0" lang="en-US" sz="2200" u="none">
                <a:solidFill>
                  <a:srgbClr val="000000"/>
                </a:solidFill>
                <a:latin typeface="Arial"/>
                <a:ea typeface="Arial"/>
                <a:cs typeface="Arial"/>
                <a:sym typeface="Arial"/>
              </a:rPr>
              <a:t> </a:t>
            </a:r>
            <a:r>
              <a:rPr b="0" i="0" lang="en-US" sz="2200" u="none">
                <a:solidFill>
                  <a:srgbClr val="008080"/>
                </a:solidFill>
                <a:latin typeface="Arial"/>
                <a:ea typeface="Arial"/>
                <a:cs typeface="Arial"/>
                <a:sym typeface="Arial"/>
              </a:rPr>
              <a:t>Table1</a:t>
            </a:r>
            <a:r>
              <a:rPr b="0" i="0" lang="en-US" sz="2200" u="none">
                <a:solidFill>
                  <a:srgbClr val="000000"/>
                </a:solidFill>
                <a:latin typeface="Arial"/>
                <a:ea typeface="Arial"/>
                <a:cs typeface="Arial"/>
                <a:sym typeface="Arial"/>
              </a:rPr>
              <a:t> </a:t>
            </a:r>
            <a:r>
              <a:rPr b="0" i="0" lang="en-US" sz="2200" u="none">
                <a:solidFill>
                  <a:srgbClr val="008080"/>
                </a:solidFill>
                <a:latin typeface="Arial"/>
                <a:ea typeface="Arial"/>
                <a:cs typeface="Arial"/>
                <a:sym typeface="Arial"/>
              </a:rPr>
              <a:t>t1 </a:t>
            </a:r>
            <a:endParaRPr/>
          </a:p>
          <a:p>
            <a:pPr indent="-323850" lvl="1" marL="863600" rtl="0" algn="l">
              <a:lnSpc>
                <a:spcPct val="98000"/>
              </a:lnSpc>
              <a:spcBef>
                <a:spcPts val="400"/>
              </a:spcBef>
              <a:spcAft>
                <a:spcPts val="0"/>
              </a:spcAft>
              <a:buSzPts val="2200"/>
              <a:buNone/>
            </a:pPr>
            <a:r>
              <a:rPr b="0" i="0" lang="en-US" sz="2200" u="none">
                <a:solidFill>
                  <a:srgbClr val="0000FF"/>
                </a:solidFill>
                <a:latin typeface="Arial"/>
                <a:ea typeface="Arial"/>
                <a:cs typeface="Arial"/>
                <a:sym typeface="Arial"/>
              </a:rPr>
              <a:t>WHERE</a:t>
            </a:r>
            <a:r>
              <a:rPr b="0" i="0" lang="en-US" sz="2200" u="none">
                <a:solidFill>
                  <a:srgbClr val="000000"/>
                </a:solidFill>
                <a:latin typeface="Arial"/>
                <a:ea typeface="Arial"/>
                <a:cs typeface="Arial"/>
                <a:sym typeface="Arial"/>
              </a:rPr>
              <a:t> </a:t>
            </a:r>
            <a:r>
              <a:rPr b="0" i="0" lang="en-US" sz="2200" u="none">
                <a:solidFill>
                  <a:srgbClr val="008080"/>
                </a:solidFill>
                <a:latin typeface="Arial"/>
                <a:ea typeface="Arial"/>
                <a:cs typeface="Arial"/>
                <a:sym typeface="Arial"/>
              </a:rPr>
              <a:t>t1</a:t>
            </a:r>
            <a:r>
              <a:rPr b="0" i="0" lang="en-US" sz="2200" u="none">
                <a:solidFill>
                  <a:srgbClr val="808080"/>
                </a:solidFill>
                <a:latin typeface="Arial"/>
                <a:ea typeface="Arial"/>
                <a:cs typeface="Arial"/>
                <a:sym typeface="Arial"/>
              </a:rPr>
              <a:t>.</a:t>
            </a:r>
            <a:r>
              <a:rPr b="0" i="0" lang="en-US" sz="2200" u="none">
                <a:solidFill>
                  <a:srgbClr val="008080"/>
                </a:solidFill>
                <a:latin typeface="Arial"/>
                <a:ea typeface="Arial"/>
                <a:cs typeface="Arial"/>
                <a:sym typeface="Arial"/>
              </a:rPr>
              <a:t>ID</a:t>
            </a:r>
            <a:r>
              <a:rPr b="0" i="0" lang="en-US" sz="2200" u="none">
                <a:solidFill>
                  <a:srgbClr val="000000"/>
                </a:solidFill>
                <a:latin typeface="Arial"/>
                <a:ea typeface="Arial"/>
                <a:cs typeface="Arial"/>
                <a:sym typeface="Arial"/>
              </a:rPr>
              <a:t> </a:t>
            </a:r>
            <a:r>
              <a:rPr b="0" i="0" lang="en-US" sz="2200" u="none">
                <a:solidFill>
                  <a:srgbClr val="808080"/>
                </a:solidFill>
                <a:latin typeface="Arial"/>
                <a:ea typeface="Arial"/>
                <a:cs typeface="Arial"/>
                <a:sym typeface="Arial"/>
              </a:rPr>
              <a:t>NOT</a:t>
            </a:r>
            <a:r>
              <a:rPr b="0" i="0" lang="en-US" sz="2200" u="none">
                <a:solidFill>
                  <a:srgbClr val="000000"/>
                </a:solidFill>
                <a:latin typeface="Arial"/>
                <a:ea typeface="Arial"/>
                <a:cs typeface="Arial"/>
                <a:sym typeface="Arial"/>
              </a:rPr>
              <a:t> </a:t>
            </a:r>
            <a:r>
              <a:rPr b="0" i="0" lang="en-US" sz="2200" u="none">
                <a:solidFill>
                  <a:srgbClr val="808080"/>
                </a:solidFill>
                <a:latin typeface="Arial"/>
                <a:ea typeface="Arial"/>
                <a:cs typeface="Arial"/>
                <a:sym typeface="Arial"/>
              </a:rPr>
              <a:t>IN</a:t>
            </a:r>
            <a:r>
              <a:rPr b="0" i="0" lang="en-US" sz="2200" u="none">
                <a:solidFill>
                  <a:srgbClr val="0000FF"/>
                </a:solidFill>
                <a:latin typeface="Arial"/>
                <a:ea typeface="Arial"/>
                <a:cs typeface="Arial"/>
                <a:sym typeface="Arial"/>
              </a:rPr>
              <a:t> </a:t>
            </a:r>
            <a:r>
              <a:rPr b="0" i="0" lang="en-US" sz="2200" u="none">
                <a:solidFill>
                  <a:srgbClr val="808080"/>
                </a:solidFill>
                <a:latin typeface="Arial"/>
                <a:ea typeface="Arial"/>
                <a:cs typeface="Arial"/>
                <a:sym typeface="Arial"/>
              </a:rPr>
              <a:t>(</a:t>
            </a:r>
            <a:r>
              <a:rPr b="0" i="0" lang="en-US" sz="2200" u="none">
                <a:solidFill>
                  <a:srgbClr val="0000FF"/>
                </a:solidFill>
                <a:latin typeface="Arial"/>
                <a:ea typeface="Arial"/>
                <a:cs typeface="Arial"/>
                <a:sym typeface="Arial"/>
              </a:rPr>
              <a:t>SELECT</a:t>
            </a:r>
            <a:r>
              <a:rPr b="0" i="0" lang="en-US" sz="2200" u="none">
                <a:solidFill>
                  <a:srgbClr val="000000"/>
                </a:solidFill>
                <a:latin typeface="Arial"/>
                <a:ea typeface="Arial"/>
                <a:cs typeface="Arial"/>
                <a:sym typeface="Arial"/>
              </a:rPr>
              <a:t> </a:t>
            </a:r>
            <a:r>
              <a:rPr b="0" i="0" lang="en-US" sz="2200" u="none">
                <a:solidFill>
                  <a:srgbClr val="008080"/>
                </a:solidFill>
                <a:latin typeface="Arial"/>
                <a:ea typeface="Arial"/>
                <a:cs typeface="Arial"/>
                <a:sym typeface="Arial"/>
              </a:rPr>
              <a:t>t2</a:t>
            </a:r>
            <a:r>
              <a:rPr b="0" i="0" lang="en-US" sz="2200" u="none">
                <a:solidFill>
                  <a:srgbClr val="808080"/>
                </a:solidFill>
                <a:latin typeface="Arial"/>
                <a:ea typeface="Arial"/>
                <a:cs typeface="Arial"/>
                <a:sym typeface="Arial"/>
              </a:rPr>
              <a:t>.</a:t>
            </a:r>
            <a:r>
              <a:rPr b="0" i="0" lang="en-US" sz="2200" u="none">
                <a:solidFill>
                  <a:srgbClr val="008080"/>
                </a:solidFill>
                <a:latin typeface="Arial"/>
                <a:ea typeface="Arial"/>
                <a:cs typeface="Arial"/>
                <a:sym typeface="Arial"/>
              </a:rPr>
              <a:t>ID</a:t>
            </a:r>
            <a:r>
              <a:rPr b="0" i="0" lang="en-US" sz="2200" u="none">
                <a:solidFill>
                  <a:srgbClr val="000000"/>
                </a:solidFill>
                <a:latin typeface="Arial"/>
                <a:ea typeface="Arial"/>
                <a:cs typeface="Arial"/>
                <a:sym typeface="Arial"/>
              </a:rPr>
              <a:t> </a:t>
            </a:r>
            <a:r>
              <a:rPr b="0" i="0" lang="en-US" sz="2200" u="none">
                <a:solidFill>
                  <a:srgbClr val="0000FF"/>
                </a:solidFill>
                <a:latin typeface="Arial"/>
                <a:ea typeface="Arial"/>
                <a:cs typeface="Arial"/>
                <a:sym typeface="Arial"/>
              </a:rPr>
              <a:t>FROM</a:t>
            </a:r>
            <a:r>
              <a:rPr b="0" i="0" lang="en-US" sz="2200" u="none">
                <a:solidFill>
                  <a:srgbClr val="000000"/>
                </a:solidFill>
                <a:latin typeface="Arial"/>
                <a:ea typeface="Arial"/>
                <a:cs typeface="Arial"/>
                <a:sym typeface="Arial"/>
              </a:rPr>
              <a:t> </a:t>
            </a:r>
            <a:r>
              <a:rPr b="0" i="0" lang="en-US" sz="2200" u="none">
                <a:solidFill>
                  <a:srgbClr val="008080"/>
                </a:solidFill>
                <a:latin typeface="Arial"/>
                <a:ea typeface="Arial"/>
                <a:cs typeface="Arial"/>
                <a:sym typeface="Arial"/>
              </a:rPr>
              <a:t>Table2</a:t>
            </a:r>
            <a:r>
              <a:rPr b="0" i="0" lang="en-US" sz="2200" u="none">
                <a:solidFill>
                  <a:srgbClr val="000000"/>
                </a:solidFill>
                <a:latin typeface="Arial"/>
                <a:ea typeface="Arial"/>
                <a:cs typeface="Arial"/>
                <a:sym typeface="Arial"/>
              </a:rPr>
              <a:t> </a:t>
            </a:r>
            <a:r>
              <a:rPr b="0" i="0" lang="en-US" sz="2200" u="none">
                <a:solidFill>
                  <a:srgbClr val="008080"/>
                </a:solidFill>
                <a:latin typeface="Arial"/>
                <a:ea typeface="Arial"/>
                <a:cs typeface="Arial"/>
                <a:sym typeface="Arial"/>
              </a:rPr>
              <a:t>t2</a:t>
            </a:r>
            <a:r>
              <a:rPr b="0" i="0" lang="en-US" sz="2200" u="none">
                <a:solidFill>
                  <a:srgbClr val="808080"/>
                </a:solidFill>
                <a:latin typeface="Arial"/>
                <a:ea typeface="Arial"/>
                <a:cs typeface="Arial"/>
                <a:sym typeface="Arial"/>
              </a:rPr>
              <a:t>)</a:t>
            </a:r>
            <a:endParaRPr/>
          </a:p>
          <a:p>
            <a:pPr indent="-323850" lvl="1" marL="863600" rtl="0" algn="l">
              <a:lnSpc>
                <a:spcPct val="101000"/>
              </a:lnSpc>
              <a:spcBef>
                <a:spcPts val="400"/>
              </a:spcBef>
              <a:spcAft>
                <a:spcPts val="0"/>
              </a:spcAft>
              <a:buSzPts val="2400"/>
              <a:buNone/>
            </a:pPr>
            <a:r>
              <a:rPr b="0" i="0" lang="en-US" sz="2400" u="none">
                <a:solidFill>
                  <a:srgbClr val="000000"/>
                </a:solidFill>
                <a:latin typeface="Arial"/>
                <a:ea typeface="Arial"/>
                <a:cs typeface="Arial"/>
                <a:sym typeface="Arial"/>
              </a:rPr>
              <a:t>Được thay bằng</a:t>
            </a:r>
            <a:endParaRPr/>
          </a:p>
          <a:p>
            <a:pPr indent="-323850" lvl="1" marL="863600" rtl="0" algn="l">
              <a:lnSpc>
                <a:spcPct val="98000"/>
              </a:lnSpc>
              <a:spcBef>
                <a:spcPts val="400"/>
              </a:spcBef>
              <a:spcAft>
                <a:spcPts val="0"/>
              </a:spcAft>
              <a:buSzPts val="2200"/>
              <a:buNone/>
            </a:pPr>
            <a:r>
              <a:rPr b="0" i="0" lang="en-US" sz="2200" u="none">
                <a:solidFill>
                  <a:srgbClr val="0000FF"/>
                </a:solidFill>
                <a:latin typeface="Arial"/>
                <a:ea typeface="Arial"/>
                <a:cs typeface="Arial"/>
                <a:sym typeface="Arial"/>
              </a:rPr>
              <a:t>SELECT</a:t>
            </a:r>
            <a:r>
              <a:rPr b="0" i="0" lang="en-US" sz="2200" u="none">
                <a:solidFill>
                  <a:srgbClr val="808080"/>
                </a:solidFill>
                <a:latin typeface="Arial"/>
                <a:ea typeface="Arial"/>
                <a:cs typeface="Arial"/>
                <a:sym typeface="Arial"/>
              </a:rPr>
              <a:t> </a:t>
            </a:r>
            <a:r>
              <a:rPr b="0" i="0" lang="en-US" sz="2200" u="none">
                <a:solidFill>
                  <a:srgbClr val="008080"/>
                </a:solidFill>
                <a:latin typeface="Arial"/>
                <a:ea typeface="Arial"/>
                <a:cs typeface="Arial"/>
                <a:sym typeface="Arial"/>
              </a:rPr>
              <a:t>t1</a:t>
            </a:r>
            <a:r>
              <a:rPr b="0" i="0" lang="en-US" sz="2200" u="none">
                <a:solidFill>
                  <a:srgbClr val="808080"/>
                </a:solidFill>
                <a:latin typeface="Arial"/>
                <a:ea typeface="Arial"/>
                <a:cs typeface="Arial"/>
                <a:sym typeface="Arial"/>
              </a:rPr>
              <a:t>.* </a:t>
            </a:r>
            <a:endParaRPr/>
          </a:p>
          <a:p>
            <a:pPr indent="-323850" lvl="1" marL="863600" rtl="0" algn="l">
              <a:lnSpc>
                <a:spcPct val="98000"/>
              </a:lnSpc>
              <a:spcBef>
                <a:spcPts val="400"/>
              </a:spcBef>
              <a:spcAft>
                <a:spcPts val="0"/>
              </a:spcAft>
              <a:buSzPts val="2200"/>
              <a:buNone/>
            </a:pPr>
            <a:r>
              <a:rPr b="0" i="0" lang="en-US" sz="2200" u="none">
                <a:solidFill>
                  <a:srgbClr val="0000FF"/>
                </a:solidFill>
                <a:latin typeface="Arial"/>
                <a:ea typeface="Arial"/>
                <a:cs typeface="Arial"/>
                <a:sym typeface="Arial"/>
              </a:rPr>
              <a:t>FROM</a:t>
            </a:r>
            <a:r>
              <a:rPr b="0" i="0" lang="en-US" sz="2200" u="none">
                <a:solidFill>
                  <a:srgbClr val="808080"/>
                </a:solidFill>
                <a:latin typeface="Arial"/>
                <a:ea typeface="Arial"/>
                <a:cs typeface="Arial"/>
                <a:sym typeface="Arial"/>
              </a:rPr>
              <a:t> </a:t>
            </a:r>
            <a:r>
              <a:rPr b="0" i="0" lang="en-US" sz="2200" u="none">
                <a:solidFill>
                  <a:srgbClr val="008080"/>
                </a:solidFill>
                <a:latin typeface="Arial"/>
                <a:ea typeface="Arial"/>
                <a:cs typeface="Arial"/>
                <a:sym typeface="Arial"/>
              </a:rPr>
              <a:t>Table1</a:t>
            </a:r>
            <a:r>
              <a:rPr b="0" i="0" lang="en-US" sz="2200" u="none">
                <a:solidFill>
                  <a:srgbClr val="808080"/>
                </a:solidFill>
                <a:latin typeface="Arial"/>
                <a:ea typeface="Arial"/>
                <a:cs typeface="Arial"/>
                <a:sym typeface="Arial"/>
              </a:rPr>
              <a:t> </a:t>
            </a:r>
            <a:r>
              <a:rPr b="0" i="0" lang="en-US" sz="2200" u="none">
                <a:solidFill>
                  <a:srgbClr val="008080"/>
                </a:solidFill>
                <a:latin typeface="Arial"/>
                <a:ea typeface="Arial"/>
                <a:cs typeface="Arial"/>
                <a:sym typeface="Arial"/>
              </a:rPr>
              <a:t>t1 </a:t>
            </a:r>
            <a:r>
              <a:rPr b="0" i="0" lang="en-US" sz="2200" u="none">
                <a:solidFill>
                  <a:srgbClr val="808080"/>
                </a:solidFill>
                <a:latin typeface="Arial"/>
                <a:ea typeface="Arial"/>
                <a:cs typeface="Arial"/>
                <a:sym typeface="Arial"/>
              </a:rPr>
              <a:t>LEFT JOIN </a:t>
            </a:r>
            <a:r>
              <a:rPr b="0" i="0" lang="en-US" sz="2200" u="none">
                <a:solidFill>
                  <a:srgbClr val="008080"/>
                </a:solidFill>
                <a:latin typeface="Arial"/>
                <a:ea typeface="Arial"/>
                <a:cs typeface="Arial"/>
                <a:sym typeface="Arial"/>
              </a:rPr>
              <a:t>Table2</a:t>
            </a:r>
            <a:r>
              <a:rPr b="0" i="0" lang="en-US" sz="2200" u="none">
                <a:solidFill>
                  <a:srgbClr val="808080"/>
                </a:solidFill>
                <a:latin typeface="Arial"/>
                <a:ea typeface="Arial"/>
                <a:cs typeface="Arial"/>
                <a:sym typeface="Arial"/>
              </a:rPr>
              <a:t> </a:t>
            </a:r>
            <a:r>
              <a:rPr b="0" i="0" lang="en-US" sz="2200" u="none">
                <a:solidFill>
                  <a:srgbClr val="008080"/>
                </a:solidFill>
                <a:latin typeface="Arial"/>
                <a:ea typeface="Arial"/>
                <a:cs typeface="Arial"/>
                <a:sym typeface="Arial"/>
              </a:rPr>
              <a:t>t2</a:t>
            </a:r>
            <a:r>
              <a:rPr b="0" i="0" lang="en-US" sz="2200" u="none">
                <a:solidFill>
                  <a:srgbClr val="808080"/>
                </a:solidFill>
                <a:latin typeface="Arial"/>
                <a:ea typeface="Arial"/>
                <a:cs typeface="Arial"/>
                <a:sym typeface="Arial"/>
              </a:rPr>
              <a:t> </a:t>
            </a:r>
            <a:endParaRPr/>
          </a:p>
          <a:p>
            <a:pPr indent="-323850" lvl="1" marL="863600" rtl="0" algn="l">
              <a:lnSpc>
                <a:spcPct val="98000"/>
              </a:lnSpc>
              <a:spcBef>
                <a:spcPts val="400"/>
              </a:spcBef>
              <a:spcAft>
                <a:spcPts val="0"/>
              </a:spcAft>
              <a:buSzPts val="2200"/>
              <a:buNone/>
            </a:pPr>
            <a:r>
              <a:rPr b="0" i="0" lang="en-US" sz="2200" u="none">
                <a:solidFill>
                  <a:srgbClr val="808080"/>
                </a:solidFill>
                <a:latin typeface="Arial"/>
                <a:ea typeface="Arial"/>
                <a:cs typeface="Arial"/>
                <a:sym typeface="Arial"/>
              </a:rPr>
              <a:t>               </a:t>
            </a:r>
            <a:r>
              <a:rPr b="0" i="0" lang="en-US" sz="2200" u="none">
                <a:solidFill>
                  <a:srgbClr val="0000FF"/>
                </a:solidFill>
                <a:latin typeface="Arial"/>
                <a:ea typeface="Arial"/>
                <a:cs typeface="Arial"/>
                <a:sym typeface="Arial"/>
              </a:rPr>
              <a:t>ON</a:t>
            </a:r>
            <a:r>
              <a:rPr b="0" i="0" lang="en-US" sz="2200" u="none">
                <a:solidFill>
                  <a:srgbClr val="808080"/>
                </a:solidFill>
                <a:latin typeface="Arial"/>
                <a:ea typeface="Arial"/>
                <a:cs typeface="Arial"/>
                <a:sym typeface="Arial"/>
              </a:rPr>
              <a:t> </a:t>
            </a:r>
            <a:r>
              <a:rPr b="0" i="0" lang="en-US" sz="2200" u="none">
                <a:solidFill>
                  <a:srgbClr val="008080"/>
                </a:solidFill>
                <a:latin typeface="Arial"/>
                <a:ea typeface="Arial"/>
                <a:cs typeface="Arial"/>
                <a:sym typeface="Arial"/>
              </a:rPr>
              <a:t>t1</a:t>
            </a:r>
            <a:r>
              <a:rPr b="0" i="0" lang="en-US" sz="2200" u="none">
                <a:solidFill>
                  <a:srgbClr val="808080"/>
                </a:solidFill>
                <a:latin typeface="Arial"/>
                <a:ea typeface="Arial"/>
                <a:cs typeface="Arial"/>
                <a:sym typeface="Arial"/>
              </a:rPr>
              <a:t>.</a:t>
            </a:r>
            <a:r>
              <a:rPr b="0" i="0" lang="en-US" sz="2200" u="none">
                <a:solidFill>
                  <a:srgbClr val="008080"/>
                </a:solidFill>
                <a:latin typeface="Arial"/>
                <a:ea typeface="Arial"/>
                <a:cs typeface="Arial"/>
                <a:sym typeface="Arial"/>
              </a:rPr>
              <a:t>ID</a:t>
            </a:r>
            <a:r>
              <a:rPr b="0" i="0" lang="en-US" sz="2200" u="none">
                <a:solidFill>
                  <a:srgbClr val="808080"/>
                </a:solidFill>
                <a:latin typeface="Arial"/>
                <a:ea typeface="Arial"/>
                <a:cs typeface="Arial"/>
                <a:sym typeface="Arial"/>
              </a:rPr>
              <a:t> = </a:t>
            </a:r>
            <a:r>
              <a:rPr b="0" i="0" lang="en-US" sz="2200" u="none">
                <a:solidFill>
                  <a:srgbClr val="008080"/>
                </a:solidFill>
                <a:latin typeface="Arial"/>
                <a:ea typeface="Arial"/>
                <a:cs typeface="Arial"/>
                <a:sym typeface="Arial"/>
              </a:rPr>
              <a:t>t2</a:t>
            </a:r>
            <a:r>
              <a:rPr b="0" i="0" lang="en-US" sz="2200" u="none">
                <a:solidFill>
                  <a:srgbClr val="808080"/>
                </a:solidFill>
                <a:latin typeface="Arial"/>
                <a:ea typeface="Arial"/>
                <a:cs typeface="Arial"/>
                <a:sym typeface="Arial"/>
              </a:rPr>
              <a:t>.</a:t>
            </a:r>
            <a:r>
              <a:rPr b="0" i="0" lang="en-US" sz="2200" u="none">
                <a:solidFill>
                  <a:srgbClr val="008080"/>
                </a:solidFill>
                <a:latin typeface="Arial"/>
                <a:ea typeface="Arial"/>
                <a:cs typeface="Arial"/>
                <a:sym typeface="Arial"/>
              </a:rPr>
              <a:t>ID</a:t>
            </a:r>
            <a:endParaRPr/>
          </a:p>
          <a:p>
            <a:pPr indent="-323850" lvl="1" marL="863600" rtl="0" algn="l">
              <a:lnSpc>
                <a:spcPct val="98000"/>
              </a:lnSpc>
              <a:spcBef>
                <a:spcPts val="400"/>
              </a:spcBef>
              <a:spcAft>
                <a:spcPts val="0"/>
              </a:spcAft>
              <a:buSzPts val="2200"/>
              <a:buNone/>
            </a:pPr>
            <a:r>
              <a:rPr b="0" i="0" lang="en-US" sz="2200" u="none">
                <a:solidFill>
                  <a:srgbClr val="0000FF"/>
                </a:solidFill>
                <a:latin typeface="Arial"/>
                <a:ea typeface="Arial"/>
                <a:cs typeface="Arial"/>
                <a:sym typeface="Arial"/>
              </a:rPr>
              <a:t>WHERE</a:t>
            </a:r>
            <a:r>
              <a:rPr b="0" i="0" lang="en-US" sz="2200" u="none">
                <a:solidFill>
                  <a:srgbClr val="808080"/>
                </a:solidFill>
                <a:latin typeface="Arial"/>
                <a:ea typeface="Arial"/>
                <a:cs typeface="Arial"/>
                <a:sym typeface="Arial"/>
              </a:rPr>
              <a:t> </a:t>
            </a:r>
            <a:r>
              <a:rPr b="0" i="0" lang="en-US" sz="2200" u="none">
                <a:solidFill>
                  <a:srgbClr val="008080"/>
                </a:solidFill>
                <a:latin typeface="Arial"/>
                <a:ea typeface="Arial"/>
                <a:cs typeface="Arial"/>
                <a:sym typeface="Arial"/>
              </a:rPr>
              <a:t>t2</a:t>
            </a:r>
            <a:r>
              <a:rPr b="0" i="0" lang="en-US" sz="2200" u="none">
                <a:solidFill>
                  <a:srgbClr val="808080"/>
                </a:solidFill>
                <a:latin typeface="Arial"/>
                <a:ea typeface="Arial"/>
                <a:cs typeface="Arial"/>
                <a:sym typeface="Arial"/>
              </a:rPr>
              <a:t>.</a:t>
            </a:r>
            <a:r>
              <a:rPr b="0" i="0" lang="en-US" sz="2200" u="none">
                <a:solidFill>
                  <a:srgbClr val="008080"/>
                </a:solidFill>
                <a:latin typeface="Arial"/>
                <a:ea typeface="Arial"/>
                <a:cs typeface="Arial"/>
                <a:sym typeface="Arial"/>
              </a:rPr>
              <a:t>ID</a:t>
            </a:r>
            <a:r>
              <a:rPr b="0" i="0" lang="en-US" sz="2200" u="none">
                <a:solidFill>
                  <a:srgbClr val="808080"/>
                </a:solidFill>
                <a:latin typeface="Arial"/>
                <a:ea typeface="Arial"/>
                <a:cs typeface="Arial"/>
                <a:sym typeface="Arial"/>
              </a:rPr>
              <a:t> IS NULL</a:t>
            </a:r>
            <a:endParaRPr/>
          </a:p>
          <a:p>
            <a:pPr indent="-323850" lvl="1" marL="863600" rtl="0" algn="l">
              <a:lnSpc>
                <a:spcPct val="98000"/>
              </a:lnSpc>
              <a:spcBef>
                <a:spcPts val="400"/>
              </a:spcBef>
              <a:spcAft>
                <a:spcPts val="0"/>
              </a:spcAft>
              <a:buClr>
                <a:srgbClr val="000000"/>
              </a:buClr>
              <a:buSzPts val="1650"/>
              <a:buFont typeface="Noto Sans Symbols"/>
              <a:buChar char="−"/>
            </a:pPr>
            <a:r>
              <a:rPr b="0" i="0" lang="en-US" sz="2200" u="none">
                <a:solidFill>
                  <a:srgbClr val="808080"/>
                </a:solidFill>
                <a:latin typeface="Arial"/>
                <a:ea typeface="Arial"/>
                <a:cs typeface="Arial"/>
                <a:sym typeface="Arial"/>
              </a:rPr>
              <a:t>Hoặc</a:t>
            </a:r>
            <a:endParaRPr/>
          </a:p>
          <a:p>
            <a:pPr indent="-323850" lvl="1" marL="863600" rtl="0" algn="l">
              <a:lnSpc>
                <a:spcPct val="98000"/>
              </a:lnSpc>
              <a:spcBef>
                <a:spcPts val="400"/>
              </a:spcBef>
              <a:spcAft>
                <a:spcPts val="0"/>
              </a:spcAft>
              <a:buSzPts val="2200"/>
              <a:buNone/>
            </a:pPr>
            <a:r>
              <a:rPr b="0" i="0" lang="en-US" sz="2200" u="none">
                <a:solidFill>
                  <a:srgbClr val="0000FF"/>
                </a:solidFill>
                <a:latin typeface="Arial"/>
                <a:ea typeface="Arial"/>
                <a:cs typeface="Arial"/>
                <a:sym typeface="Arial"/>
              </a:rPr>
              <a:t>SELECT</a:t>
            </a:r>
            <a:r>
              <a:rPr b="0" i="0" lang="en-US" sz="2200" u="none">
                <a:solidFill>
                  <a:srgbClr val="808080"/>
                </a:solidFill>
                <a:latin typeface="Arial"/>
                <a:ea typeface="Arial"/>
                <a:cs typeface="Arial"/>
                <a:sym typeface="Arial"/>
              </a:rPr>
              <a:t> </a:t>
            </a:r>
            <a:r>
              <a:rPr b="0" i="0" lang="en-US" sz="2200" u="none">
                <a:solidFill>
                  <a:srgbClr val="008080"/>
                </a:solidFill>
                <a:latin typeface="Arial"/>
                <a:ea typeface="Arial"/>
                <a:cs typeface="Arial"/>
                <a:sym typeface="Arial"/>
              </a:rPr>
              <a:t>t1</a:t>
            </a:r>
            <a:r>
              <a:rPr b="0" i="0" lang="en-US" sz="2200" u="none">
                <a:solidFill>
                  <a:srgbClr val="808080"/>
                </a:solidFill>
                <a:latin typeface="Arial"/>
                <a:ea typeface="Arial"/>
                <a:cs typeface="Arial"/>
                <a:sym typeface="Arial"/>
              </a:rPr>
              <a:t>.* </a:t>
            </a:r>
            <a:endParaRPr/>
          </a:p>
          <a:p>
            <a:pPr indent="-323850" lvl="1" marL="863600" rtl="0" algn="l">
              <a:lnSpc>
                <a:spcPct val="98000"/>
              </a:lnSpc>
              <a:spcBef>
                <a:spcPts val="400"/>
              </a:spcBef>
              <a:spcAft>
                <a:spcPts val="0"/>
              </a:spcAft>
              <a:buSzPts val="2200"/>
              <a:buNone/>
            </a:pPr>
            <a:r>
              <a:rPr b="0" i="0" lang="en-US" sz="2200" u="none">
                <a:solidFill>
                  <a:srgbClr val="0000FF"/>
                </a:solidFill>
                <a:latin typeface="Arial"/>
                <a:ea typeface="Arial"/>
                <a:cs typeface="Arial"/>
                <a:sym typeface="Arial"/>
              </a:rPr>
              <a:t>FROM</a:t>
            </a:r>
            <a:r>
              <a:rPr b="0" i="0" lang="en-US" sz="2200" u="none">
                <a:solidFill>
                  <a:srgbClr val="808080"/>
                </a:solidFill>
                <a:latin typeface="Arial"/>
                <a:ea typeface="Arial"/>
                <a:cs typeface="Arial"/>
                <a:sym typeface="Arial"/>
              </a:rPr>
              <a:t> </a:t>
            </a:r>
            <a:r>
              <a:rPr b="0" i="0" lang="en-US" sz="2200" u="none">
                <a:solidFill>
                  <a:srgbClr val="008080"/>
                </a:solidFill>
                <a:latin typeface="Arial"/>
                <a:ea typeface="Arial"/>
                <a:cs typeface="Arial"/>
                <a:sym typeface="Arial"/>
              </a:rPr>
              <a:t>Table1</a:t>
            </a:r>
            <a:r>
              <a:rPr b="0" i="0" lang="en-US" sz="2200" u="none">
                <a:solidFill>
                  <a:srgbClr val="808080"/>
                </a:solidFill>
                <a:latin typeface="Arial"/>
                <a:ea typeface="Arial"/>
                <a:cs typeface="Arial"/>
                <a:sym typeface="Arial"/>
              </a:rPr>
              <a:t> </a:t>
            </a:r>
            <a:r>
              <a:rPr b="0" i="0" lang="en-US" sz="2200" u="none">
                <a:solidFill>
                  <a:srgbClr val="008080"/>
                </a:solidFill>
                <a:latin typeface="Arial"/>
                <a:ea typeface="Arial"/>
                <a:cs typeface="Arial"/>
                <a:sym typeface="Arial"/>
              </a:rPr>
              <a:t>t1 </a:t>
            </a:r>
            <a:r>
              <a:rPr b="0" i="0" lang="en-US" sz="2200" u="none">
                <a:solidFill>
                  <a:srgbClr val="808080"/>
                </a:solidFill>
                <a:latin typeface="Arial"/>
                <a:ea typeface="Arial"/>
                <a:cs typeface="Arial"/>
                <a:sym typeface="Arial"/>
              </a:rPr>
              <a:t>RIGHT JOIN </a:t>
            </a:r>
            <a:r>
              <a:rPr b="0" i="0" lang="en-US" sz="2200" u="none">
                <a:solidFill>
                  <a:srgbClr val="008080"/>
                </a:solidFill>
                <a:latin typeface="Arial"/>
                <a:ea typeface="Arial"/>
                <a:cs typeface="Arial"/>
                <a:sym typeface="Arial"/>
              </a:rPr>
              <a:t>Table2</a:t>
            </a:r>
            <a:r>
              <a:rPr b="0" i="0" lang="en-US" sz="2200" u="none">
                <a:solidFill>
                  <a:srgbClr val="808080"/>
                </a:solidFill>
                <a:latin typeface="Arial"/>
                <a:ea typeface="Arial"/>
                <a:cs typeface="Arial"/>
                <a:sym typeface="Arial"/>
              </a:rPr>
              <a:t> </a:t>
            </a:r>
            <a:r>
              <a:rPr b="0" i="0" lang="en-US" sz="2200" u="none">
                <a:solidFill>
                  <a:srgbClr val="008080"/>
                </a:solidFill>
                <a:latin typeface="Arial"/>
                <a:ea typeface="Arial"/>
                <a:cs typeface="Arial"/>
                <a:sym typeface="Arial"/>
              </a:rPr>
              <a:t>t2</a:t>
            </a:r>
            <a:r>
              <a:rPr b="0" i="0" lang="en-US" sz="2200" u="none">
                <a:solidFill>
                  <a:srgbClr val="808080"/>
                </a:solidFill>
                <a:latin typeface="Arial"/>
                <a:ea typeface="Arial"/>
                <a:cs typeface="Arial"/>
                <a:sym typeface="Arial"/>
              </a:rPr>
              <a:t> </a:t>
            </a:r>
            <a:endParaRPr/>
          </a:p>
          <a:p>
            <a:pPr indent="-323850" lvl="1" marL="863600" rtl="0" algn="l">
              <a:lnSpc>
                <a:spcPct val="98000"/>
              </a:lnSpc>
              <a:spcBef>
                <a:spcPts val="400"/>
              </a:spcBef>
              <a:spcAft>
                <a:spcPts val="0"/>
              </a:spcAft>
              <a:buSzPts val="2200"/>
              <a:buNone/>
            </a:pPr>
            <a:r>
              <a:rPr b="0" i="0" lang="en-US" sz="2200" u="none">
                <a:solidFill>
                  <a:srgbClr val="808080"/>
                </a:solidFill>
                <a:latin typeface="Arial"/>
                <a:ea typeface="Arial"/>
                <a:cs typeface="Arial"/>
                <a:sym typeface="Arial"/>
              </a:rPr>
              <a:t>               </a:t>
            </a:r>
            <a:r>
              <a:rPr b="0" i="0" lang="en-US" sz="2200" u="none">
                <a:solidFill>
                  <a:srgbClr val="0000FF"/>
                </a:solidFill>
                <a:latin typeface="Arial"/>
                <a:ea typeface="Arial"/>
                <a:cs typeface="Arial"/>
                <a:sym typeface="Arial"/>
              </a:rPr>
              <a:t>ON</a:t>
            </a:r>
            <a:r>
              <a:rPr b="0" i="0" lang="en-US" sz="2200" u="none">
                <a:solidFill>
                  <a:srgbClr val="808080"/>
                </a:solidFill>
                <a:latin typeface="Arial"/>
                <a:ea typeface="Arial"/>
                <a:cs typeface="Arial"/>
                <a:sym typeface="Arial"/>
              </a:rPr>
              <a:t> </a:t>
            </a:r>
            <a:r>
              <a:rPr b="0" i="0" lang="en-US" sz="2200" u="none">
                <a:solidFill>
                  <a:srgbClr val="008080"/>
                </a:solidFill>
                <a:latin typeface="Arial"/>
                <a:ea typeface="Arial"/>
                <a:cs typeface="Arial"/>
                <a:sym typeface="Arial"/>
              </a:rPr>
              <a:t>t1</a:t>
            </a:r>
            <a:r>
              <a:rPr b="0" i="0" lang="en-US" sz="2200" u="none">
                <a:solidFill>
                  <a:srgbClr val="808080"/>
                </a:solidFill>
                <a:latin typeface="Arial"/>
                <a:ea typeface="Arial"/>
                <a:cs typeface="Arial"/>
                <a:sym typeface="Arial"/>
              </a:rPr>
              <a:t>.</a:t>
            </a:r>
            <a:r>
              <a:rPr b="0" i="0" lang="en-US" sz="2200" u="none">
                <a:solidFill>
                  <a:srgbClr val="008080"/>
                </a:solidFill>
                <a:latin typeface="Arial"/>
                <a:ea typeface="Arial"/>
                <a:cs typeface="Arial"/>
                <a:sym typeface="Arial"/>
              </a:rPr>
              <a:t>ID</a:t>
            </a:r>
            <a:r>
              <a:rPr b="0" i="0" lang="en-US" sz="2200" u="none">
                <a:solidFill>
                  <a:srgbClr val="808080"/>
                </a:solidFill>
                <a:latin typeface="Arial"/>
                <a:ea typeface="Arial"/>
                <a:cs typeface="Arial"/>
                <a:sym typeface="Arial"/>
              </a:rPr>
              <a:t> = </a:t>
            </a:r>
            <a:r>
              <a:rPr b="0" i="0" lang="en-US" sz="2200" u="none">
                <a:solidFill>
                  <a:srgbClr val="008080"/>
                </a:solidFill>
                <a:latin typeface="Arial"/>
                <a:ea typeface="Arial"/>
                <a:cs typeface="Arial"/>
                <a:sym typeface="Arial"/>
              </a:rPr>
              <a:t>t2</a:t>
            </a:r>
            <a:r>
              <a:rPr b="0" i="0" lang="en-US" sz="2200" u="none">
                <a:solidFill>
                  <a:srgbClr val="808080"/>
                </a:solidFill>
                <a:latin typeface="Arial"/>
                <a:ea typeface="Arial"/>
                <a:cs typeface="Arial"/>
                <a:sym typeface="Arial"/>
              </a:rPr>
              <a:t>.</a:t>
            </a:r>
            <a:r>
              <a:rPr b="0" i="0" lang="en-US" sz="2200" u="none">
                <a:solidFill>
                  <a:srgbClr val="008080"/>
                </a:solidFill>
                <a:latin typeface="Arial"/>
                <a:ea typeface="Arial"/>
                <a:cs typeface="Arial"/>
                <a:sym typeface="Arial"/>
              </a:rPr>
              <a:t>ID</a:t>
            </a:r>
            <a:endParaRPr/>
          </a:p>
          <a:p>
            <a:pPr indent="-323850" lvl="1" marL="863600" rtl="0" algn="l">
              <a:lnSpc>
                <a:spcPct val="98000"/>
              </a:lnSpc>
              <a:spcBef>
                <a:spcPts val="400"/>
              </a:spcBef>
              <a:spcAft>
                <a:spcPts val="0"/>
              </a:spcAft>
              <a:buSzPts val="2200"/>
              <a:buNone/>
            </a:pPr>
            <a:r>
              <a:rPr b="0" i="0" lang="en-US" sz="2200" u="none">
                <a:solidFill>
                  <a:srgbClr val="0000FF"/>
                </a:solidFill>
                <a:latin typeface="Arial"/>
                <a:ea typeface="Arial"/>
                <a:cs typeface="Arial"/>
                <a:sym typeface="Arial"/>
              </a:rPr>
              <a:t>WHERE</a:t>
            </a:r>
            <a:r>
              <a:rPr b="0" i="0" lang="en-US" sz="2200" u="none">
                <a:solidFill>
                  <a:srgbClr val="808080"/>
                </a:solidFill>
                <a:latin typeface="Arial"/>
                <a:ea typeface="Arial"/>
                <a:cs typeface="Arial"/>
                <a:sym typeface="Arial"/>
              </a:rPr>
              <a:t> </a:t>
            </a:r>
            <a:r>
              <a:rPr b="0" i="0" lang="en-US" sz="2200" u="none">
                <a:solidFill>
                  <a:srgbClr val="008080"/>
                </a:solidFill>
                <a:latin typeface="Arial"/>
                <a:ea typeface="Arial"/>
                <a:cs typeface="Arial"/>
                <a:sym typeface="Arial"/>
              </a:rPr>
              <a:t>t1</a:t>
            </a:r>
            <a:r>
              <a:rPr b="0" i="0" lang="en-US" sz="2200" u="none">
                <a:solidFill>
                  <a:srgbClr val="808080"/>
                </a:solidFill>
                <a:latin typeface="Arial"/>
                <a:ea typeface="Arial"/>
                <a:cs typeface="Arial"/>
                <a:sym typeface="Arial"/>
              </a:rPr>
              <a:t>.</a:t>
            </a:r>
            <a:r>
              <a:rPr b="0" i="0" lang="en-US" sz="2200" u="none">
                <a:solidFill>
                  <a:srgbClr val="008080"/>
                </a:solidFill>
                <a:latin typeface="Arial"/>
                <a:ea typeface="Arial"/>
                <a:cs typeface="Arial"/>
                <a:sym typeface="Arial"/>
              </a:rPr>
              <a:t>ID</a:t>
            </a:r>
            <a:r>
              <a:rPr b="0" i="0" lang="en-US" sz="2200" u="none">
                <a:solidFill>
                  <a:srgbClr val="808080"/>
                </a:solidFill>
                <a:latin typeface="Arial"/>
                <a:ea typeface="Arial"/>
                <a:cs typeface="Arial"/>
                <a:sym typeface="Arial"/>
              </a:rPr>
              <a:t> IS NULL</a:t>
            </a:r>
            <a:endParaRPr/>
          </a:p>
          <a:p>
            <a:pPr indent="-342900" lvl="0" marL="342900" rtl="0" algn="l">
              <a:lnSpc>
                <a:spcPct val="101000"/>
              </a:lnSpc>
              <a:spcBef>
                <a:spcPts val="400"/>
              </a:spcBef>
              <a:spcAft>
                <a:spcPts val="0"/>
              </a:spcAft>
              <a:buNone/>
            </a:pPr>
            <a:r>
              <a:t/>
            </a:r>
            <a:endParaRPr b="0" i="0" sz="2200" u="none">
              <a:solidFill>
                <a:srgbClr val="808080"/>
              </a:solidFill>
              <a:latin typeface="Arial"/>
              <a:ea typeface="Arial"/>
              <a:cs typeface="Arial"/>
              <a:sym typeface="Arial"/>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sp>
        <p:nvSpPr>
          <p:cNvPr id="942" name="Google Shape;942;p88"/>
          <p:cNvSpPr txBox="1"/>
          <p:nvPr>
            <p:ph type="title"/>
          </p:nvPr>
        </p:nvSpPr>
        <p:spPr>
          <a:xfrm>
            <a:off x="503237" y="301625"/>
            <a:ext cx="9070975" cy="1262062"/>
          </a:xfrm>
          <a:prstGeom prst="rect">
            <a:avLst/>
          </a:prstGeom>
          <a:noFill/>
          <a:ln>
            <a:noFill/>
          </a:ln>
        </p:spPr>
        <p:txBody>
          <a:bodyPr anchorCtr="0" anchor="ctr" bIns="0" lIns="0" spcFirstLastPara="1" rIns="0" wrap="square" tIns="0">
            <a:noAutofit/>
          </a:bodyPr>
          <a:lstStyle/>
          <a:p>
            <a:pPr indent="0" lvl="0" marL="0" rtl="0" algn="l">
              <a:lnSpc>
                <a:spcPct val="101000"/>
              </a:lnSpc>
              <a:spcBef>
                <a:spcPts val="0"/>
              </a:spcBef>
              <a:spcAft>
                <a:spcPts val="0"/>
              </a:spcAft>
              <a:buSzPts val="3200"/>
              <a:buNone/>
            </a:pPr>
            <a:r>
              <a:rPr b="1" i="0" lang="en-US" sz="3200" u="none">
                <a:solidFill>
                  <a:srgbClr val="000000"/>
                </a:solidFill>
                <a:latin typeface="Arial"/>
                <a:ea typeface="Arial"/>
                <a:cs typeface="Arial"/>
                <a:sym typeface="Arial"/>
              </a:rPr>
              <a:t>Sử dụng OUTER JOIN</a:t>
            </a:r>
            <a:endParaRPr/>
          </a:p>
        </p:txBody>
      </p:sp>
      <p:sp>
        <p:nvSpPr>
          <p:cNvPr id="943" name="Google Shape;943;p88"/>
          <p:cNvSpPr txBox="1"/>
          <p:nvPr>
            <p:ph idx="1" type="body"/>
          </p:nvPr>
        </p:nvSpPr>
        <p:spPr>
          <a:xfrm>
            <a:off x="503237" y="1768475"/>
            <a:ext cx="9070975" cy="4989512"/>
          </a:xfrm>
          <a:prstGeom prst="rect">
            <a:avLst/>
          </a:prstGeom>
          <a:noFill/>
          <a:ln>
            <a:noFill/>
          </a:ln>
        </p:spPr>
        <p:txBody>
          <a:bodyPr anchorCtr="0" anchor="t" bIns="0" lIns="0" spcFirstLastPara="1" rIns="0" wrap="square" tIns="0">
            <a:noAutofit/>
          </a:bodyPr>
          <a:lstStyle/>
          <a:p>
            <a:pPr indent="-323850" lvl="0" marL="431800" rtl="0" algn="l">
              <a:lnSpc>
                <a:spcPct val="101000"/>
              </a:lnSpc>
              <a:spcBef>
                <a:spcPts val="0"/>
              </a:spcBef>
              <a:spcAft>
                <a:spcPts val="0"/>
              </a:spcAft>
              <a:buClr>
                <a:srgbClr val="000000"/>
              </a:buClr>
              <a:buSzPts val="1260"/>
              <a:buFont typeface="Noto Sans Symbols"/>
              <a:buChar char="●"/>
            </a:pPr>
            <a:r>
              <a:rPr b="1" i="0" lang="en-US" sz="2800" u="none">
                <a:solidFill>
                  <a:srgbClr val="000000"/>
                </a:solidFill>
                <a:latin typeface="Arial"/>
                <a:ea typeface="Arial"/>
                <a:cs typeface="Arial"/>
                <a:sym typeface="Arial"/>
              </a:rPr>
              <a:t>Ví dụ</a:t>
            </a:r>
            <a:endParaRPr/>
          </a:p>
          <a:p>
            <a:pPr indent="-323850" lvl="0" marL="431800" rtl="0" algn="l">
              <a:lnSpc>
                <a:spcPct val="101000"/>
              </a:lnSpc>
              <a:spcBef>
                <a:spcPts val="1400"/>
              </a:spcBef>
              <a:spcAft>
                <a:spcPts val="0"/>
              </a:spcAft>
              <a:buSzPts val="2800"/>
              <a:buNone/>
            </a:pPr>
            <a:r>
              <a:rPr b="0" i="0" lang="en-US" sz="2800" u="none">
                <a:solidFill>
                  <a:srgbClr val="000000"/>
                </a:solidFill>
                <a:latin typeface="Arial"/>
                <a:ea typeface="Arial"/>
                <a:cs typeface="Arial"/>
                <a:sym typeface="Arial"/>
              </a:rPr>
              <a:t>1. Tìm các phi công làm việc cho công ty Air France mà không làm việc cho công ty Qantas</a:t>
            </a:r>
            <a:endParaRPr/>
          </a:p>
          <a:p>
            <a:pPr indent="-323850" lvl="0" marL="431800" rtl="0" algn="l">
              <a:lnSpc>
                <a:spcPct val="101000"/>
              </a:lnSpc>
              <a:spcBef>
                <a:spcPts val="1400"/>
              </a:spcBef>
              <a:spcAft>
                <a:spcPts val="0"/>
              </a:spcAft>
              <a:buSzPts val="2800"/>
              <a:buNone/>
            </a:pPr>
            <a:r>
              <a:t/>
            </a:r>
            <a:endParaRPr b="0" i="0" sz="2800" u="none">
              <a:solidFill>
                <a:srgbClr val="000000"/>
              </a:solidFill>
              <a:latin typeface="Arial"/>
              <a:ea typeface="Arial"/>
              <a:cs typeface="Arial"/>
              <a:sym typeface="Arial"/>
            </a:endParaRPr>
          </a:p>
          <a:p>
            <a:pPr indent="-323850" lvl="0" marL="431800" rtl="0" algn="l">
              <a:lnSpc>
                <a:spcPct val="101000"/>
              </a:lnSpc>
              <a:spcBef>
                <a:spcPts val="1400"/>
              </a:spcBef>
              <a:spcAft>
                <a:spcPts val="0"/>
              </a:spcAft>
              <a:buSzPts val="2800"/>
              <a:buNone/>
            </a:pPr>
            <a:r>
              <a:rPr b="0" i="0" lang="en-US" sz="2800" u="none">
                <a:solidFill>
                  <a:srgbClr val="000000"/>
                </a:solidFill>
                <a:latin typeface="Arial"/>
                <a:ea typeface="Arial"/>
                <a:cs typeface="Arial"/>
                <a:sym typeface="Arial"/>
              </a:rPr>
              <a:t>2. Tìm các phi công làm việc cho công ty Air France hoặc Qantas nhưng không làm cho cả hai công ty này</a:t>
            </a:r>
            <a:endParaRPr/>
          </a:p>
          <a:p>
            <a:pPr indent="-342900" lvl="0" marL="342900" rtl="0" algn="l">
              <a:lnSpc>
                <a:spcPct val="101000"/>
              </a:lnSpc>
              <a:spcBef>
                <a:spcPts val="1400"/>
              </a:spcBef>
              <a:spcAft>
                <a:spcPts val="0"/>
              </a:spcAft>
              <a:buNone/>
            </a:pPr>
            <a:r>
              <a:t/>
            </a:r>
            <a:endParaRPr b="0" i="0" sz="2800" u="none">
              <a:solidFill>
                <a:srgbClr val="000000"/>
              </a:solidFill>
              <a:latin typeface="Arial"/>
              <a:ea typeface="Arial"/>
              <a:cs typeface="Arial"/>
              <a:sym typeface="Arial"/>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8" name="Shape 948"/>
        <p:cNvGrpSpPr/>
        <p:nvPr/>
      </p:nvGrpSpPr>
      <p:grpSpPr>
        <a:xfrm>
          <a:off x="0" y="0"/>
          <a:ext cx="0" cy="0"/>
          <a:chOff x="0" y="0"/>
          <a:chExt cx="0" cy="0"/>
        </a:xfrm>
      </p:grpSpPr>
      <p:sp>
        <p:nvSpPr>
          <p:cNvPr id="949" name="Google Shape;949;p89"/>
          <p:cNvSpPr txBox="1"/>
          <p:nvPr>
            <p:ph type="title"/>
          </p:nvPr>
        </p:nvSpPr>
        <p:spPr>
          <a:xfrm>
            <a:off x="503237" y="301625"/>
            <a:ext cx="9070975" cy="1262062"/>
          </a:xfrm>
          <a:prstGeom prst="rect">
            <a:avLst/>
          </a:prstGeom>
          <a:noFill/>
          <a:ln>
            <a:noFill/>
          </a:ln>
        </p:spPr>
        <p:txBody>
          <a:bodyPr anchorCtr="0" anchor="ctr" bIns="0" lIns="0" spcFirstLastPara="1" rIns="0" wrap="square" tIns="0">
            <a:noAutofit/>
          </a:bodyPr>
          <a:lstStyle/>
          <a:p>
            <a:pPr indent="0" lvl="0" marL="0" rtl="0" algn="l">
              <a:lnSpc>
                <a:spcPct val="101000"/>
              </a:lnSpc>
              <a:spcBef>
                <a:spcPts val="0"/>
              </a:spcBef>
              <a:spcAft>
                <a:spcPts val="0"/>
              </a:spcAft>
              <a:buSzPts val="3200"/>
              <a:buNone/>
            </a:pPr>
            <a:r>
              <a:rPr b="1" i="0" lang="en-US" sz="3200" u="none">
                <a:solidFill>
                  <a:srgbClr val="000000"/>
                </a:solidFill>
                <a:latin typeface="Arial"/>
                <a:ea typeface="Arial"/>
                <a:cs typeface="Arial"/>
                <a:sym typeface="Arial"/>
              </a:rPr>
              <a:t> Các hàm kết tập</a:t>
            </a:r>
            <a:endParaRPr/>
          </a:p>
        </p:txBody>
      </p:sp>
      <p:sp>
        <p:nvSpPr>
          <p:cNvPr id="950" name="Google Shape;950;p89"/>
          <p:cNvSpPr txBox="1"/>
          <p:nvPr>
            <p:ph idx="1" type="body"/>
          </p:nvPr>
        </p:nvSpPr>
        <p:spPr>
          <a:xfrm>
            <a:off x="503237" y="1768475"/>
            <a:ext cx="9070975" cy="5089525"/>
          </a:xfrm>
          <a:prstGeom prst="rect">
            <a:avLst/>
          </a:prstGeom>
          <a:noFill/>
          <a:ln>
            <a:noFill/>
          </a:ln>
        </p:spPr>
        <p:txBody>
          <a:bodyPr anchorCtr="0" anchor="t" bIns="0" lIns="0" spcFirstLastPara="1" rIns="0" wrap="square" tIns="0">
            <a:noAutofit/>
          </a:bodyPr>
          <a:lstStyle/>
          <a:p>
            <a:pPr indent="-323850" lvl="0" marL="431800" rtl="0" algn="l">
              <a:lnSpc>
                <a:spcPct val="101000"/>
              </a:lnSpc>
              <a:spcBef>
                <a:spcPts val="0"/>
              </a:spcBef>
              <a:spcAft>
                <a:spcPts val="0"/>
              </a:spcAft>
              <a:buClr>
                <a:srgbClr val="000000"/>
              </a:buClr>
              <a:buSzPts val="1215"/>
              <a:buFont typeface="Noto Sans Symbols"/>
              <a:buChar char="●"/>
            </a:pPr>
            <a:r>
              <a:rPr b="0" i="0" lang="en-US" sz="2700" u="none">
                <a:solidFill>
                  <a:srgbClr val="0000FF"/>
                </a:solidFill>
                <a:latin typeface="Arial"/>
                <a:ea typeface="Arial"/>
                <a:cs typeface="Arial"/>
                <a:sym typeface="Arial"/>
              </a:rPr>
              <a:t>Sử dụng trong mệnh đề  SELECT hoặc HAVING</a:t>
            </a:r>
            <a:endParaRPr/>
          </a:p>
          <a:p>
            <a:pPr indent="-323850" lvl="0" marL="431800" rtl="0" algn="l">
              <a:lnSpc>
                <a:spcPct val="101000"/>
              </a:lnSpc>
              <a:spcBef>
                <a:spcPts val="140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Đầu vào: một tập các giá trị của một cột hoặc một </a:t>
            </a:r>
            <a:r>
              <a:rPr b="0" i="1" lang="en-US" sz="2700" u="none">
                <a:solidFill>
                  <a:srgbClr val="000000"/>
                </a:solidFill>
                <a:latin typeface="Arial"/>
                <a:ea typeface="Arial"/>
                <a:cs typeface="Arial"/>
                <a:sym typeface="Arial"/>
              </a:rPr>
              <a:t>nhóm</a:t>
            </a:r>
            <a:endParaRPr/>
          </a:p>
          <a:p>
            <a:pPr indent="-323850" lvl="0" marL="431800" rtl="0" algn="l">
              <a:lnSpc>
                <a:spcPct val="101000"/>
              </a:lnSpc>
              <a:spcBef>
                <a:spcPts val="140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Đầu ra: một giá trị duy nhất</a:t>
            </a:r>
            <a:endParaRPr/>
          </a:p>
          <a:p>
            <a:pPr indent="-323850" lvl="0" marL="431800" rtl="0" algn="l">
              <a:lnSpc>
                <a:spcPct val="101000"/>
              </a:lnSpc>
              <a:spcBef>
                <a:spcPts val="140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Các hàm trên các thuộc tính số: </a:t>
            </a:r>
            <a:endParaRPr/>
          </a:p>
          <a:p>
            <a:pPr indent="-323850" lvl="1" marL="863600" rtl="0" algn="l">
              <a:lnSpc>
                <a:spcPct val="101000"/>
              </a:lnSpc>
              <a:spcBef>
                <a:spcPts val="1400"/>
              </a:spcBef>
              <a:spcAft>
                <a:spcPts val="0"/>
              </a:spcAft>
              <a:buClr>
                <a:srgbClr val="000000"/>
              </a:buClr>
              <a:buSzPts val="1800"/>
              <a:buFont typeface="Noto Sans Symbols"/>
              <a:buChar char="−"/>
            </a:pPr>
            <a:r>
              <a:rPr b="0" i="0" lang="en-US" sz="2400" u="none">
                <a:solidFill>
                  <a:srgbClr val="000000"/>
                </a:solidFill>
                <a:latin typeface="Arial"/>
                <a:ea typeface="Arial"/>
                <a:cs typeface="Arial"/>
                <a:sym typeface="Arial"/>
              </a:rPr>
              <a:t>SUM : tính tổng các giá trị của một thuộc tính của các bộ được chọn</a:t>
            </a:r>
            <a:endParaRPr/>
          </a:p>
          <a:p>
            <a:pPr indent="-323850" lvl="1" marL="863600" rtl="0" algn="l">
              <a:lnSpc>
                <a:spcPct val="101000"/>
              </a:lnSpc>
              <a:spcBef>
                <a:spcPts val="1100"/>
              </a:spcBef>
              <a:spcAft>
                <a:spcPts val="0"/>
              </a:spcAft>
              <a:buClr>
                <a:srgbClr val="000000"/>
              </a:buClr>
              <a:buSzPts val="1800"/>
              <a:buFont typeface="Noto Sans Symbols"/>
              <a:buChar char="−"/>
            </a:pPr>
            <a:r>
              <a:rPr b="0" i="0" lang="en-US" sz="2400" u="none">
                <a:solidFill>
                  <a:srgbClr val="000000"/>
                </a:solidFill>
                <a:latin typeface="Arial"/>
                <a:ea typeface="Arial"/>
                <a:cs typeface="Arial"/>
                <a:sym typeface="Arial"/>
              </a:rPr>
              <a:t>AVG : tính giá trị trung bình</a:t>
            </a:r>
            <a:endParaRPr/>
          </a:p>
          <a:p>
            <a:pPr indent="-323850" lvl="0" marL="431800" rtl="0" algn="l">
              <a:lnSpc>
                <a:spcPct val="101000"/>
              </a:lnSpc>
              <a:spcBef>
                <a:spcPts val="110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Các hàm trên các thuộc tính số và kiểu dữ liệu khác:</a:t>
            </a:r>
            <a:endParaRPr/>
          </a:p>
          <a:p>
            <a:pPr indent="-323850" lvl="1" marL="863600" rtl="0" algn="l">
              <a:lnSpc>
                <a:spcPct val="101000"/>
              </a:lnSpc>
              <a:spcBef>
                <a:spcPts val="1400"/>
              </a:spcBef>
              <a:spcAft>
                <a:spcPts val="0"/>
              </a:spcAft>
              <a:buClr>
                <a:srgbClr val="000000"/>
              </a:buClr>
              <a:buSzPts val="1800"/>
              <a:buFont typeface="Noto Sans Symbols"/>
              <a:buChar char="−"/>
            </a:pPr>
            <a:r>
              <a:rPr b="0" i="0" lang="en-US" sz="2400" u="none">
                <a:solidFill>
                  <a:srgbClr val="000000"/>
                </a:solidFill>
                <a:latin typeface="Arial"/>
                <a:ea typeface="Arial"/>
                <a:cs typeface="Arial"/>
                <a:sym typeface="Arial"/>
              </a:rPr>
              <a:t>MIN : giá trị nhỏ nhất</a:t>
            </a:r>
            <a:endParaRPr/>
          </a:p>
          <a:p>
            <a:pPr indent="-323850" lvl="1" marL="863600" rtl="0" algn="l">
              <a:lnSpc>
                <a:spcPct val="101000"/>
              </a:lnSpc>
              <a:spcBef>
                <a:spcPts val="1100"/>
              </a:spcBef>
              <a:spcAft>
                <a:spcPts val="0"/>
              </a:spcAft>
              <a:buClr>
                <a:srgbClr val="000000"/>
              </a:buClr>
              <a:buSzPts val="1800"/>
              <a:buFont typeface="Noto Sans Symbols"/>
              <a:buChar char="−"/>
            </a:pPr>
            <a:r>
              <a:rPr b="0" i="0" lang="en-US" sz="2400" u="none">
                <a:solidFill>
                  <a:srgbClr val="000000"/>
                </a:solidFill>
                <a:latin typeface="Arial"/>
                <a:ea typeface="Arial"/>
                <a:cs typeface="Arial"/>
                <a:sym typeface="Arial"/>
              </a:rPr>
              <a:t>MAX : giá trị lớn nhất</a:t>
            </a:r>
            <a:endParaRPr/>
          </a:p>
          <a:p>
            <a:pPr indent="-323850" lvl="1" marL="863600" rtl="0" algn="l">
              <a:lnSpc>
                <a:spcPct val="101000"/>
              </a:lnSpc>
              <a:spcBef>
                <a:spcPts val="1100"/>
              </a:spcBef>
              <a:spcAft>
                <a:spcPts val="0"/>
              </a:spcAft>
              <a:buClr>
                <a:srgbClr val="000000"/>
              </a:buClr>
              <a:buSzPts val="1800"/>
              <a:buFont typeface="Noto Sans Symbols"/>
              <a:buChar char="−"/>
            </a:pPr>
            <a:r>
              <a:rPr b="0" i="0" lang="en-US" sz="2400" u="none">
                <a:solidFill>
                  <a:srgbClr val="000000"/>
                </a:solidFill>
                <a:latin typeface="Arial"/>
                <a:ea typeface="Arial"/>
                <a:cs typeface="Arial"/>
                <a:sym typeface="Arial"/>
              </a:rPr>
              <a:t>COUNT : đếm số giá trị</a:t>
            </a:r>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5" name="Shape 955"/>
        <p:cNvGrpSpPr/>
        <p:nvPr/>
      </p:nvGrpSpPr>
      <p:grpSpPr>
        <a:xfrm>
          <a:off x="0" y="0"/>
          <a:ext cx="0" cy="0"/>
          <a:chOff x="0" y="0"/>
          <a:chExt cx="0" cy="0"/>
        </a:xfrm>
      </p:grpSpPr>
      <p:sp>
        <p:nvSpPr>
          <p:cNvPr id="956" name="Google Shape;956;p90"/>
          <p:cNvSpPr txBox="1"/>
          <p:nvPr>
            <p:ph type="title"/>
          </p:nvPr>
        </p:nvSpPr>
        <p:spPr>
          <a:xfrm>
            <a:off x="503237" y="301625"/>
            <a:ext cx="9070975" cy="1262062"/>
          </a:xfrm>
          <a:prstGeom prst="rect">
            <a:avLst/>
          </a:prstGeom>
          <a:noFill/>
          <a:ln>
            <a:noFill/>
          </a:ln>
        </p:spPr>
        <p:txBody>
          <a:bodyPr anchorCtr="0" anchor="ctr" bIns="0" lIns="0" spcFirstLastPara="1" rIns="0" wrap="square" tIns="0">
            <a:noAutofit/>
          </a:bodyPr>
          <a:lstStyle/>
          <a:p>
            <a:pPr indent="0" lvl="0" marL="0" rtl="0" algn="l">
              <a:lnSpc>
                <a:spcPct val="101000"/>
              </a:lnSpc>
              <a:spcBef>
                <a:spcPts val="0"/>
              </a:spcBef>
              <a:spcAft>
                <a:spcPts val="0"/>
              </a:spcAft>
              <a:buSzPts val="3200"/>
              <a:buNone/>
            </a:pPr>
            <a:r>
              <a:rPr b="1" i="0" lang="en-US" sz="3200" u="none">
                <a:solidFill>
                  <a:srgbClr val="000000"/>
                </a:solidFill>
                <a:latin typeface="Arial"/>
                <a:ea typeface="Arial"/>
                <a:cs typeface="Arial"/>
                <a:sym typeface="Arial"/>
              </a:rPr>
              <a:t> Các hàm kết tập</a:t>
            </a:r>
            <a:endParaRPr/>
          </a:p>
        </p:txBody>
      </p:sp>
      <p:sp>
        <p:nvSpPr>
          <p:cNvPr id="957" name="Google Shape;957;p90"/>
          <p:cNvSpPr txBox="1"/>
          <p:nvPr>
            <p:ph idx="1" type="body"/>
          </p:nvPr>
        </p:nvSpPr>
        <p:spPr>
          <a:xfrm>
            <a:off x="503237" y="1768475"/>
            <a:ext cx="9070975" cy="4997450"/>
          </a:xfrm>
          <a:prstGeom prst="rect">
            <a:avLst/>
          </a:prstGeom>
          <a:noFill/>
          <a:ln>
            <a:noFill/>
          </a:ln>
        </p:spPr>
        <p:txBody>
          <a:bodyPr anchorCtr="0" anchor="t" bIns="0" lIns="0" spcFirstLastPara="1" rIns="0" wrap="square" tIns="0">
            <a:noAutofit/>
          </a:bodyPr>
          <a:lstStyle/>
          <a:p>
            <a:pPr indent="-323850" lvl="0" marL="431800" rtl="0" algn="l">
              <a:lnSpc>
                <a:spcPct val="101000"/>
              </a:lnSpc>
              <a:spcBef>
                <a:spcPts val="0"/>
              </a:spcBef>
              <a:spcAft>
                <a:spcPts val="0"/>
              </a:spcAft>
              <a:buClr>
                <a:srgbClr val="000000"/>
              </a:buClr>
              <a:buSzPts val="1260"/>
              <a:buFont typeface="Noto Sans Symbols"/>
              <a:buChar char="●"/>
            </a:pPr>
            <a:r>
              <a:rPr b="0" i="0" lang="en-US" sz="2800" u="none">
                <a:solidFill>
                  <a:srgbClr val="990000"/>
                </a:solidFill>
                <a:latin typeface="Arial"/>
                <a:ea typeface="Arial"/>
                <a:cs typeface="Arial"/>
                <a:sym typeface="Arial"/>
              </a:rPr>
              <a:t>Ví dụ:</a:t>
            </a:r>
            <a:endParaRPr/>
          </a:p>
          <a:p>
            <a:pPr indent="-323850" lvl="0" marL="431800" rtl="0" algn="l">
              <a:lnSpc>
                <a:spcPct val="101000"/>
              </a:lnSpc>
              <a:spcBef>
                <a:spcPts val="1400"/>
              </a:spcBef>
              <a:spcAft>
                <a:spcPts val="0"/>
              </a:spcAft>
              <a:buSzPts val="2700"/>
              <a:buNone/>
            </a:pPr>
            <a:r>
              <a:rPr b="0" i="0" lang="en-US" sz="2700" u="none">
                <a:solidFill>
                  <a:srgbClr val="000000"/>
                </a:solidFill>
                <a:latin typeface="Arial"/>
                <a:ea typeface="Arial"/>
                <a:cs typeface="Arial"/>
                <a:sym typeface="Arial"/>
              </a:rPr>
              <a:t> 	</a:t>
            </a:r>
            <a:r>
              <a:rPr b="1" i="0" lang="en-US" sz="2600" u="none">
                <a:solidFill>
                  <a:srgbClr val="000000"/>
                </a:solidFill>
                <a:latin typeface="Arial"/>
                <a:ea typeface="Arial"/>
                <a:cs typeface="Arial"/>
                <a:sym typeface="Arial"/>
              </a:rPr>
              <a:t>1.</a:t>
            </a:r>
            <a:r>
              <a:rPr b="0" i="0" lang="en-US" sz="2600" u="none">
                <a:solidFill>
                  <a:srgbClr val="000000"/>
                </a:solidFill>
                <a:latin typeface="Arial"/>
                <a:ea typeface="Arial"/>
                <a:cs typeface="Arial"/>
                <a:sym typeface="Arial"/>
              </a:rPr>
              <a:t> Có tất cả bao nhiêu phi công ở nước Pháp</a:t>
            </a:r>
            <a:endParaRPr/>
          </a:p>
          <a:p>
            <a:pPr indent="-323850" lvl="0" marL="431800" rtl="0" algn="l">
              <a:lnSpc>
                <a:spcPct val="98000"/>
              </a:lnSpc>
              <a:spcBef>
                <a:spcPts val="1400"/>
              </a:spcBef>
              <a:spcAft>
                <a:spcPts val="0"/>
              </a:spcAft>
              <a:buSzPts val="2200"/>
              <a:buNone/>
            </a:pPr>
            <a:r>
              <a:rPr b="0" i="0" lang="en-US" sz="2200" u="none">
                <a:solidFill>
                  <a:srgbClr val="0000FF"/>
                </a:solidFill>
                <a:latin typeface="Arial"/>
                <a:ea typeface="Arial"/>
                <a:cs typeface="Arial"/>
                <a:sym typeface="Arial"/>
              </a:rPr>
              <a:t>     SELECT</a:t>
            </a:r>
            <a:r>
              <a:rPr b="0" i="0" lang="en-US" sz="2200" u="none">
                <a:solidFill>
                  <a:srgbClr val="000000"/>
                </a:solidFill>
                <a:latin typeface="Arial"/>
                <a:ea typeface="Arial"/>
                <a:cs typeface="Arial"/>
                <a:sym typeface="Arial"/>
              </a:rPr>
              <a:t> </a:t>
            </a:r>
            <a:r>
              <a:rPr b="0" i="0" lang="en-US" sz="2200" u="none">
                <a:solidFill>
                  <a:srgbClr val="FF00FF"/>
                </a:solidFill>
                <a:latin typeface="Arial"/>
                <a:ea typeface="Arial"/>
                <a:cs typeface="Arial"/>
                <a:sym typeface="Arial"/>
              </a:rPr>
              <a:t>COUNT</a:t>
            </a:r>
            <a:r>
              <a:rPr b="0" i="0" lang="en-US" sz="2200" u="none">
                <a:solidFill>
                  <a:srgbClr val="808080"/>
                </a:solidFill>
                <a:latin typeface="Arial"/>
                <a:ea typeface="Arial"/>
                <a:cs typeface="Arial"/>
                <a:sym typeface="Arial"/>
              </a:rPr>
              <a:t>(*)  </a:t>
            </a:r>
            <a:r>
              <a:rPr b="0" i="0" lang="en-US" sz="2200" u="none">
                <a:solidFill>
                  <a:srgbClr val="0000FF"/>
                </a:solidFill>
                <a:latin typeface="Arial"/>
                <a:ea typeface="Arial"/>
                <a:cs typeface="Arial"/>
                <a:sym typeface="Arial"/>
              </a:rPr>
              <a:t>FROM</a:t>
            </a:r>
            <a:r>
              <a:rPr b="0" i="0" lang="en-US" sz="2200" u="none">
                <a:solidFill>
                  <a:srgbClr val="000000"/>
                </a:solidFill>
                <a:latin typeface="Arial"/>
                <a:ea typeface="Arial"/>
                <a:cs typeface="Arial"/>
                <a:sym typeface="Arial"/>
              </a:rPr>
              <a:t> </a:t>
            </a:r>
            <a:r>
              <a:rPr b="0" i="0" lang="en-US" sz="2200" u="none">
                <a:solidFill>
                  <a:srgbClr val="008080"/>
                </a:solidFill>
                <a:latin typeface="Arial"/>
                <a:ea typeface="Arial"/>
                <a:cs typeface="Arial"/>
                <a:sym typeface="Arial"/>
              </a:rPr>
              <a:t>PHICONG </a:t>
            </a:r>
            <a:r>
              <a:rPr b="0" i="0" lang="en-US" sz="2200" u="none">
                <a:solidFill>
                  <a:srgbClr val="0000FF"/>
                </a:solidFill>
                <a:latin typeface="Arial"/>
                <a:ea typeface="Arial"/>
                <a:cs typeface="Arial"/>
                <a:sym typeface="Arial"/>
              </a:rPr>
              <a:t>WHERE</a:t>
            </a:r>
            <a:r>
              <a:rPr b="0" i="0" lang="en-US" sz="2200" u="none">
                <a:solidFill>
                  <a:srgbClr val="000000"/>
                </a:solidFill>
                <a:latin typeface="Arial"/>
                <a:ea typeface="Arial"/>
                <a:cs typeface="Arial"/>
                <a:sym typeface="Arial"/>
              </a:rPr>
              <a:t> </a:t>
            </a:r>
            <a:r>
              <a:rPr b="0" i="0" lang="en-US" sz="2200" u="none">
                <a:solidFill>
                  <a:srgbClr val="008080"/>
                </a:solidFill>
                <a:latin typeface="Arial"/>
                <a:ea typeface="Arial"/>
                <a:cs typeface="Arial"/>
                <a:sym typeface="Arial"/>
              </a:rPr>
              <a:t>nuoc</a:t>
            </a:r>
            <a:r>
              <a:rPr b="0" i="0" lang="en-US" sz="2200" u="none">
                <a:solidFill>
                  <a:srgbClr val="808080"/>
                </a:solidFill>
                <a:latin typeface="Arial"/>
                <a:ea typeface="Arial"/>
                <a:cs typeface="Arial"/>
                <a:sym typeface="Arial"/>
              </a:rPr>
              <a:t>=</a:t>
            </a:r>
            <a:r>
              <a:rPr b="0" i="0" lang="en-US" sz="2200" u="none">
                <a:solidFill>
                  <a:srgbClr val="FF0000"/>
                </a:solidFill>
                <a:latin typeface="Arial"/>
                <a:ea typeface="Arial"/>
                <a:cs typeface="Arial"/>
                <a:sym typeface="Arial"/>
              </a:rPr>
              <a:t>'Phap'</a:t>
            </a:r>
            <a:r>
              <a:rPr b="0" i="0" lang="en-US" sz="2200" u="none">
                <a:solidFill>
                  <a:srgbClr val="808080"/>
                </a:solidFill>
                <a:latin typeface="Arial"/>
                <a:ea typeface="Arial"/>
                <a:cs typeface="Arial"/>
                <a:sym typeface="Arial"/>
              </a:rPr>
              <a:t>;</a:t>
            </a:r>
            <a:endParaRPr/>
          </a:p>
          <a:p>
            <a:pPr indent="-323850" lvl="0" marL="431800" rtl="0" algn="l">
              <a:lnSpc>
                <a:spcPct val="101000"/>
              </a:lnSpc>
              <a:spcBef>
                <a:spcPts val="1400"/>
              </a:spcBef>
              <a:spcAft>
                <a:spcPts val="0"/>
              </a:spcAft>
              <a:buSzPts val="2700"/>
              <a:buNone/>
            </a:pPr>
            <a:r>
              <a:rPr b="0" i="0" lang="en-US" sz="2700" u="none">
                <a:solidFill>
                  <a:srgbClr val="000000"/>
                </a:solidFill>
                <a:latin typeface="Arial"/>
                <a:ea typeface="Arial"/>
                <a:cs typeface="Arial"/>
                <a:sym typeface="Arial"/>
              </a:rPr>
              <a:t> </a:t>
            </a:r>
            <a:r>
              <a:rPr b="1" i="0" lang="en-US" sz="2700" u="none">
                <a:solidFill>
                  <a:srgbClr val="000000"/>
                </a:solidFill>
                <a:latin typeface="Arial"/>
                <a:ea typeface="Arial"/>
                <a:cs typeface="Arial"/>
                <a:sym typeface="Arial"/>
              </a:rPr>
              <a:t>	</a:t>
            </a:r>
            <a:r>
              <a:rPr b="1" i="0" lang="en-US" sz="2600" u="none">
                <a:solidFill>
                  <a:srgbClr val="000000"/>
                </a:solidFill>
                <a:latin typeface="Arial"/>
                <a:ea typeface="Arial"/>
                <a:cs typeface="Arial"/>
                <a:sym typeface="Arial"/>
              </a:rPr>
              <a:t>2. </a:t>
            </a:r>
            <a:r>
              <a:rPr b="0" i="0" lang="en-US" sz="2600" u="none">
                <a:solidFill>
                  <a:srgbClr val="000000"/>
                </a:solidFill>
                <a:latin typeface="Arial"/>
                <a:ea typeface="Arial"/>
                <a:cs typeface="Arial"/>
                <a:sym typeface="Arial"/>
              </a:rPr>
              <a:t>Tính tổng khoảng cách đã bay, đường bay ngắn nhất, dài nhất và độ dài trung bình các chuyến bay của phi công mã số 20</a:t>
            </a:r>
            <a:endParaRPr/>
          </a:p>
          <a:p>
            <a:pPr indent="-323850" lvl="0" marL="431800" rtl="0" algn="l">
              <a:lnSpc>
                <a:spcPct val="98000"/>
              </a:lnSpc>
              <a:spcBef>
                <a:spcPts val="1400"/>
              </a:spcBef>
              <a:spcAft>
                <a:spcPts val="0"/>
              </a:spcAft>
              <a:buSzPts val="2000"/>
              <a:buNone/>
            </a:pPr>
            <a:r>
              <a:rPr b="0" i="0" lang="en-US" sz="2000" u="none">
                <a:solidFill>
                  <a:srgbClr val="0000FF"/>
                </a:solidFill>
                <a:latin typeface="Arial"/>
                <a:ea typeface="Arial"/>
                <a:cs typeface="Arial"/>
                <a:sym typeface="Arial"/>
              </a:rPr>
              <a:t>    </a:t>
            </a:r>
            <a:r>
              <a:rPr b="0" i="0" lang="en-US" sz="2200" u="none">
                <a:solidFill>
                  <a:srgbClr val="0000FF"/>
                </a:solidFill>
                <a:latin typeface="Arial"/>
                <a:ea typeface="Arial"/>
                <a:cs typeface="Arial"/>
                <a:sym typeface="Arial"/>
              </a:rPr>
              <a:t> SELECT</a:t>
            </a:r>
            <a:r>
              <a:rPr b="0" i="0" lang="en-US" sz="2200" u="none">
                <a:solidFill>
                  <a:srgbClr val="000000"/>
                </a:solidFill>
                <a:latin typeface="Arial"/>
                <a:ea typeface="Arial"/>
                <a:cs typeface="Arial"/>
                <a:sym typeface="Arial"/>
              </a:rPr>
              <a:t>   </a:t>
            </a:r>
            <a:r>
              <a:rPr b="0" i="0" lang="en-US" sz="2200" u="none">
                <a:solidFill>
                  <a:srgbClr val="FF00FF"/>
                </a:solidFill>
                <a:latin typeface="Arial"/>
                <a:ea typeface="Arial"/>
                <a:cs typeface="Arial"/>
                <a:sym typeface="Arial"/>
              </a:rPr>
              <a:t>SUM</a:t>
            </a:r>
            <a:r>
              <a:rPr b="0" i="0" lang="en-US" sz="2200" u="none">
                <a:solidFill>
                  <a:srgbClr val="808080"/>
                </a:solidFill>
                <a:latin typeface="Arial"/>
                <a:ea typeface="Arial"/>
                <a:cs typeface="Arial"/>
                <a:sym typeface="Arial"/>
              </a:rPr>
              <a:t>(</a:t>
            </a:r>
            <a:r>
              <a:rPr b="0" i="0" lang="en-US" sz="2200" u="none">
                <a:solidFill>
                  <a:srgbClr val="008080"/>
                </a:solidFill>
                <a:latin typeface="Arial"/>
                <a:ea typeface="Arial"/>
                <a:cs typeface="Arial"/>
                <a:sym typeface="Arial"/>
              </a:rPr>
              <a:t>khoangcach</a:t>
            </a:r>
            <a:r>
              <a:rPr b="0" i="0" lang="en-US" sz="2200" u="none">
                <a:solidFill>
                  <a:srgbClr val="808080"/>
                </a:solidFill>
                <a:latin typeface="Arial"/>
                <a:ea typeface="Arial"/>
                <a:cs typeface="Arial"/>
                <a:sym typeface="Arial"/>
              </a:rPr>
              <a:t>)</a:t>
            </a:r>
            <a:r>
              <a:rPr b="0" i="0" lang="en-US" sz="2200" u="none">
                <a:solidFill>
                  <a:srgbClr val="000000"/>
                </a:solidFill>
                <a:latin typeface="Arial"/>
                <a:ea typeface="Arial"/>
                <a:cs typeface="Arial"/>
                <a:sym typeface="Arial"/>
              </a:rPr>
              <a:t> </a:t>
            </a:r>
            <a:r>
              <a:rPr b="0" i="0" lang="en-US" sz="2200" u="none">
                <a:solidFill>
                  <a:srgbClr val="0000FF"/>
                </a:solidFill>
                <a:latin typeface="Arial"/>
                <a:ea typeface="Arial"/>
                <a:cs typeface="Arial"/>
                <a:sym typeface="Arial"/>
              </a:rPr>
              <a:t>as</a:t>
            </a:r>
            <a:r>
              <a:rPr b="0" i="0" lang="en-US" sz="2200" u="none">
                <a:solidFill>
                  <a:srgbClr val="000000"/>
                </a:solidFill>
                <a:latin typeface="Arial"/>
                <a:ea typeface="Arial"/>
                <a:cs typeface="Arial"/>
                <a:sym typeface="Arial"/>
              </a:rPr>
              <a:t> </a:t>
            </a:r>
            <a:r>
              <a:rPr b="0" i="0" lang="en-US" sz="2200" u="none">
                <a:solidFill>
                  <a:srgbClr val="008080"/>
                </a:solidFill>
                <a:latin typeface="Arial"/>
                <a:ea typeface="Arial"/>
                <a:cs typeface="Arial"/>
                <a:sym typeface="Arial"/>
              </a:rPr>
              <a:t>Tong</a:t>
            </a:r>
            <a:r>
              <a:rPr b="0" i="0" lang="en-US" sz="2200" u="none">
                <a:solidFill>
                  <a:srgbClr val="808080"/>
                </a:solidFill>
                <a:latin typeface="Arial"/>
                <a:ea typeface="Arial"/>
                <a:cs typeface="Arial"/>
                <a:sym typeface="Arial"/>
              </a:rPr>
              <a:t>,</a:t>
            </a:r>
            <a:r>
              <a:rPr b="0" i="0" lang="en-US" sz="2200" u="none">
                <a:solidFill>
                  <a:srgbClr val="000000"/>
                </a:solidFill>
                <a:latin typeface="Arial"/>
                <a:ea typeface="Arial"/>
                <a:cs typeface="Arial"/>
                <a:sym typeface="Arial"/>
              </a:rPr>
              <a:t> </a:t>
            </a:r>
            <a:endParaRPr/>
          </a:p>
          <a:p>
            <a:pPr indent="-323850" lvl="0" marL="431800" rtl="0" algn="l">
              <a:lnSpc>
                <a:spcPct val="98000"/>
              </a:lnSpc>
              <a:spcBef>
                <a:spcPts val="200"/>
              </a:spcBef>
              <a:spcAft>
                <a:spcPts val="0"/>
              </a:spcAft>
              <a:buSzPts val="2200"/>
              <a:buNone/>
            </a:pPr>
            <a:r>
              <a:rPr b="0" i="0" lang="en-US" sz="2200" u="none">
                <a:solidFill>
                  <a:srgbClr val="FF00FF"/>
                </a:solidFill>
                <a:latin typeface="Arial"/>
                <a:ea typeface="Arial"/>
                <a:cs typeface="Arial"/>
                <a:sym typeface="Arial"/>
              </a:rPr>
              <a:t>              MIN</a:t>
            </a:r>
            <a:r>
              <a:rPr b="0" i="0" lang="en-US" sz="2200" u="none">
                <a:solidFill>
                  <a:srgbClr val="808080"/>
                </a:solidFill>
                <a:latin typeface="Arial"/>
                <a:ea typeface="Arial"/>
                <a:cs typeface="Arial"/>
                <a:sym typeface="Arial"/>
              </a:rPr>
              <a:t>(</a:t>
            </a:r>
            <a:r>
              <a:rPr b="0" i="0" lang="en-US" sz="2200" u="none">
                <a:solidFill>
                  <a:srgbClr val="008080"/>
                </a:solidFill>
                <a:latin typeface="Arial"/>
                <a:ea typeface="Arial"/>
                <a:cs typeface="Arial"/>
                <a:sym typeface="Arial"/>
              </a:rPr>
              <a:t>khoangcach</a:t>
            </a:r>
            <a:r>
              <a:rPr b="0" i="0" lang="en-US" sz="2200" u="none">
                <a:solidFill>
                  <a:srgbClr val="808080"/>
                </a:solidFill>
                <a:latin typeface="Arial"/>
                <a:ea typeface="Arial"/>
                <a:cs typeface="Arial"/>
                <a:sym typeface="Arial"/>
              </a:rPr>
              <a:t>)</a:t>
            </a:r>
            <a:r>
              <a:rPr b="0" i="0" lang="en-US" sz="2200" u="none">
                <a:solidFill>
                  <a:srgbClr val="000000"/>
                </a:solidFill>
                <a:latin typeface="Arial"/>
                <a:ea typeface="Arial"/>
                <a:cs typeface="Arial"/>
                <a:sym typeface="Arial"/>
              </a:rPr>
              <a:t> </a:t>
            </a:r>
            <a:r>
              <a:rPr b="0" i="0" lang="en-US" sz="2200" u="none">
                <a:solidFill>
                  <a:srgbClr val="008080"/>
                </a:solidFill>
                <a:latin typeface="Arial"/>
                <a:ea typeface="Arial"/>
                <a:cs typeface="Arial"/>
                <a:sym typeface="Arial"/>
              </a:rPr>
              <a:t>Nho_nhat</a:t>
            </a:r>
            <a:r>
              <a:rPr b="0" i="0" lang="en-US" sz="2200" u="none">
                <a:solidFill>
                  <a:srgbClr val="808080"/>
                </a:solidFill>
                <a:latin typeface="Arial"/>
                <a:ea typeface="Arial"/>
                <a:cs typeface="Arial"/>
                <a:sym typeface="Arial"/>
              </a:rPr>
              <a:t>,</a:t>
            </a:r>
            <a:endParaRPr/>
          </a:p>
          <a:p>
            <a:pPr indent="-323850" lvl="0" marL="431800" rtl="0" algn="l">
              <a:lnSpc>
                <a:spcPct val="98000"/>
              </a:lnSpc>
              <a:spcBef>
                <a:spcPts val="200"/>
              </a:spcBef>
              <a:spcAft>
                <a:spcPts val="0"/>
              </a:spcAft>
              <a:buSzPts val="2200"/>
              <a:buNone/>
            </a:pPr>
            <a:r>
              <a:rPr b="0" i="0" lang="en-US" sz="2200" u="none">
                <a:solidFill>
                  <a:srgbClr val="000000"/>
                </a:solidFill>
                <a:latin typeface="Arial"/>
                <a:ea typeface="Arial"/>
                <a:cs typeface="Arial"/>
                <a:sym typeface="Arial"/>
              </a:rPr>
              <a:t>       		 	</a:t>
            </a:r>
            <a:r>
              <a:rPr b="0" i="0" lang="en-US" sz="2200" u="none">
                <a:solidFill>
                  <a:srgbClr val="FF00FF"/>
                </a:solidFill>
                <a:latin typeface="Arial"/>
                <a:ea typeface="Arial"/>
                <a:cs typeface="Arial"/>
                <a:sym typeface="Arial"/>
              </a:rPr>
              <a:t>MAX</a:t>
            </a:r>
            <a:r>
              <a:rPr b="0" i="0" lang="en-US" sz="2200" u="none">
                <a:solidFill>
                  <a:srgbClr val="808080"/>
                </a:solidFill>
                <a:latin typeface="Arial"/>
                <a:ea typeface="Arial"/>
                <a:cs typeface="Arial"/>
                <a:sym typeface="Arial"/>
              </a:rPr>
              <a:t>(</a:t>
            </a:r>
            <a:r>
              <a:rPr b="0" i="0" lang="en-US" sz="2200" u="none">
                <a:solidFill>
                  <a:srgbClr val="008080"/>
                </a:solidFill>
                <a:latin typeface="Arial"/>
                <a:ea typeface="Arial"/>
                <a:cs typeface="Arial"/>
                <a:sym typeface="Arial"/>
              </a:rPr>
              <a:t>khoangcach</a:t>
            </a:r>
            <a:r>
              <a:rPr b="0" i="0" lang="en-US" sz="2200" u="none">
                <a:solidFill>
                  <a:srgbClr val="808080"/>
                </a:solidFill>
                <a:latin typeface="Arial"/>
                <a:ea typeface="Arial"/>
                <a:cs typeface="Arial"/>
                <a:sym typeface="Arial"/>
              </a:rPr>
              <a:t>)</a:t>
            </a:r>
            <a:r>
              <a:rPr b="0" i="0" lang="en-US" sz="2200" u="none">
                <a:solidFill>
                  <a:srgbClr val="000000"/>
                </a:solidFill>
                <a:latin typeface="Arial"/>
                <a:ea typeface="Arial"/>
                <a:cs typeface="Arial"/>
                <a:sym typeface="Arial"/>
              </a:rPr>
              <a:t> </a:t>
            </a:r>
            <a:r>
              <a:rPr b="0" i="0" lang="en-US" sz="2200" u="none">
                <a:solidFill>
                  <a:srgbClr val="008080"/>
                </a:solidFill>
                <a:latin typeface="Arial"/>
                <a:ea typeface="Arial"/>
                <a:cs typeface="Arial"/>
                <a:sym typeface="Arial"/>
              </a:rPr>
              <a:t>Lon_nhat</a:t>
            </a:r>
            <a:r>
              <a:rPr b="0" i="0" lang="en-US" sz="2200" u="none">
                <a:solidFill>
                  <a:srgbClr val="808080"/>
                </a:solidFill>
                <a:latin typeface="Arial"/>
                <a:ea typeface="Arial"/>
                <a:cs typeface="Arial"/>
                <a:sym typeface="Arial"/>
              </a:rPr>
              <a:t>,</a:t>
            </a:r>
            <a:endParaRPr/>
          </a:p>
          <a:p>
            <a:pPr indent="-323850" lvl="0" marL="431800" rtl="0" algn="l">
              <a:lnSpc>
                <a:spcPct val="98000"/>
              </a:lnSpc>
              <a:spcBef>
                <a:spcPts val="200"/>
              </a:spcBef>
              <a:spcAft>
                <a:spcPts val="0"/>
              </a:spcAft>
              <a:buSzPts val="2200"/>
              <a:buNone/>
            </a:pPr>
            <a:r>
              <a:rPr b="0" i="0" lang="en-US" sz="2200" u="none">
                <a:solidFill>
                  <a:srgbClr val="808080"/>
                </a:solidFill>
                <a:latin typeface="Arial"/>
                <a:ea typeface="Arial"/>
                <a:cs typeface="Arial"/>
                <a:sym typeface="Arial"/>
              </a:rPr>
              <a:t> 				 		</a:t>
            </a:r>
            <a:r>
              <a:rPr b="0" i="0" lang="en-US" sz="2200" u="none">
                <a:solidFill>
                  <a:srgbClr val="FF00FF"/>
                </a:solidFill>
                <a:latin typeface="Arial"/>
                <a:ea typeface="Arial"/>
                <a:cs typeface="Arial"/>
                <a:sym typeface="Arial"/>
              </a:rPr>
              <a:t>AVG</a:t>
            </a:r>
            <a:r>
              <a:rPr b="0" i="0" lang="en-US" sz="2200" u="none">
                <a:solidFill>
                  <a:srgbClr val="808080"/>
                </a:solidFill>
                <a:latin typeface="Arial"/>
                <a:ea typeface="Arial"/>
                <a:cs typeface="Arial"/>
                <a:sym typeface="Arial"/>
              </a:rPr>
              <a:t>(</a:t>
            </a:r>
            <a:r>
              <a:rPr b="0" i="0" lang="en-US" sz="2200" u="none">
                <a:solidFill>
                  <a:srgbClr val="008080"/>
                </a:solidFill>
                <a:latin typeface="Arial"/>
                <a:ea typeface="Arial"/>
                <a:cs typeface="Arial"/>
                <a:sym typeface="Arial"/>
              </a:rPr>
              <a:t>khoangcach</a:t>
            </a:r>
            <a:r>
              <a:rPr b="0" i="0" lang="en-US" sz="2200" u="none">
                <a:solidFill>
                  <a:srgbClr val="808080"/>
                </a:solidFill>
                <a:latin typeface="Arial"/>
                <a:ea typeface="Arial"/>
                <a:cs typeface="Arial"/>
                <a:sym typeface="Arial"/>
              </a:rPr>
              <a:t>)</a:t>
            </a:r>
            <a:r>
              <a:rPr b="0" i="0" lang="en-US" sz="2200" u="none">
                <a:solidFill>
                  <a:srgbClr val="000000"/>
                </a:solidFill>
                <a:latin typeface="Arial"/>
                <a:ea typeface="Arial"/>
                <a:cs typeface="Arial"/>
                <a:sym typeface="Arial"/>
              </a:rPr>
              <a:t> </a:t>
            </a:r>
            <a:r>
              <a:rPr b="0" i="0" lang="en-US" sz="2200" u="none">
                <a:solidFill>
                  <a:srgbClr val="0000FF"/>
                </a:solidFill>
                <a:latin typeface="Arial"/>
                <a:ea typeface="Arial"/>
                <a:cs typeface="Arial"/>
                <a:sym typeface="Arial"/>
              </a:rPr>
              <a:t>as</a:t>
            </a:r>
            <a:r>
              <a:rPr b="0" i="0" lang="en-US" sz="2200" u="none">
                <a:solidFill>
                  <a:srgbClr val="000000"/>
                </a:solidFill>
                <a:latin typeface="Arial"/>
                <a:ea typeface="Arial"/>
                <a:cs typeface="Arial"/>
                <a:sym typeface="Arial"/>
              </a:rPr>
              <a:t> </a:t>
            </a:r>
            <a:r>
              <a:rPr b="0" i="0" lang="en-US" sz="2200" u="none">
                <a:solidFill>
                  <a:srgbClr val="008080"/>
                </a:solidFill>
                <a:latin typeface="Arial"/>
                <a:ea typeface="Arial"/>
                <a:cs typeface="Arial"/>
                <a:sym typeface="Arial"/>
              </a:rPr>
              <a:t>Trung_binh</a:t>
            </a:r>
            <a:endParaRPr/>
          </a:p>
          <a:p>
            <a:pPr indent="-323850" lvl="0" marL="431800" rtl="0" algn="l">
              <a:lnSpc>
                <a:spcPct val="98000"/>
              </a:lnSpc>
              <a:spcBef>
                <a:spcPts val="200"/>
              </a:spcBef>
              <a:spcAft>
                <a:spcPts val="0"/>
              </a:spcAft>
              <a:buSzPts val="2200"/>
              <a:buNone/>
            </a:pPr>
            <a:r>
              <a:rPr b="0" i="0" lang="en-US" sz="2200" u="none">
                <a:solidFill>
                  <a:srgbClr val="0000FF"/>
                </a:solidFill>
                <a:latin typeface="Arial"/>
                <a:ea typeface="Arial"/>
                <a:cs typeface="Arial"/>
                <a:sym typeface="Arial"/>
              </a:rPr>
              <a:t>     FROM</a:t>
            </a:r>
            <a:r>
              <a:rPr b="0" i="0" lang="en-US" sz="2200" u="none">
                <a:solidFill>
                  <a:srgbClr val="000000"/>
                </a:solidFill>
                <a:latin typeface="Arial"/>
                <a:ea typeface="Arial"/>
                <a:cs typeface="Arial"/>
                <a:sym typeface="Arial"/>
              </a:rPr>
              <a:t> </a:t>
            </a:r>
            <a:r>
              <a:rPr b="0" i="0" lang="en-US" sz="2200" u="none">
                <a:solidFill>
                  <a:srgbClr val="008080"/>
                </a:solidFill>
                <a:latin typeface="Arial"/>
                <a:ea typeface="Arial"/>
                <a:cs typeface="Arial"/>
                <a:sym typeface="Arial"/>
              </a:rPr>
              <a:t>CHUYENBAY</a:t>
            </a:r>
            <a:endParaRPr/>
          </a:p>
          <a:p>
            <a:pPr indent="-323850" lvl="0" marL="431800" rtl="0" algn="l">
              <a:lnSpc>
                <a:spcPct val="98000"/>
              </a:lnSpc>
              <a:spcBef>
                <a:spcPts val="200"/>
              </a:spcBef>
              <a:spcAft>
                <a:spcPts val="0"/>
              </a:spcAft>
              <a:buSzPts val="2200"/>
              <a:buNone/>
            </a:pPr>
            <a:r>
              <a:rPr b="0" i="0" lang="en-US" sz="2200" u="none">
                <a:solidFill>
                  <a:srgbClr val="0000FF"/>
                </a:solidFill>
                <a:latin typeface="Arial"/>
                <a:ea typeface="Arial"/>
                <a:cs typeface="Arial"/>
                <a:sym typeface="Arial"/>
              </a:rPr>
              <a:t>     WHERE</a:t>
            </a:r>
            <a:r>
              <a:rPr b="0" i="0" lang="en-US" sz="2200" u="none">
                <a:solidFill>
                  <a:srgbClr val="000000"/>
                </a:solidFill>
                <a:latin typeface="Arial"/>
                <a:ea typeface="Arial"/>
                <a:cs typeface="Arial"/>
                <a:sym typeface="Arial"/>
              </a:rPr>
              <a:t> </a:t>
            </a:r>
            <a:r>
              <a:rPr b="0" i="0" lang="en-US" sz="2200" u="none">
                <a:solidFill>
                  <a:srgbClr val="008080"/>
                </a:solidFill>
                <a:latin typeface="Arial"/>
                <a:ea typeface="Arial"/>
                <a:cs typeface="Arial"/>
                <a:sym typeface="Arial"/>
              </a:rPr>
              <a:t>MPC</a:t>
            </a:r>
            <a:r>
              <a:rPr b="0" i="0" lang="en-US" sz="2200" u="none">
                <a:solidFill>
                  <a:srgbClr val="808080"/>
                </a:solidFill>
                <a:latin typeface="Arial"/>
                <a:ea typeface="Arial"/>
                <a:cs typeface="Arial"/>
                <a:sym typeface="Arial"/>
              </a:rPr>
              <a:t>=</a:t>
            </a:r>
            <a:r>
              <a:rPr b="0" i="0" lang="en-US" sz="2200" u="none">
                <a:solidFill>
                  <a:srgbClr val="000000"/>
                </a:solidFill>
                <a:latin typeface="Arial"/>
                <a:ea typeface="Arial"/>
                <a:cs typeface="Arial"/>
                <a:sym typeface="Arial"/>
              </a:rPr>
              <a:t>20</a:t>
            </a:r>
            <a:r>
              <a:rPr b="0" i="0" lang="en-US" sz="2200" u="none">
                <a:solidFill>
                  <a:srgbClr val="808080"/>
                </a:solidFill>
                <a:latin typeface="Arial"/>
                <a:ea typeface="Arial"/>
                <a:cs typeface="Arial"/>
                <a:sym typeface="Arial"/>
              </a:rPr>
              <a:t>;</a:t>
            </a:r>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2" name="Shape 962"/>
        <p:cNvGrpSpPr/>
        <p:nvPr/>
      </p:nvGrpSpPr>
      <p:grpSpPr>
        <a:xfrm>
          <a:off x="0" y="0"/>
          <a:ext cx="0" cy="0"/>
          <a:chOff x="0" y="0"/>
          <a:chExt cx="0" cy="0"/>
        </a:xfrm>
      </p:grpSpPr>
      <p:sp>
        <p:nvSpPr>
          <p:cNvPr id="963" name="Google Shape;963;p91"/>
          <p:cNvSpPr txBox="1"/>
          <p:nvPr>
            <p:ph type="title"/>
          </p:nvPr>
        </p:nvSpPr>
        <p:spPr>
          <a:xfrm>
            <a:off x="503237" y="301625"/>
            <a:ext cx="9070975" cy="1262062"/>
          </a:xfrm>
          <a:prstGeom prst="rect">
            <a:avLst/>
          </a:prstGeom>
          <a:noFill/>
          <a:ln>
            <a:noFill/>
          </a:ln>
        </p:spPr>
        <p:txBody>
          <a:bodyPr anchorCtr="0" anchor="ctr" bIns="0" lIns="0" spcFirstLastPara="1" rIns="0" wrap="square" tIns="0">
            <a:noAutofit/>
          </a:bodyPr>
          <a:lstStyle/>
          <a:p>
            <a:pPr indent="0" lvl="0" marL="0" rtl="0" algn="l">
              <a:lnSpc>
                <a:spcPct val="101000"/>
              </a:lnSpc>
              <a:spcBef>
                <a:spcPts val="0"/>
              </a:spcBef>
              <a:spcAft>
                <a:spcPts val="0"/>
              </a:spcAft>
              <a:buSzPts val="3200"/>
              <a:buNone/>
            </a:pPr>
            <a:r>
              <a:rPr b="1" i="0" lang="en-US" sz="3200" u="none">
                <a:solidFill>
                  <a:srgbClr val="000000"/>
                </a:solidFill>
                <a:latin typeface="Arial"/>
                <a:ea typeface="Arial"/>
                <a:cs typeface="Arial"/>
                <a:sym typeface="Arial"/>
              </a:rPr>
              <a:t>GROUP BY - Gom nhóm</a:t>
            </a:r>
            <a:endParaRPr/>
          </a:p>
        </p:txBody>
      </p:sp>
      <p:sp>
        <p:nvSpPr>
          <p:cNvPr id="964" name="Google Shape;964;p91"/>
          <p:cNvSpPr txBox="1"/>
          <p:nvPr>
            <p:ph idx="1" type="body"/>
          </p:nvPr>
        </p:nvSpPr>
        <p:spPr>
          <a:xfrm>
            <a:off x="182562" y="1768475"/>
            <a:ext cx="9783762" cy="4384675"/>
          </a:xfrm>
          <a:prstGeom prst="rect">
            <a:avLst/>
          </a:prstGeom>
          <a:noFill/>
          <a:ln>
            <a:noFill/>
          </a:ln>
        </p:spPr>
        <p:txBody>
          <a:bodyPr anchorCtr="0" anchor="t" bIns="0" lIns="0" spcFirstLastPara="1" rIns="0" wrap="square" tIns="0">
            <a:noAutofit/>
          </a:bodyPr>
          <a:lstStyle/>
          <a:p>
            <a:pPr indent="-323850" lvl="0" marL="431800" rtl="0" algn="l">
              <a:lnSpc>
                <a:spcPct val="101000"/>
              </a:lnSpc>
              <a:spcBef>
                <a:spcPts val="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Mệnh đề GROUP BY được </a:t>
            </a:r>
            <a:r>
              <a:rPr b="0" i="0" lang="en-US" sz="2700" u="none">
                <a:solidFill>
                  <a:srgbClr val="579D1C"/>
                </a:solidFill>
                <a:latin typeface="Arial"/>
                <a:ea typeface="Arial"/>
                <a:cs typeface="Arial"/>
                <a:sym typeface="Arial"/>
              </a:rPr>
              <a:t>dùng kết hợp với các hàm kết tập</a:t>
            </a:r>
            <a:r>
              <a:rPr b="0" i="0" lang="en-US" sz="2700" u="none">
                <a:solidFill>
                  <a:srgbClr val="000000"/>
                </a:solidFill>
                <a:latin typeface="Arial"/>
                <a:ea typeface="Arial"/>
                <a:cs typeface="Arial"/>
                <a:sym typeface="Arial"/>
              </a:rPr>
              <a:t> để nhóm kết quả theo một hoặc nhiều cột</a:t>
            </a:r>
            <a:endParaRPr/>
          </a:p>
          <a:p>
            <a:pPr indent="-287337" lvl="2" marL="1295400" rtl="0" algn="l">
              <a:lnSpc>
                <a:spcPct val="101000"/>
              </a:lnSpc>
              <a:spcBef>
                <a:spcPts val="1400"/>
              </a:spcBef>
              <a:spcAft>
                <a:spcPts val="0"/>
              </a:spcAft>
              <a:buSzPts val="2400"/>
              <a:buNone/>
            </a:pPr>
            <a:r>
              <a:rPr b="0" i="1" lang="en-US" sz="2400" u="none">
                <a:solidFill>
                  <a:srgbClr val="000000"/>
                </a:solidFill>
                <a:latin typeface="Arial"/>
                <a:ea typeface="Arial"/>
                <a:cs typeface="Arial"/>
                <a:sym typeface="Arial"/>
              </a:rPr>
              <a:t>SELECT &lt;</a:t>
            </a:r>
            <a:r>
              <a:rPr b="0" i="1" lang="en-US" sz="2400" u="none">
                <a:solidFill>
                  <a:srgbClr val="3333FF"/>
                </a:solidFill>
                <a:latin typeface="Arial"/>
                <a:ea typeface="Arial"/>
                <a:cs typeface="Arial"/>
                <a:sym typeface="Arial"/>
              </a:rPr>
              <a:t>ten_cot 1</a:t>
            </a:r>
            <a:r>
              <a:rPr b="0" i="1" lang="en-US" sz="2400" u="none">
                <a:solidFill>
                  <a:srgbClr val="000000"/>
                </a:solidFill>
                <a:latin typeface="Arial"/>
                <a:ea typeface="Arial"/>
                <a:cs typeface="Arial"/>
                <a:sym typeface="Arial"/>
              </a:rPr>
              <a:t>&gt;[,&lt;ten_cot 2&gt;,... ], &lt;ham_ket_tap(</a:t>
            </a:r>
            <a:r>
              <a:rPr b="0" i="1" lang="en-US" sz="2400" u="none">
                <a:solidFill>
                  <a:srgbClr val="800000"/>
                </a:solidFill>
                <a:latin typeface="Arial"/>
                <a:ea typeface="Arial"/>
                <a:cs typeface="Arial"/>
                <a:sym typeface="Arial"/>
              </a:rPr>
              <a:t>ten_cot 1</a:t>
            </a:r>
            <a:r>
              <a:rPr b="0" i="1" lang="en-US" sz="2400" u="none">
                <a:solidFill>
                  <a:srgbClr val="000000"/>
                </a:solidFill>
                <a:latin typeface="Arial"/>
                <a:ea typeface="Arial"/>
                <a:cs typeface="Arial"/>
                <a:sym typeface="Arial"/>
              </a:rPr>
              <a:t>)&gt;[,&lt;ham_ket_tap(</a:t>
            </a:r>
            <a:r>
              <a:rPr b="0" i="1" lang="en-US" sz="2400" u="none">
                <a:solidFill>
                  <a:srgbClr val="800000"/>
                </a:solidFill>
                <a:latin typeface="Arial"/>
                <a:ea typeface="Arial"/>
                <a:cs typeface="Arial"/>
                <a:sym typeface="Arial"/>
              </a:rPr>
              <a:t>ten_cot 2</a:t>
            </a:r>
            <a:r>
              <a:rPr b="0" i="1" lang="en-US" sz="2400" u="none">
                <a:solidFill>
                  <a:srgbClr val="000000"/>
                </a:solidFill>
                <a:latin typeface="Arial"/>
                <a:ea typeface="Arial"/>
                <a:cs typeface="Arial"/>
                <a:sym typeface="Arial"/>
              </a:rPr>
              <a:t>)&gt;,... ]</a:t>
            </a:r>
            <a:endParaRPr/>
          </a:p>
          <a:p>
            <a:pPr indent="-287337" lvl="2" marL="1295400" rtl="0" algn="l">
              <a:lnSpc>
                <a:spcPct val="101000"/>
              </a:lnSpc>
              <a:spcBef>
                <a:spcPts val="800"/>
              </a:spcBef>
              <a:spcAft>
                <a:spcPts val="0"/>
              </a:spcAft>
              <a:buSzPts val="2400"/>
              <a:buNone/>
            </a:pPr>
            <a:r>
              <a:rPr b="0" i="1" lang="en-US" sz="2400" u="none">
                <a:solidFill>
                  <a:srgbClr val="000000"/>
                </a:solidFill>
                <a:latin typeface="Arial"/>
                <a:ea typeface="Arial"/>
                <a:cs typeface="Arial"/>
                <a:sym typeface="Arial"/>
              </a:rPr>
              <a:t>FROM &lt;ten_bang 1&gt;[,&lt;ten_bang 2&gt;,... ]</a:t>
            </a:r>
            <a:endParaRPr/>
          </a:p>
          <a:p>
            <a:pPr indent="-287337" lvl="2" marL="1295400" rtl="0" algn="l">
              <a:lnSpc>
                <a:spcPct val="101000"/>
              </a:lnSpc>
              <a:spcBef>
                <a:spcPts val="800"/>
              </a:spcBef>
              <a:spcAft>
                <a:spcPts val="0"/>
              </a:spcAft>
              <a:buSzPts val="2400"/>
              <a:buNone/>
            </a:pPr>
            <a:r>
              <a:rPr b="0" i="1" lang="en-US" sz="2400" u="none">
                <a:solidFill>
                  <a:srgbClr val="000000"/>
                </a:solidFill>
                <a:latin typeface="Arial"/>
                <a:ea typeface="Arial"/>
                <a:cs typeface="Arial"/>
                <a:sym typeface="Arial"/>
              </a:rPr>
              <a:t>[WHERE &lt;dieu_kien&gt;]</a:t>
            </a:r>
            <a:endParaRPr/>
          </a:p>
          <a:p>
            <a:pPr indent="-287337" lvl="2" marL="1295400" rtl="0" algn="l">
              <a:lnSpc>
                <a:spcPct val="101000"/>
              </a:lnSpc>
              <a:spcBef>
                <a:spcPts val="800"/>
              </a:spcBef>
              <a:spcAft>
                <a:spcPts val="0"/>
              </a:spcAft>
              <a:buSzPts val="2400"/>
              <a:buNone/>
            </a:pPr>
            <a:r>
              <a:rPr b="0" i="1" lang="en-US" sz="2400" u="none">
                <a:solidFill>
                  <a:srgbClr val="000000"/>
                </a:solidFill>
                <a:latin typeface="Arial"/>
                <a:ea typeface="Arial"/>
                <a:cs typeface="Arial"/>
                <a:sym typeface="Arial"/>
              </a:rPr>
              <a:t>GROUP BY &lt;</a:t>
            </a:r>
            <a:r>
              <a:rPr b="0" i="1" lang="en-US" sz="2400" u="none">
                <a:solidFill>
                  <a:srgbClr val="3333FF"/>
                </a:solidFill>
                <a:latin typeface="Arial"/>
                <a:ea typeface="Arial"/>
                <a:cs typeface="Arial"/>
                <a:sym typeface="Arial"/>
              </a:rPr>
              <a:t>ten_cot 1</a:t>
            </a:r>
            <a:r>
              <a:rPr b="0" i="1" lang="en-US" sz="2400" u="none">
                <a:solidFill>
                  <a:srgbClr val="000000"/>
                </a:solidFill>
                <a:latin typeface="Arial"/>
                <a:ea typeface="Arial"/>
                <a:cs typeface="Arial"/>
                <a:sym typeface="Arial"/>
              </a:rPr>
              <a:t>&gt; [,&lt;ten_cot 2&gt;,... ]; </a:t>
            </a:r>
            <a:endParaRPr/>
          </a:p>
          <a:p>
            <a:pPr indent="-287337" lvl="2" marL="1295400" rtl="0" algn="l">
              <a:lnSpc>
                <a:spcPct val="101000"/>
              </a:lnSpc>
              <a:spcBef>
                <a:spcPts val="800"/>
              </a:spcBef>
              <a:spcAft>
                <a:spcPts val="0"/>
              </a:spcAft>
              <a:buSzPts val="2000"/>
              <a:buNone/>
            </a:pPr>
            <a:r>
              <a:t/>
            </a:r>
            <a:endParaRPr b="0" i="1" sz="2000" u="none">
              <a:solidFill>
                <a:srgbClr val="000000"/>
              </a:solidFill>
              <a:latin typeface="Arial"/>
              <a:ea typeface="Arial"/>
              <a:cs typeface="Arial"/>
              <a:sym typeface="Arial"/>
            </a:endParaRPr>
          </a:p>
          <a:p>
            <a:pPr indent="-323850" lvl="0" marL="431800" rtl="0" algn="l">
              <a:lnSpc>
                <a:spcPct val="101000"/>
              </a:lnSpc>
              <a:spcBef>
                <a:spcPts val="800"/>
              </a:spcBef>
              <a:spcAft>
                <a:spcPts val="0"/>
              </a:spcAft>
              <a:buClr>
                <a:srgbClr val="000000"/>
              </a:buClr>
              <a:buSzPts val="1215"/>
              <a:buFont typeface="Noto Sans Symbols"/>
              <a:buChar char="●"/>
            </a:pPr>
            <a:r>
              <a:rPr b="1" i="1" lang="en-US" sz="2700" u="sng">
                <a:solidFill>
                  <a:srgbClr val="FF3333"/>
                </a:solidFill>
                <a:latin typeface="Arial"/>
                <a:ea typeface="Arial"/>
                <a:cs typeface="Arial"/>
                <a:sym typeface="Arial"/>
              </a:rPr>
              <a:t>Luật</a:t>
            </a:r>
            <a:r>
              <a:rPr b="0" i="1" lang="en-US" sz="2700" u="none">
                <a:solidFill>
                  <a:srgbClr val="FF3333"/>
                </a:solidFill>
                <a:latin typeface="Arial"/>
                <a:ea typeface="Arial"/>
                <a:cs typeface="Arial"/>
                <a:sym typeface="Arial"/>
              </a:rPr>
              <a:t>: mỗi thuộc tính trong mệnh đề SELECT phải bao hàm trong hàm kết tập hoặc trong mệnh đề GROUP BY</a:t>
            </a:r>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9" name="Shape 969"/>
        <p:cNvGrpSpPr/>
        <p:nvPr/>
      </p:nvGrpSpPr>
      <p:grpSpPr>
        <a:xfrm>
          <a:off x="0" y="0"/>
          <a:ext cx="0" cy="0"/>
          <a:chOff x="0" y="0"/>
          <a:chExt cx="0" cy="0"/>
        </a:xfrm>
      </p:grpSpPr>
      <p:sp>
        <p:nvSpPr>
          <p:cNvPr id="970" name="Google Shape;970;p92"/>
          <p:cNvSpPr txBox="1"/>
          <p:nvPr>
            <p:ph type="title"/>
          </p:nvPr>
        </p:nvSpPr>
        <p:spPr>
          <a:xfrm>
            <a:off x="503237" y="301625"/>
            <a:ext cx="9070975" cy="1262062"/>
          </a:xfrm>
          <a:prstGeom prst="rect">
            <a:avLst/>
          </a:prstGeom>
          <a:noFill/>
          <a:ln>
            <a:noFill/>
          </a:ln>
        </p:spPr>
        <p:txBody>
          <a:bodyPr anchorCtr="0" anchor="ctr" bIns="0" lIns="0" spcFirstLastPara="1" rIns="0" wrap="square" tIns="0">
            <a:noAutofit/>
          </a:bodyPr>
          <a:lstStyle/>
          <a:p>
            <a:pPr indent="0" lvl="0" marL="0" rtl="0" algn="l">
              <a:lnSpc>
                <a:spcPct val="101000"/>
              </a:lnSpc>
              <a:spcBef>
                <a:spcPts val="0"/>
              </a:spcBef>
              <a:spcAft>
                <a:spcPts val="0"/>
              </a:spcAft>
              <a:buSzPts val="3200"/>
              <a:buNone/>
            </a:pPr>
            <a:r>
              <a:rPr b="1" i="0" lang="en-US" sz="3200" u="none">
                <a:solidFill>
                  <a:srgbClr val="000000"/>
                </a:solidFill>
                <a:latin typeface="Arial"/>
                <a:ea typeface="Arial"/>
                <a:cs typeface="Arial"/>
                <a:sym typeface="Arial"/>
              </a:rPr>
              <a:t>GROUP BY - Gom nhóm</a:t>
            </a:r>
            <a:endParaRPr/>
          </a:p>
        </p:txBody>
      </p:sp>
      <p:sp>
        <p:nvSpPr>
          <p:cNvPr id="971" name="Google Shape;971;p92"/>
          <p:cNvSpPr txBox="1"/>
          <p:nvPr>
            <p:ph idx="1" type="body"/>
          </p:nvPr>
        </p:nvSpPr>
        <p:spPr>
          <a:xfrm>
            <a:off x="503237" y="1768475"/>
            <a:ext cx="9070975" cy="4384675"/>
          </a:xfrm>
          <a:prstGeom prst="rect">
            <a:avLst/>
          </a:prstGeom>
          <a:noFill/>
          <a:ln>
            <a:noFill/>
          </a:ln>
        </p:spPr>
        <p:txBody>
          <a:bodyPr anchorCtr="0" anchor="t" bIns="0" lIns="0" spcFirstLastPara="1" rIns="0" wrap="square" tIns="0">
            <a:noAutofit/>
          </a:bodyPr>
          <a:lstStyle/>
          <a:p>
            <a:pPr indent="-323850" lvl="0" marL="431800" rtl="0" algn="l">
              <a:lnSpc>
                <a:spcPct val="101000"/>
              </a:lnSpc>
              <a:spcBef>
                <a:spcPts val="0"/>
              </a:spcBef>
              <a:spcAft>
                <a:spcPts val="0"/>
              </a:spcAft>
              <a:buClr>
                <a:srgbClr val="000000"/>
              </a:buClr>
              <a:buSzPts val="1215"/>
              <a:buFont typeface="Noto Sans Symbols"/>
              <a:buChar char="●"/>
            </a:pPr>
            <a:r>
              <a:rPr b="0" i="0" lang="en-US" sz="2700" u="none">
                <a:solidFill>
                  <a:srgbClr val="FF3333"/>
                </a:solidFill>
                <a:latin typeface="Arial"/>
                <a:ea typeface="Arial"/>
                <a:cs typeface="Arial"/>
                <a:sym typeface="Arial"/>
              </a:rPr>
              <a:t>Ví dụ 1: </a:t>
            </a:r>
            <a:r>
              <a:rPr b="0" i="0" lang="en-US" sz="2700" u="none">
                <a:solidFill>
                  <a:srgbClr val="111111"/>
                </a:solidFill>
                <a:latin typeface="Arial"/>
                <a:ea typeface="Arial"/>
                <a:cs typeface="Arial"/>
                <a:sym typeface="Arial"/>
              </a:rPr>
              <a:t>Số phi công của mỗi nước</a:t>
            </a:r>
            <a:endParaRPr/>
          </a:p>
          <a:p>
            <a:pPr indent="-323850" lvl="1" marL="863600" rtl="0" algn="l">
              <a:lnSpc>
                <a:spcPct val="98000"/>
              </a:lnSpc>
              <a:spcBef>
                <a:spcPts val="1400"/>
              </a:spcBef>
              <a:spcAft>
                <a:spcPts val="0"/>
              </a:spcAft>
              <a:buSzPts val="2400"/>
              <a:buNone/>
            </a:pPr>
            <a:r>
              <a:rPr b="0" i="0" lang="en-US" sz="2400" u="none">
                <a:solidFill>
                  <a:srgbClr val="0000FF"/>
                </a:solidFill>
                <a:latin typeface="Arial"/>
                <a:ea typeface="Arial"/>
                <a:cs typeface="Arial"/>
                <a:sym typeface="Arial"/>
              </a:rPr>
              <a:t>SELECT</a:t>
            </a:r>
            <a:r>
              <a:rPr b="0" i="0" lang="en-US" sz="2400" u="none">
                <a:solidFill>
                  <a:srgbClr val="111111"/>
                </a:solidFill>
                <a:latin typeface="Arial"/>
                <a:ea typeface="Arial"/>
                <a:cs typeface="Arial"/>
                <a:sym typeface="Arial"/>
              </a:rPr>
              <a:t> </a:t>
            </a:r>
            <a:r>
              <a:rPr b="0" i="0" lang="en-US" sz="2400" u="none">
                <a:solidFill>
                  <a:srgbClr val="008080"/>
                </a:solidFill>
                <a:latin typeface="Arial"/>
                <a:ea typeface="Arial"/>
                <a:cs typeface="Arial"/>
                <a:sym typeface="Arial"/>
              </a:rPr>
              <a:t>nuoc</a:t>
            </a:r>
            <a:r>
              <a:rPr b="0" i="0" lang="en-US" sz="2400" u="none">
                <a:solidFill>
                  <a:srgbClr val="808080"/>
                </a:solidFill>
                <a:latin typeface="Arial"/>
                <a:ea typeface="Arial"/>
                <a:cs typeface="Arial"/>
                <a:sym typeface="Arial"/>
              </a:rPr>
              <a:t>,</a:t>
            </a:r>
            <a:r>
              <a:rPr b="0" i="0" lang="en-US" sz="2400" u="none">
                <a:solidFill>
                  <a:srgbClr val="111111"/>
                </a:solidFill>
                <a:latin typeface="Arial"/>
                <a:ea typeface="Arial"/>
                <a:cs typeface="Arial"/>
                <a:sym typeface="Arial"/>
              </a:rPr>
              <a:t> </a:t>
            </a:r>
            <a:r>
              <a:rPr b="0" i="0" lang="en-US" sz="2400" u="none">
                <a:solidFill>
                  <a:srgbClr val="FF00FF"/>
                </a:solidFill>
                <a:latin typeface="Arial"/>
                <a:ea typeface="Arial"/>
                <a:cs typeface="Arial"/>
                <a:sym typeface="Arial"/>
              </a:rPr>
              <a:t>count</a:t>
            </a:r>
            <a:r>
              <a:rPr b="0" i="0" lang="en-US" sz="2400" u="none">
                <a:solidFill>
                  <a:srgbClr val="808080"/>
                </a:solidFill>
                <a:latin typeface="Arial"/>
                <a:ea typeface="Arial"/>
                <a:cs typeface="Arial"/>
                <a:sym typeface="Arial"/>
              </a:rPr>
              <a:t>(*)</a:t>
            </a:r>
            <a:r>
              <a:rPr b="0" i="0" lang="en-US" sz="2400" u="none">
                <a:solidFill>
                  <a:srgbClr val="111111"/>
                </a:solidFill>
                <a:latin typeface="Arial"/>
                <a:ea typeface="Arial"/>
                <a:cs typeface="Arial"/>
                <a:sym typeface="Arial"/>
              </a:rPr>
              <a:t> </a:t>
            </a:r>
            <a:r>
              <a:rPr b="0" i="0" lang="en-US" sz="2400" u="none">
                <a:solidFill>
                  <a:srgbClr val="008080"/>
                </a:solidFill>
                <a:latin typeface="Arial"/>
                <a:ea typeface="Arial"/>
                <a:cs typeface="Arial"/>
                <a:sym typeface="Arial"/>
              </a:rPr>
              <a:t>so_phi_cong</a:t>
            </a:r>
            <a:endParaRPr/>
          </a:p>
          <a:p>
            <a:pPr indent="-323850" lvl="1" marL="863600" rtl="0" algn="l">
              <a:lnSpc>
                <a:spcPct val="98000"/>
              </a:lnSpc>
              <a:spcBef>
                <a:spcPts val="1100"/>
              </a:spcBef>
              <a:spcAft>
                <a:spcPts val="0"/>
              </a:spcAft>
              <a:buSzPts val="2400"/>
              <a:buNone/>
            </a:pPr>
            <a:r>
              <a:rPr b="0" i="0" lang="en-US" sz="2400" u="none">
                <a:solidFill>
                  <a:srgbClr val="0000FF"/>
                </a:solidFill>
                <a:latin typeface="Arial"/>
                <a:ea typeface="Arial"/>
                <a:cs typeface="Arial"/>
                <a:sym typeface="Arial"/>
              </a:rPr>
              <a:t>FROM</a:t>
            </a:r>
            <a:r>
              <a:rPr b="0" i="0" lang="en-US" sz="2400" u="none">
                <a:solidFill>
                  <a:srgbClr val="111111"/>
                </a:solidFill>
                <a:latin typeface="Arial"/>
                <a:ea typeface="Arial"/>
                <a:cs typeface="Arial"/>
                <a:sym typeface="Arial"/>
              </a:rPr>
              <a:t> </a:t>
            </a:r>
            <a:r>
              <a:rPr b="0" i="0" lang="en-US" sz="2400" u="none">
                <a:solidFill>
                  <a:srgbClr val="008080"/>
                </a:solidFill>
                <a:latin typeface="Arial"/>
                <a:ea typeface="Arial"/>
                <a:cs typeface="Arial"/>
                <a:sym typeface="Arial"/>
              </a:rPr>
              <a:t>PHICONG</a:t>
            </a:r>
            <a:r>
              <a:rPr b="0" i="0" lang="en-US" sz="2400" u="none">
                <a:solidFill>
                  <a:srgbClr val="111111"/>
                </a:solidFill>
                <a:latin typeface="Arial"/>
                <a:ea typeface="Arial"/>
                <a:cs typeface="Arial"/>
                <a:sym typeface="Arial"/>
              </a:rPr>
              <a:t>     </a:t>
            </a:r>
            <a:endParaRPr/>
          </a:p>
          <a:p>
            <a:pPr indent="-323850" lvl="1" marL="863600" rtl="0" algn="l">
              <a:lnSpc>
                <a:spcPct val="98000"/>
              </a:lnSpc>
              <a:spcBef>
                <a:spcPts val="1100"/>
              </a:spcBef>
              <a:spcAft>
                <a:spcPts val="0"/>
              </a:spcAft>
              <a:buSzPts val="2400"/>
              <a:buNone/>
            </a:pPr>
            <a:r>
              <a:rPr b="0" i="0" lang="en-US" sz="2400" u="none">
                <a:solidFill>
                  <a:srgbClr val="0000FF"/>
                </a:solidFill>
                <a:latin typeface="Arial"/>
                <a:ea typeface="Arial"/>
                <a:cs typeface="Arial"/>
                <a:sym typeface="Arial"/>
              </a:rPr>
              <a:t>GROUP</a:t>
            </a:r>
            <a:r>
              <a:rPr b="0" i="0" lang="en-US" sz="2400" u="none">
                <a:solidFill>
                  <a:srgbClr val="111111"/>
                </a:solidFill>
                <a:latin typeface="Arial"/>
                <a:ea typeface="Arial"/>
                <a:cs typeface="Arial"/>
                <a:sym typeface="Arial"/>
              </a:rPr>
              <a:t> </a:t>
            </a:r>
            <a:r>
              <a:rPr b="0" i="0" lang="en-US" sz="2400" u="none">
                <a:solidFill>
                  <a:srgbClr val="0000FF"/>
                </a:solidFill>
                <a:latin typeface="Arial"/>
                <a:ea typeface="Arial"/>
                <a:cs typeface="Arial"/>
                <a:sym typeface="Arial"/>
              </a:rPr>
              <a:t>BY</a:t>
            </a:r>
            <a:r>
              <a:rPr b="0" i="0" lang="en-US" sz="2400" u="none">
                <a:solidFill>
                  <a:srgbClr val="111111"/>
                </a:solidFill>
                <a:latin typeface="Arial"/>
                <a:ea typeface="Arial"/>
                <a:cs typeface="Arial"/>
                <a:sym typeface="Arial"/>
              </a:rPr>
              <a:t>  </a:t>
            </a:r>
            <a:r>
              <a:rPr b="0" i="0" lang="en-US" sz="2400" u="none">
                <a:solidFill>
                  <a:srgbClr val="008080"/>
                </a:solidFill>
                <a:latin typeface="Arial"/>
                <a:ea typeface="Arial"/>
                <a:cs typeface="Arial"/>
                <a:sym typeface="Arial"/>
              </a:rPr>
              <a:t>nuoc</a:t>
            </a:r>
            <a:r>
              <a:rPr b="0" i="0" lang="en-US" sz="2400" u="none">
                <a:solidFill>
                  <a:srgbClr val="111111"/>
                </a:solidFill>
                <a:latin typeface="Arial"/>
                <a:ea typeface="Arial"/>
                <a:cs typeface="Arial"/>
                <a:sym typeface="Arial"/>
              </a:rPr>
              <a:t> </a:t>
            </a:r>
            <a:r>
              <a:rPr b="0" i="0" lang="en-US" sz="2400" u="none">
                <a:solidFill>
                  <a:srgbClr val="808080"/>
                </a:solidFill>
                <a:latin typeface="Arial"/>
                <a:ea typeface="Arial"/>
                <a:cs typeface="Arial"/>
                <a:sym typeface="Arial"/>
              </a:rPr>
              <a:t>;</a:t>
            </a:r>
            <a:endParaRPr/>
          </a:p>
          <a:p>
            <a:pPr indent="-323850" lvl="0" marL="431800" rtl="0" algn="l">
              <a:lnSpc>
                <a:spcPct val="98000"/>
              </a:lnSpc>
              <a:spcBef>
                <a:spcPts val="1100"/>
              </a:spcBef>
              <a:spcAft>
                <a:spcPts val="0"/>
              </a:spcAft>
              <a:buSzPts val="2400"/>
              <a:buNone/>
            </a:pPr>
            <a:r>
              <a:t/>
            </a:r>
            <a:endParaRPr b="0" i="0" sz="2400" u="none">
              <a:solidFill>
                <a:srgbClr val="808080"/>
              </a:solidFill>
              <a:latin typeface="Arial"/>
              <a:ea typeface="Arial"/>
              <a:cs typeface="Arial"/>
              <a:sym typeface="Arial"/>
            </a:endParaRPr>
          </a:p>
          <a:p>
            <a:pPr indent="-323850" lvl="0" marL="431800" rtl="0" algn="l">
              <a:lnSpc>
                <a:spcPct val="98000"/>
              </a:lnSpc>
              <a:spcBef>
                <a:spcPts val="1400"/>
              </a:spcBef>
              <a:spcAft>
                <a:spcPts val="0"/>
              </a:spcAft>
              <a:buSzPts val="2400"/>
              <a:buNone/>
            </a:pPr>
            <a:r>
              <a:t/>
            </a:r>
            <a:endParaRPr b="0" i="0" sz="2400" u="none">
              <a:solidFill>
                <a:srgbClr val="808080"/>
              </a:solidFill>
              <a:latin typeface="Arial"/>
              <a:ea typeface="Arial"/>
              <a:cs typeface="Arial"/>
              <a:sym typeface="Arial"/>
            </a:endParaRPr>
          </a:p>
          <a:p>
            <a:pPr indent="-323850" lvl="0" marL="431800" rtl="0" algn="l">
              <a:lnSpc>
                <a:spcPct val="98000"/>
              </a:lnSpc>
              <a:spcBef>
                <a:spcPts val="1400"/>
              </a:spcBef>
              <a:spcAft>
                <a:spcPts val="0"/>
              </a:spcAft>
              <a:buSzPts val="2400"/>
              <a:buNone/>
            </a:pPr>
            <a:r>
              <a:t/>
            </a:r>
            <a:endParaRPr b="0" i="0" sz="2400" u="none">
              <a:solidFill>
                <a:srgbClr val="808080"/>
              </a:solidFill>
              <a:latin typeface="Arial"/>
              <a:ea typeface="Arial"/>
              <a:cs typeface="Arial"/>
              <a:sym typeface="Arial"/>
            </a:endParaRPr>
          </a:p>
          <a:p>
            <a:pPr indent="-323850" lvl="0" marL="431800" rtl="0" algn="l">
              <a:lnSpc>
                <a:spcPct val="101000"/>
              </a:lnSpc>
              <a:spcBef>
                <a:spcPts val="1400"/>
              </a:spcBef>
              <a:spcAft>
                <a:spcPts val="0"/>
              </a:spcAft>
              <a:buClr>
                <a:srgbClr val="000000"/>
              </a:buClr>
              <a:buSzPts val="1080"/>
              <a:buFont typeface="Noto Sans Symbols"/>
              <a:buChar char="●"/>
            </a:pPr>
            <a:r>
              <a:rPr b="0" i="0" lang="en-US" sz="2400" u="none">
                <a:solidFill>
                  <a:srgbClr val="FF3333"/>
                </a:solidFill>
                <a:latin typeface="Arial"/>
                <a:ea typeface="Arial"/>
                <a:cs typeface="Arial"/>
                <a:sym typeface="Arial"/>
              </a:rPr>
              <a:t>Ví dụ 2: </a:t>
            </a:r>
            <a:r>
              <a:rPr b="0" i="0" lang="en-US" sz="2400" u="none">
                <a:solidFill>
                  <a:srgbClr val="000000"/>
                </a:solidFill>
                <a:latin typeface="Arial"/>
                <a:ea typeface="Arial"/>
                <a:cs typeface="Arial"/>
                <a:sym typeface="Arial"/>
              </a:rPr>
              <a:t>Tổng số ngày làm việc của mỗi phi công</a:t>
            </a:r>
            <a:endParaRPr/>
          </a:p>
        </p:txBody>
      </p:sp>
      <p:pic>
        <p:nvPicPr>
          <p:cNvPr id="972" name="Google Shape;972;p92"/>
          <p:cNvPicPr preferRelativeResize="0"/>
          <p:nvPr/>
        </p:nvPicPr>
        <p:blipFill rotWithShape="1">
          <a:blip r:embed="rId3">
            <a:alphaModFix/>
          </a:blip>
          <a:srcRect b="0" l="0" r="0" t="0"/>
          <a:stretch/>
        </p:blipFill>
        <p:spPr>
          <a:xfrm>
            <a:off x="5761038" y="2835275"/>
            <a:ext cx="3481387" cy="2405063"/>
          </a:xfrm>
          <a:prstGeom prst="rect">
            <a:avLst/>
          </a:prstGeom>
          <a:noFill/>
          <a:ln>
            <a:noFill/>
          </a:ln>
        </p:spPr>
      </p:pic>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7" name="Shape 977"/>
        <p:cNvGrpSpPr/>
        <p:nvPr/>
      </p:nvGrpSpPr>
      <p:grpSpPr>
        <a:xfrm>
          <a:off x="0" y="0"/>
          <a:ext cx="0" cy="0"/>
          <a:chOff x="0" y="0"/>
          <a:chExt cx="0" cy="0"/>
        </a:xfrm>
      </p:grpSpPr>
      <p:sp>
        <p:nvSpPr>
          <p:cNvPr id="978" name="Google Shape;978;p93"/>
          <p:cNvSpPr txBox="1"/>
          <p:nvPr>
            <p:ph type="title"/>
          </p:nvPr>
        </p:nvSpPr>
        <p:spPr>
          <a:xfrm>
            <a:off x="503237" y="301625"/>
            <a:ext cx="9070975" cy="1262062"/>
          </a:xfrm>
          <a:prstGeom prst="rect">
            <a:avLst/>
          </a:prstGeom>
          <a:noFill/>
          <a:ln>
            <a:noFill/>
          </a:ln>
        </p:spPr>
        <p:txBody>
          <a:bodyPr anchorCtr="0" anchor="ctr" bIns="0" lIns="0" spcFirstLastPara="1" rIns="0" wrap="square" tIns="0">
            <a:noAutofit/>
          </a:bodyPr>
          <a:lstStyle/>
          <a:p>
            <a:pPr indent="0" lvl="0" marL="0" rtl="0" algn="l">
              <a:lnSpc>
                <a:spcPct val="101000"/>
              </a:lnSpc>
              <a:spcBef>
                <a:spcPts val="0"/>
              </a:spcBef>
              <a:spcAft>
                <a:spcPts val="0"/>
              </a:spcAft>
              <a:buSzPts val="3200"/>
              <a:buNone/>
            </a:pPr>
            <a:r>
              <a:rPr b="1" i="0" lang="en-US" sz="3200" u="none">
                <a:solidFill>
                  <a:srgbClr val="000000"/>
                </a:solidFill>
                <a:latin typeface="Arial"/>
                <a:ea typeface="Arial"/>
                <a:cs typeface="Arial"/>
                <a:sym typeface="Arial"/>
              </a:rPr>
              <a:t>GROUP BY - HAVING</a:t>
            </a:r>
            <a:endParaRPr/>
          </a:p>
        </p:txBody>
      </p:sp>
      <p:sp>
        <p:nvSpPr>
          <p:cNvPr id="979" name="Google Shape;979;p93"/>
          <p:cNvSpPr txBox="1"/>
          <p:nvPr>
            <p:ph idx="1" type="body"/>
          </p:nvPr>
        </p:nvSpPr>
        <p:spPr>
          <a:xfrm>
            <a:off x="503237" y="1768475"/>
            <a:ext cx="9070975" cy="5180012"/>
          </a:xfrm>
          <a:prstGeom prst="rect">
            <a:avLst/>
          </a:prstGeom>
          <a:noFill/>
          <a:ln>
            <a:noFill/>
          </a:ln>
        </p:spPr>
        <p:txBody>
          <a:bodyPr anchorCtr="0" anchor="t" bIns="0" lIns="0" spcFirstLastPara="1" rIns="0" wrap="square" tIns="0">
            <a:noAutofit/>
          </a:bodyPr>
          <a:lstStyle/>
          <a:p>
            <a:pPr indent="-323850" lvl="0" marL="431800" rtl="0" algn="l">
              <a:lnSpc>
                <a:spcPct val="101000"/>
              </a:lnSpc>
              <a:spcBef>
                <a:spcPts val="0"/>
              </a:spcBef>
              <a:spcAft>
                <a:spcPts val="0"/>
              </a:spcAft>
              <a:buClr>
                <a:srgbClr val="000000"/>
              </a:buClr>
              <a:buSzPts val="1170"/>
              <a:buFont typeface="Noto Sans Symbols"/>
              <a:buChar char="●"/>
            </a:pPr>
            <a:r>
              <a:rPr b="0" i="0" lang="en-US" sz="2600" u="none">
                <a:solidFill>
                  <a:srgbClr val="0000FF"/>
                </a:solidFill>
                <a:latin typeface="Arial"/>
                <a:ea typeface="Arial"/>
                <a:cs typeface="Arial"/>
                <a:sym typeface="Arial"/>
              </a:rPr>
              <a:t>Mệnh đề WHERE không thể được dùng với </a:t>
            </a:r>
            <a:r>
              <a:rPr b="1" i="0" lang="en-US" sz="2600" u="none">
                <a:solidFill>
                  <a:srgbClr val="0000FF"/>
                </a:solidFill>
                <a:latin typeface="Arial"/>
                <a:ea typeface="Arial"/>
                <a:cs typeface="Arial"/>
                <a:sym typeface="Arial"/>
              </a:rPr>
              <a:t>các hàm kết tập</a:t>
            </a:r>
            <a:endParaRPr/>
          </a:p>
          <a:p>
            <a:pPr indent="-323850" lvl="1" marL="863600" rtl="0" algn="l">
              <a:lnSpc>
                <a:spcPct val="101000"/>
              </a:lnSpc>
              <a:spcBef>
                <a:spcPts val="1400"/>
              </a:spcBef>
              <a:spcAft>
                <a:spcPts val="0"/>
              </a:spcAft>
              <a:buSzPts val="2400"/>
              <a:buNone/>
            </a:pPr>
            <a:r>
              <a:rPr b="0" i="0" lang="en-US" sz="2400" u="none">
                <a:solidFill>
                  <a:srgbClr val="FF3333"/>
                </a:solidFill>
                <a:latin typeface="Arial"/>
                <a:ea typeface="Arial"/>
                <a:cs typeface="Arial"/>
                <a:sym typeface="Arial"/>
              </a:rPr>
              <a:t>=&gt; điều kiện trên nhóm với hàm kết tập → </a:t>
            </a:r>
            <a:r>
              <a:rPr b="0" i="0" lang="en-US" sz="2400" u="none">
                <a:solidFill>
                  <a:srgbClr val="579D1C"/>
                </a:solidFill>
                <a:latin typeface="Arial"/>
                <a:ea typeface="Arial"/>
                <a:cs typeface="Arial"/>
                <a:sym typeface="Arial"/>
              </a:rPr>
              <a:t>dùng HAVING</a:t>
            </a:r>
            <a:endParaRPr/>
          </a:p>
          <a:p>
            <a:pPr indent="-287337" lvl="2" marL="1295400" rtl="0" algn="l">
              <a:lnSpc>
                <a:spcPct val="101000"/>
              </a:lnSpc>
              <a:spcBef>
                <a:spcPts val="1100"/>
              </a:spcBef>
              <a:spcAft>
                <a:spcPts val="0"/>
              </a:spcAft>
              <a:buClr>
                <a:srgbClr val="000000"/>
              </a:buClr>
              <a:buSzPts val="900"/>
              <a:buFont typeface="Noto Sans Symbols"/>
              <a:buChar char="●"/>
            </a:pPr>
            <a:r>
              <a:rPr b="0" i="0" lang="en-US" sz="2000" u="none">
                <a:solidFill>
                  <a:srgbClr val="007826"/>
                </a:solidFill>
                <a:latin typeface="Arial"/>
                <a:ea typeface="Arial"/>
                <a:cs typeface="Arial"/>
                <a:sym typeface="Arial"/>
              </a:rPr>
              <a:t>WHERE : điều kiện trên dòng</a:t>
            </a:r>
            <a:endParaRPr/>
          </a:p>
          <a:p>
            <a:pPr indent="-323850" lvl="0" marL="431800" rtl="0" algn="l">
              <a:lnSpc>
                <a:spcPct val="101000"/>
              </a:lnSpc>
              <a:spcBef>
                <a:spcPts val="800"/>
              </a:spcBef>
              <a:spcAft>
                <a:spcPts val="0"/>
              </a:spcAft>
              <a:buClr>
                <a:srgbClr val="000000"/>
              </a:buClr>
              <a:buSzPts val="1215"/>
              <a:buFont typeface="Noto Sans Symbols"/>
              <a:buChar char="●"/>
            </a:pPr>
            <a:r>
              <a:rPr b="0" i="0" lang="en-US" sz="2700" u="none">
                <a:solidFill>
                  <a:srgbClr val="FF3300"/>
                </a:solidFill>
                <a:latin typeface="Arial"/>
                <a:ea typeface="Arial"/>
                <a:cs typeface="Arial"/>
                <a:sym typeface="Arial"/>
              </a:rPr>
              <a:t>HAVING chỉ hiểu các điều kiện trên các hàm kết tập</a:t>
            </a:r>
            <a:endParaRPr/>
          </a:p>
          <a:p>
            <a:pPr indent="-323850" lvl="0" marL="431800" rtl="0" algn="l">
              <a:lnSpc>
                <a:spcPct val="101000"/>
              </a:lnSpc>
              <a:spcBef>
                <a:spcPts val="1400"/>
              </a:spcBef>
              <a:spcAft>
                <a:spcPts val="0"/>
              </a:spcAft>
              <a:buClr>
                <a:srgbClr val="000000"/>
              </a:buClr>
              <a:buSzPts val="1215"/>
              <a:buFont typeface="Noto Sans Symbols"/>
              <a:buChar char="●"/>
            </a:pPr>
            <a:r>
              <a:rPr b="0" i="0" lang="en-US" sz="2700" u="none">
                <a:solidFill>
                  <a:srgbClr val="1C1C1C"/>
                </a:solidFill>
                <a:latin typeface="Arial"/>
                <a:ea typeface="Arial"/>
                <a:cs typeface="Arial"/>
                <a:sym typeface="Arial"/>
              </a:rPr>
              <a:t>Ví dụ:</a:t>
            </a:r>
            <a:r>
              <a:rPr b="0" i="0" lang="en-US" sz="2700" u="none">
                <a:solidFill>
                  <a:srgbClr val="FF3333"/>
                </a:solidFill>
                <a:latin typeface="Arial"/>
                <a:ea typeface="Arial"/>
                <a:cs typeface="Arial"/>
                <a:sym typeface="Arial"/>
              </a:rPr>
              <a:t> </a:t>
            </a:r>
            <a:r>
              <a:rPr b="0" i="0" lang="en-US" sz="2700" u="none">
                <a:solidFill>
                  <a:srgbClr val="111111"/>
                </a:solidFill>
                <a:latin typeface="Arial"/>
                <a:ea typeface="Arial"/>
                <a:cs typeface="Arial"/>
                <a:sym typeface="Arial"/>
              </a:rPr>
              <a:t>Số phi công của mỗi nước lớn hơn 3 phi công</a:t>
            </a:r>
            <a:endParaRPr/>
          </a:p>
          <a:p>
            <a:pPr indent="-323850" lvl="1" marL="863600" rtl="0" algn="l">
              <a:lnSpc>
                <a:spcPct val="98000"/>
              </a:lnSpc>
              <a:spcBef>
                <a:spcPts val="1400"/>
              </a:spcBef>
              <a:spcAft>
                <a:spcPts val="0"/>
              </a:spcAft>
              <a:buSzPts val="2400"/>
              <a:buNone/>
            </a:pPr>
            <a:r>
              <a:rPr b="0" i="0" lang="en-US" sz="2400" u="none">
                <a:solidFill>
                  <a:srgbClr val="0000FF"/>
                </a:solidFill>
                <a:latin typeface="Arial"/>
                <a:ea typeface="Arial"/>
                <a:cs typeface="Arial"/>
                <a:sym typeface="Arial"/>
              </a:rPr>
              <a:t>SELECT</a:t>
            </a:r>
            <a:r>
              <a:rPr b="0" i="0" lang="en-US" sz="2400" u="none">
                <a:solidFill>
                  <a:srgbClr val="111111"/>
                </a:solidFill>
                <a:latin typeface="Arial"/>
                <a:ea typeface="Arial"/>
                <a:cs typeface="Arial"/>
                <a:sym typeface="Arial"/>
              </a:rPr>
              <a:t> </a:t>
            </a:r>
            <a:r>
              <a:rPr b="0" i="0" lang="en-US" sz="2400" u="none">
                <a:solidFill>
                  <a:srgbClr val="008080"/>
                </a:solidFill>
                <a:latin typeface="Arial"/>
                <a:ea typeface="Arial"/>
                <a:cs typeface="Arial"/>
                <a:sym typeface="Arial"/>
              </a:rPr>
              <a:t>nuoc</a:t>
            </a:r>
            <a:r>
              <a:rPr b="0" i="0" lang="en-US" sz="2400" u="none">
                <a:solidFill>
                  <a:srgbClr val="808080"/>
                </a:solidFill>
                <a:latin typeface="Arial"/>
                <a:ea typeface="Arial"/>
                <a:cs typeface="Arial"/>
                <a:sym typeface="Arial"/>
              </a:rPr>
              <a:t>,</a:t>
            </a:r>
            <a:r>
              <a:rPr b="0" i="0" lang="en-US" sz="2400" u="none">
                <a:solidFill>
                  <a:srgbClr val="111111"/>
                </a:solidFill>
                <a:latin typeface="Arial"/>
                <a:ea typeface="Arial"/>
                <a:cs typeface="Arial"/>
                <a:sym typeface="Arial"/>
              </a:rPr>
              <a:t> </a:t>
            </a:r>
            <a:r>
              <a:rPr b="0" i="0" lang="en-US" sz="2400" u="none">
                <a:solidFill>
                  <a:srgbClr val="FF00FF"/>
                </a:solidFill>
                <a:latin typeface="Arial"/>
                <a:ea typeface="Arial"/>
                <a:cs typeface="Arial"/>
                <a:sym typeface="Arial"/>
              </a:rPr>
              <a:t>count</a:t>
            </a:r>
            <a:r>
              <a:rPr b="0" i="0" lang="en-US" sz="2400" u="none">
                <a:solidFill>
                  <a:srgbClr val="808080"/>
                </a:solidFill>
                <a:latin typeface="Arial"/>
                <a:ea typeface="Arial"/>
                <a:cs typeface="Arial"/>
                <a:sym typeface="Arial"/>
              </a:rPr>
              <a:t>(*)</a:t>
            </a:r>
            <a:r>
              <a:rPr b="0" i="0" lang="en-US" sz="2400" u="none">
                <a:solidFill>
                  <a:srgbClr val="111111"/>
                </a:solidFill>
                <a:latin typeface="Arial"/>
                <a:ea typeface="Arial"/>
                <a:cs typeface="Arial"/>
                <a:sym typeface="Arial"/>
              </a:rPr>
              <a:t> </a:t>
            </a:r>
            <a:r>
              <a:rPr b="0" i="0" lang="en-US" sz="2400" u="none">
                <a:solidFill>
                  <a:srgbClr val="008080"/>
                </a:solidFill>
                <a:latin typeface="Arial"/>
                <a:ea typeface="Arial"/>
                <a:cs typeface="Arial"/>
                <a:sym typeface="Arial"/>
              </a:rPr>
              <a:t>so_phi_cong</a:t>
            </a:r>
            <a:endParaRPr/>
          </a:p>
          <a:p>
            <a:pPr indent="-323850" lvl="1" marL="863600" rtl="0" algn="l">
              <a:lnSpc>
                <a:spcPct val="98000"/>
              </a:lnSpc>
              <a:spcBef>
                <a:spcPts val="1100"/>
              </a:spcBef>
              <a:spcAft>
                <a:spcPts val="0"/>
              </a:spcAft>
              <a:buSzPts val="2400"/>
              <a:buNone/>
            </a:pPr>
            <a:r>
              <a:rPr b="0" i="0" lang="en-US" sz="2400" u="none">
                <a:solidFill>
                  <a:srgbClr val="0000FF"/>
                </a:solidFill>
                <a:latin typeface="Arial"/>
                <a:ea typeface="Arial"/>
                <a:cs typeface="Arial"/>
                <a:sym typeface="Arial"/>
              </a:rPr>
              <a:t>FROM</a:t>
            </a:r>
            <a:r>
              <a:rPr b="0" i="0" lang="en-US" sz="2400" u="none">
                <a:solidFill>
                  <a:srgbClr val="111111"/>
                </a:solidFill>
                <a:latin typeface="Arial"/>
                <a:ea typeface="Arial"/>
                <a:cs typeface="Arial"/>
                <a:sym typeface="Arial"/>
              </a:rPr>
              <a:t> </a:t>
            </a:r>
            <a:r>
              <a:rPr b="0" i="0" lang="en-US" sz="2400" u="none">
                <a:solidFill>
                  <a:srgbClr val="008080"/>
                </a:solidFill>
                <a:latin typeface="Arial"/>
                <a:ea typeface="Arial"/>
                <a:cs typeface="Arial"/>
                <a:sym typeface="Arial"/>
              </a:rPr>
              <a:t>PHICONG</a:t>
            </a:r>
            <a:r>
              <a:rPr b="0" i="0" lang="en-US" sz="2400" u="none">
                <a:solidFill>
                  <a:srgbClr val="111111"/>
                </a:solidFill>
                <a:latin typeface="Arial"/>
                <a:ea typeface="Arial"/>
                <a:cs typeface="Arial"/>
                <a:sym typeface="Arial"/>
              </a:rPr>
              <a:t>     </a:t>
            </a:r>
            <a:endParaRPr/>
          </a:p>
          <a:p>
            <a:pPr indent="-323850" lvl="0" marL="431800" rtl="0" algn="l">
              <a:lnSpc>
                <a:spcPct val="98000"/>
              </a:lnSpc>
              <a:spcBef>
                <a:spcPts val="1100"/>
              </a:spcBef>
              <a:spcAft>
                <a:spcPts val="0"/>
              </a:spcAft>
              <a:buSzPts val="2400"/>
              <a:buNone/>
            </a:pPr>
            <a:r>
              <a:rPr b="0" i="0" lang="en-US" sz="2400" u="none">
                <a:solidFill>
                  <a:srgbClr val="0000FF"/>
                </a:solidFill>
                <a:latin typeface="Arial"/>
                <a:ea typeface="Arial"/>
                <a:cs typeface="Arial"/>
                <a:sym typeface="Arial"/>
              </a:rPr>
              <a:t>     GROUP</a:t>
            </a:r>
            <a:r>
              <a:rPr b="0" i="0" lang="en-US" sz="2400" u="none">
                <a:solidFill>
                  <a:srgbClr val="111111"/>
                </a:solidFill>
                <a:latin typeface="Arial"/>
                <a:ea typeface="Arial"/>
                <a:cs typeface="Arial"/>
                <a:sym typeface="Arial"/>
              </a:rPr>
              <a:t> </a:t>
            </a:r>
            <a:r>
              <a:rPr b="0" i="0" lang="en-US" sz="2400" u="none">
                <a:solidFill>
                  <a:srgbClr val="0000FF"/>
                </a:solidFill>
                <a:latin typeface="Arial"/>
                <a:ea typeface="Arial"/>
                <a:cs typeface="Arial"/>
                <a:sym typeface="Arial"/>
              </a:rPr>
              <a:t>BY</a:t>
            </a:r>
            <a:r>
              <a:rPr b="0" i="0" lang="en-US" sz="2400" u="none">
                <a:solidFill>
                  <a:srgbClr val="111111"/>
                </a:solidFill>
                <a:latin typeface="Arial"/>
                <a:ea typeface="Arial"/>
                <a:cs typeface="Arial"/>
                <a:sym typeface="Arial"/>
              </a:rPr>
              <a:t>  </a:t>
            </a:r>
            <a:r>
              <a:rPr b="0" i="0" lang="en-US" sz="2400" u="none">
                <a:solidFill>
                  <a:srgbClr val="008080"/>
                </a:solidFill>
                <a:latin typeface="Arial"/>
                <a:ea typeface="Arial"/>
                <a:cs typeface="Arial"/>
                <a:sym typeface="Arial"/>
              </a:rPr>
              <a:t>nuoc</a:t>
            </a:r>
            <a:r>
              <a:rPr b="0" i="0" lang="en-US" sz="2400" u="none">
                <a:solidFill>
                  <a:srgbClr val="111111"/>
                </a:solidFill>
                <a:latin typeface="Arial"/>
                <a:ea typeface="Arial"/>
                <a:cs typeface="Arial"/>
                <a:sym typeface="Arial"/>
              </a:rPr>
              <a:t> </a:t>
            </a:r>
            <a:r>
              <a:rPr b="0" i="0" lang="en-US" sz="2400" u="none">
                <a:solidFill>
                  <a:srgbClr val="0000FF"/>
                </a:solidFill>
                <a:latin typeface="Arial"/>
                <a:ea typeface="Arial"/>
                <a:cs typeface="Arial"/>
                <a:sym typeface="Arial"/>
              </a:rPr>
              <a:t>HAVING</a:t>
            </a:r>
            <a:r>
              <a:rPr b="0" i="0" lang="en-US" sz="2400" u="none">
                <a:solidFill>
                  <a:srgbClr val="111111"/>
                </a:solidFill>
                <a:latin typeface="Arial"/>
                <a:ea typeface="Arial"/>
                <a:cs typeface="Arial"/>
                <a:sym typeface="Arial"/>
              </a:rPr>
              <a:t> </a:t>
            </a:r>
            <a:r>
              <a:rPr b="0" i="0" lang="en-US" sz="2400" u="none">
                <a:solidFill>
                  <a:srgbClr val="808080"/>
                </a:solidFill>
                <a:latin typeface="Arial"/>
                <a:ea typeface="Arial"/>
                <a:cs typeface="Arial"/>
                <a:sym typeface="Arial"/>
              </a:rPr>
              <a:t>count</a:t>
            </a:r>
            <a:r>
              <a:rPr b="0" i="0" lang="en-US" sz="2400" u="none">
                <a:solidFill>
                  <a:srgbClr val="111111"/>
                </a:solidFill>
                <a:latin typeface="Arial"/>
                <a:ea typeface="Arial"/>
                <a:cs typeface="Arial"/>
                <a:sym typeface="Arial"/>
              </a:rPr>
              <a:t>(*) </a:t>
            </a:r>
            <a:r>
              <a:rPr b="0" i="0" lang="en-US" sz="2400" u="none">
                <a:solidFill>
                  <a:srgbClr val="808080"/>
                </a:solidFill>
                <a:latin typeface="Arial"/>
                <a:ea typeface="Arial"/>
                <a:cs typeface="Arial"/>
                <a:sym typeface="Arial"/>
              </a:rPr>
              <a:t>&gt;=</a:t>
            </a:r>
            <a:r>
              <a:rPr b="0" i="0" lang="en-US" sz="2400" u="none">
                <a:solidFill>
                  <a:srgbClr val="111111"/>
                </a:solidFill>
                <a:latin typeface="Arial"/>
                <a:ea typeface="Arial"/>
                <a:cs typeface="Arial"/>
                <a:sym typeface="Arial"/>
              </a:rPr>
              <a:t>3 </a:t>
            </a:r>
            <a:r>
              <a:rPr b="0" i="0" lang="en-US" sz="2400" u="none">
                <a:solidFill>
                  <a:srgbClr val="808080"/>
                </a:solidFill>
                <a:latin typeface="Arial"/>
                <a:ea typeface="Arial"/>
                <a:cs typeface="Arial"/>
                <a:sym typeface="Arial"/>
              </a:rPr>
              <a:t>;</a:t>
            </a:r>
            <a:endParaRPr/>
          </a:p>
          <a:p>
            <a:pPr indent="-342900" lvl="0" marL="342900" rtl="0" algn="l">
              <a:lnSpc>
                <a:spcPct val="101000"/>
              </a:lnSpc>
              <a:spcBef>
                <a:spcPts val="1400"/>
              </a:spcBef>
              <a:spcAft>
                <a:spcPts val="0"/>
              </a:spcAft>
              <a:buNone/>
            </a:pPr>
            <a:r>
              <a:t/>
            </a:r>
            <a:endParaRPr b="0" i="0" sz="2400" u="none">
              <a:solidFill>
                <a:srgbClr val="808080"/>
              </a:solidFill>
              <a:latin typeface="Arial"/>
              <a:ea typeface="Arial"/>
              <a:cs typeface="Arial"/>
              <a:sym typeface="Arial"/>
            </a:endParaRPr>
          </a:p>
        </p:txBody>
      </p:sp>
      <p:pic>
        <p:nvPicPr>
          <p:cNvPr id="980" name="Google Shape;980;p93"/>
          <p:cNvPicPr preferRelativeResize="0"/>
          <p:nvPr/>
        </p:nvPicPr>
        <p:blipFill rotWithShape="1">
          <a:blip r:embed="rId3">
            <a:alphaModFix/>
          </a:blip>
          <a:srcRect b="0" l="0" r="0" t="0"/>
          <a:stretch/>
        </p:blipFill>
        <p:spPr>
          <a:xfrm>
            <a:off x="1279525" y="6318250"/>
            <a:ext cx="3024188" cy="887413"/>
          </a:xfrm>
          <a:prstGeom prst="rect">
            <a:avLst/>
          </a:prstGeom>
          <a:noFill/>
          <a:ln>
            <a:noFill/>
          </a:ln>
        </p:spPr>
      </p:pic>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5" name="Shape 985"/>
        <p:cNvGrpSpPr/>
        <p:nvPr/>
      </p:nvGrpSpPr>
      <p:grpSpPr>
        <a:xfrm>
          <a:off x="0" y="0"/>
          <a:ext cx="0" cy="0"/>
          <a:chOff x="0" y="0"/>
          <a:chExt cx="0" cy="0"/>
        </a:xfrm>
      </p:grpSpPr>
      <p:sp>
        <p:nvSpPr>
          <p:cNvPr id="986" name="Google Shape;986;p94"/>
          <p:cNvSpPr txBox="1"/>
          <p:nvPr>
            <p:ph type="title"/>
          </p:nvPr>
        </p:nvSpPr>
        <p:spPr>
          <a:xfrm>
            <a:off x="503237" y="301625"/>
            <a:ext cx="9070975" cy="1262062"/>
          </a:xfrm>
          <a:prstGeom prst="rect">
            <a:avLst/>
          </a:prstGeom>
          <a:noFill/>
          <a:ln>
            <a:noFill/>
          </a:ln>
        </p:spPr>
        <p:txBody>
          <a:bodyPr anchorCtr="0" anchor="ctr" bIns="0" lIns="0" spcFirstLastPara="1" rIns="0" wrap="square" tIns="0">
            <a:noAutofit/>
          </a:bodyPr>
          <a:lstStyle/>
          <a:p>
            <a:pPr indent="0" lvl="0" marL="0" rtl="0" algn="l">
              <a:lnSpc>
                <a:spcPct val="101000"/>
              </a:lnSpc>
              <a:spcBef>
                <a:spcPts val="0"/>
              </a:spcBef>
              <a:spcAft>
                <a:spcPts val="0"/>
              </a:spcAft>
              <a:buSzPts val="3200"/>
              <a:buNone/>
            </a:pPr>
            <a:r>
              <a:rPr b="1" i="0" lang="en-US" sz="3200" u="none">
                <a:solidFill>
                  <a:srgbClr val="000000"/>
                </a:solidFill>
                <a:latin typeface="Arial"/>
                <a:ea typeface="Arial"/>
                <a:cs typeface="Arial"/>
                <a:sym typeface="Arial"/>
              </a:rPr>
              <a:t>SELECT – Lưu kết quả </a:t>
            </a:r>
            <a:endParaRPr/>
          </a:p>
        </p:txBody>
      </p:sp>
      <p:sp>
        <p:nvSpPr>
          <p:cNvPr id="987" name="Google Shape;987;p94"/>
          <p:cNvSpPr txBox="1"/>
          <p:nvPr>
            <p:ph idx="1" type="body"/>
          </p:nvPr>
        </p:nvSpPr>
        <p:spPr>
          <a:xfrm>
            <a:off x="503237" y="1768475"/>
            <a:ext cx="9070975" cy="5056187"/>
          </a:xfrm>
          <a:prstGeom prst="rect">
            <a:avLst/>
          </a:prstGeom>
          <a:noFill/>
          <a:ln>
            <a:noFill/>
          </a:ln>
        </p:spPr>
        <p:txBody>
          <a:bodyPr anchorCtr="0" anchor="t" bIns="0" lIns="0" spcFirstLastPara="1" rIns="0" wrap="square" tIns="0">
            <a:noAutofit/>
          </a:bodyPr>
          <a:lstStyle/>
          <a:p>
            <a:pPr indent="-323850" lvl="0" marL="431800" rtl="0" algn="l">
              <a:lnSpc>
                <a:spcPct val="101000"/>
              </a:lnSpc>
              <a:spcBef>
                <a:spcPts val="0"/>
              </a:spcBef>
              <a:spcAft>
                <a:spcPts val="0"/>
              </a:spcAft>
              <a:buClr>
                <a:srgbClr val="000000"/>
              </a:buClr>
              <a:buSzPts val="1215"/>
              <a:buFont typeface="Noto Sans Symbols"/>
              <a:buChar char="●"/>
            </a:pPr>
            <a:r>
              <a:rPr b="1" i="0" lang="en-US" sz="2700" u="none">
                <a:solidFill>
                  <a:srgbClr val="000000"/>
                </a:solidFill>
                <a:latin typeface="Arial"/>
                <a:ea typeface="Arial"/>
                <a:cs typeface="Arial"/>
                <a:sym typeface="Arial"/>
              </a:rPr>
              <a:t>SELECT INTO</a:t>
            </a:r>
            <a:r>
              <a:rPr b="0" i="0" lang="en-US" sz="2700" u="none">
                <a:solidFill>
                  <a:srgbClr val="000000"/>
                </a:solidFill>
                <a:latin typeface="Arial"/>
                <a:ea typeface="Arial"/>
                <a:cs typeface="Arial"/>
                <a:sym typeface="Arial"/>
              </a:rPr>
              <a:t> cho phép lưu kết quả truy vấn vào một bảng mới hoặc một biến</a:t>
            </a:r>
            <a:endParaRPr/>
          </a:p>
          <a:p>
            <a:pPr indent="-323850" lvl="0" marL="431800" rtl="0" algn="l">
              <a:lnSpc>
                <a:spcPct val="98000"/>
              </a:lnSpc>
              <a:spcBef>
                <a:spcPts val="1400"/>
              </a:spcBef>
              <a:spcAft>
                <a:spcPts val="0"/>
              </a:spcAft>
              <a:buSzPts val="2400"/>
              <a:buNone/>
            </a:pPr>
            <a:r>
              <a:rPr b="0" i="0" lang="en-US" sz="2400" u="none">
                <a:solidFill>
                  <a:srgbClr val="0000FF"/>
                </a:solidFill>
                <a:latin typeface="Arial"/>
                <a:ea typeface="Arial"/>
                <a:cs typeface="Arial"/>
                <a:sym typeface="Arial"/>
              </a:rPr>
              <a:t>    </a:t>
            </a:r>
            <a:r>
              <a:rPr b="0" i="1" lang="en-US" sz="2200" u="none">
                <a:solidFill>
                  <a:srgbClr val="000000"/>
                </a:solidFill>
                <a:latin typeface="Arial"/>
                <a:ea typeface="Arial"/>
                <a:cs typeface="Arial"/>
                <a:sym typeface="Arial"/>
              </a:rPr>
              <a:t>SELECT  &lt;ten_cot&gt;[,...]  </a:t>
            </a:r>
            <a:r>
              <a:rPr b="0" i="1" lang="en-US" sz="2200" u="none">
                <a:solidFill>
                  <a:srgbClr val="800000"/>
                </a:solidFill>
                <a:latin typeface="Arial"/>
                <a:ea typeface="Arial"/>
                <a:cs typeface="Arial"/>
                <a:sym typeface="Arial"/>
              </a:rPr>
              <a:t>INTO </a:t>
            </a:r>
            <a:r>
              <a:rPr b="0" i="1" lang="en-US" sz="2200" u="none">
                <a:solidFill>
                  <a:srgbClr val="000000"/>
                </a:solidFill>
                <a:latin typeface="Arial"/>
                <a:ea typeface="Arial"/>
                <a:cs typeface="Arial"/>
                <a:sym typeface="Arial"/>
              </a:rPr>
              <a:t>&lt;bang_moi&gt;</a:t>
            </a:r>
            <a:endParaRPr/>
          </a:p>
          <a:p>
            <a:pPr indent="-323850" lvl="0" marL="431800" rtl="0" algn="l">
              <a:lnSpc>
                <a:spcPct val="101000"/>
              </a:lnSpc>
              <a:spcBef>
                <a:spcPts val="1400"/>
              </a:spcBef>
              <a:spcAft>
                <a:spcPts val="0"/>
              </a:spcAft>
              <a:buSzPts val="2200"/>
              <a:buNone/>
            </a:pPr>
            <a:r>
              <a:rPr b="0" i="1" lang="en-US" sz="2200" u="none">
                <a:solidFill>
                  <a:srgbClr val="000000"/>
                </a:solidFill>
                <a:latin typeface="Arial"/>
                <a:ea typeface="Arial"/>
                <a:cs typeface="Arial"/>
                <a:sym typeface="Arial"/>
              </a:rPr>
              <a:t>       FROM &lt;ten_bang&gt;;</a:t>
            </a:r>
            <a:endParaRPr/>
          </a:p>
          <a:p>
            <a:pPr indent="-323850" lvl="1" marL="863600" rtl="0" algn="l">
              <a:lnSpc>
                <a:spcPct val="101000"/>
              </a:lnSpc>
              <a:spcBef>
                <a:spcPts val="1400"/>
              </a:spcBef>
              <a:spcAft>
                <a:spcPts val="0"/>
              </a:spcAft>
              <a:buClr>
                <a:srgbClr val="000000"/>
              </a:buClr>
              <a:buSzPts val="1650"/>
              <a:buFont typeface="Noto Sans Symbols"/>
              <a:buChar char="−"/>
            </a:pPr>
            <a:r>
              <a:rPr b="0" i="1" lang="en-US" sz="2200" u="none">
                <a:solidFill>
                  <a:srgbClr val="579D1C"/>
                </a:solidFill>
                <a:latin typeface="Arial"/>
                <a:ea typeface="Arial"/>
                <a:cs typeface="Arial"/>
                <a:sym typeface="Arial"/>
              </a:rPr>
              <a:t>SQL Server còn cho phép lưu kết quả vào biến tạm với cú pháp:</a:t>
            </a:r>
            <a:endParaRPr/>
          </a:p>
          <a:p>
            <a:pPr indent="-323850" lvl="1" marL="863600" rtl="0" algn="l">
              <a:lnSpc>
                <a:spcPct val="101000"/>
              </a:lnSpc>
              <a:spcBef>
                <a:spcPts val="1100"/>
              </a:spcBef>
              <a:spcAft>
                <a:spcPts val="0"/>
              </a:spcAft>
              <a:buSzPts val="2200"/>
              <a:buNone/>
            </a:pPr>
            <a:r>
              <a:rPr b="0" i="1" lang="en-US" sz="2200" u="none">
                <a:solidFill>
                  <a:srgbClr val="579D1C"/>
                </a:solidFill>
                <a:latin typeface="Arial"/>
                <a:ea typeface="Arial"/>
                <a:cs typeface="Arial"/>
                <a:sym typeface="Arial"/>
              </a:rPr>
              <a:t> </a:t>
            </a:r>
            <a:r>
              <a:rPr b="0" i="1" lang="en-US" sz="2200" u="none">
                <a:solidFill>
                  <a:srgbClr val="000000"/>
                </a:solidFill>
                <a:latin typeface="Arial"/>
                <a:ea typeface="Arial"/>
                <a:cs typeface="Arial"/>
                <a:sym typeface="Arial"/>
              </a:rPr>
              <a:t>SELECT  &lt;ten_cot&gt;[,...] </a:t>
            </a:r>
            <a:r>
              <a:rPr b="0" i="1" lang="en-US" sz="2200" u="none">
                <a:solidFill>
                  <a:srgbClr val="800000"/>
                </a:solidFill>
                <a:latin typeface="Arial"/>
                <a:ea typeface="Arial"/>
                <a:cs typeface="Arial"/>
                <a:sym typeface="Arial"/>
              </a:rPr>
              <a:t>INTO</a:t>
            </a:r>
            <a:r>
              <a:rPr b="0" i="1" lang="en-US" sz="2200" u="none">
                <a:solidFill>
                  <a:srgbClr val="579D1C"/>
                </a:solidFill>
                <a:latin typeface="Arial"/>
                <a:ea typeface="Arial"/>
                <a:cs typeface="Arial"/>
                <a:sym typeface="Arial"/>
              </a:rPr>
              <a:t> </a:t>
            </a:r>
            <a:r>
              <a:rPr b="0" i="1" lang="en-US" sz="2200" u="none">
                <a:solidFill>
                  <a:srgbClr val="000000"/>
                </a:solidFill>
                <a:latin typeface="Arial"/>
                <a:ea typeface="Arial"/>
                <a:cs typeface="Arial"/>
                <a:sym typeface="Arial"/>
              </a:rPr>
              <a:t>&lt;#ten_bien&gt; FROM &lt;ten_bang&gt;;</a:t>
            </a:r>
            <a:endParaRPr/>
          </a:p>
          <a:p>
            <a:pPr indent="-323850" lvl="0" marL="431800" rtl="0" algn="l">
              <a:lnSpc>
                <a:spcPct val="101000"/>
              </a:lnSpc>
              <a:spcBef>
                <a:spcPts val="1100"/>
              </a:spcBef>
              <a:spcAft>
                <a:spcPts val="0"/>
              </a:spcAft>
              <a:buClr>
                <a:srgbClr val="000000"/>
              </a:buClr>
              <a:buSzPts val="1260"/>
              <a:buFont typeface="Noto Sans Symbols"/>
              <a:buChar char="●"/>
            </a:pPr>
            <a:r>
              <a:rPr b="0" i="0" lang="en-US" sz="2800" u="none">
                <a:solidFill>
                  <a:srgbClr val="000000"/>
                </a:solidFill>
                <a:latin typeface="Arial"/>
                <a:ea typeface="Arial"/>
                <a:cs typeface="Arial"/>
                <a:sym typeface="Arial"/>
              </a:rPr>
              <a:t>Ví dụ:</a:t>
            </a:r>
            <a:endParaRPr/>
          </a:p>
          <a:p>
            <a:pPr indent="-323850" lvl="0" marL="431800" rtl="0" algn="l">
              <a:lnSpc>
                <a:spcPct val="101000"/>
              </a:lnSpc>
              <a:spcBef>
                <a:spcPts val="1400"/>
              </a:spcBef>
              <a:spcAft>
                <a:spcPts val="0"/>
              </a:spcAft>
              <a:buSzPts val="2800"/>
              <a:buNone/>
            </a:pPr>
            <a:r>
              <a:rPr b="0" i="0" lang="en-US" sz="2800" u="none">
                <a:solidFill>
                  <a:srgbClr val="000000"/>
                </a:solidFill>
                <a:latin typeface="Arial"/>
                <a:ea typeface="Arial"/>
                <a:cs typeface="Arial"/>
                <a:sym typeface="Arial"/>
              </a:rPr>
              <a:t> </a:t>
            </a:r>
            <a:r>
              <a:rPr b="0" i="0" lang="en-US" sz="2600" u="none">
                <a:solidFill>
                  <a:srgbClr val="0000FF"/>
                </a:solidFill>
                <a:latin typeface="Arial"/>
                <a:ea typeface="Arial"/>
                <a:cs typeface="Arial"/>
                <a:sym typeface="Arial"/>
              </a:rPr>
              <a:t>SELECT</a:t>
            </a:r>
            <a:r>
              <a:rPr b="0" i="0" lang="en-US" sz="2600" u="none">
                <a:solidFill>
                  <a:srgbClr val="000000"/>
                </a:solidFill>
                <a:latin typeface="Arial"/>
                <a:ea typeface="Arial"/>
                <a:cs typeface="Arial"/>
                <a:sym typeface="Arial"/>
              </a:rPr>
              <a:t> </a:t>
            </a:r>
            <a:r>
              <a:rPr b="0" i="0" lang="en-US" sz="2600" u="none">
                <a:solidFill>
                  <a:srgbClr val="808080"/>
                </a:solidFill>
                <a:latin typeface="Arial"/>
                <a:ea typeface="Arial"/>
                <a:cs typeface="Arial"/>
                <a:sym typeface="Arial"/>
              </a:rPr>
              <a:t>*</a:t>
            </a:r>
            <a:r>
              <a:rPr b="0" i="0" lang="en-US" sz="2600" u="none">
                <a:solidFill>
                  <a:srgbClr val="000000"/>
                </a:solidFill>
                <a:latin typeface="Arial"/>
                <a:ea typeface="Arial"/>
                <a:cs typeface="Arial"/>
                <a:sym typeface="Arial"/>
              </a:rPr>
              <a:t> </a:t>
            </a:r>
            <a:r>
              <a:rPr b="0" i="0" lang="en-US" sz="2600" u="none">
                <a:solidFill>
                  <a:srgbClr val="0000FF"/>
                </a:solidFill>
                <a:latin typeface="Arial"/>
                <a:ea typeface="Arial"/>
                <a:cs typeface="Arial"/>
                <a:sym typeface="Arial"/>
              </a:rPr>
              <a:t>INTO</a:t>
            </a:r>
            <a:r>
              <a:rPr b="0" i="0" lang="en-US" sz="2600" u="none">
                <a:solidFill>
                  <a:srgbClr val="000000"/>
                </a:solidFill>
                <a:latin typeface="Arial"/>
                <a:ea typeface="Arial"/>
                <a:cs typeface="Arial"/>
                <a:sym typeface="Arial"/>
              </a:rPr>
              <a:t> </a:t>
            </a:r>
            <a:r>
              <a:rPr b="0" i="0" lang="en-US" sz="2600" u="none">
                <a:solidFill>
                  <a:srgbClr val="008080"/>
                </a:solidFill>
                <a:latin typeface="Arial"/>
                <a:ea typeface="Arial"/>
                <a:cs typeface="Arial"/>
                <a:sym typeface="Arial"/>
              </a:rPr>
              <a:t>temp</a:t>
            </a:r>
            <a:r>
              <a:rPr b="0" i="0" lang="en-US" sz="2600" u="none">
                <a:solidFill>
                  <a:srgbClr val="000000"/>
                </a:solidFill>
                <a:latin typeface="Arial"/>
                <a:ea typeface="Arial"/>
                <a:cs typeface="Arial"/>
                <a:sym typeface="Arial"/>
              </a:rPr>
              <a:t> </a:t>
            </a:r>
            <a:endParaRPr/>
          </a:p>
          <a:p>
            <a:pPr indent="-323850" lvl="0" marL="431800" rtl="0" algn="l">
              <a:lnSpc>
                <a:spcPct val="98000"/>
              </a:lnSpc>
              <a:spcBef>
                <a:spcPts val="400"/>
              </a:spcBef>
              <a:spcAft>
                <a:spcPts val="0"/>
              </a:spcAft>
              <a:buSzPts val="2600"/>
              <a:buNone/>
            </a:pPr>
            <a:r>
              <a:rPr b="0" i="0" lang="en-US" sz="2600" u="none">
                <a:solidFill>
                  <a:srgbClr val="000000"/>
                </a:solidFill>
                <a:latin typeface="Arial"/>
                <a:ea typeface="Arial"/>
                <a:cs typeface="Arial"/>
                <a:sym typeface="Arial"/>
              </a:rPr>
              <a:t> </a:t>
            </a:r>
            <a:r>
              <a:rPr b="0" i="0" lang="en-US" sz="2600" u="none">
                <a:solidFill>
                  <a:srgbClr val="0000FF"/>
                </a:solidFill>
                <a:latin typeface="Arial"/>
                <a:ea typeface="Arial"/>
                <a:cs typeface="Arial"/>
                <a:sym typeface="Arial"/>
              </a:rPr>
              <a:t>FROM</a:t>
            </a:r>
            <a:r>
              <a:rPr b="0" i="0" lang="en-US" sz="2600" u="none">
                <a:solidFill>
                  <a:srgbClr val="000000"/>
                </a:solidFill>
                <a:latin typeface="Arial"/>
                <a:ea typeface="Arial"/>
                <a:cs typeface="Arial"/>
                <a:sym typeface="Arial"/>
              </a:rPr>
              <a:t> </a:t>
            </a:r>
            <a:r>
              <a:rPr b="0" i="0" lang="en-US" sz="2600" u="none">
                <a:solidFill>
                  <a:srgbClr val="008080"/>
                </a:solidFill>
                <a:latin typeface="Arial"/>
                <a:ea typeface="Arial"/>
                <a:cs typeface="Arial"/>
                <a:sym typeface="Arial"/>
              </a:rPr>
              <a:t>CONGTY</a:t>
            </a:r>
            <a:endParaRPr/>
          </a:p>
          <a:p>
            <a:pPr indent="-323850" lvl="0" marL="431800" rtl="0" algn="l">
              <a:lnSpc>
                <a:spcPct val="98000"/>
              </a:lnSpc>
              <a:spcBef>
                <a:spcPts val="400"/>
              </a:spcBef>
              <a:spcAft>
                <a:spcPts val="0"/>
              </a:spcAft>
              <a:buSzPts val="2400"/>
              <a:buNone/>
            </a:pPr>
            <a:r>
              <a:t/>
            </a:r>
            <a:endParaRPr b="0" i="0" sz="2400" u="none">
              <a:solidFill>
                <a:srgbClr val="008080"/>
              </a:solidFill>
              <a:latin typeface="Arial"/>
              <a:ea typeface="Arial"/>
              <a:cs typeface="Arial"/>
              <a:sym typeface="Arial"/>
            </a:endParaRPr>
          </a:p>
          <a:p>
            <a:pPr indent="-342900" lvl="0" marL="342900" rtl="0" algn="l">
              <a:lnSpc>
                <a:spcPct val="101000"/>
              </a:lnSpc>
              <a:spcBef>
                <a:spcPts val="1400"/>
              </a:spcBef>
              <a:spcAft>
                <a:spcPts val="0"/>
              </a:spcAft>
              <a:buNone/>
            </a:pPr>
            <a:r>
              <a:t/>
            </a:r>
            <a:endParaRPr b="0" i="0" sz="2400" u="none">
              <a:solidFill>
                <a:srgbClr val="008080"/>
              </a:solidFill>
              <a:latin typeface="Arial"/>
              <a:ea typeface="Arial"/>
              <a:cs typeface="Arial"/>
              <a:sym typeface="Arial"/>
            </a:endParaRPr>
          </a:p>
        </p:txBody>
      </p:sp>
      <p:sp>
        <p:nvSpPr>
          <p:cNvPr id="988" name="Google Shape;988;p94"/>
          <p:cNvSpPr txBox="1"/>
          <p:nvPr/>
        </p:nvSpPr>
        <p:spPr>
          <a:xfrm>
            <a:off x="5303837" y="5254625"/>
            <a:ext cx="4479925" cy="1620837"/>
          </a:xfrm>
          <a:prstGeom prst="rect">
            <a:avLst/>
          </a:prstGeom>
          <a:noFill/>
          <a:ln>
            <a:noFill/>
          </a:ln>
        </p:spPr>
        <p:txBody>
          <a:bodyPr anchorCtr="0" anchor="t" bIns="45000" lIns="90000" spcFirstLastPara="1" rIns="90000" wrap="square" tIns="51600">
            <a:noAutofit/>
          </a:bodyPr>
          <a:lstStyle/>
          <a:p>
            <a:pPr indent="-323850" lvl="0" marL="431800" marR="0" rtl="0" algn="l">
              <a:lnSpc>
                <a:spcPct val="98000"/>
              </a:lnSpc>
              <a:spcBef>
                <a:spcPts val="0"/>
              </a:spcBef>
              <a:spcAft>
                <a:spcPts val="0"/>
              </a:spcAft>
              <a:buClr>
                <a:srgbClr val="0000FF"/>
              </a:buClr>
              <a:buSzPts val="2600"/>
              <a:buFont typeface="Arial"/>
              <a:buNone/>
            </a:pPr>
            <a:r>
              <a:rPr b="0" i="0" lang="en-US" sz="2600" u="none">
                <a:solidFill>
                  <a:srgbClr val="0000FF"/>
                </a:solidFill>
                <a:latin typeface="Arial"/>
                <a:ea typeface="Arial"/>
                <a:cs typeface="Arial"/>
                <a:sym typeface="Arial"/>
              </a:rPr>
              <a:t>SELECT</a:t>
            </a:r>
            <a:r>
              <a:rPr b="0" i="0" lang="en-US" sz="2600" u="none">
                <a:solidFill>
                  <a:srgbClr val="000000"/>
                </a:solidFill>
                <a:latin typeface="Arial"/>
                <a:ea typeface="Arial"/>
                <a:cs typeface="Arial"/>
                <a:sym typeface="Arial"/>
              </a:rPr>
              <a:t> </a:t>
            </a:r>
            <a:r>
              <a:rPr b="0" i="0" lang="en-US" sz="2600" u="none">
                <a:solidFill>
                  <a:srgbClr val="808080"/>
                </a:solidFill>
                <a:latin typeface="Arial"/>
                <a:ea typeface="Arial"/>
                <a:cs typeface="Arial"/>
                <a:sym typeface="Arial"/>
              </a:rPr>
              <a:t>*</a:t>
            </a:r>
            <a:r>
              <a:rPr b="0" i="0" lang="en-US" sz="2600" u="none">
                <a:solidFill>
                  <a:srgbClr val="000000"/>
                </a:solidFill>
                <a:latin typeface="Arial"/>
                <a:ea typeface="Arial"/>
                <a:cs typeface="Arial"/>
                <a:sym typeface="Arial"/>
              </a:rPr>
              <a:t> </a:t>
            </a:r>
            <a:r>
              <a:rPr b="0" i="0" lang="en-US" sz="2600" u="none">
                <a:solidFill>
                  <a:srgbClr val="0000FF"/>
                </a:solidFill>
                <a:latin typeface="Arial"/>
                <a:ea typeface="Arial"/>
                <a:cs typeface="Arial"/>
                <a:sym typeface="Arial"/>
              </a:rPr>
              <a:t>INTO</a:t>
            </a:r>
            <a:r>
              <a:rPr b="0" i="0" lang="en-US" sz="2600" u="none">
                <a:solidFill>
                  <a:srgbClr val="000000"/>
                </a:solidFill>
                <a:latin typeface="Arial"/>
                <a:ea typeface="Arial"/>
                <a:cs typeface="Arial"/>
                <a:sym typeface="Arial"/>
              </a:rPr>
              <a:t> </a:t>
            </a:r>
            <a:r>
              <a:rPr b="0" i="0" lang="en-US" sz="2600" u="none">
                <a:solidFill>
                  <a:srgbClr val="008080"/>
                </a:solidFill>
                <a:latin typeface="Arial"/>
                <a:ea typeface="Arial"/>
                <a:cs typeface="Arial"/>
                <a:sym typeface="Arial"/>
              </a:rPr>
              <a:t>#temp</a:t>
            </a:r>
            <a:r>
              <a:rPr b="0" i="0" lang="en-US" sz="2600" u="none">
                <a:solidFill>
                  <a:srgbClr val="000000"/>
                </a:solidFill>
                <a:latin typeface="Arial"/>
                <a:ea typeface="Arial"/>
                <a:cs typeface="Arial"/>
                <a:sym typeface="Arial"/>
              </a:rPr>
              <a:t> </a:t>
            </a:r>
            <a:endParaRPr/>
          </a:p>
          <a:p>
            <a:pPr indent="-323850" lvl="0" marL="431800" marR="0" rtl="0" algn="l">
              <a:lnSpc>
                <a:spcPct val="98000"/>
              </a:lnSpc>
              <a:spcBef>
                <a:spcPts val="0"/>
              </a:spcBef>
              <a:spcAft>
                <a:spcPts val="0"/>
              </a:spcAft>
              <a:buClr>
                <a:srgbClr val="0000FF"/>
              </a:buClr>
              <a:buSzPts val="2600"/>
              <a:buFont typeface="Arial"/>
              <a:buNone/>
            </a:pPr>
            <a:r>
              <a:rPr b="0" i="0" lang="en-US" sz="2600" u="none">
                <a:solidFill>
                  <a:srgbClr val="0000FF"/>
                </a:solidFill>
                <a:latin typeface="Arial"/>
                <a:ea typeface="Arial"/>
                <a:cs typeface="Arial"/>
                <a:sym typeface="Arial"/>
              </a:rPr>
              <a:t>FROM</a:t>
            </a:r>
            <a:r>
              <a:rPr b="0" i="0" lang="en-US" sz="2600" u="none">
                <a:solidFill>
                  <a:srgbClr val="000000"/>
                </a:solidFill>
                <a:latin typeface="Arial"/>
                <a:ea typeface="Arial"/>
                <a:cs typeface="Arial"/>
                <a:sym typeface="Arial"/>
              </a:rPr>
              <a:t> </a:t>
            </a:r>
            <a:r>
              <a:rPr b="0" i="0" lang="en-US" sz="2600" u="none">
                <a:solidFill>
                  <a:srgbClr val="008080"/>
                </a:solidFill>
                <a:latin typeface="Arial"/>
                <a:ea typeface="Arial"/>
                <a:cs typeface="Arial"/>
                <a:sym typeface="Arial"/>
              </a:rPr>
              <a:t>CONGTY</a:t>
            </a:r>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3" name="Shape 993"/>
        <p:cNvGrpSpPr/>
        <p:nvPr/>
      </p:nvGrpSpPr>
      <p:grpSpPr>
        <a:xfrm>
          <a:off x="0" y="0"/>
          <a:ext cx="0" cy="0"/>
          <a:chOff x="0" y="0"/>
          <a:chExt cx="0" cy="0"/>
        </a:xfrm>
      </p:grpSpPr>
      <p:sp>
        <p:nvSpPr>
          <p:cNvPr id="994" name="Google Shape;994;p95"/>
          <p:cNvSpPr txBox="1"/>
          <p:nvPr>
            <p:ph type="title"/>
          </p:nvPr>
        </p:nvSpPr>
        <p:spPr>
          <a:xfrm>
            <a:off x="503237" y="301625"/>
            <a:ext cx="9070975" cy="1262062"/>
          </a:xfrm>
          <a:prstGeom prst="rect">
            <a:avLst/>
          </a:prstGeom>
          <a:noFill/>
          <a:ln>
            <a:noFill/>
          </a:ln>
        </p:spPr>
        <p:txBody>
          <a:bodyPr anchorCtr="0" anchor="ctr" bIns="0" lIns="0" spcFirstLastPara="1" rIns="0" wrap="square" tIns="0">
            <a:noAutofit/>
          </a:bodyPr>
          <a:lstStyle/>
          <a:p>
            <a:pPr indent="0" lvl="0" marL="0" rtl="0" algn="l">
              <a:lnSpc>
                <a:spcPct val="101000"/>
              </a:lnSpc>
              <a:spcBef>
                <a:spcPts val="0"/>
              </a:spcBef>
              <a:spcAft>
                <a:spcPts val="0"/>
              </a:spcAft>
              <a:buSzPts val="3200"/>
              <a:buNone/>
            </a:pPr>
            <a:r>
              <a:rPr b="1" i="0" lang="en-US" sz="3200" u="none">
                <a:solidFill>
                  <a:srgbClr val="000000"/>
                </a:solidFill>
                <a:latin typeface="Arial"/>
                <a:ea typeface="Arial"/>
                <a:cs typeface="Arial"/>
                <a:sym typeface="Arial"/>
              </a:rPr>
              <a:t>SELECT – Thêm dữ liệu cho bảng</a:t>
            </a:r>
            <a:endParaRPr/>
          </a:p>
        </p:txBody>
      </p:sp>
      <p:sp>
        <p:nvSpPr>
          <p:cNvPr id="995" name="Google Shape;995;p95"/>
          <p:cNvSpPr txBox="1"/>
          <p:nvPr>
            <p:ph idx="1" type="body"/>
          </p:nvPr>
        </p:nvSpPr>
        <p:spPr>
          <a:xfrm>
            <a:off x="503237" y="1768475"/>
            <a:ext cx="9070975" cy="5861050"/>
          </a:xfrm>
          <a:prstGeom prst="rect">
            <a:avLst/>
          </a:prstGeom>
          <a:noFill/>
          <a:ln>
            <a:noFill/>
          </a:ln>
        </p:spPr>
        <p:txBody>
          <a:bodyPr anchorCtr="0" anchor="t" bIns="0" lIns="0" spcFirstLastPara="1" rIns="0" wrap="square" tIns="0">
            <a:noAutofit/>
          </a:bodyPr>
          <a:lstStyle/>
          <a:p>
            <a:pPr indent="-323850" lvl="0" marL="431800" rtl="0" algn="l">
              <a:lnSpc>
                <a:spcPct val="101000"/>
              </a:lnSpc>
              <a:spcBef>
                <a:spcPts val="0"/>
              </a:spcBef>
              <a:spcAft>
                <a:spcPts val="0"/>
              </a:spcAft>
              <a:buClr>
                <a:srgbClr val="000000"/>
              </a:buClr>
              <a:buSzPts val="1215"/>
              <a:buFont typeface="Noto Sans Symbols"/>
              <a:buChar char="●"/>
            </a:pPr>
            <a:r>
              <a:rPr b="1" i="0" lang="en-US" sz="2700" u="none">
                <a:solidFill>
                  <a:srgbClr val="000000"/>
                </a:solidFill>
                <a:latin typeface="Arial"/>
                <a:ea typeface="Arial"/>
                <a:cs typeface="Arial"/>
                <a:sym typeface="Arial"/>
              </a:rPr>
              <a:t>INSERT INTO</a:t>
            </a:r>
            <a:r>
              <a:rPr b="0" i="0" lang="en-US" sz="2700" u="none">
                <a:solidFill>
                  <a:srgbClr val="000000"/>
                </a:solidFill>
                <a:latin typeface="Arial"/>
                <a:ea typeface="Arial"/>
                <a:cs typeface="Arial"/>
                <a:sym typeface="Arial"/>
              </a:rPr>
              <a:t> cho phép thêm các dòng vào bảng từ kết quả truy vấn SELECT</a:t>
            </a:r>
            <a:endParaRPr/>
          </a:p>
          <a:p>
            <a:pPr indent="-323850" lvl="0" marL="431800" rtl="0" algn="l">
              <a:lnSpc>
                <a:spcPct val="101000"/>
              </a:lnSpc>
              <a:spcBef>
                <a:spcPts val="1400"/>
              </a:spcBef>
              <a:spcAft>
                <a:spcPts val="0"/>
              </a:spcAft>
              <a:buSzPts val="1300"/>
              <a:buNone/>
            </a:pPr>
            <a:r>
              <a:rPr b="0" i="0" lang="en-US" sz="1300" u="none">
                <a:solidFill>
                  <a:srgbClr val="000000"/>
                </a:solidFill>
                <a:latin typeface="Arial"/>
                <a:ea typeface="Arial"/>
                <a:cs typeface="Arial"/>
                <a:sym typeface="Arial"/>
              </a:rPr>
              <a:t> </a:t>
            </a:r>
            <a:endParaRPr/>
          </a:p>
          <a:p>
            <a:pPr indent="-323850" lvl="0" marL="431800" rtl="0" algn="l">
              <a:lnSpc>
                <a:spcPct val="98000"/>
              </a:lnSpc>
              <a:spcBef>
                <a:spcPts val="1400"/>
              </a:spcBef>
              <a:spcAft>
                <a:spcPts val="0"/>
              </a:spcAft>
              <a:buSzPts val="2400"/>
              <a:buNone/>
            </a:pPr>
            <a:r>
              <a:rPr b="0" i="0" lang="en-US" sz="2400" u="none">
                <a:solidFill>
                  <a:srgbClr val="0000FF"/>
                </a:solidFill>
                <a:latin typeface="Arial"/>
                <a:ea typeface="Arial"/>
                <a:cs typeface="Arial"/>
                <a:sym typeface="Arial"/>
              </a:rPr>
              <a:t>    </a:t>
            </a:r>
            <a:r>
              <a:rPr b="0" i="1" lang="en-US" sz="2400" u="none">
                <a:solidFill>
                  <a:srgbClr val="000000"/>
                </a:solidFill>
                <a:latin typeface="Arial"/>
                <a:ea typeface="Arial"/>
                <a:cs typeface="Arial"/>
                <a:sym typeface="Arial"/>
              </a:rPr>
              <a:t>INSERT INTO &lt;ten_bang&gt;[(&lt;ten_cot&gt;[,...]) ]</a:t>
            </a:r>
            <a:endParaRPr/>
          </a:p>
          <a:p>
            <a:pPr indent="-323850" lvl="0" marL="431800" rtl="0" algn="l">
              <a:lnSpc>
                <a:spcPct val="101000"/>
              </a:lnSpc>
              <a:spcBef>
                <a:spcPts val="200"/>
              </a:spcBef>
              <a:spcAft>
                <a:spcPts val="0"/>
              </a:spcAft>
              <a:buSzPts val="2400"/>
              <a:buNone/>
            </a:pPr>
            <a:r>
              <a:rPr b="0" i="1" lang="en-US" sz="2400" u="none">
                <a:solidFill>
                  <a:srgbClr val="000000"/>
                </a:solidFill>
                <a:latin typeface="Arial"/>
                <a:ea typeface="Arial"/>
                <a:cs typeface="Arial"/>
                <a:sym typeface="Arial"/>
              </a:rPr>
              <a:t>       &lt;Lệnh SELECT&gt;;</a:t>
            </a:r>
            <a:endParaRPr/>
          </a:p>
          <a:p>
            <a:pPr indent="-323850" lvl="0" marL="431800" rtl="0" algn="l">
              <a:lnSpc>
                <a:spcPct val="101000"/>
              </a:lnSpc>
              <a:spcBef>
                <a:spcPts val="200"/>
              </a:spcBef>
              <a:spcAft>
                <a:spcPts val="0"/>
              </a:spcAft>
              <a:buSzPts val="2400"/>
              <a:buNone/>
            </a:pPr>
            <a:r>
              <a:t/>
            </a:r>
            <a:endParaRPr b="0" i="1" sz="2400" u="none">
              <a:solidFill>
                <a:srgbClr val="000000"/>
              </a:solidFill>
              <a:latin typeface="Arial"/>
              <a:ea typeface="Arial"/>
              <a:cs typeface="Arial"/>
              <a:sym typeface="Arial"/>
            </a:endParaRPr>
          </a:p>
          <a:p>
            <a:pPr indent="-323850" lvl="0" marL="431800" rtl="0" algn="l">
              <a:lnSpc>
                <a:spcPct val="101000"/>
              </a:lnSpc>
              <a:spcBef>
                <a:spcPts val="1400"/>
              </a:spcBef>
              <a:spcAft>
                <a:spcPts val="0"/>
              </a:spcAft>
              <a:buClr>
                <a:srgbClr val="000000"/>
              </a:buClr>
              <a:buSzPts val="1260"/>
              <a:buFont typeface="Noto Sans Symbols"/>
              <a:buChar char="●"/>
            </a:pPr>
            <a:r>
              <a:rPr b="0" i="0" lang="en-US" sz="2800" u="none">
                <a:solidFill>
                  <a:srgbClr val="000000"/>
                </a:solidFill>
                <a:latin typeface="Arial"/>
                <a:ea typeface="Arial"/>
                <a:cs typeface="Arial"/>
                <a:sym typeface="Arial"/>
              </a:rPr>
              <a:t>Ví dụ:</a:t>
            </a:r>
            <a:endParaRPr/>
          </a:p>
          <a:p>
            <a:pPr indent="-323850" lvl="0" marL="431800" rtl="0" algn="l">
              <a:lnSpc>
                <a:spcPct val="98000"/>
              </a:lnSpc>
              <a:spcBef>
                <a:spcPts val="1400"/>
              </a:spcBef>
              <a:spcAft>
                <a:spcPts val="0"/>
              </a:spcAft>
              <a:buSzPts val="2000"/>
              <a:buNone/>
            </a:pPr>
            <a:r>
              <a:rPr b="0" i="0" lang="en-US" sz="2000" u="none">
                <a:solidFill>
                  <a:srgbClr val="0000FF"/>
                </a:solidFill>
                <a:latin typeface="Arial"/>
                <a:ea typeface="Arial"/>
                <a:cs typeface="Arial"/>
                <a:sym typeface="Arial"/>
              </a:rPr>
              <a:t>CREATE</a:t>
            </a:r>
            <a:r>
              <a:rPr b="0" i="0" lang="en-US" sz="2000" u="none">
                <a:solidFill>
                  <a:srgbClr val="000000"/>
                </a:solidFill>
                <a:latin typeface="Arial"/>
                <a:ea typeface="Arial"/>
                <a:cs typeface="Arial"/>
                <a:sym typeface="Arial"/>
              </a:rPr>
              <a:t> </a:t>
            </a:r>
            <a:r>
              <a:rPr b="0" i="0" lang="en-US" sz="2000" u="none">
                <a:solidFill>
                  <a:srgbClr val="0000FF"/>
                </a:solidFill>
                <a:latin typeface="Arial"/>
                <a:ea typeface="Arial"/>
                <a:cs typeface="Arial"/>
                <a:sym typeface="Arial"/>
              </a:rPr>
              <a:t>TABLE</a:t>
            </a:r>
            <a:r>
              <a:rPr b="0" i="0" lang="en-US" sz="2000" u="none">
                <a:solidFill>
                  <a:srgbClr val="000000"/>
                </a:solidFill>
                <a:latin typeface="Arial"/>
                <a:ea typeface="Arial"/>
                <a:cs typeface="Arial"/>
                <a:sym typeface="Arial"/>
              </a:rPr>
              <a:t> </a:t>
            </a:r>
            <a:r>
              <a:rPr b="0" i="0" lang="en-US" sz="2000" u="none">
                <a:solidFill>
                  <a:srgbClr val="008080"/>
                </a:solidFill>
                <a:latin typeface="Arial"/>
                <a:ea typeface="Arial"/>
                <a:cs typeface="Arial"/>
                <a:sym typeface="Arial"/>
              </a:rPr>
              <a:t>PHICONG_PHAP</a:t>
            </a:r>
            <a:r>
              <a:rPr b="0" i="0" lang="en-US" sz="2000" u="none">
                <a:solidFill>
                  <a:srgbClr val="808080"/>
                </a:solidFill>
                <a:latin typeface="Arial"/>
                <a:ea typeface="Arial"/>
                <a:cs typeface="Arial"/>
                <a:sym typeface="Arial"/>
              </a:rPr>
              <a:t>(</a:t>
            </a:r>
            <a:endParaRPr/>
          </a:p>
          <a:p>
            <a:pPr indent="-323850" lvl="0" marL="431800" rtl="0" algn="l">
              <a:lnSpc>
                <a:spcPct val="98000"/>
              </a:lnSpc>
              <a:spcBef>
                <a:spcPts val="200"/>
              </a:spcBef>
              <a:spcAft>
                <a:spcPts val="0"/>
              </a:spcAft>
              <a:buSzPts val="2000"/>
              <a:buNone/>
            </a:pPr>
            <a:r>
              <a:rPr b="0" i="0" lang="en-US" sz="2000" u="none">
                <a:solidFill>
                  <a:srgbClr val="008080"/>
                </a:solidFill>
                <a:latin typeface="Arial"/>
                <a:ea typeface="Arial"/>
                <a:cs typeface="Arial"/>
                <a:sym typeface="Arial"/>
              </a:rPr>
              <a:t>     MPC</a:t>
            </a:r>
            <a:r>
              <a:rPr b="0" i="0" lang="en-US" sz="2000" u="none">
                <a:solidFill>
                  <a:srgbClr val="000000"/>
                </a:solidFill>
                <a:latin typeface="Arial"/>
                <a:ea typeface="Arial"/>
                <a:cs typeface="Arial"/>
                <a:sym typeface="Arial"/>
              </a:rPr>
              <a:t> </a:t>
            </a:r>
            <a:r>
              <a:rPr b="0" i="0" lang="en-US" sz="2000" u="none">
                <a:solidFill>
                  <a:srgbClr val="0000FF"/>
                </a:solidFill>
                <a:latin typeface="Arial"/>
                <a:ea typeface="Arial"/>
                <a:cs typeface="Arial"/>
                <a:sym typeface="Arial"/>
              </a:rPr>
              <a:t>smallint</a:t>
            </a:r>
            <a:r>
              <a:rPr b="0" i="0" lang="en-US" sz="2000" u="none">
                <a:solidFill>
                  <a:srgbClr val="000000"/>
                </a:solidFill>
                <a:latin typeface="Arial"/>
                <a:ea typeface="Arial"/>
                <a:cs typeface="Arial"/>
                <a:sym typeface="Arial"/>
              </a:rPr>
              <a:t> </a:t>
            </a:r>
            <a:r>
              <a:rPr b="0" i="0" lang="en-US" sz="2000" u="none">
                <a:solidFill>
                  <a:srgbClr val="0000FF"/>
                </a:solidFill>
                <a:latin typeface="Arial"/>
                <a:ea typeface="Arial"/>
                <a:cs typeface="Arial"/>
                <a:sym typeface="Arial"/>
              </a:rPr>
              <a:t>PRIMARY</a:t>
            </a:r>
            <a:r>
              <a:rPr b="0" i="0" lang="en-US" sz="2000" u="none">
                <a:solidFill>
                  <a:srgbClr val="000000"/>
                </a:solidFill>
                <a:latin typeface="Arial"/>
                <a:ea typeface="Arial"/>
                <a:cs typeface="Arial"/>
                <a:sym typeface="Arial"/>
              </a:rPr>
              <a:t> </a:t>
            </a:r>
            <a:r>
              <a:rPr b="0" i="0" lang="en-US" sz="2000" u="none">
                <a:solidFill>
                  <a:srgbClr val="0000FF"/>
                </a:solidFill>
                <a:latin typeface="Arial"/>
                <a:ea typeface="Arial"/>
                <a:cs typeface="Arial"/>
                <a:sym typeface="Arial"/>
              </a:rPr>
              <a:t>KEY</a:t>
            </a:r>
            <a:r>
              <a:rPr b="0" i="0" lang="en-US" sz="2000" u="none">
                <a:solidFill>
                  <a:srgbClr val="808080"/>
                </a:solidFill>
                <a:latin typeface="Arial"/>
                <a:ea typeface="Arial"/>
                <a:cs typeface="Arial"/>
                <a:sym typeface="Arial"/>
              </a:rPr>
              <a:t>,</a:t>
            </a:r>
            <a:endParaRPr/>
          </a:p>
          <a:p>
            <a:pPr indent="-323850" lvl="0" marL="431800" rtl="0" algn="l">
              <a:lnSpc>
                <a:spcPct val="98000"/>
              </a:lnSpc>
              <a:spcBef>
                <a:spcPts val="200"/>
              </a:spcBef>
              <a:spcAft>
                <a:spcPts val="0"/>
              </a:spcAft>
              <a:buSzPts val="2000"/>
              <a:buNone/>
            </a:pPr>
            <a:r>
              <a:rPr b="0" i="0" lang="en-US" sz="2000" u="none">
                <a:solidFill>
                  <a:srgbClr val="008080"/>
                </a:solidFill>
                <a:latin typeface="Arial"/>
                <a:ea typeface="Arial"/>
                <a:cs typeface="Arial"/>
                <a:sym typeface="Arial"/>
              </a:rPr>
              <a:t>     hoten</a:t>
            </a:r>
            <a:r>
              <a:rPr b="0" i="0" lang="en-US" sz="2000" u="none">
                <a:solidFill>
                  <a:srgbClr val="000000"/>
                </a:solidFill>
                <a:latin typeface="Arial"/>
                <a:ea typeface="Arial"/>
                <a:cs typeface="Arial"/>
                <a:sym typeface="Arial"/>
              </a:rPr>
              <a:t> </a:t>
            </a:r>
            <a:r>
              <a:rPr b="0" i="0" lang="en-US" sz="2000" u="none">
                <a:solidFill>
                  <a:srgbClr val="0000FF"/>
                </a:solidFill>
                <a:latin typeface="Arial"/>
                <a:ea typeface="Arial"/>
                <a:cs typeface="Arial"/>
                <a:sym typeface="Arial"/>
              </a:rPr>
              <a:t>varchar</a:t>
            </a:r>
            <a:r>
              <a:rPr b="0" i="0" lang="en-US" sz="2000" u="none">
                <a:solidFill>
                  <a:srgbClr val="808080"/>
                </a:solidFill>
                <a:latin typeface="Arial"/>
                <a:ea typeface="Arial"/>
                <a:cs typeface="Arial"/>
                <a:sym typeface="Arial"/>
              </a:rPr>
              <a:t>(</a:t>
            </a:r>
            <a:r>
              <a:rPr b="0" i="0" lang="en-US" sz="2000" u="none">
                <a:solidFill>
                  <a:srgbClr val="000000"/>
                </a:solidFill>
                <a:latin typeface="Arial"/>
                <a:ea typeface="Arial"/>
                <a:cs typeface="Arial"/>
                <a:sym typeface="Arial"/>
              </a:rPr>
              <a:t>30</a:t>
            </a:r>
            <a:r>
              <a:rPr b="0" i="0" lang="en-US" sz="2000" u="none">
                <a:solidFill>
                  <a:srgbClr val="808080"/>
                </a:solidFill>
                <a:latin typeface="Arial"/>
                <a:ea typeface="Arial"/>
                <a:cs typeface="Arial"/>
                <a:sym typeface="Arial"/>
              </a:rPr>
              <a:t>),</a:t>
            </a:r>
            <a:r>
              <a:rPr b="0" i="0" lang="en-US" sz="2000" u="none">
                <a:solidFill>
                  <a:srgbClr val="000000"/>
                </a:solidFill>
                <a:latin typeface="Arial"/>
                <a:ea typeface="Arial"/>
                <a:cs typeface="Arial"/>
                <a:sym typeface="Arial"/>
              </a:rPr>
              <a:t> </a:t>
            </a:r>
            <a:endParaRPr/>
          </a:p>
          <a:p>
            <a:pPr indent="-323850" lvl="0" marL="431800" rtl="0" algn="l">
              <a:lnSpc>
                <a:spcPct val="98000"/>
              </a:lnSpc>
              <a:spcBef>
                <a:spcPts val="200"/>
              </a:spcBef>
              <a:spcAft>
                <a:spcPts val="0"/>
              </a:spcAft>
              <a:buSzPts val="2000"/>
              <a:buNone/>
            </a:pPr>
            <a:r>
              <a:rPr b="0" i="0" lang="en-US" sz="2000" u="none">
                <a:solidFill>
                  <a:srgbClr val="000000"/>
                </a:solidFill>
                <a:latin typeface="Arial"/>
                <a:ea typeface="Arial"/>
                <a:cs typeface="Arial"/>
                <a:sym typeface="Arial"/>
              </a:rPr>
              <a:t>     </a:t>
            </a:r>
            <a:r>
              <a:rPr b="0" i="0" lang="en-US" sz="2000" u="none">
                <a:solidFill>
                  <a:srgbClr val="008080"/>
                </a:solidFill>
                <a:latin typeface="Arial"/>
                <a:ea typeface="Arial"/>
                <a:cs typeface="Arial"/>
                <a:sym typeface="Arial"/>
              </a:rPr>
              <a:t>dchi</a:t>
            </a:r>
            <a:r>
              <a:rPr b="0" i="0" lang="en-US" sz="2000" u="none">
                <a:solidFill>
                  <a:srgbClr val="000000"/>
                </a:solidFill>
                <a:latin typeface="Arial"/>
                <a:ea typeface="Arial"/>
                <a:cs typeface="Arial"/>
                <a:sym typeface="Arial"/>
              </a:rPr>
              <a:t>  </a:t>
            </a:r>
            <a:r>
              <a:rPr b="0" i="0" lang="en-US" sz="2000" u="none">
                <a:solidFill>
                  <a:srgbClr val="0000FF"/>
                </a:solidFill>
                <a:latin typeface="Arial"/>
                <a:ea typeface="Arial"/>
                <a:cs typeface="Arial"/>
                <a:sym typeface="Arial"/>
              </a:rPr>
              <a:t>varchar</a:t>
            </a:r>
            <a:r>
              <a:rPr b="0" i="0" lang="en-US" sz="2000" u="none">
                <a:solidFill>
                  <a:srgbClr val="808080"/>
                </a:solidFill>
                <a:latin typeface="Arial"/>
                <a:ea typeface="Arial"/>
                <a:cs typeface="Arial"/>
                <a:sym typeface="Arial"/>
              </a:rPr>
              <a:t>(</a:t>
            </a:r>
            <a:r>
              <a:rPr b="0" i="0" lang="en-US" sz="2000" u="none">
                <a:solidFill>
                  <a:srgbClr val="000000"/>
                </a:solidFill>
                <a:latin typeface="Arial"/>
                <a:ea typeface="Arial"/>
                <a:cs typeface="Arial"/>
                <a:sym typeface="Arial"/>
              </a:rPr>
              <a:t>30</a:t>
            </a:r>
            <a:r>
              <a:rPr b="0" i="0" lang="en-US" sz="2000" u="none">
                <a:solidFill>
                  <a:srgbClr val="808080"/>
                </a:solidFill>
                <a:latin typeface="Arial"/>
                <a:ea typeface="Arial"/>
                <a:cs typeface="Arial"/>
                <a:sym typeface="Arial"/>
              </a:rPr>
              <a:t>));</a:t>
            </a:r>
            <a:endParaRPr/>
          </a:p>
          <a:p>
            <a:pPr indent="-323850" lvl="0" marL="431800" rtl="0" algn="l">
              <a:lnSpc>
                <a:spcPct val="98000"/>
              </a:lnSpc>
              <a:spcBef>
                <a:spcPts val="200"/>
              </a:spcBef>
              <a:spcAft>
                <a:spcPts val="0"/>
              </a:spcAft>
              <a:buSzPts val="2000"/>
              <a:buNone/>
            </a:pPr>
            <a:r>
              <a:t/>
            </a:r>
            <a:endParaRPr b="0" i="0" sz="2000" u="none">
              <a:solidFill>
                <a:srgbClr val="808080"/>
              </a:solidFill>
              <a:latin typeface="Arial"/>
              <a:ea typeface="Arial"/>
              <a:cs typeface="Arial"/>
              <a:sym typeface="Arial"/>
            </a:endParaRPr>
          </a:p>
          <a:p>
            <a:pPr indent="-323850" lvl="0" marL="431800" rtl="0" algn="l">
              <a:lnSpc>
                <a:spcPct val="98000"/>
              </a:lnSpc>
              <a:spcBef>
                <a:spcPts val="1400"/>
              </a:spcBef>
              <a:spcAft>
                <a:spcPts val="0"/>
              </a:spcAft>
              <a:buSzPts val="2200"/>
              <a:buNone/>
            </a:pPr>
            <a:r>
              <a:rPr b="0" i="0" lang="en-US" sz="2200" u="none">
                <a:solidFill>
                  <a:srgbClr val="808080"/>
                </a:solidFill>
                <a:latin typeface="Arial"/>
                <a:ea typeface="Arial"/>
                <a:cs typeface="Arial"/>
                <a:sym typeface="Arial"/>
              </a:rPr>
              <a:t>    </a:t>
            </a:r>
            <a:endParaRPr/>
          </a:p>
          <a:p>
            <a:pPr indent="-323850" lvl="0" marL="431800" rtl="0" algn="l">
              <a:lnSpc>
                <a:spcPct val="98000"/>
              </a:lnSpc>
              <a:spcBef>
                <a:spcPts val="1400"/>
              </a:spcBef>
              <a:spcAft>
                <a:spcPts val="0"/>
              </a:spcAft>
              <a:buSzPts val="2000"/>
              <a:buNone/>
            </a:pPr>
            <a:r>
              <a:t/>
            </a:r>
            <a:endParaRPr b="0" i="0" sz="2000" u="none">
              <a:solidFill>
                <a:srgbClr val="808080"/>
              </a:solidFill>
              <a:latin typeface="Arial"/>
              <a:ea typeface="Arial"/>
              <a:cs typeface="Arial"/>
              <a:sym typeface="Arial"/>
            </a:endParaRPr>
          </a:p>
          <a:p>
            <a:pPr indent="-323850" lvl="0" marL="431800" rtl="0" algn="l">
              <a:lnSpc>
                <a:spcPct val="98000"/>
              </a:lnSpc>
              <a:spcBef>
                <a:spcPts val="1400"/>
              </a:spcBef>
              <a:spcAft>
                <a:spcPts val="0"/>
              </a:spcAft>
              <a:buSzPts val="2400"/>
              <a:buNone/>
            </a:pPr>
            <a:r>
              <a:t/>
            </a:r>
            <a:endParaRPr b="0" i="0" sz="2400" u="none">
              <a:solidFill>
                <a:srgbClr val="008080"/>
              </a:solidFill>
              <a:latin typeface="Arial"/>
              <a:ea typeface="Arial"/>
              <a:cs typeface="Arial"/>
              <a:sym typeface="Arial"/>
            </a:endParaRPr>
          </a:p>
          <a:p>
            <a:pPr indent="-342900" lvl="0" marL="342900" rtl="0" algn="l">
              <a:lnSpc>
                <a:spcPct val="101000"/>
              </a:lnSpc>
              <a:spcBef>
                <a:spcPts val="1400"/>
              </a:spcBef>
              <a:spcAft>
                <a:spcPts val="0"/>
              </a:spcAft>
              <a:buNone/>
            </a:pPr>
            <a:r>
              <a:t/>
            </a:r>
            <a:endParaRPr b="0" i="0" sz="2400" u="none">
              <a:solidFill>
                <a:srgbClr val="008080"/>
              </a:solidFill>
              <a:latin typeface="Arial"/>
              <a:ea typeface="Arial"/>
              <a:cs typeface="Arial"/>
              <a:sym typeface="Arial"/>
            </a:endParaRPr>
          </a:p>
        </p:txBody>
      </p:sp>
      <p:sp>
        <p:nvSpPr>
          <p:cNvPr id="996" name="Google Shape;996;p95"/>
          <p:cNvSpPr txBox="1"/>
          <p:nvPr/>
        </p:nvSpPr>
        <p:spPr>
          <a:xfrm>
            <a:off x="5040312" y="5010150"/>
            <a:ext cx="4953000" cy="2038350"/>
          </a:xfrm>
          <a:prstGeom prst="rect">
            <a:avLst/>
          </a:prstGeom>
          <a:noFill/>
          <a:ln>
            <a:noFill/>
          </a:ln>
        </p:spPr>
        <p:txBody>
          <a:bodyPr anchorCtr="0" anchor="t" bIns="45000" lIns="90000" spcFirstLastPara="1" rIns="90000" wrap="square" tIns="50575">
            <a:noAutofit/>
          </a:bodyPr>
          <a:lstStyle/>
          <a:p>
            <a:pPr indent="0" lvl="0" marL="0" marR="0" rtl="0" algn="l">
              <a:lnSpc>
                <a:spcPct val="98000"/>
              </a:lnSpc>
              <a:spcBef>
                <a:spcPts val="0"/>
              </a:spcBef>
              <a:spcAft>
                <a:spcPts val="0"/>
              </a:spcAft>
              <a:buClr>
                <a:srgbClr val="0000FF"/>
              </a:buClr>
              <a:buSzPts val="2200"/>
              <a:buFont typeface="Arial"/>
              <a:buNone/>
            </a:pPr>
            <a:r>
              <a:rPr b="0" i="0" lang="en-US" sz="2200" u="none">
                <a:solidFill>
                  <a:srgbClr val="0000FF"/>
                </a:solidFill>
                <a:latin typeface="Arial"/>
                <a:ea typeface="Arial"/>
                <a:cs typeface="Arial"/>
                <a:sym typeface="Arial"/>
              </a:rPr>
              <a:t>    </a:t>
            </a:r>
            <a:r>
              <a:rPr b="0" i="0" lang="en-US" sz="2000" u="none">
                <a:solidFill>
                  <a:srgbClr val="0000FF"/>
                </a:solidFill>
                <a:latin typeface="Arial"/>
                <a:ea typeface="Arial"/>
                <a:cs typeface="Arial"/>
                <a:sym typeface="Arial"/>
              </a:rPr>
              <a:t>INSERT</a:t>
            </a:r>
            <a:r>
              <a:rPr b="0" i="0" lang="en-US" sz="2000" u="none">
                <a:solidFill>
                  <a:srgbClr val="808080"/>
                </a:solidFill>
                <a:latin typeface="Arial"/>
                <a:ea typeface="Arial"/>
                <a:cs typeface="Arial"/>
                <a:sym typeface="Arial"/>
              </a:rPr>
              <a:t> </a:t>
            </a:r>
            <a:r>
              <a:rPr b="0" i="0" lang="en-US" sz="2000" u="none">
                <a:solidFill>
                  <a:srgbClr val="0000FF"/>
                </a:solidFill>
                <a:latin typeface="Arial"/>
                <a:ea typeface="Arial"/>
                <a:cs typeface="Arial"/>
                <a:sym typeface="Arial"/>
              </a:rPr>
              <a:t>INTO</a:t>
            </a:r>
            <a:r>
              <a:rPr b="0" i="0" lang="en-US" sz="2000" u="none">
                <a:solidFill>
                  <a:srgbClr val="808080"/>
                </a:solidFill>
                <a:latin typeface="Arial"/>
                <a:ea typeface="Arial"/>
                <a:cs typeface="Arial"/>
                <a:sym typeface="Arial"/>
              </a:rPr>
              <a:t> </a:t>
            </a:r>
            <a:r>
              <a:rPr b="0" i="0" lang="en-US" sz="2000" u="none">
                <a:solidFill>
                  <a:srgbClr val="008080"/>
                </a:solidFill>
                <a:latin typeface="Arial"/>
                <a:ea typeface="Arial"/>
                <a:cs typeface="Arial"/>
                <a:sym typeface="Arial"/>
              </a:rPr>
              <a:t>PHICONG_PHAP</a:t>
            </a:r>
            <a:endParaRPr/>
          </a:p>
          <a:p>
            <a:pPr indent="0" lvl="0" marL="0" marR="0" rtl="0" algn="l">
              <a:lnSpc>
                <a:spcPct val="98000"/>
              </a:lnSpc>
              <a:spcBef>
                <a:spcPts val="0"/>
              </a:spcBef>
              <a:spcAft>
                <a:spcPts val="0"/>
              </a:spcAft>
              <a:buClr>
                <a:srgbClr val="0000FF"/>
              </a:buClr>
              <a:buSzPts val="2000"/>
              <a:buFont typeface="Arial"/>
              <a:buNone/>
            </a:pPr>
            <a:r>
              <a:rPr b="0" i="0" lang="en-US" sz="2000" u="none">
                <a:solidFill>
                  <a:srgbClr val="0000FF"/>
                </a:solidFill>
                <a:latin typeface="Arial"/>
                <a:ea typeface="Arial"/>
                <a:cs typeface="Arial"/>
                <a:sym typeface="Arial"/>
              </a:rPr>
              <a:t>       SELECT</a:t>
            </a:r>
            <a:r>
              <a:rPr b="0" i="0" lang="en-US" sz="2000" u="none">
                <a:solidFill>
                  <a:srgbClr val="808080"/>
                </a:solidFill>
                <a:latin typeface="Arial"/>
                <a:ea typeface="Arial"/>
                <a:cs typeface="Arial"/>
                <a:sym typeface="Arial"/>
              </a:rPr>
              <a:t> </a:t>
            </a:r>
            <a:r>
              <a:rPr b="0" i="0" lang="en-US" sz="2000" u="none">
                <a:solidFill>
                  <a:srgbClr val="008080"/>
                </a:solidFill>
                <a:latin typeface="Arial"/>
                <a:ea typeface="Arial"/>
                <a:cs typeface="Arial"/>
                <a:sym typeface="Arial"/>
              </a:rPr>
              <a:t>MPC</a:t>
            </a:r>
            <a:r>
              <a:rPr b="0" i="0" lang="en-US" sz="2000" u="none">
                <a:solidFill>
                  <a:srgbClr val="808080"/>
                </a:solidFill>
                <a:latin typeface="Arial"/>
                <a:ea typeface="Arial"/>
                <a:cs typeface="Arial"/>
                <a:sym typeface="Arial"/>
              </a:rPr>
              <a:t>, </a:t>
            </a:r>
            <a:r>
              <a:rPr b="0" i="0" lang="en-US" sz="2000" u="none">
                <a:solidFill>
                  <a:srgbClr val="008080"/>
                </a:solidFill>
                <a:latin typeface="Arial"/>
                <a:ea typeface="Arial"/>
                <a:cs typeface="Arial"/>
                <a:sym typeface="Arial"/>
              </a:rPr>
              <a:t>hoten</a:t>
            </a:r>
            <a:r>
              <a:rPr b="0" i="0" lang="en-US" sz="2000" u="none">
                <a:solidFill>
                  <a:srgbClr val="808080"/>
                </a:solidFill>
                <a:latin typeface="Arial"/>
                <a:ea typeface="Arial"/>
                <a:cs typeface="Arial"/>
                <a:sym typeface="Arial"/>
              </a:rPr>
              <a:t>, </a:t>
            </a:r>
            <a:r>
              <a:rPr b="0" i="0" lang="en-US" sz="2000" u="none">
                <a:solidFill>
                  <a:srgbClr val="008080"/>
                </a:solidFill>
                <a:latin typeface="Arial"/>
                <a:ea typeface="Arial"/>
                <a:cs typeface="Arial"/>
                <a:sym typeface="Arial"/>
              </a:rPr>
              <a:t>dchi</a:t>
            </a:r>
            <a:r>
              <a:rPr b="0" i="0" lang="en-US" sz="2000" u="none">
                <a:solidFill>
                  <a:srgbClr val="808080"/>
                </a:solidFill>
                <a:latin typeface="Arial"/>
                <a:ea typeface="Arial"/>
                <a:cs typeface="Arial"/>
                <a:sym typeface="Arial"/>
              </a:rPr>
              <a:t> </a:t>
            </a:r>
            <a:endParaRPr/>
          </a:p>
          <a:p>
            <a:pPr indent="0" lvl="0" marL="0" marR="0" rtl="0" algn="l">
              <a:lnSpc>
                <a:spcPct val="98000"/>
              </a:lnSpc>
              <a:spcBef>
                <a:spcPts val="0"/>
              </a:spcBef>
              <a:spcAft>
                <a:spcPts val="0"/>
              </a:spcAft>
              <a:buClr>
                <a:srgbClr val="808080"/>
              </a:buClr>
              <a:buSzPts val="2000"/>
              <a:buFont typeface="Arial"/>
              <a:buNone/>
            </a:pPr>
            <a:r>
              <a:rPr b="0" i="0" lang="en-US" sz="2000" u="none">
                <a:solidFill>
                  <a:srgbClr val="808080"/>
                </a:solidFill>
                <a:latin typeface="Arial"/>
                <a:ea typeface="Arial"/>
                <a:cs typeface="Arial"/>
                <a:sym typeface="Arial"/>
              </a:rPr>
              <a:t>       </a:t>
            </a:r>
            <a:r>
              <a:rPr b="0" i="0" lang="en-US" sz="2000" u="none">
                <a:solidFill>
                  <a:srgbClr val="0000FF"/>
                </a:solidFill>
                <a:latin typeface="Arial"/>
                <a:ea typeface="Arial"/>
                <a:cs typeface="Arial"/>
                <a:sym typeface="Arial"/>
              </a:rPr>
              <a:t>FROM</a:t>
            </a:r>
            <a:r>
              <a:rPr b="0" i="0" lang="en-US" sz="2000" u="none">
                <a:solidFill>
                  <a:srgbClr val="808080"/>
                </a:solidFill>
                <a:latin typeface="Arial"/>
                <a:ea typeface="Arial"/>
                <a:cs typeface="Arial"/>
                <a:sym typeface="Arial"/>
              </a:rPr>
              <a:t> </a:t>
            </a:r>
            <a:r>
              <a:rPr b="0" i="0" lang="en-US" sz="2000" u="none">
                <a:solidFill>
                  <a:srgbClr val="008080"/>
                </a:solidFill>
                <a:latin typeface="Arial"/>
                <a:ea typeface="Arial"/>
                <a:cs typeface="Arial"/>
                <a:sym typeface="Arial"/>
              </a:rPr>
              <a:t>PHICONG</a:t>
            </a:r>
            <a:endParaRPr/>
          </a:p>
          <a:p>
            <a:pPr indent="0" lvl="0" marL="0" marR="0" rtl="0" algn="l">
              <a:lnSpc>
                <a:spcPct val="98000"/>
              </a:lnSpc>
              <a:spcBef>
                <a:spcPts val="0"/>
              </a:spcBef>
              <a:spcAft>
                <a:spcPts val="0"/>
              </a:spcAft>
              <a:buClr>
                <a:srgbClr val="0000FF"/>
              </a:buClr>
              <a:buSzPts val="2000"/>
              <a:buFont typeface="Arial"/>
              <a:buNone/>
            </a:pPr>
            <a:r>
              <a:rPr b="0" i="0" lang="en-US" sz="2000" u="none">
                <a:solidFill>
                  <a:srgbClr val="0000FF"/>
                </a:solidFill>
                <a:latin typeface="Arial"/>
                <a:ea typeface="Arial"/>
                <a:cs typeface="Arial"/>
                <a:sym typeface="Arial"/>
              </a:rPr>
              <a:t>       WHERE</a:t>
            </a:r>
            <a:r>
              <a:rPr b="0" i="0" lang="en-US" sz="2000" u="none">
                <a:solidFill>
                  <a:srgbClr val="808080"/>
                </a:solidFill>
                <a:latin typeface="Arial"/>
                <a:ea typeface="Arial"/>
                <a:cs typeface="Arial"/>
                <a:sym typeface="Arial"/>
              </a:rPr>
              <a:t> </a:t>
            </a:r>
            <a:r>
              <a:rPr b="0" i="0" lang="en-US" sz="2000" u="none">
                <a:solidFill>
                  <a:srgbClr val="008080"/>
                </a:solidFill>
                <a:latin typeface="Arial"/>
                <a:ea typeface="Arial"/>
                <a:cs typeface="Arial"/>
                <a:sym typeface="Arial"/>
              </a:rPr>
              <a:t>nuoc</a:t>
            </a:r>
            <a:r>
              <a:rPr b="0" i="0" lang="en-US" sz="2000" u="none">
                <a:solidFill>
                  <a:srgbClr val="808080"/>
                </a:solidFill>
                <a:latin typeface="Arial"/>
                <a:ea typeface="Arial"/>
                <a:cs typeface="Arial"/>
                <a:sym typeface="Arial"/>
              </a:rPr>
              <a:t>=</a:t>
            </a:r>
            <a:r>
              <a:rPr b="0" i="0" lang="en-US" sz="2000" u="none">
                <a:solidFill>
                  <a:srgbClr val="FF0000"/>
                </a:solidFill>
                <a:latin typeface="Arial"/>
                <a:ea typeface="Arial"/>
                <a:cs typeface="Arial"/>
                <a:sym typeface="Arial"/>
              </a:rPr>
              <a:t>'Phap'</a:t>
            </a:r>
            <a:endParaRPr/>
          </a:p>
          <a:p>
            <a:pPr indent="0" lvl="0" marL="0" marR="0" rtl="0" algn="l">
              <a:lnSpc>
                <a:spcPct val="100000"/>
              </a:lnSpc>
              <a:spcBef>
                <a:spcPts val="0"/>
              </a:spcBef>
              <a:spcAft>
                <a:spcPts val="0"/>
              </a:spcAft>
              <a:buNone/>
            </a:pPr>
            <a:r>
              <a:t/>
            </a:r>
            <a:endParaRPr b="0" i="0" sz="2000" u="none">
              <a:solidFill>
                <a:srgbClr val="FF0000"/>
              </a:solidFill>
              <a:latin typeface="Arial"/>
              <a:ea typeface="Arial"/>
              <a:cs typeface="Arial"/>
              <a:sym typeface="Arial"/>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1" name="Shape 1001"/>
        <p:cNvGrpSpPr/>
        <p:nvPr/>
      </p:nvGrpSpPr>
      <p:grpSpPr>
        <a:xfrm>
          <a:off x="0" y="0"/>
          <a:ext cx="0" cy="0"/>
          <a:chOff x="0" y="0"/>
          <a:chExt cx="0" cy="0"/>
        </a:xfrm>
      </p:grpSpPr>
      <p:sp>
        <p:nvSpPr>
          <p:cNvPr id="1002" name="Google Shape;1002;p96"/>
          <p:cNvSpPr txBox="1"/>
          <p:nvPr>
            <p:ph type="title"/>
          </p:nvPr>
        </p:nvSpPr>
        <p:spPr>
          <a:xfrm>
            <a:off x="503237" y="301625"/>
            <a:ext cx="9070975" cy="1262062"/>
          </a:xfrm>
          <a:prstGeom prst="rect">
            <a:avLst/>
          </a:prstGeom>
          <a:noFill/>
          <a:ln>
            <a:noFill/>
          </a:ln>
        </p:spPr>
        <p:txBody>
          <a:bodyPr anchorCtr="0" anchor="ctr" bIns="0" lIns="0" spcFirstLastPara="1" rIns="0" wrap="square" tIns="0">
            <a:noAutofit/>
          </a:bodyPr>
          <a:lstStyle/>
          <a:p>
            <a:pPr indent="0" lvl="0" marL="0" rtl="0" algn="l">
              <a:lnSpc>
                <a:spcPct val="101000"/>
              </a:lnSpc>
              <a:spcBef>
                <a:spcPts val="0"/>
              </a:spcBef>
              <a:spcAft>
                <a:spcPts val="0"/>
              </a:spcAft>
              <a:buSzPts val="3200"/>
              <a:buNone/>
            </a:pPr>
            <a:r>
              <a:rPr b="1" i="0" lang="en-US" sz="3200" u="none">
                <a:solidFill>
                  <a:srgbClr val="000000"/>
                </a:solidFill>
                <a:latin typeface="Arial"/>
                <a:ea typeface="Arial"/>
                <a:cs typeface="Arial"/>
                <a:sym typeface="Arial"/>
              </a:rPr>
              <a:t>SELECT – Giới hạn kết quả hiển thị</a:t>
            </a:r>
            <a:endParaRPr/>
          </a:p>
        </p:txBody>
      </p:sp>
      <p:sp>
        <p:nvSpPr>
          <p:cNvPr id="1003" name="Google Shape;1003;p96"/>
          <p:cNvSpPr txBox="1"/>
          <p:nvPr>
            <p:ph idx="1" type="body"/>
          </p:nvPr>
        </p:nvSpPr>
        <p:spPr>
          <a:xfrm>
            <a:off x="503237" y="1768475"/>
            <a:ext cx="9070975" cy="4989512"/>
          </a:xfrm>
          <a:prstGeom prst="rect">
            <a:avLst/>
          </a:prstGeom>
          <a:noFill/>
          <a:ln>
            <a:noFill/>
          </a:ln>
        </p:spPr>
        <p:txBody>
          <a:bodyPr anchorCtr="0" anchor="t" bIns="0" lIns="0" spcFirstLastPara="1" rIns="0" wrap="square" tIns="0">
            <a:noAutofit/>
          </a:bodyPr>
          <a:lstStyle/>
          <a:p>
            <a:pPr indent="-323850" lvl="0" marL="431800" rtl="0" algn="l">
              <a:lnSpc>
                <a:spcPct val="101000"/>
              </a:lnSpc>
              <a:spcBef>
                <a:spcPts val="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Trong </a:t>
            </a:r>
            <a:r>
              <a:rPr b="0" i="0" lang="en-US" sz="2700" u="none">
                <a:solidFill>
                  <a:srgbClr val="800000"/>
                </a:solidFill>
                <a:latin typeface="Arial"/>
                <a:ea typeface="Arial"/>
                <a:cs typeface="Arial"/>
                <a:sym typeface="Arial"/>
              </a:rPr>
              <a:t>SQL Server</a:t>
            </a:r>
            <a:r>
              <a:rPr b="0" i="0" lang="en-US" sz="2700" u="none">
                <a:solidFill>
                  <a:srgbClr val="000000"/>
                </a:solidFill>
                <a:latin typeface="Arial"/>
                <a:ea typeface="Arial"/>
                <a:cs typeface="Arial"/>
                <a:sym typeface="Arial"/>
              </a:rPr>
              <a:t>, để giới hạn số dòng kết quả, sử dụng</a:t>
            </a:r>
            <a:endParaRPr/>
          </a:p>
          <a:p>
            <a:pPr indent="-323850" lvl="0" marL="431800" rtl="0" algn="l">
              <a:lnSpc>
                <a:spcPct val="101000"/>
              </a:lnSpc>
              <a:spcBef>
                <a:spcPts val="1400"/>
              </a:spcBef>
              <a:spcAft>
                <a:spcPts val="0"/>
              </a:spcAft>
              <a:buSzPts val="2700"/>
              <a:buNone/>
            </a:pPr>
            <a:r>
              <a:rPr b="0" i="0" lang="en-US" sz="2700" u="none">
                <a:solidFill>
                  <a:srgbClr val="000000"/>
                </a:solidFill>
                <a:latin typeface="Arial"/>
                <a:ea typeface="Arial"/>
                <a:cs typeface="Arial"/>
                <a:sym typeface="Arial"/>
              </a:rPr>
              <a:t> </a:t>
            </a:r>
            <a:endParaRPr/>
          </a:p>
          <a:p>
            <a:pPr indent="-323850" lvl="1" marL="863600" rtl="0" algn="l">
              <a:lnSpc>
                <a:spcPct val="101000"/>
              </a:lnSpc>
              <a:spcBef>
                <a:spcPts val="1400"/>
              </a:spcBef>
              <a:spcAft>
                <a:spcPts val="0"/>
              </a:spcAft>
              <a:buSzPts val="2400"/>
              <a:buNone/>
            </a:pPr>
            <a:r>
              <a:rPr b="1" i="1" lang="en-US" sz="2400" u="none">
                <a:solidFill>
                  <a:srgbClr val="000000"/>
                </a:solidFill>
                <a:latin typeface="Arial"/>
                <a:ea typeface="Arial"/>
                <a:cs typeface="Arial"/>
                <a:sym typeface="Arial"/>
              </a:rPr>
              <a:t>SELECT TOP(số_dòng)</a:t>
            </a:r>
            <a:endParaRPr/>
          </a:p>
          <a:p>
            <a:pPr indent="-323850" lvl="1" marL="863600" rtl="0" algn="l">
              <a:lnSpc>
                <a:spcPct val="101000"/>
              </a:lnSpc>
              <a:spcBef>
                <a:spcPts val="1100"/>
              </a:spcBef>
              <a:spcAft>
                <a:spcPts val="0"/>
              </a:spcAft>
              <a:buSzPts val="2400"/>
              <a:buNone/>
            </a:pPr>
            <a:r>
              <a:rPr b="1" i="1" lang="en-US" sz="2400" u="none">
                <a:solidFill>
                  <a:srgbClr val="000000"/>
                </a:solidFill>
                <a:latin typeface="Arial"/>
                <a:ea typeface="Arial"/>
                <a:cs typeface="Arial"/>
                <a:sym typeface="Arial"/>
              </a:rPr>
              <a:t> </a:t>
            </a:r>
            <a:endParaRPr/>
          </a:p>
          <a:p>
            <a:pPr indent="-323850" lvl="0" marL="431800" rtl="0" algn="l">
              <a:lnSpc>
                <a:spcPct val="101000"/>
              </a:lnSpc>
              <a:spcBef>
                <a:spcPts val="110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Ví dụ: Sắp xếp các phi công theo họ tên và hiển thị 2 người đầu tiên</a:t>
            </a:r>
            <a:endParaRPr/>
          </a:p>
          <a:p>
            <a:pPr indent="-323850" lvl="0" marL="431800" rtl="0" algn="l">
              <a:lnSpc>
                <a:spcPct val="98000"/>
              </a:lnSpc>
              <a:spcBef>
                <a:spcPts val="1400"/>
              </a:spcBef>
              <a:spcAft>
                <a:spcPts val="0"/>
              </a:spcAft>
              <a:buSzPts val="2200"/>
              <a:buNone/>
            </a:pPr>
            <a:r>
              <a:rPr b="0" i="0" lang="en-US" sz="2200" u="none">
                <a:solidFill>
                  <a:srgbClr val="0000FF"/>
                </a:solidFill>
                <a:latin typeface="Arial"/>
                <a:ea typeface="Arial"/>
                <a:cs typeface="Arial"/>
                <a:sym typeface="Arial"/>
              </a:rPr>
              <a:t>          SELECT</a:t>
            </a:r>
            <a:r>
              <a:rPr b="0" i="0" lang="en-US" sz="2200" u="none">
                <a:solidFill>
                  <a:srgbClr val="000000"/>
                </a:solidFill>
                <a:latin typeface="Arial"/>
                <a:ea typeface="Arial"/>
                <a:cs typeface="Arial"/>
                <a:sym typeface="Arial"/>
              </a:rPr>
              <a:t> </a:t>
            </a:r>
            <a:r>
              <a:rPr b="0" i="0" lang="en-US" sz="2200" u="none">
                <a:solidFill>
                  <a:srgbClr val="0000FF"/>
                </a:solidFill>
                <a:latin typeface="Arial"/>
                <a:ea typeface="Arial"/>
                <a:cs typeface="Arial"/>
                <a:sym typeface="Arial"/>
              </a:rPr>
              <a:t>TOP</a:t>
            </a:r>
            <a:r>
              <a:rPr b="0" i="0" lang="en-US" sz="2200" u="none">
                <a:solidFill>
                  <a:srgbClr val="808080"/>
                </a:solidFill>
                <a:latin typeface="Arial"/>
                <a:ea typeface="Arial"/>
                <a:cs typeface="Arial"/>
                <a:sym typeface="Arial"/>
              </a:rPr>
              <a:t>(</a:t>
            </a:r>
            <a:r>
              <a:rPr b="0" i="0" lang="en-US" sz="2200" u="none">
                <a:solidFill>
                  <a:srgbClr val="000000"/>
                </a:solidFill>
                <a:latin typeface="Arial"/>
                <a:ea typeface="Arial"/>
                <a:cs typeface="Arial"/>
                <a:sym typeface="Arial"/>
              </a:rPr>
              <a:t>2</a:t>
            </a:r>
            <a:r>
              <a:rPr b="0" i="0" lang="en-US" sz="2200" u="none">
                <a:solidFill>
                  <a:srgbClr val="808080"/>
                </a:solidFill>
                <a:latin typeface="Arial"/>
                <a:ea typeface="Arial"/>
                <a:cs typeface="Arial"/>
                <a:sym typeface="Arial"/>
              </a:rPr>
              <a:t>)</a:t>
            </a:r>
            <a:r>
              <a:rPr b="0" i="0" lang="en-US" sz="2200" u="none">
                <a:solidFill>
                  <a:srgbClr val="000000"/>
                </a:solidFill>
                <a:latin typeface="Arial"/>
                <a:ea typeface="Arial"/>
                <a:cs typeface="Arial"/>
                <a:sym typeface="Arial"/>
              </a:rPr>
              <a:t> </a:t>
            </a:r>
            <a:r>
              <a:rPr b="0" i="0" lang="en-US" sz="2200" u="none">
                <a:solidFill>
                  <a:srgbClr val="808080"/>
                </a:solidFill>
                <a:latin typeface="Arial"/>
                <a:ea typeface="Arial"/>
                <a:cs typeface="Arial"/>
                <a:sym typeface="Arial"/>
              </a:rPr>
              <a:t>*</a:t>
            </a:r>
            <a:r>
              <a:rPr b="0" i="0" lang="en-US" sz="2200" u="none">
                <a:solidFill>
                  <a:srgbClr val="000000"/>
                </a:solidFill>
                <a:latin typeface="Arial"/>
                <a:ea typeface="Arial"/>
                <a:cs typeface="Arial"/>
                <a:sym typeface="Arial"/>
              </a:rPr>
              <a:t> </a:t>
            </a:r>
            <a:r>
              <a:rPr b="0" i="0" lang="en-US" sz="2200" u="none">
                <a:solidFill>
                  <a:srgbClr val="0000FF"/>
                </a:solidFill>
                <a:latin typeface="Arial"/>
                <a:ea typeface="Arial"/>
                <a:cs typeface="Arial"/>
                <a:sym typeface="Arial"/>
              </a:rPr>
              <a:t>FROM</a:t>
            </a:r>
            <a:r>
              <a:rPr b="0" i="0" lang="en-US" sz="2200" u="none">
                <a:solidFill>
                  <a:srgbClr val="000000"/>
                </a:solidFill>
                <a:latin typeface="Arial"/>
                <a:ea typeface="Arial"/>
                <a:cs typeface="Arial"/>
                <a:sym typeface="Arial"/>
              </a:rPr>
              <a:t> </a:t>
            </a:r>
            <a:r>
              <a:rPr b="0" i="0" lang="en-US" sz="2200" u="none">
                <a:solidFill>
                  <a:srgbClr val="008080"/>
                </a:solidFill>
                <a:latin typeface="Arial"/>
                <a:ea typeface="Arial"/>
                <a:cs typeface="Arial"/>
                <a:sym typeface="Arial"/>
              </a:rPr>
              <a:t>PHICONG</a:t>
            </a:r>
            <a:r>
              <a:rPr b="0" i="0" lang="en-US" sz="2200" u="none">
                <a:solidFill>
                  <a:srgbClr val="000000"/>
                </a:solidFill>
                <a:latin typeface="Arial"/>
                <a:ea typeface="Arial"/>
                <a:cs typeface="Arial"/>
                <a:sym typeface="Arial"/>
              </a:rPr>
              <a:t> </a:t>
            </a:r>
            <a:endParaRPr/>
          </a:p>
          <a:p>
            <a:pPr indent="-323850" lvl="0" marL="431800" rtl="0" algn="l">
              <a:lnSpc>
                <a:spcPct val="98000"/>
              </a:lnSpc>
              <a:spcBef>
                <a:spcPts val="1400"/>
              </a:spcBef>
              <a:spcAft>
                <a:spcPts val="0"/>
              </a:spcAft>
              <a:buSzPts val="2200"/>
              <a:buNone/>
            </a:pPr>
            <a:r>
              <a:rPr b="0" i="0" lang="en-US" sz="2200" u="none">
                <a:solidFill>
                  <a:srgbClr val="0000FF"/>
                </a:solidFill>
                <a:latin typeface="Arial"/>
                <a:ea typeface="Arial"/>
                <a:cs typeface="Arial"/>
                <a:sym typeface="Arial"/>
              </a:rPr>
              <a:t>          ORDER</a:t>
            </a:r>
            <a:r>
              <a:rPr b="0" i="0" lang="en-US" sz="2200" u="none">
                <a:solidFill>
                  <a:srgbClr val="000000"/>
                </a:solidFill>
                <a:latin typeface="Arial"/>
                <a:ea typeface="Arial"/>
                <a:cs typeface="Arial"/>
                <a:sym typeface="Arial"/>
              </a:rPr>
              <a:t> </a:t>
            </a:r>
            <a:r>
              <a:rPr b="0" i="0" lang="en-US" sz="2200" u="none">
                <a:solidFill>
                  <a:srgbClr val="0000FF"/>
                </a:solidFill>
                <a:latin typeface="Arial"/>
                <a:ea typeface="Arial"/>
                <a:cs typeface="Arial"/>
                <a:sym typeface="Arial"/>
              </a:rPr>
              <a:t>BY</a:t>
            </a:r>
            <a:r>
              <a:rPr b="0" i="0" lang="en-US" sz="2200" u="none">
                <a:solidFill>
                  <a:srgbClr val="000000"/>
                </a:solidFill>
                <a:latin typeface="Arial"/>
                <a:ea typeface="Arial"/>
                <a:cs typeface="Arial"/>
                <a:sym typeface="Arial"/>
              </a:rPr>
              <a:t> </a:t>
            </a:r>
            <a:r>
              <a:rPr b="0" i="0" lang="en-US" sz="2200" u="none">
                <a:solidFill>
                  <a:srgbClr val="008080"/>
                </a:solidFill>
                <a:latin typeface="Arial"/>
                <a:ea typeface="Arial"/>
                <a:cs typeface="Arial"/>
                <a:sym typeface="Arial"/>
              </a:rPr>
              <a:t>hoten</a:t>
            </a:r>
            <a:endParaRPr/>
          </a:p>
          <a:p>
            <a:pPr indent="-323850" lvl="0" marL="431800" rtl="0" algn="l">
              <a:lnSpc>
                <a:spcPct val="98000"/>
              </a:lnSpc>
              <a:spcBef>
                <a:spcPts val="1400"/>
              </a:spcBef>
              <a:spcAft>
                <a:spcPts val="0"/>
              </a:spcAft>
              <a:buSzPts val="2200"/>
              <a:buNone/>
            </a:pPr>
            <a:r>
              <a:t/>
            </a:r>
            <a:endParaRPr b="0" i="0" sz="2200" u="none">
              <a:solidFill>
                <a:srgbClr val="008080"/>
              </a:solidFill>
              <a:latin typeface="Arial"/>
              <a:ea typeface="Arial"/>
              <a:cs typeface="Arial"/>
              <a:sym typeface="Arial"/>
            </a:endParaRPr>
          </a:p>
          <a:p>
            <a:pPr indent="-323850" lvl="0" marL="431800" rtl="0" algn="l">
              <a:lnSpc>
                <a:spcPct val="98000"/>
              </a:lnSpc>
              <a:spcBef>
                <a:spcPts val="1400"/>
              </a:spcBef>
              <a:spcAft>
                <a:spcPts val="0"/>
              </a:spcAft>
              <a:buSzPts val="2200"/>
              <a:buNone/>
            </a:pPr>
            <a:r>
              <a:rPr b="0" i="0" lang="en-US" sz="2200" u="none">
                <a:solidFill>
                  <a:srgbClr val="008080"/>
                </a:solidFill>
                <a:latin typeface="Arial"/>
                <a:ea typeface="Arial"/>
                <a:cs typeface="Arial"/>
                <a:sym typeface="Arial"/>
              </a:rPr>
              <a:t>  </a:t>
            </a:r>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8" name="Shape 1008"/>
        <p:cNvGrpSpPr/>
        <p:nvPr/>
      </p:nvGrpSpPr>
      <p:grpSpPr>
        <a:xfrm>
          <a:off x="0" y="0"/>
          <a:ext cx="0" cy="0"/>
          <a:chOff x="0" y="0"/>
          <a:chExt cx="0" cy="0"/>
        </a:xfrm>
      </p:grpSpPr>
      <p:sp>
        <p:nvSpPr>
          <p:cNvPr id="1009" name="Google Shape;1009;p97"/>
          <p:cNvSpPr txBox="1"/>
          <p:nvPr>
            <p:ph type="title"/>
          </p:nvPr>
        </p:nvSpPr>
        <p:spPr>
          <a:xfrm>
            <a:off x="503237" y="301625"/>
            <a:ext cx="9070975" cy="1262062"/>
          </a:xfrm>
          <a:prstGeom prst="rect">
            <a:avLst/>
          </a:prstGeom>
          <a:noFill/>
          <a:ln>
            <a:noFill/>
          </a:ln>
        </p:spPr>
        <p:txBody>
          <a:bodyPr anchorCtr="0" anchor="ctr" bIns="0" lIns="0" spcFirstLastPara="1" rIns="0" wrap="square" tIns="0">
            <a:noAutofit/>
          </a:bodyPr>
          <a:lstStyle/>
          <a:p>
            <a:pPr indent="0" lvl="0" marL="0" rtl="0" algn="l">
              <a:lnSpc>
                <a:spcPct val="101000"/>
              </a:lnSpc>
              <a:spcBef>
                <a:spcPts val="0"/>
              </a:spcBef>
              <a:spcAft>
                <a:spcPts val="0"/>
              </a:spcAft>
              <a:buNone/>
            </a:pPr>
            <a:r>
              <a:t/>
            </a:r>
            <a:endParaRPr b="1" sz="3200">
              <a:solidFill>
                <a:srgbClr val="000000"/>
              </a:solidFill>
              <a:latin typeface="Arial"/>
              <a:ea typeface="Arial"/>
              <a:cs typeface="Arial"/>
              <a:sym typeface="Arial"/>
            </a:endParaRPr>
          </a:p>
        </p:txBody>
      </p:sp>
      <p:sp>
        <p:nvSpPr>
          <p:cNvPr id="1010" name="Google Shape;1010;p97"/>
          <p:cNvSpPr txBox="1"/>
          <p:nvPr>
            <p:ph idx="1" type="body"/>
          </p:nvPr>
        </p:nvSpPr>
        <p:spPr>
          <a:xfrm>
            <a:off x="503237" y="1768475"/>
            <a:ext cx="9070975" cy="4989512"/>
          </a:xfrm>
          <a:prstGeom prst="rect">
            <a:avLst/>
          </a:prstGeom>
          <a:noFill/>
          <a:ln>
            <a:noFill/>
          </a:ln>
        </p:spPr>
        <p:txBody>
          <a:bodyPr anchorCtr="0" anchor="t" bIns="0" lIns="0" spcFirstLastPara="1" rIns="0" wrap="square" tIns="0">
            <a:noAutofit/>
          </a:bodyPr>
          <a:lstStyle/>
          <a:p>
            <a:pPr indent="-323850" lvl="1" marL="863600" rtl="0" algn="ctr">
              <a:lnSpc>
                <a:spcPct val="101000"/>
              </a:lnSpc>
              <a:spcBef>
                <a:spcPts val="0"/>
              </a:spcBef>
              <a:spcAft>
                <a:spcPts val="0"/>
              </a:spcAft>
              <a:buSzPts val="2800"/>
              <a:buNone/>
            </a:pPr>
            <a:r>
              <a:rPr b="1" i="0" lang="en-US" sz="2800" u="none">
                <a:solidFill>
                  <a:srgbClr val="990000"/>
                </a:solidFill>
                <a:latin typeface="Arial"/>
                <a:ea typeface="Arial"/>
                <a:cs typeface="Arial"/>
                <a:sym typeface="Arial"/>
              </a:rPr>
              <a:t>SQL</a:t>
            </a:r>
            <a:endParaRPr/>
          </a:p>
          <a:p>
            <a:pPr indent="-323850" lvl="1" marL="863600" rtl="0" algn="ctr">
              <a:lnSpc>
                <a:spcPct val="101000"/>
              </a:lnSpc>
              <a:spcBef>
                <a:spcPts val="1100"/>
              </a:spcBef>
              <a:spcAft>
                <a:spcPts val="0"/>
              </a:spcAft>
              <a:buSzPts val="2800"/>
              <a:buNone/>
            </a:pPr>
            <a:r>
              <a:rPr b="1" i="0" lang="en-US" sz="2800" u="none">
                <a:solidFill>
                  <a:srgbClr val="000000"/>
                </a:solidFill>
                <a:latin typeface="Arial"/>
                <a:ea typeface="Arial"/>
                <a:cs typeface="Arial"/>
                <a:sym typeface="Arial"/>
              </a:rPr>
              <a:t>Data Control Language - DCL</a:t>
            </a:r>
            <a:endParaRPr/>
          </a:p>
        </p:txBody>
      </p:sp>
      <p:pic>
        <p:nvPicPr>
          <p:cNvPr id="1011" name="Google Shape;1011;p97"/>
          <p:cNvPicPr preferRelativeResize="0"/>
          <p:nvPr/>
        </p:nvPicPr>
        <p:blipFill rotWithShape="1">
          <a:blip r:embed="rId3">
            <a:alphaModFix/>
          </a:blip>
          <a:srcRect b="0" l="0" r="0" t="0"/>
          <a:stretch/>
        </p:blipFill>
        <p:spPr>
          <a:xfrm>
            <a:off x="3455988" y="3240088"/>
            <a:ext cx="2522537" cy="2381250"/>
          </a:xfrm>
          <a:prstGeom prst="rect">
            <a:avLst/>
          </a:prstGeom>
          <a:noFill/>
          <a:ln>
            <a:noFill/>
          </a:ln>
        </p:spPr>
      </p:pic>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6" name="Shape 1016"/>
        <p:cNvGrpSpPr/>
        <p:nvPr/>
      </p:nvGrpSpPr>
      <p:grpSpPr>
        <a:xfrm>
          <a:off x="0" y="0"/>
          <a:ext cx="0" cy="0"/>
          <a:chOff x="0" y="0"/>
          <a:chExt cx="0" cy="0"/>
        </a:xfrm>
      </p:grpSpPr>
      <p:sp>
        <p:nvSpPr>
          <p:cNvPr id="1017" name="Google Shape;1017;p98"/>
          <p:cNvSpPr txBox="1"/>
          <p:nvPr>
            <p:ph type="title"/>
          </p:nvPr>
        </p:nvSpPr>
        <p:spPr>
          <a:xfrm>
            <a:off x="503237" y="301625"/>
            <a:ext cx="9070975" cy="1262062"/>
          </a:xfrm>
          <a:prstGeom prst="rect">
            <a:avLst/>
          </a:prstGeom>
          <a:noFill/>
          <a:ln>
            <a:noFill/>
          </a:ln>
        </p:spPr>
        <p:txBody>
          <a:bodyPr anchorCtr="0" anchor="ctr" bIns="0" lIns="0" spcFirstLastPara="1" rIns="0" wrap="square" tIns="0">
            <a:noAutofit/>
          </a:bodyPr>
          <a:lstStyle/>
          <a:p>
            <a:pPr indent="0" lvl="0" marL="0" rtl="0" algn="l">
              <a:lnSpc>
                <a:spcPct val="101000"/>
              </a:lnSpc>
              <a:spcBef>
                <a:spcPts val="0"/>
              </a:spcBef>
              <a:spcAft>
                <a:spcPts val="0"/>
              </a:spcAft>
              <a:buSzPts val="3200"/>
              <a:buNone/>
            </a:pPr>
            <a:r>
              <a:rPr b="1" i="0" lang="en-US" sz="3200" u="none">
                <a:solidFill>
                  <a:srgbClr val="000000"/>
                </a:solidFill>
                <a:latin typeface="Arial"/>
                <a:ea typeface="Arial"/>
                <a:cs typeface="Arial"/>
                <a:sym typeface="Arial"/>
              </a:rPr>
              <a:t>DCL</a:t>
            </a:r>
            <a:endParaRPr/>
          </a:p>
        </p:txBody>
      </p:sp>
      <p:sp>
        <p:nvSpPr>
          <p:cNvPr id="1018" name="Google Shape;1018;p98"/>
          <p:cNvSpPr txBox="1"/>
          <p:nvPr>
            <p:ph idx="1" type="body"/>
          </p:nvPr>
        </p:nvSpPr>
        <p:spPr>
          <a:xfrm>
            <a:off x="503237" y="1768475"/>
            <a:ext cx="9070975" cy="5164137"/>
          </a:xfrm>
          <a:prstGeom prst="rect">
            <a:avLst/>
          </a:prstGeom>
          <a:noFill/>
          <a:ln>
            <a:noFill/>
          </a:ln>
        </p:spPr>
        <p:txBody>
          <a:bodyPr anchorCtr="0" anchor="t" bIns="0" lIns="0" spcFirstLastPara="1" rIns="0" wrap="square" tIns="0">
            <a:noAutofit/>
          </a:bodyPr>
          <a:lstStyle/>
          <a:p>
            <a:pPr indent="-323850" lvl="0" marL="431800" rtl="0" algn="l">
              <a:lnSpc>
                <a:spcPct val="101000"/>
              </a:lnSpc>
              <a:spcBef>
                <a:spcPts val="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Ngôn ngữ điều khiển dữ liệu cho phép điều khiển việc truy xuất đến các đối tượng của CSDL</a:t>
            </a:r>
            <a:endParaRPr/>
          </a:p>
          <a:p>
            <a:pPr indent="-323850" lvl="0" marL="431800" rtl="0" algn="l">
              <a:lnSpc>
                <a:spcPct val="101000"/>
              </a:lnSpc>
              <a:spcBef>
                <a:spcPts val="140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Hai lệnh cơ bản</a:t>
            </a:r>
            <a:endParaRPr/>
          </a:p>
          <a:p>
            <a:pPr indent="-323850" lvl="1" marL="863600" rtl="0" algn="l">
              <a:lnSpc>
                <a:spcPct val="101000"/>
              </a:lnSpc>
              <a:spcBef>
                <a:spcPts val="1400"/>
              </a:spcBef>
              <a:spcAft>
                <a:spcPts val="0"/>
              </a:spcAft>
              <a:buClr>
                <a:srgbClr val="000000"/>
              </a:buClr>
              <a:buSzPts val="1800"/>
              <a:buFont typeface="Noto Sans Symbols"/>
              <a:buChar char="−"/>
            </a:pPr>
            <a:r>
              <a:rPr b="0" i="0" lang="en-US" sz="2400" u="none">
                <a:solidFill>
                  <a:srgbClr val="000000"/>
                </a:solidFill>
                <a:latin typeface="Arial"/>
                <a:ea typeface="Arial"/>
                <a:cs typeface="Arial"/>
                <a:sym typeface="Arial"/>
              </a:rPr>
              <a:t>GRANT : gán quyền trên các đối tượng</a:t>
            </a:r>
            <a:endParaRPr/>
          </a:p>
          <a:p>
            <a:pPr indent="-323850" lvl="1" marL="863600" rtl="0" algn="l">
              <a:lnSpc>
                <a:spcPct val="101000"/>
              </a:lnSpc>
              <a:spcBef>
                <a:spcPts val="1100"/>
              </a:spcBef>
              <a:spcAft>
                <a:spcPts val="0"/>
              </a:spcAft>
              <a:buClr>
                <a:srgbClr val="000000"/>
              </a:buClr>
              <a:buSzPts val="1800"/>
              <a:buFont typeface="Noto Sans Symbols"/>
              <a:buChar char="−"/>
            </a:pPr>
            <a:r>
              <a:rPr b="0" i="0" lang="en-US" sz="2400" u="none">
                <a:solidFill>
                  <a:srgbClr val="000000"/>
                </a:solidFill>
                <a:latin typeface="Arial"/>
                <a:ea typeface="Arial"/>
                <a:cs typeface="Arial"/>
                <a:sym typeface="Arial"/>
              </a:rPr>
              <a:t>REVOKE: gỡ bỏ quyền</a:t>
            </a:r>
            <a:endParaRPr/>
          </a:p>
          <a:p>
            <a:pPr indent="-323850" lvl="0" marL="431800" rtl="0" algn="l">
              <a:lnSpc>
                <a:spcPct val="101000"/>
              </a:lnSpc>
              <a:spcBef>
                <a:spcPts val="1100"/>
              </a:spcBef>
              <a:spcAft>
                <a:spcPts val="0"/>
              </a:spcAft>
              <a:buClr>
                <a:srgbClr val="000000"/>
              </a:buClr>
              <a:buSzPts val="1215"/>
              <a:buFont typeface="Noto Sans Symbols"/>
              <a:buChar char="●"/>
            </a:pPr>
            <a:r>
              <a:rPr b="0" i="0" lang="en-US" sz="2700" u="none">
                <a:solidFill>
                  <a:srgbClr val="000000"/>
                </a:solidFill>
                <a:latin typeface="Arial"/>
                <a:ea typeface="Arial"/>
                <a:cs typeface="Arial"/>
                <a:sym typeface="Arial"/>
              </a:rPr>
              <a:t>Ví dụ</a:t>
            </a:r>
            <a:endParaRPr/>
          </a:p>
          <a:p>
            <a:pPr indent="-323850" lvl="1" marL="863600" rtl="0" algn="l">
              <a:lnSpc>
                <a:spcPct val="98000"/>
              </a:lnSpc>
              <a:spcBef>
                <a:spcPts val="1400"/>
              </a:spcBef>
              <a:spcAft>
                <a:spcPts val="0"/>
              </a:spcAft>
              <a:buSzPts val="2400"/>
              <a:buNone/>
            </a:pPr>
            <a:r>
              <a:rPr b="0" i="0" lang="en-US" sz="2400" u="none">
                <a:solidFill>
                  <a:srgbClr val="0000FF"/>
                </a:solidFill>
                <a:latin typeface="Arial"/>
                <a:ea typeface="Arial"/>
                <a:cs typeface="Arial"/>
                <a:sym typeface="Arial"/>
              </a:rPr>
              <a:t>GRANT</a:t>
            </a:r>
            <a:r>
              <a:rPr b="0" i="0" lang="en-US" sz="2400" u="none">
                <a:solidFill>
                  <a:srgbClr val="000000"/>
                </a:solidFill>
                <a:latin typeface="Arial"/>
                <a:ea typeface="Arial"/>
                <a:cs typeface="Arial"/>
                <a:sym typeface="Arial"/>
              </a:rPr>
              <a:t> </a:t>
            </a:r>
            <a:r>
              <a:rPr b="1" i="0" lang="en-US" sz="2400" u="none">
                <a:solidFill>
                  <a:srgbClr val="0000FF"/>
                </a:solidFill>
                <a:latin typeface="Arial"/>
                <a:ea typeface="Arial"/>
                <a:cs typeface="Arial"/>
                <a:sym typeface="Arial"/>
              </a:rPr>
              <a:t>SELECT, INSERT</a:t>
            </a:r>
            <a:r>
              <a:rPr b="0" i="0" lang="en-US" sz="2400" u="none">
                <a:solidFill>
                  <a:srgbClr val="000000"/>
                </a:solidFill>
                <a:latin typeface="Arial"/>
                <a:ea typeface="Arial"/>
                <a:cs typeface="Arial"/>
                <a:sym typeface="Arial"/>
              </a:rPr>
              <a:t>  </a:t>
            </a:r>
            <a:r>
              <a:rPr b="0" i="0" lang="en-US" sz="2400" u="none">
                <a:solidFill>
                  <a:srgbClr val="0000FF"/>
                </a:solidFill>
                <a:latin typeface="Arial"/>
                <a:ea typeface="Arial"/>
                <a:cs typeface="Arial"/>
                <a:sym typeface="Arial"/>
              </a:rPr>
              <a:t>ON</a:t>
            </a:r>
            <a:r>
              <a:rPr b="0" i="0" lang="en-US" sz="2400" u="none">
                <a:solidFill>
                  <a:srgbClr val="000000"/>
                </a:solidFill>
                <a:latin typeface="Arial"/>
                <a:ea typeface="Arial"/>
                <a:cs typeface="Arial"/>
                <a:sym typeface="Arial"/>
              </a:rPr>
              <a:t> </a:t>
            </a:r>
            <a:r>
              <a:rPr b="0" i="0" lang="en-US" sz="2400" u="none">
                <a:solidFill>
                  <a:srgbClr val="008080"/>
                </a:solidFill>
                <a:latin typeface="Arial"/>
                <a:ea typeface="Arial"/>
                <a:cs typeface="Arial"/>
                <a:sym typeface="Arial"/>
              </a:rPr>
              <a:t>PHICONG</a:t>
            </a:r>
            <a:r>
              <a:rPr b="0" i="0" lang="en-US" sz="2400" u="none">
                <a:solidFill>
                  <a:srgbClr val="000000"/>
                </a:solidFill>
                <a:latin typeface="Arial"/>
                <a:ea typeface="Arial"/>
                <a:cs typeface="Arial"/>
                <a:sym typeface="Arial"/>
              </a:rPr>
              <a:t> </a:t>
            </a:r>
            <a:r>
              <a:rPr b="0" i="0" lang="en-US" sz="2400" u="none">
                <a:solidFill>
                  <a:srgbClr val="0000FF"/>
                </a:solidFill>
                <a:latin typeface="Arial"/>
                <a:ea typeface="Arial"/>
                <a:cs typeface="Arial"/>
                <a:sym typeface="Arial"/>
              </a:rPr>
              <a:t>TO</a:t>
            </a:r>
            <a:r>
              <a:rPr b="0" i="0" lang="en-US" sz="2400" u="none">
                <a:solidFill>
                  <a:srgbClr val="000000"/>
                </a:solidFill>
                <a:latin typeface="Arial"/>
                <a:ea typeface="Arial"/>
                <a:cs typeface="Arial"/>
                <a:sym typeface="Arial"/>
              </a:rPr>
              <a:t> </a:t>
            </a:r>
            <a:r>
              <a:rPr b="0" i="0" lang="en-US" sz="2400" u="none">
                <a:solidFill>
                  <a:srgbClr val="008080"/>
                </a:solidFill>
                <a:latin typeface="Arial"/>
                <a:ea typeface="Arial"/>
                <a:cs typeface="Arial"/>
                <a:sym typeface="Arial"/>
              </a:rPr>
              <a:t>user1</a:t>
            </a:r>
            <a:r>
              <a:rPr b="0" i="0" lang="en-US" sz="2400" u="none">
                <a:solidFill>
                  <a:srgbClr val="000000"/>
                </a:solidFill>
                <a:latin typeface="Arial"/>
                <a:ea typeface="Arial"/>
                <a:cs typeface="Arial"/>
                <a:sym typeface="Arial"/>
              </a:rPr>
              <a:t> </a:t>
            </a:r>
            <a:r>
              <a:rPr b="0" i="0" lang="en-US" sz="2400" u="none">
                <a:solidFill>
                  <a:srgbClr val="990000"/>
                </a:solidFill>
                <a:latin typeface="Arial"/>
                <a:ea typeface="Arial"/>
                <a:cs typeface="Arial"/>
                <a:sym typeface="Arial"/>
              </a:rPr>
              <a:t> WITH GRANT OPTION</a:t>
            </a:r>
            <a:endParaRPr/>
          </a:p>
          <a:p>
            <a:pPr indent="-323850" lvl="1" marL="863600" rtl="0" algn="l">
              <a:lnSpc>
                <a:spcPct val="98000"/>
              </a:lnSpc>
              <a:spcBef>
                <a:spcPts val="1100"/>
              </a:spcBef>
              <a:spcAft>
                <a:spcPts val="0"/>
              </a:spcAft>
              <a:buSzPts val="2400"/>
              <a:buNone/>
            </a:pPr>
            <a:r>
              <a:rPr b="0" i="0" lang="en-US" sz="2400" u="none">
                <a:solidFill>
                  <a:srgbClr val="0000FF"/>
                </a:solidFill>
                <a:latin typeface="Arial"/>
                <a:ea typeface="Arial"/>
                <a:cs typeface="Arial"/>
                <a:sym typeface="Arial"/>
              </a:rPr>
              <a:t>REVOKE</a:t>
            </a:r>
            <a:r>
              <a:rPr b="0" i="0" lang="en-US" sz="2400" u="none">
                <a:solidFill>
                  <a:srgbClr val="000000"/>
                </a:solidFill>
                <a:latin typeface="Arial"/>
                <a:ea typeface="Arial"/>
                <a:cs typeface="Arial"/>
                <a:sym typeface="Arial"/>
              </a:rPr>
              <a:t> </a:t>
            </a:r>
            <a:r>
              <a:rPr b="1" i="0" lang="en-US" sz="2400" u="none">
                <a:solidFill>
                  <a:srgbClr val="0000FF"/>
                </a:solidFill>
                <a:latin typeface="Arial"/>
                <a:ea typeface="Arial"/>
                <a:cs typeface="Arial"/>
                <a:sym typeface="Arial"/>
              </a:rPr>
              <a:t>SELECT</a:t>
            </a:r>
            <a:r>
              <a:rPr b="1" i="0" lang="en-US" sz="2400" u="none">
                <a:solidFill>
                  <a:srgbClr val="808080"/>
                </a:solidFill>
                <a:latin typeface="Arial"/>
                <a:ea typeface="Arial"/>
                <a:cs typeface="Arial"/>
                <a:sym typeface="Arial"/>
              </a:rPr>
              <a:t>,</a:t>
            </a:r>
            <a:r>
              <a:rPr b="1" i="0" lang="en-US" sz="2400" u="none">
                <a:solidFill>
                  <a:srgbClr val="000000"/>
                </a:solidFill>
                <a:latin typeface="Arial"/>
                <a:ea typeface="Arial"/>
                <a:cs typeface="Arial"/>
                <a:sym typeface="Arial"/>
              </a:rPr>
              <a:t> </a:t>
            </a:r>
            <a:r>
              <a:rPr b="1" i="0" lang="en-US" sz="2400" u="none">
                <a:solidFill>
                  <a:srgbClr val="0000FF"/>
                </a:solidFill>
                <a:latin typeface="Arial"/>
                <a:ea typeface="Arial"/>
                <a:cs typeface="Arial"/>
                <a:sym typeface="Arial"/>
              </a:rPr>
              <a:t>INSERT</a:t>
            </a:r>
            <a:r>
              <a:rPr b="0" i="0" lang="en-US" sz="2400" u="none">
                <a:solidFill>
                  <a:srgbClr val="000000"/>
                </a:solidFill>
                <a:latin typeface="Arial"/>
                <a:ea typeface="Arial"/>
                <a:cs typeface="Arial"/>
                <a:sym typeface="Arial"/>
              </a:rPr>
              <a:t>  </a:t>
            </a:r>
            <a:r>
              <a:rPr b="0" i="0" lang="en-US" sz="2400" u="none">
                <a:solidFill>
                  <a:srgbClr val="0000FF"/>
                </a:solidFill>
                <a:latin typeface="Arial"/>
                <a:ea typeface="Arial"/>
                <a:cs typeface="Arial"/>
                <a:sym typeface="Arial"/>
              </a:rPr>
              <a:t>ON</a:t>
            </a:r>
            <a:r>
              <a:rPr b="0" i="0" lang="en-US" sz="2400" u="none">
                <a:solidFill>
                  <a:srgbClr val="000000"/>
                </a:solidFill>
                <a:latin typeface="Arial"/>
                <a:ea typeface="Arial"/>
                <a:cs typeface="Arial"/>
                <a:sym typeface="Arial"/>
              </a:rPr>
              <a:t> </a:t>
            </a:r>
            <a:r>
              <a:rPr b="0" i="0" lang="en-US" sz="2400" u="none">
                <a:solidFill>
                  <a:srgbClr val="008080"/>
                </a:solidFill>
                <a:latin typeface="Arial"/>
                <a:ea typeface="Arial"/>
                <a:cs typeface="Arial"/>
                <a:sym typeface="Arial"/>
              </a:rPr>
              <a:t>PHICONG</a:t>
            </a:r>
            <a:r>
              <a:rPr b="0" i="0" lang="en-US" sz="2400" u="none">
                <a:solidFill>
                  <a:srgbClr val="000000"/>
                </a:solidFill>
                <a:latin typeface="Arial"/>
                <a:ea typeface="Arial"/>
                <a:cs typeface="Arial"/>
                <a:sym typeface="Arial"/>
              </a:rPr>
              <a:t> </a:t>
            </a:r>
            <a:r>
              <a:rPr b="0" i="0" lang="en-US" sz="2400" u="none">
                <a:solidFill>
                  <a:srgbClr val="0000FF"/>
                </a:solidFill>
                <a:latin typeface="Arial"/>
                <a:ea typeface="Arial"/>
                <a:cs typeface="Arial"/>
                <a:sym typeface="Arial"/>
              </a:rPr>
              <a:t>FROM</a:t>
            </a:r>
            <a:r>
              <a:rPr b="0" i="0" lang="en-US" sz="2400" u="none">
                <a:solidFill>
                  <a:srgbClr val="000000"/>
                </a:solidFill>
                <a:latin typeface="Arial"/>
                <a:ea typeface="Arial"/>
                <a:cs typeface="Arial"/>
                <a:sym typeface="Arial"/>
              </a:rPr>
              <a:t> </a:t>
            </a:r>
            <a:r>
              <a:rPr b="0" i="0" lang="en-US" sz="2400" u="none">
                <a:solidFill>
                  <a:srgbClr val="008080"/>
                </a:solidFill>
                <a:latin typeface="Arial"/>
                <a:ea typeface="Arial"/>
                <a:cs typeface="Arial"/>
                <a:sym typeface="Arial"/>
              </a:rPr>
              <a:t>user1</a:t>
            </a:r>
            <a:r>
              <a:rPr b="0" i="0" lang="en-US" sz="2400" u="none">
                <a:solidFill>
                  <a:srgbClr val="000000"/>
                </a:solidFill>
                <a:latin typeface="Arial"/>
                <a:ea typeface="Arial"/>
                <a:cs typeface="Arial"/>
                <a:sym typeface="Arial"/>
              </a:rPr>
              <a:t>  </a:t>
            </a:r>
            <a:r>
              <a:rPr b="0" i="0" lang="en-US" sz="2400" u="none">
                <a:solidFill>
                  <a:srgbClr val="990000"/>
                </a:solidFill>
                <a:latin typeface="Arial"/>
                <a:ea typeface="Arial"/>
                <a:cs typeface="Arial"/>
                <a:sym typeface="Arial"/>
              </a:rPr>
              <a:t>CASCADE</a:t>
            </a:r>
            <a:endParaRPr/>
          </a:p>
        </p:txBody>
      </p:sp>
    </p:spTree>
  </p:cSld>
  <p:clrMapOvr>
    <a:masterClrMapping/>
  </p:clrMapOvr>
</p:sld>
</file>

<file path=ppt/theme/theme1.xml><?xml version="1.0" encoding="utf-8"?>
<a:theme xmlns:a="http://schemas.openxmlformats.org/drawingml/2006/main" xmlns:r="http://schemas.openxmlformats.org/officeDocument/2006/relationships"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2015-04-02T08:22:07Z</dcterms:created>
  <dc:creator/>
</cp:coreProperties>
</file>