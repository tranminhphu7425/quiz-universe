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 id="2147483652" r:id="rId7"/>
    <p:sldMasterId id="2147483654" r:id="rId8"/>
    <p:sldMasterId id="2147483668" r:id="rId9"/>
    <p:sldMasterId id="2147483682" r:id="rId10"/>
    <p:sldMasterId id="2147483684" r:id="rId11"/>
    <p:sldMasterId id="2147483686" r:id="rId12"/>
    <p:sldMasterId id="2147483688" r:id="rId13"/>
    <p:sldMasterId id="2147483690" r:id="rId14"/>
    <p:sldMasterId id="2147483692"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7" roundtripDataSignature="AMtx7mg07qeSmYuBH0F9I5zWVDGve5wl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3C91D4-46E5-4407-95CA-82A200DD19F0}">
  <a:tblStyle styleId="{7C3C91D4-46E5-4407-95CA-82A200DD19F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4.xml"/><Relationship Id="rId20" Type="http://schemas.openxmlformats.org/officeDocument/2006/relationships/slide" Target="slides/slide4.xml"/><Relationship Id="rId42" Type="http://schemas.openxmlformats.org/officeDocument/2006/relationships/slide" Target="slides/slide26.xml"/><Relationship Id="rId41" Type="http://schemas.openxmlformats.org/officeDocument/2006/relationships/slide" Target="slides/slide25.xml"/><Relationship Id="rId22" Type="http://schemas.openxmlformats.org/officeDocument/2006/relationships/slide" Target="slides/slide6.xml"/><Relationship Id="rId44" Type="http://schemas.openxmlformats.org/officeDocument/2006/relationships/slide" Target="slides/slide28.xml"/><Relationship Id="rId21" Type="http://schemas.openxmlformats.org/officeDocument/2006/relationships/slide" Target="slides/slide5.xml"/><Relationship Id="rId43" Type="http://schemas.openxmlformats.org/officeDocument/2006/relationships/slide" Target="slides/slide27.xml"/><Relationship Id="rId24" Type="http://schemas.openxmlformats.org/officeDocument/2006/relationships/slide" Target="slides/slide8.xml"/><Relationship Id="rId46" Type="http://schemas.openxmlformats.org/officeDocument/2006/relationships/slide" Target="slides/slide30.xml"/><Relationship Id="rId23" Type="http://schemas.openxmlformats.org/officeDocument/2006/relationships/slide" Target="slides/slide7.xml"/><Relationship Id="rId45" Type="http://schemas.openxmlformats.org/officeDocument/2006/relationships/slide" Target="slides/slide29.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0.xml"/><Relationship Id="rId25" Type="http://schemas.openxmlformats.org/officeDocument/2006/relationships/slide" Target="slides/slide9.xml"/><Relationship Id="rId47" Type="http://customschemas.google.com/relationships/presentationmetadata" Target="metadata"/><Relationship Id="rId28" Type="http://schemas.openxmlformats.org/officeDocument/2006/relationships/slide" Target="slides/slide12.xml"/><Relationship Id="rId27" Type="http://schemas.openxmlformats.org/officeDocument/2006/relationships/slide" Target="slides/slide11.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3.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5.xml"/><Relationship Id="rId30" Type="http://schemas.openxmlformats.org/officeDocument/2006/relationships/slide" Target="slides/slide14.xml"/><Relationship Id="rId11" Type="http://schemas.openxmlformats.org/officeDocument/2006/relationships/slideMaster" Target="slideMasters/slideMaster7.xml"/><Relationship Id="rId33" Type="http://schemas.openxmlformats.org/officeDocument/2006/relationships/slide" Target="slides/slide17.xml"/><Relationship Id="rId10" Type="http://schemas.openxmlformats.org/officeDocument/2006/relationships/slideMaster" Target="slideMasters/slideMaster6.xml"/><Relationship Id="rId32" Type="http://schemas.openxmlformats.org/officeDocument/2006/relationships/slide" Target="slides/slide16.xml"/><Relationship Id="rId13" Type="http://schemas.openxmlformats.org/officeDocument/2006/relationships/slideMaster" Target="slideMasters/slideMaster9.xml"/><Relationship Id="rId35" Type="http://schemas.openxmlformats.org/officeDocument/2006/relationships/slide" Target="slides/slide19.xml"/><Relationship Id="rId12" Type="http://schemas.openxmlformats.org/officeDocument/2006/relationships/slideMaster" Target="slideMasters/slideMaster8.xml"/><Relationship Id="rId34" Type="http://schemas.openxmlformats.org/officeDocument/2006/relationships/slide" Target="slides/slide18.xml"/><Relationship Id="rId15" Type="http://schemas.openxmlformats.org/officeDocument/2006/relationships/slideMaster" Target="slideMasters/slideMaster11.xml"/><Relationship Id="rId37" Type="http://schemas.openxmlformats.org/officeDocument/2006/relationships/slide" Target="slides/slide21.xml"/><Relationship Id="rId14" Type="http://schemas.openxmlformats.org/officeDocument/2006/relationships/slideMaster" Target="slideMasters/slideMaster10.xml"/><Relationship Id="rId36" Type="http://schemas.openxmlformats.org/officeDocument/2006/relationships/slide" Target="slides/slide20.xml"/><Relationship Id="rId17" Type="http://schemas.openxmlformats.org/officeDocument/2006/relationships/slide" Target="slides/slide1.xml"/><Relationship Id="rId39" Type="http://schemas.openxmlformats.org/officeDocument/2006/relationships/slide" Target="slides/slide23.xml"/><Relationship Id="rId16" Type="http://schemas.openxmlformats.org/officeDocument/2006/relationships/notesMaster" Target="notesMasters/notesMaster1.xml"/><Relationship Id="rId38" Type="http://schemas.openxmlformats.org/officeDocument/2006/relationships/slide" Target="slides/slide22.xml"/><Relationship Id="rId19" Type="http://schemas.openxmlformats.org/officeDocument/2006/relationships/slide" Target="slides/slide3.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06487" y="812800"/>
            <a:ext cx="5343525"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85" name="Google Shape;385;p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86" name="Google Shape;386;p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393" name="Google Shape;393;p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394" name="Google Shape;394;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01" name="Google Shape;401;p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02" name="Google Shape;402;p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09" name="Google Shape;409;p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10" name="Google Shape;410;p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18" name="Google Shape;418;p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19" name="Google Shape;419;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26" name="Google Shape;426;p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27" name="Google Shape;427;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37" name="Google Shape;437;p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38" name="Google Shape;438;p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49" name="Google Shape;449;p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50" name="Google Shape;450;p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57" name="Google Shape;457;p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58" name="Google Shape;458;p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1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80" name="Google Shape;480;p1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81" name="Google Shape;481;p1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494" name="Google Shape;494;p1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495" name="Google Shape;495;p1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08" name="Google Shape;508;p1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09" name="Google Shape;509;p1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24" name="Google Shape;524;p1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25" name="Google Shape;525;p1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32" name="Google Shape;532;p1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33" name="Google Shape;533;p1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39" name="Google Shape;539;p1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40" name="Google Shape;540;p1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49" name="Google Shape;549;p1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50" name="Google Shape;550;p1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1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56" name="Google Shape;556;p1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57" name="Google Shape;557;p1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63" name="Google Shape;563;p1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64" name="Google Shape;564;p1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1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70" name="Google Shape;570;p1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71" name="Google Shape;571;p1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2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77" name="Google Shape;577;p2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78" name="Google Shape;578;p2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84" name="Google Shape;584;p21: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85" name="Google Shape;585;p2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91" name="Google Shape;591;p22: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92" name="Google Shape;592;p2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23: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598" name="Google Shape;598;p23: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599" name="Google Shape;599;p23: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2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07" name="Google Shape;607;p24: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08" name="Google Shape;608;p2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2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16" name="Google Shape;616;p25: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17" name="Google Shape;617;p2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2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23" name="Google Shape;623;p26: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24" name="Google Shape;624;p2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30" name="Google Shape;630;p27: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31" name="Google Shape;631;p2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8: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38" name="Google Shape;638;p28: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39" name="Google Shape;639;p28: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46" name="Google Shape;646;p29: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47" name="Google Shape;647;p2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Arial"/>
              <a:buNone/>
            </a:pPr>
            <a:fld id="{00000000-1234-1234-1234-123412341234}" type="slidenum">
              <a:rPr b="0" i="0" lang="en-US" sz="1400" u="none">
                <a:solidFill>
                  <a:srgbClr val="000000"/>
                </a:solidFill>
                <a:latin typeface="Arial"/>
                <a:ea typeface="Arial"/>
                <a:cs typeface="Arial"/>
                <a:sym typeface="Arial"/>
              </a:rPr>
              <a:t>‹#›</a:t>
            </a:fld>
            <a:endParaRPr/>
          </a:p>
        </p:txBody>
      </p:sp>
      <p:sp>
        <p:nvSpPr>
          <p:cNvPr id="654" name="Google Shape;654;p30:notes"/>
          <p:cNvSpPr/>
          <p:nvPr>
            <p:ph idx="2" type="sldImg"/>
          </p:nvPr>
        </p:nvSpPr>
        <p:spPr>
          <a:xfrm>
            <a:off x="1106487" y="812800"/>
            <a:ext cx="5345112"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655" name="Google Shape;655;p3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 name="Shape 24"/>
        <p:cNvGrpSpPr/>
        <p:nvPr/>
      </p:nvGrpSpPr>
      <p:grpSpPr>
        <a:xfrm>
          <a:off x="0" y="0"/>
          <a:ext cx="0" cy="0"/>
          <a:chOff x="0" y="0"/>
          <a:chExt cx="0" cy="0"/>
        </a:xfrm>
      </p:grpSpPr>
      <p:sp>
        <p:nvSpPr>
          <p:cNvPr id="25" name="Google Shape;25;p32"/>
          <p:cNvSpPr txBox="1"/>
          <p:nvPr>
            <p:ph type="ctrTitle"/>
          </p:nvPr>
        </p:nvSpPr>
        <p:spPr>
          <a:xfrm>
            <a:off x="1917869" y="1007958"/>
            <a:ext cx="7658725" cy="3845167"/>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595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2"/>
          <p:cNvSpPr txBox="1"/>
          <p:nvPr>
            <p:ph idx="1" type="subTitle"/>
          </p:nvPr>
        </p:nvSpPr>
        <p:spPr>
          <a:xfrm>
            <a:off x="3223770" y="4853124"/>
            <a:ext cx="6352826" cy="1504143"/>
          </a:xfrm>
          <a:prstGeom prst="rect">
            <a:avLst/>
          </a:prstGeom>
          <a:noFill/>
          <a:ln>
            <a:noFill/>
          </a:ln>
        </p:spPr>
        <p:txBody>
          <a:bodyPr anchorCtr="0" anchor="t" bIns="45700" lIns="91425" spcFirstLastPara="1" rIns="91425" wrap="square" tIns="45700">
            <a:noAutofit/>
          </a:bodyPr>
          <a:lstStyle>
            <a:lvl1pPr lvl="0" algn="r">
              <a:spcBef>
                <a:spcPts val="397"/>
              </a:spcBef>
              <a:spcAft>
                <a:spcPts val="0"/>
              </a:spcAft>
              <a:buSzPts val="2877"/>
              <a:buNone/>
              <a:defRPr sz="1984">
                <a:solidFill>
                  <a:schemeClr val="dk1"/>
                </a:solidFill>
              </a:defRPr>
            </a:lvl1pPr>
            <a:lvl2pPr lvl="1" algn="ctr">
              <a:spcBef>
                <a:spcPts val="663"/>
              </a:spcBef>
              <a:spcAft>
                <a:spcPts val="0"/>
              </a:spcAft>
              <a:buSzPts val="3190"/>
              <a:buNone/>
              <a:defRPr>
                <a:solidFill>
                  <a:srgbClr val="888888"/>
                </a:solidFill>
              </a:defRPr>
            </a:lvl2pPr>
            <a:lvl3pPr lvl="2" algn="ctr">
              <a:spcBef>
                <a:spcPts val="663"/>
              </a:spcBef>
              <a:spcAft>
                <a:spcPts val="0"/>
              </a:spcAft>
              <a:buSzPts val="2755"/>
              <a:buNone/>
              <a:defRPr>
                <a:solidFill>
                  <a:srgbClr val="888888"/>
                </a:solidFill>
              </a:defRPr>
            </a:lvl3pPr>
            <a:lvl4pPr lvl="3" algn="ctr">
              <a:spcBef>
                <a:spcPts val="663"/>
              </a:spcBef>
              <a:spcAft>
                <a:spcPts val="0"/>
              </a:spcAft>
              <a:buSzPts val="2465"/>
              <a:buNone/>
              <a:defRPr>
                <a:solidFill>
                  <a:srgbClr val="888888"/>
                </a:solidFill>
              </a:defRPr>
            </a:lvl4pPr>
            <a:lvl5pPr lvl="4" algn="ctr">
              <a:spcBef>
                <a:spcPts val="663"/>
              </a:spcBef>
              <a:spcAft>
                <a:spcPts val="0"/>
              </a:spcAft>
              <a:buSzPts val="2175"/>
              <a:buNone/>
              <a:defRPr>
                <a:solidFill>
                  <a:srgbClr val="888888"/>
                </a:solidFill>
              </a:defRPr>
            </a:lvl5pPr>
            <a:lvl6pPr lvl="5" algn="ctr">
              <a:spcBef>
                <a:spcPts val="663"/>
              </a:spcBef>
              <a:spcAft>
                <a:spcPts val="0"/>
              </a:spcAft>
              <a:buSzPts val="2237"/>
              <a:buNone/>
              <a:defRPr>
                <a:solidFill>
                  <a:srgbClr val="888888"/>
                </a:solidFill>
              </a:defRPr>
            </a:lvl6pPr>
            <a:lvl7pPr lvl="6" algn="ctr">
              <a:spcBef>
                <a:spcPts val="661"/>
              </a:spcBef>
              <a:spcAft>
                <a:spcPts val="0"/>
              </a:spcAft>
              <a:buSzPts val="2237"/>
              <a:buNone/>
              <a:defRPr>
                <a:solidFill>
                  <a:srgbClr val="888888"/>
                </a:solidFill>
              </a:defRPr>
            </a:lvl7pPr>
            <a:lvl8pPr lvl="7" algn="ctr">
              <a:spcBef>
                <a:spcPts val="661"/>
              </a:spcBef>
              <a:spcAft>
                <a:spcPts val="0"/>
              </a:spcAft>
              <a:buSzPts val="2237"/>
              <a:buNone/>
              <a:defRPr>
                <a:solidFill>
                  <a:srgbClr val="888888"/>
                </a:solidFill>
              </a:defRPr>
            </a:lvl8pPr>
            <a:lvl9pPr lvl="8" algn="ctr">
              <a:spcBef>
                <a:spcPts val="661"/>
              </a:spcBef>
              <a:spcAft>
                <a:spcPts val="661"/>
              </a:spcAft>
              <a:buSzPts val="2237"/>
              <a:buNone/>
              <a:defRPr>
                <a:solidFill>
                  <a:srgbClr val="888888"/>
                </a:solidFill>
              </a:defRPr>
            </a:lvl9pPr>
          </a:lstStyle>
          <a:p/>
        </p:txBody>
      </p:sp>
      <p:sp>
        <p:nvSpPr>
          <p:cNvPr id="27" name="Google Shape;27;p32"/>
          <p:cNvSpPr txBox="1"/>
          <p:nvPr>
            <p:ph idx="10" type="dt"/>
          </p:nvPr>
        </p:nvSpPr>
        <p:spPr>
          <a:xfrm>
            <a:off x="8075612" y="6743700"/>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2"/>
          <p:cNvSpPr txBox="1"/>
          <p:nvPr>
            <p:ph idx="11" type="ftr"/>
          </p:nvPr>
        </p:nvSpPr>
        <p:spPr>
          <a:xfrm>
            <a:off x="3994150" y="6743700"/>
            <a:ext cx="3979862"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2" type="sldNum"/>
          </p:nvPr>
        </p:nvSpPr>
        <p:spPr>
          <a:xfrm>
            <a:off x="9123362" y="6743700"/>
            <a:ext cx="454025"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34"/>
          <p:cNvSpPr txBox="1"/>
          <p:nvPr>
            <p:ph type="title"/>
          </p:nvPr>
        </p:nvSpPr>
        <p:spPr>
          <a:xfrm>
            <a:off x="1230312" y="46037"/>
            <a:ext cx="8493860" cy="1066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4"/>
          <p:cNvSpPr txBox="1"/>
          <p:nvPr>
            <p:ph idx="1" type="body"/>
          </p:nvPr>
        </p:nvSpPr>
        <p:spPr>
          <a:xfrm>
            <a:off x="1230312" y="1189037"/>
            <a:ext cx="8493860" cy="5769717"/>
          </a:xfrm>
          <a:prstGeom prst="rect">
            <a:avLst/>
          </a:prstGeom>
          <a:noFill/>
          <a:ln>
            <a:noFill/>
          </a:ln>
        </p:spPr>
        <p:txBody>
          <a:bodyPr anchorCtr="0" anchor="ctr" bIns="45700" lIns="91425" spcFirstLastPara="1" rIns="91425" wrap="square" tIns="45700">
            <a:noAutofit/>
          </a:bodyPr>
          <a:lstStyle>
            <a:lvl1pPr indent="-523240" lvl="0" marL="457200" algn="l">
              <a:spcBef>
                <a:spcPts val="640"/>
              </a:spcBef>
              <a:spcAft>
                <a:spcPts val="0"/>
              </a:spcAft>
              <a:buSzPts val="4640"/>
              <a:buChar char="•"/>
              <a:defRPr sz="3200"/>
            </a:lvl1pPr>
            <a:lvl2pPr indent="-486410" lvl="1" marL="914400" algn="l">
              <a:spcBef>
                <a:spcPts val="663"/>
              </a:spcBef>
              <a:spcAft>
                <a:spcPts val="0"/>
              </a:spcAft>
              <a:buSzPts val="4060"/>
              <a:buChar char="•"/>
              <a:defRPr sz="2800"/>
            </a:lvl2pPr>
            <a:lvl3pPr indent="-449580" lvl="2" marL="1371600" algn="l">
              <a:spcBef>
                <a:spcPts val="663"/>
              </a:spcBef>
              <a:spcAft>
                <a:spcPts val="0"/>
              </a:spcAft>
              <a:buSzPts val="3480"/>
              <a:buChar char="•"/>
              <a:defRPr sz="2400"/>
            </a:lvl3pPr>
            <a:lvl4pPr indent="-412750" lvl="3" marL="1828800" algn="l">
              <a:spcBef>
                <a:spcPts val="663"/>
              </a:spcBef>
              <a:spcAft>
                <a:spcPts val="0"/>
              </a:spcAft>
              <a:buSzPts val="2900"/>
              <a:buChar char="•"/>
              <a:defRPr sz="2000"/>
            </a:lvl4pPr>
            <a:lvl5pPr indent="-394335" lvl="4" marL="2286000" algn="l">
              <a:spcBef>
                <a:spcPts val="663"/>
              </a:spcBef>
              <a:spcAft>
                <a:spcPts val="0"/>
              </a:spcAft>
              <a:buSzPts val="2610"/>
              <a:buChar char="•"/>
              <a:defRPr sz="1800"/>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44" name="Google Shape;44;p34"/>
          <p:cNvSpPr txBox="1"/>
          <p:nvPr>
            <p:ph idx="12" type="sldNum"/>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36"/>
          <p:cNvSpPr txBox="1"/>
          <p:nvPr>
            <p:ph type="title"/>
          </p:nvPr>
        </p:nvSpPr>
        <p:spPr>
          <a:xfrm>
            <a:off x="1082734" y="503979"/>
            <a:ext cx="8493860" cy="218390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 type="body"/>
          </p:nvPr>
        </p:nvSpPr>
        <p:spPr>
          <a:xfrm>
            <a:off x="1082734" y="2939874"/>
            <a:ext cx="8493860" cy="3673812"/>
          </a:xfrm>
          <a:prstGeom prst="rect">
            <a:avLst/>
          </a:prstGeom>
          <a:noFill/>
          <a:ln>
            <a:noFill/>
          </a:ln>
        </p:spPr>
        <p:txBody>
          <a:bodyPr anchorCtr="0" anchor="ctr" bIns="45700" lIns="91425" spcFirstLastPara="1" rIns="91425" wrap="square" tIns="45700">
            <a:noAutofit/>
          </a:bodyPr>
          <a:lstStyle>
            <a:lvl1pPr indent="-394335" lvl="0" marL="457200" algn="l">
              <a:spcBef>
                <a:spcPts val="360"/>
              </a:spcBef>
              <a:spcAft>
                <a:spcPts val="0"/>
              </a:spcAft>
              <a:buSzPts val="2610"/>
              <a:buChar char="•"/>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61" name="Google Shape;61;p36"/>
          <p:cNvSpPr txBox="1"/>
          <p:nvPr>
            <p:ph idx="10" type="dt"/>
          </p:nvPr>
        </p:nvSpPr>
        <p:spPr>
          <a:xfrm>
            <a:off x="8096250" y="6732587"/>
            <a:ext cx="946150" cy="403225"/>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6"/>
          <p:cNvSpPr txBox="1"/>
          <p:nvPr>
            <p:ph idx="11" type="ftr"/>
          </p:nvPr>
        </p:nvSpPr>
        <p:spPr>
          <a:xfrm>
            <a:off x="2174875" y="6732587"/>
            <a:ext cx="5859462" cy="4032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6"/>
          <p:cNvSpPr txBox="1"/>
          <p:nvPr>
            <p:ph idx="12" type="sldNum"/>
          </p:nvPr>
        </p:nvSpPr>
        <p:spPr>
          <a:xfrm>
            <a:off x="9104312" y="6732587"/>
            <a:ext cx="473075" cy="403225"/>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38"/>
          <p:cNvSpPr txBox="1"/>
          <p:nvPr>
            <p:ph type="title"/>
          </p:nvPr>
        </p:nvSpPr>
        <p:spPr>
          <a:xfrm rot="5400000">
            <a:off x="5967482" y="2837766"/>
            <a:ext cx="5627758" cy="14641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 type="body"/>
          </p:nvPr>
        </p:nvSpPr>
        <p:spPr>
          <a:xfrm rot="5400000">
            <a:off x="1730022" y="253531"/>
            <a:ext cx="5627758" cy="6632633"/>
          </a:xfrm>
          <a:prstGeom prst="rect">
            <a:avLst/>
          </a:prstGeom>
          <a:noFill/>
          <a:ln>
            <a:noFill/>
          </a:ln>
        </p:spPr>
        <p:txBody>
          <a:bodyPr anchorCtr="0" anchor="t" bIns="45700" lIns="91425" spcFirstLastPara="1" rIns="91425" wrap="square" tIns="45700">
            <a:noAutofit/>
          </a:bodyPr>
          <a:lstStyle>
            <a:lvl1pPr indent="-394335" lvl="0" marL="457200" algn="l">
              <a:spcBef>
                <a:spcPts val="360"/>
              </a:spcBef>
              <a:spcAft>
                <a:spcPts val="0"/>
              </a:spcAft>
              <a:buSzPts val="2610"/>
              <a:buChar char="•"/>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80" name="Google Shape;80;p38"/>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8"/>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39"/>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9"/>
          <p:cNvSpPr txBox="1"/>
          <p:nvPr>
            <p:ph idx="1" type="body"/>
          </p:nvPr>
        </p:nvSpPr>
        <p:spPr>
          <a:xfrm rot="5400000">
            <a:off x="3479800" y="542925"/>
            <a:ext cx="3700462" cy="8494712"/>
          </a:xfrm>
          <a:prstGeom prst="rect">
            <a:avLst/>
          </a:prstGeom>
          <a:noFill/>
          <a:ln>
            <a:noFill/>
          </a:ln>
        </p:spPr>
        <p:txBody>
          <a:bodyPr anchorCtr="0" anchor="t" bIns="45700" lIns="91425" spcFirstLastPara="1" rIns="91425" wrap="square" tIns="45700">
            <a:noAutofit/>
          </a:bodyPr>
          <a:lstStyle>
            <a:lvl1pPr indent="-394335" lvl="0" marL="457200" algn="l">
              <a:spcBef>
                <a:spcPts val="360"/>
              </a:spcBef>
              <a:spcAft>
                <a:spcPts val="0"/>
              </a:spcAft>
              <a:buSzPts val="2610"/>
              <a:buChar char="•"/>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86" name="Google Shape;86;p39"/>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9"/>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9"/>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89" name="Shape 89"/>
        <p:cNvGrpSpPr/>
        <p:nvPr/>
      </p:nvGrpSpPr>
      <p:grpSpPr>
        <a:xfrm>
          <a:off x="0" y="0"/>
          <a:ext cx="0" cy="0"/>
          <a:chOff x="0" y="0"/>
          <a:chExt cx="0" cy="0"/>
        </a:xfrm>
      </p:grpSpPr>
      <p:sp>
        <p:nvSpPr>
          <p:cNvPr id="90" name="Google Shape;90;p40"/>
          <p:cNvSpPr txBox="1"/>
          <p:nvPr>
            <p:ph type="title"/>
          </p:nvPr>
        </p:nvSpPr>
        <p:spPr>
          <a:xfrm>
            <a:off x="1227585" y="755969"/>
            <a:ext cx="8285858" cy="300637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40"/>
          <p:cNvSpPr txBox="1"/>
          <p:nvPr>
            <p:ph idx="1" type="body"/>
          </p:nvPr>
        </p:nvSpPr>
        <p:spPr>
          <a:xfrm>
            <a:off x="1227583" y="3863834"/>
            <a:ext cx="8285859" cy="923960"/>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cap="none">
                <a:solidFill>
                  <a:schemeClr val="dk1"/>
                </a:solidFill>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92" name="Google Shape;92;p40"/>
          <p:cNvSpPr txBox="1"/>
          <p:nvPr>
            <p:ph idx="2" type="body"/>
          </p:nvPr>
        </p:nvSpPr>
        <p:spPr>
          <a:xfrm>
            <a:off x="1227583" y="4787794"/>
            <a:ext cx="8285859" cy="1595931"/>
          </a:xfrm>
          <a:prstGeom prst="rect">
            <a:avLst/>
          </a:prstGeom>
          <a:noFill/>
          <a:ln>
            <a:noFill/>
          </a:ln>
        </p:spPr>
        <p:txBody>
          <a:bodyPr anchorCtr="0" anchor="t" bIns="45700" lIns="91425" spcFirstLastPara="1" rIns="91425" wrap="square" tIns="45700">
            <a:noAutofit/>
          </a:bodyPr>
          <a:lstStyle>
            <a:lvl1pPr indent="-228600" lvl="0" marL="457200" algn="l">
              <a:spcBef>
                <a:spcPts val="397"/>
              </a:spcBef>
              <a:spcAft>
                <a:spcPts val="0"/>
              </a:spcAft>
              <a:buSzPts val="2877"/>
              <a:buNone/>
              <a:defRPr sz="1984">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93" name="Google Shape;93;p40"/>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0"/>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40"/>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p41"/>
          <p:cNvSpPr txBox="1"/>
          <p:nvPr>
            <p:ph type="title"/>
          </p:nvPr>
        </p:nvSpPr>
        <p:spPr>
          <a:xfrm>
            <a:off x="1227585" y="3647098"/>
            <a:ext cx="8285856" cy="161908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0" sz="3527"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1"/>
          <p:cNvSpPr txBox="1"/>
          <p:nvPr>
            <p:ph idx="1" type="body"/>
          </p:nvPr>
        </p:nvSpPr>
        <p:spPr>
          <a:xfrm>
            <a:off x="1227583" y="5266178"/>
            <a:ext cx="8285857" cy="948432"/>
          </a:xfrm>
          <a:prstGeom prst="rect">
            <a:avLst/>
          </a:prstGeom>
          <a:noFill/>
          <a:ln>
            <a:noFill/>
          </a:ln>
        </p:spPr>
        <p:txBody>
          <a:bodyPr anchorCtr="0" anchor="t" bIns="45700" lIns="91425" spcFirstLastPara="1" rIns="91425" wrap="square" tIns="45700">
            <a:noAutofit/>
          </a:bodyPr>
          <a:lstStyle>
            <a:lvl1pPr indent="-228600" lvl="0" marL="457200" algn="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99" name="Google Shape;99;p41"/>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1"/>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1"/>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2" name="Shape 102"/>
        <p:cNvGrpSpPr/>
        <p:nvPr/>
      </p:nvGrpSpPr>
      <p:grpSpPr>
        <a:xfrm>
          <a:off x="0" y="0"/>
          <a:ext cx="0" cy="0"/>
          <a:chOff x="0" y="0"/>
          <a:chExt cx="0" cy="0"/>
        </a:xfrm>
      </p:grpSpPr>
      <p:sp>
        <p:nvSpPr>
          <p:cNvPr id="103" name="Google Shape;103;p42"/>
          <p:cNvSpPr txBox="1"/>
          <p:nvPr>
            <p:ph type="title"/>
          </p:nvPr>
        </p:nvSpPr>
        <p:spPr>
          <a:xfrm>
            <a:off x="1227584" y="755967"/>
            <a:ext cx="8285858" cy="335985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2"/>
          <p:cNvSpPr txBox="1"/>
          <p:nvPr>
            <p:ph idx="1" type="body"/>
          </p:nvPr>
        </p:nvSpPr>
        <p:spPr>
          <a:xfrm>
            <a:off x="1227583" y="4787794"/>
            <a:ext cx="8285859" cy="1595931"/>
          </a:xfrm>
          <a:prstGeom prst="rect">
            <a:avLst/>
          </a:prstGeom>
          <a:noFill/>
          <a:ln>
            <a:noFill/>
          </a:ln>
        </p:spPr>
        <p:txBody>
          <a:bodyPr anchorCtr="0" anchor="ctr" bIns="45700" lIns="91425" spcFirstLastPara="1" rIns="91425" wrap="square" tIns="45700">
            <a:noAutofit/>
          </a:bodyPr>
          <a:lstStyle>
            <a:lvl1pPr indent="-228600" lvl="0" marL="457200" algn="ct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105" name="Google Shape;105;p42"/>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42"/>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42"/>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08" name="Shape 108"/>
        <p:cNvGrpSpPr/>
        <p:nvPr/>
      </p:nvGrpSpPr>
      <p:grpSpPr>
        <a:xfrm>
          <a:off x="0" y="0"/>
          <a:ext cx="0" cy="0"/>
          <a:chOff x="0" y="0"/>
          <a:chExt cx="0" cy="0"/>
        </a:xfrm>
      </p:grpSpPr>
      <p:sp>
        <p:nvSpPr>
          <p:cNvPr id="109" name="Google Shape;109;p43"/>
          <p:cNvSpPr txBox="1"/>
          <p:nvPr>
            <p:ph type="title"/>
          </p:nvPr>
        </p:nvSpPr>
        <p:spPr>
          <a:xfrm>
            <a:off x="1227582" y="5217107"/>
            <a:ext cx="8285858" cy="624724"/>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264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43"/>
          <p:cNvSpPr/>
          <p:nvPr>
            <p:ph idx="2" type="pic"/>
          </p:nvPr>
        </p:nvSpPr>
        <p:spPr>
          <a:xfrm>
            <a:off x="1973323" y="1027481"/>
            <a:ext cx="6803171" cy="3488800"/>
          </a:xfrm>
          <a:prstGeom prst="roundRect">
            <a:avLst>
              <a:gd fmla="val 43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5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1pPr>
            <a:lvl2pPr lvl="1"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2pPr>
            <a:lvl3pPr lvl="2"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3pPr>
            <a:lvl4pPr lvl="3"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4pPr>
            <a:lvl5pPr lvl="4"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5pPr>
            <a:lvl6pPr lvl="5" marR="0" rtl="0" algn="l">
              <a:spcBef>
                <a:spcPts val="663"/>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6pPr>
            <a:lvl7pPr lvl="6"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7pPr>
            <a:lvl8pPr lvl="7"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8pPr>
            <a:lvl9pPr lvl="8" marR="0" rtl="0" algn="l">
              <a:spcBef>
                <a:spcPts val="661"/>
              </a:spcBef>
              <a:spcAft>
                <a:spcPts val="661"/>
              </a:spcAft>
              <a:buClr>
                <a:srgbClr val="1186C3"/>
              </a:buClr>
              <a:buSzPts val="2558"/>
              <a:buFont typeface="Arial"/>
              <a:buNone/>
              <a:defRPr b="0" i="0" sz="1764" u="none" cap="none" strike="noStrike">
                <a:solidFill>
                  <a:schemeClr val="dk1"/>
                </a:solidFill>
                <a:latin typeface="Arial"/>
                <a:ea typeface="Arial"/>
                <a:cs typeface="Arial"/>
                <a:sym typeface="Arial"/>
              </a:defRPr>
            </a:lvl9pPr>
          </a:lstStyle>
          <a:p/>
        </p:txBody>
      </p:sp>
      <p:sp>
        <p:nvSpPr>
          <p:cNvPr id="111" name="Google Shape;111;p43"/>
          <p:cNvSpPr txBox="1"/>
          <p:nvPr>
            <p:ph idx="1" type="body"/>
          </p:nvPr>
        </p:nvSpPr>
        <p:spPr>
          <a:xfrm>
            <a:off x="1227582" y="5841831"/>
            <a:ext cx="8285858" cy="544226"/>
          </a:xfrm>
          <a:prstGeom prst="rect">
            <a:avLst/>
          </a:prstGeom>
          <a:noFill/>
          <a:ln>
            <a:noFill/>
          </a:ln>
        </p:spPr>
        <p:txBody>
          <a:bodyPr anchorCtr="0" anchor="ctr" bIns="45700" lIns="91425" spcFirstLastPara="1" rIns="91425" wrap="square" tIns="45700">
            <a:noAutofit/>
          </a:bodyPr>
          <a:lstStyle>
            <a:lvl1pPr indent="-228600" lvl="0" marL="457200" algn="ctr">
              <a:spcBef>
                <a:spcPts val="309"/>
              </a:spcBef>
              <a:spcAft>
                <a:spcPts val="0"/>
              </a:spcAft>
              <a:buSzPts val="2237"/>
              <a:buNone/>
              <a:defRPr sz="1543"/>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112" name="Google Shape;112;p43"/>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43"/>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3"/>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5" name="Shape 115"/>
        <p:cNvGrpSpPr/>
        <p:nvPr/>
      </p:nvGrpSpPr>
      <p:grpSpPr>
        <a:xfrm>
          <a:off x="0" y="0"/>
          <a:ext cx="0" cy="0"/>
          <a:chOff x="0" y="0"/>
          <a:chExt cx="0" cy="0"/>
        </a:xfrm>
      </p:grpSpPr>
      <p:sp>
        <p:nvSpPr>
          <p:cNvPr id="116" name="Google Shape;116;p44"/>
          <p:cNvSpPr txBox="1"/>
          <p:nvPr>
            <p:ph type="title"/>
          </p:nvPr>
        </p:nvSpPr>
        <p:spPr>
          <a:xfrm>
            <a:off x="1226269" y="1931916"/>
            <a:ext cx="4487641" cy="151193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308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4"/>
          <p:cNvSpPr/>
          <p:nvPr>
            <p:ph idx="2" type="pic"/>
          </p:nvPr>
        </p:nvSpPr>
        <p:spPr>
          <a:xfrm>
            <a:off x="6281093" y="1007957"/>
            <a:ext cx="2713491" cy="5039783"/>
          </a:xfrm>
          <a:prstGeom prst="roundRect">
            <a:avLst>
              <a:gd fmla="val 42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5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1pPr>
            <a:lvl2pPr lvl="1"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2pPr>
            <a:lvl3pPr lvl="2"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3pPr>
            <a:lvl4pPr lvl="3"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4pPr>
            <a:lvl5pPr lvl="4"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5pPr>
            <a:lvl6pPr lvl="5" marR="0" rtl="0" algn="l">
              <a:spcBef>
                <a:spcPts val="663"/>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6pPr>
            <a:lvl7pPr lvl="6"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7pPr>
            <a:lvl8pPr lvl="7"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8pPr>
            <a:lvl9pPr lvl="8" marR="0" rtl="0" algn="l">
              <a:spcBef>
                <a:spcPts val="661"/>
              </a:spcBef>
              <a:spcAft>
                <a:spcPts val="661"/>
              </a:spcAft>
              <a:buClr>
                <a:srgbClr val="1186C3"/>
              </a:buClr>
              <a:buSzPts val="2558"/>
              <a:buFont typeface="Arial"/>
              <a:buNone/>
              <a:defRPr b="0" i="0" sz="1764" u="none" cap="none" strike="noStrike">
                <a:solidFill>
                  <a:schemeClr val="dk1"/>
                </a:solidFill>
                <a:latin typeface="Arial"/>
                <a:ea typeface="Arial"/>
                <a:cs typeface="Arial"/>
                <a:sym typeface="Arial"/>
              </a:defRPr>
            </a:lvl9pPr>
          </a:lstStyle>
          <a:p/>
        </p:txBody>
      </p:sp>
      <p:sp>
        <p:nvSpPr>
          <p:cNvPr id="118" name="Google Shape;118;p44"/>
          <p:cNvSpPr txBox="1"/>
          <p:nvPr>
            <p:ph idx="1" type="body"/>
          </p:nvPr>
        </p:nvSpPr>
        <p:spPr>
          <a:xfrm>
            <a:off x="1226269" y="3443851"/>
            <a:ext cx="4487641" cy="2015913"/>
          </a:xfrm>
          <a:prstGeom prst="rect">
            <a:avLst/>
          </a:prstGeom>
          <a:noFill/>
          <a:ln>
            <a:noFill/>
          </a:ln>
        </p:spPr>
        <p:txBody>
          <a:bodyPr anchorCtr="0" anchor="ctr" bIns="45700" lIns="91425" spcFirstLastPara="1" rIns="91425" wrap="square" tIns="45700">
            <a:noAutofit/>
          </a:bodyPr>
          <a:lstStyle>
            <a:lvl1pPr indent="-228600" lvl="0" marL="457200" algn="ctr">
              <a:spcBef>
                <a:spcPts val="397"/>
              </a:spcBef>
              <a:spcAft>
                <a:spcPts val="0"/>
              </a:spcAft>
              <a:buSzPts val="2877"/>
              <a:buNone/>
              <a:defRPr sz="1984"/>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119" name="Google Shape;119;p44"/>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4"/>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4"/>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2" name="Shape 122"/>
        <p:cNvGrpSpPr/>
        <p:nvPr/>
      </p:nvGrpSpPr>
      <p:grpSpPr>
        <a:xfrm>
          <a:off x="0" y="0"/>
          <a:ext cx="0" cy="0"/>
          <a:chOff x="0" y="0"/>
          <a:chExt cx="0" cy="0"/>
        </a:xfrm>
      </p:grpSpPr>
      <p:sp>
        <p:nvSpPr>
          <p:cNvPr id="123" name="Google Shape;123;p45"/>
          <p:cNvSpPr txBox="1"/>
          <p:nvPr>
            <p:ph type="title"/>
          </p:nvPr>
        </p:nvSpPr>
        <p:spPr>
          <a:xfrm>
            <a:off x="1227583" y="1763924"/>
            <a:ext cx="2935259" cy="151193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264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45"/>
          <p:cNvSpPr txBox="1"/>
          <p:nvPr>
            <p:ph idx="1" type="body"/>
          </p:nvPr>
        </p:nvSpPr>
        <p:spPr>
          <a:xfrm>
            <a:off x="4351903" y="755968"/>
            <a:ext cx="5161538" cy="5627759"/>
          </a:xfrm>
          <a:prstGeom prst="rect">
            <a:avLst/>
          </a:prstGeom>
          <a:noFill/>
          <a:ln>
            <a:noFill/>
          </a:ln>
        </p:spPr>
        <p:txBody>
          <a:bodyPr anchorCtr="0" anchor="ctr" bIns="45700" lIns="91425" spcFirstLastPara="1" rIns="91425" wrap="square" tIns="45700">
            <a:noAutofit/>
          </a:bodyPr>
          <a:lstStyle>
            <a:lvl1pPr indent="-431625" lvl="0" marL="457200" algn="l">
              <a:spcBef>
                <a:spcPts val="441"/>
              </a:spcBef>
              <a:spcAft>
                <a:spcPts val="0"/>
              </a:spcAft>
              <a:buSzPts val="3197"/>
              <a:buChar char="•"/>
              <a:defRPr sz="2205"/>
            </a:lvl1pPr>
            <a:lvl2pPr indent="-411276" lvl="1" marL="914400" algn="l">
              <a:spcBef>
                <a:spcPts val="663"/>
              </a:spcBef>
              <a:spcAft>
                <a:spcPts val="0"/>
              </a:spcAft>
              <a:buSzPts val="2877"/>
              <a:buChar char="•"/>
              <a:defRPr sz="1984"/>
            </a:lvl2pPr>
            <a:lvl3pPr indent="-391020" lvl="2" marL="1371600" algn="l">
              <a:spcBef>
                <a:spcPts val="663"/>
              </a:spcBef>
              <a:spcAft>
                <a:spcPts val="0"/>
              </a:spcAft>
              <a:buSzPts val="2558"/>
              <a:buChar char="•"/>
              <a:defRPr sz="1764"/>
            </a:lvl3pPr>
            <a:lvl4pPr indent="-370671" lvl="3" marL="1828800" algn="l">
              <a:spcBef>
                <a:spcPts val="663"/>
              </a:spcBef>
              <a:spcAft>
                <a:spcPts val="0"/>
              </a:spcAft>
              <a:buSzPts val="2237"/>
              <a:buChar char="•"/>
              <a:defRPr sz="1543"/>
            </a:lvl4pPr>
            <a:lvl5pPr indent="-370671" lvl="4" marL="2286000" algn="l">
              <a:spcBef>
                <a:spcPts val="663"/>
              </a:spcBef>
              <a:spcAft>
                <a:spcPts val="0"/>
              </a:spcAft>
              <a:buSzPts val="2237"/>
              <a:buChar char="•"/>
              <a:defRPr sz="1543"/>
            </a:lvl5pPr>
            <a:lvl6pPr indent="-370671" lvl="5" marL="2743200" algn="l">
              <a:spcBef>
                <a:spcPts val="663"/>
              </a:spcBef>
              <a:spcAft>
                <a:spcPts val="0"/>
              </a:spcAft>
              <a:buSzPts val="2237"/>
              <a:buChar char="•"/>
              <a:defRPr sz="1543"/>
            </a:lvl6pPr>
            <a:lvl7pPr indent="-370671" lvl="6" marL="3200400" algn="l">
              <a:spcBef>
                <a:spcPts val="661"/>
              </a:spcBef>
              <a:spcAft>
                <a:spcPts val="0"/>
              </a:spcAft>
              <a:buSzPts val="2237"/>
              <a:buChar char="•"/>
              <a:defRPr sz="1543"/>
            </a:lvl7pPr>
            <a:lvl8pPr indent="-370671" lvl="7" marL="3657600" algn="l">
              <a:spcBef>
                <a:spcPts val="661"/>
              </a:spcBef>
              <a:spcAft>
                <a:spcPts val="0"/>
              </a:spcAft>
              <a:buSzPts val="2237"/>
              <a:buChar char="•"/>
              <a:defRPr sz="1543"/>
            </a:lvl8pPr>
            <a:lvl9pPr indent="-370671" lvl="8" marL="4114800" algn="l">
              <a:spcBef>
                <a:spcPts val="661"/>
              </a:spcBef>
              <a:spcAft>
                <a:spcPts val="661"/>
              </a:spcAft>
              <a:buSzPts val="2237"/>
              <a:buChar char="•"/>
              <a:defRPr sz="1543"/>
            </a:lvl9pPr>
          </a:lstStyle>
          <a:p/>
        </p:txBody>
      </p:sp>
      <p:sp>
        <p:nvSpPr>
          <p:cNvPr id="125" name="Google Shape;125;p45"/>
          <p:cNvSpPr txBox="1"/>
          <p:nvPr>
            <p:ph idx="2" type="body"/>
          </p:nvPr>
        </p:nvSpPr>
        <p:spPr>
          <a:xfrm>
            <a:off x="1227583" y="3275859"/>
            <a:ext cx="2935259" cy="2015913"/>
          </a:xfrm>
          <a:prstGeom prst="rect">
            <a:avLst/>
          </a:prstGeom>
          <a:noFill/>
          <a:ln>
            <a:noFill/>
          </a:ln>
        </p:spPr>
        <p:txBody>
          <a:bodyPr anchorCtr="0" anchor="ctr" bIns="45700" lIns="91425" spcFirstLastPara="1" rIns="91425" wrap="square" tIns="45700">
            <a:noAutofit/>
          </a:bodyPr>
          <a:lstStyle>
            <a:lvl1pPr indent="-228600" lvl="0" marL="457200" algn="ctr">
              <a:spcBef>
                <a:spcPts val="353"/>
              </a:spcBef>
              <a:spcAft>
                <a:spcPts val="0"/>
              </a:spcAft>
              <a:buSzPts val="2558"/>
              <a:buNone/>
              <a:defRPr sz="1764"/>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126" name="Google Shape;126;p45"/>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45"/>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5"/>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46"/>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46"/>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46"/>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47"/>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7"/>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47"/>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7"/>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8" name="Shape 138"/>
        <p:cNvGrpSpPr/>
        <p:nvPr/>
      </p:nvGrpSpPr>
      <p:grpSpPr>
        <a:xfrm>
          <a:off x="0" y="0"/>
          <a:ext cx="0" cy="0"/>
          <a:chOff x="0" y="0"/>
          <a:chExt cx="0" cy="0"/>
        </a:xfrm>
      </p:grpSpPr>
      <p:sp>
        <p:nvSpPr>
          <p:cNvPr id="139" name="Google Shape;139;p48"/>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48"/>
          <p:cNvSpPr txBox="1"/>
          <p:nvPr>
            <p:ph idx="1" type="body"/>
          </p:nvPr>
        </p:nvSpPr>
        <p:spPr>
          <a:xfrm>
            <a:off x="1465661" y="2930540"/>
            <a:ext cx="3810321" cy="635222"/>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a:solidFill>
                  <a:srgbClr val="1186C3"/>
                </a:solidFill>
              </a:defRPr>
            </a:lvl1pPr>
            <a:lvl2pPr indent="-228600" lvl="1" marL="914400" algn="l">
              <a:spcBef>
                <a:spcPts val="663"/>
              </a:spcBef>
              <a:spcAft>
                <a:spcPts val="0"/>
              </a:spcAft>
              <a:buSzPts val="3197"/>
              <a:buNone/>
              <a:defRPr b="1" sz="2205"/>
            </a:lvl2pPr>
            <a:lvl3pPr indent="-228600" lvl="2" marL="1371600" algn="l">
              <a:spcBef>
                <a:spcPts val="663"/>
              </a:spcBef>
              <a:spcAft>
                <a:spcPts val="0"/>
              </a:spcAft>
              <a:buSzPts val="2877"/>
              <a:buNone/>
              <a:defRPr b="1" sz="1984"/>
            </a:lvl3pPr>
            <a:lvl4pPr indent="-228600" lvl="3" marL="1828800" algn="l">
              <a:spcBef>
                <a:spcPts val="663"/>
              </a:spcBef>
              <a:spcAft>
                <a:spcPts val="0"/>
              </a:spcAft>
              <a:buSzPts val="2558"/>
              <a:buNone/>
              <a:defRPr b="1" sz="1764"/>
            </a:lvl4pPr>
            <a:lvl5pPr indent="-228600" lvl="4" marL="2286000" algn="l">
              <a:spcBef>
                <a:spcPts val="663"/>
              </a:spcBef>
              <a:spcAft>
                <a:spcPts val="0"/>
              </a:spcAft>
              <a:buSzPts val="2558"/>
              <a:buNone/>
              <a:defRPr b="1" sz="1764"/>
            </a:lvl5pPr>
            <a:lvl6pPr indent="-228600" lvl="5" marL="2743200" algn="l">
              <a:spcBef>
                <a:spcPts val="663"/>
              </a:spcBef>
              <a:spcAft>
                <a:spcPts val="0"/>
              </a:spcAft>
              <a:buSzPts val="2558"/>
              <a:buNone/>
              <a:defRPr b="1" sz="1764"/>
            </a:lvl6pPr>
            <a:lvl7pPr indent="-228600" lvl="6" marL="3200400" algn="l">
              <a:spcBef>
                <a:spcPts val="661"/>
              </a:spcBef>
              <a:spcAft>
                <a:spcPts val="0"/>
              </a:spcAft>
              <a:buSzPts val="2558"/>
              <a:buNone/>
              <a:defRPr b="1" sz="1764"/>
            </a:lvl7pPr>
            <a:lvl8pPr indent="-228600" lvl="7" marL="3657600" algn="l">
              <a:spcBef>
                <a:spcPts val="661"/>
              </a:spcBef>
              <a:spcAft>
                <a:spcPts val="0"/>
              </a:spcAft>
              <a:buSzPts val="2558"/>
              <a:buNone/>
              <a:defRPr b="1" sz="1764"/>
            </a:lvl8pPr>
            <a:lvl9pPr indent="-228600" lvl="8" marL="4114800" algn="l">
              <a:spcBef>
                <a:spcPts val="661"/>
              </a:spcBef>
              <a:spcAft>
                <a:spcPts val="661"/>
              </a:spcAft>
              <a:buSzPts val="2558"/>
              <a:buNone/>
              <a:defRPr b="1" sz="1764"/>
            </a:lvl9pPr>
          </a:lstStyle>
          <a:p/>
        </p:txBody>
      </p:sp>
      <p:sp>
        <p:nvSpPr>
          <p:cNvPr id="141" name="Google Shape;141;p48"/>
          <p:cNvSpPr txBox="1"/>
          <p:nvPr>
            <p:ph idx="2" type="body"/>
          </p:nvPr>
        </p:nvSpPr>
        <p:spPr>
          <a:xfrm>
            <a:off x="1227582" y="3676591"/>
            <a:ext cx="4048398" cy="2937954"/>
          </a:xfrm>
          <a:prstGeom prst="rect">
            <a:avLst/>
          </a:prstGeom>
          <a:noFill/>
          <a:ln>
            <a:noFill/>
          </a:ln>
        </p:spPr>
        <p:txBody>
          <a:bodyPr anchorCtr="0" anchor="t"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142" name="Google Shape;142;p48"/>
          <p:cNvSpPr txBox="1"/>
          <p:nvPr>
            <p:ph idx="3" type="body"/>
          </p:nvPr>
        </p:nvSpPr>
        <p:spPr>
          <a:xfrm>
            <a:off x="5690427" y="2939874"/>
            <a:ext cx="3823015" cy="635222"/>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a:solidFill>
                  <a:srgbClr val="1186C3"/>
                </a:solidFill>
              </a:defRPr>
            </a:lvl1pPr>
            <a:lvl2pPr indent="-228600" lvl="1" marL="914400" algn="l">
              <a:spcBef>
                <a:spcPts val="663"/>
              </a:spcBef>
              <a:spcAft>
                <a:spcPts val="0"/>
              </a:spcAft>
              <a:buSzPts val="3197"/>
              <a:buNone/>
              <a:defRPr b="1" sz="2205"/>
            </a:lvl2pPr>
            <a:lvl3pPr indent="-228600" lvl="2" marL="1371600" algn="l">
              <a:spcBef>
                <a:spcPts val="663"/>
              </a:spcBef>
              <a:spcAft>
                <a:spcPts val="0"/>
              </a:spcAft>
              <a:buSzPts val="2877"/>
              <a:buNone/>
              <a:defRPr b="1" sz="1984"/>
            </a:lvl3pPr>
            <a:lvl4pPr indent="-228600" lvl="3" marL="1828800" algn="l">
              <a:spcBef>
                <a:spcPts val="663"/>
              </a:spcBef>
              <a:spcAft>
                <a:spcPts val="0"/>
              </a:spcAft>
              <a:buSzPts val="2558"/>
              <a:buNone/>
              <a:defRPr b="1" sz="1764"/>
            </a:lvl4pPr>
            <a:lvl5pPr indent="-228600" lvl="4" marL="2286000" algn="l">
              <a:spcBef>
                <a:spcPts val="663"/>
              </a:spcBef>
              <a:spcAft>
                <a:spcPts val="0"/>
              </a:spcAft>
              <a:buSzPts val="2558"/>
              <a:buNone/>
              <a:defRPr b="1" sz="1764"/>
            </a:lvl5pPr>
            <a:lvl6pPr indent="-228600" lvl="5" marL="2743200" algn="l">
              <a:spcBef>
                <a:spcPts val="663"/>
              </a:spcBef>
              <a:spcAft>
                <a:spcPts val="0"/>
              </a:spcAft>
              <a:buSzPts val="2558"/>
              <a:buNone/>
              <a:defRPr b="1" sz="1764"/>
            </a:lvl6pPr>
            <a:lvl7pPr indent="-228600" lvl="6" marL="3200400" algn="l">
              <a:spcBef>
                <a:spcPts val="661"/>
              </a:spcBef>
              <a:spcAft>
                <a:spcPts val="0"/>
              </a:spcAft>
              <a:buSzPts val="2558"/>
              <a:buNone/>
              <a:defRPr b="1" sz="1764"/>
            </a:lvl7pPr>
            <a:lvl8pPr indent="-228600" lvl="7" marL="3657600" algn="l">
              <a:spcBef>
                <a:spcPts val="661"/>
              </a:spcBef>
              <a:spcAft>
                <a:spcPts val="0"/>
              </a:spcAft>
              <a:buSzPts val="2558"/>
              <a:buNone/>
              <a:defRPr b="1" sz="1764"/>
            </a:lvl8pPr>
            <a:lvl9pPr indent="-228600" lvl="8" marL="4114800" algn="l">
              <a:spcBef>
                <a:spcPts val="661"/>
              </a:spcBef>
              <a:spcAft>
                <a:spcPts val="661"/>
              </a:spcAft>
              <a:buSzPts val="2558"/>
              <a:buNone/>
              <a:defRPr b="1" sz="1764"/>
            </a:lvl9pPr>
          </a:lstStyle>
          <a:p/>
        </p:txBody>
      </p:sp>
      <p:sp>
        <p:nvSpPr>
          <p:cNvPr id="143" name="Google Shape;143;p48"/>
          <p:cNvSpPr txBox="1"/>
          <p:nvPr>
            <p:ph idx="4" type="body"/>
          </p:nvPr>
        </p:nvSpPr>
        <p:spPr>
          <a:xfrm>
            <a:off x="5465042" y="3676591"/>
            <a:ext cx="4048398" cy="2937954"/>
          </a:xfrm>
          <a:prstGeom prst="rect">
            <a:avLst/>
          </a:prstGeom>
          <a:noFill/>
          <a:ln>
            <a:noFill/>
          </a:ln>
        </p:spPr>
        <p:txBody>
          <a:bodyPr anchorCtr="0" anchor="t"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144" name="Google Shape;144;p48"/>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8"/>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8"/>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7" name="Shape 147"/>
        <p:cNvGrpSpPr/>
        <p:nvPr/>
      </p:nvGrpSpPr>
      <p:grpSpPr>
        <a:xfrm>
          <a:off x="0" y="0"/>
          <a:ext cx="0" cy="0"/>
          <a:chOff x="0" y="0"/>
          <a:chExt cx="0" cy="0"/>
        </a:xfrm>
      </p:grpSpPr>
      <p:sp>
        <p:nvSpPr>
          <p:cNvPr id="148" name="Google Shape;148;p49"/>
          <p:cNvSpPr txBox="1"/>
          <p:nvPr>
            <p:ph type="title"/>
          </p:nvPr>
        </p:nvSpPr>
        <p:spPr>
          <a:xfrm>
            <a:off x="1082734" y="755969"/>
            <a:ext cx="8493860" cy="193191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49"/>
          <p:cNvSpPr txBox="1"/>
          <p:nvPr>
            <p:ph idx="1" type="body"/>
          </p:nvPr>
        </p:nvSpPr>
        <p:spPr>
          <a:xfrm>
            <a:off x="1082733" y="2939874"/>
            <a:ext cx="4122976" cy="3713339"/>
          </a:xfrm>
          <a:prstGeom prst="rect">
            <a:avLst/>
          </a:prstGeom>
          <a:noFill/>
          <a:ln>
            <a:noFill/>
          </a:ln>
        </p:spPr>
        <p:txBody>
          <a:bodyPr anchorCtr="0" anchor="ctr"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150" name="Google Shape;150;p49"/>
          <p:cNvSpPr txBox="1"/>
          <p:nvPr>
            <p:ph idx="2" type="body"/>
          </p:nvPr>
        </p:nvSpPr>
        <p:spPr>
          <a:xfrm>
            <a:off x="5453618" y="2939873"/>
            <a:ext cx="4122976" cy="3689254"/>
          </a:xfrm>
          <a:prstGeom prst="rect">
            <a:avLst/>
          </a:prstGeom>
          <a:noFill/>
          <a:ln>
            <a:noFill/>
          </a:ln>
        </p:spPr>
        <p:txBody>
          <a:bodyPr anchorCtr="0" anchor="ctr"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151" name="Google Shape;151;p49"/>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49"/>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49"/>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4" name="Shape 154"/>
        <p:cNvGrpSpPr/>
        <p:nvPr/>
      </p:nvGrpSpPr>
      <p:grpSpPr>
        <a:xfrm>
          <a:off x="0" y="0"/>
          <a:ext cx="0" cy="0"/>
          <a:chOff x="0" y="0"/>
          <a:chExt cx="0" cy="0"/>
        </a:xfrm>
      </p:grpSpPr>
      <p:sp>
        <p:nvSpPr>
          <p:cNvPr id="155" name="Google Shape;155;p50"/>
          <p:cNvSpPr txBox="1"/>
          <p:nvPr>
            <p:ph type="title"/>
          </p:nvPr>
        </p:nvSpPr>
        <p:spPr>
          <a:xfrm>
            <a:off x="2190524" y="2939872"/>
            <a:ext cx="7386070" cy="260154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0" sz="4409"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50"/>
          <p:cNvSpPr txBox="1"/>
          <p:nvPr>
            <p:ph idx="1" type="body"/>
          </p:nvPr>
        </p:nvSpPr>
        <p:spPr>
          <a:xfrm>
            <a:off x="2190528" y="5541414"/>
            <a:ext cx="7386066" cy="948432"/>
          </a:xfrm>
          <a:prstGeom prst="rect">
            <a:avLst/>
          </a:prstGeom>
          <a:noFill/>
          <a:ln>
            <a:noFill/>
          </a:ln>
        </p:spPr>
        <p:txBody>
          <a:bodyPr anchorCtr="0" anchor="t" bIns="45700" lIns="91425" spcFirstLastPara="1" rIns="91425" wrap="square" tIns="45700">
            <a:noAutofit/>
          </a:bodyPr>
          <a:lstStyle>
            <a:lvl1pPr indent="-228600" lvl="0" marL="457200" algn="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157" name="Google Shape;157;p50"/>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50"/>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50"/>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3" name="Shape 173"/>
        <p:cNvGrpSpPr/>
        <p:nvPr/>
      </p:nvGrpSpPr>
      <p:grpSpPr>
        <a:xfrm>
          <a:off x="0" y="0"/>
          <a:ext cx="0" cy="0"/>
          <a:chOff x="0" y="0"/>
          <a:chExt cx="0" cy="0"/>
        </a:xfrm>
      </p:grpSpPr>
      <p:sp>
        <p:nvSpPr>
          <p:cNvPr id="174" name="Google Shape;174;p52"/>
          <p:cNvSpPr txBox="1"/>
          <p:nvPr>
            <p:ph type="title"/>
          </p:nvPr>
        </p:nvSpPr>
        <p:spPr>
          <a:xfrm rot="5400000">
            <a:off x="5967482" y="2837766"/>
            <a:ext cx="5627758" cy="14641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52"/>
          <p:cNvSpPr txBox="1"/>
          <p:nvPr>
            <p:ph idx="1" type="body"/>
          </p:nvPr>
        </p:nvSpPr>
        <p:spPr>
          <a:xfrm rot="5400000">
            <a:off x="1730022" y="253531"/>
            <a:ext cx="5627758" cy="6632633"/>
          </a:xfrm>
          <a:prstGeom prst="rect">
            <a:avLst/>
          </a:prstGeom>
          <a:noFill/>
          <a:ln>
            <a:noFill/>
          </a:ln>
        </p:spPr>
        <p:txBody>
          <a:bodyPr anchorCtr="0" anchor="t" bIns="45700" lIns="91425" spcFirstLastPara="1" rIns="91425" wrap="square" tIns="45700">
            <a:noAutofit/>
          </a:bodyPr>
          <a:lstStyle>
            <a:lvl1pPr indent="-394335" lvl="0" marL="457200" algn="l">
              <a:spcBef>
                <a:spcPts val="360"/>
              </a:spcBef>
              <a:spcAft>
                <a:spcPts val="0"/>
              </a:spcAft>
              <a:buSzPts val="2610"/>
              <a:buChar char="•"/>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176" name="Google Shape;176;p52"/>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52"/>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52"/>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9" name="Shape 179"/>
        <p:cNvGrpSpPr/>
        <p:nvPr/>
      </p:nvGrpSpPr>
      <p:grpSpPr>
        <a:xfrm>
          <a:off x="0" y="0"/>
          <a:ext cx="0" cy="0"/>
          <a:chOff x="0" y="0"/>
          <a:chExt cx="0" cy="0"/>
        </a:xfrm>
      </p:grpSpPr>
      <p:sp>
        <p:nvSpPr>
          <p:cNvPr id="180" name="Google Shape;180;p53"/>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53"/>
          <p:cNvSpPr txBox="1"/>
          <p:nvPr>
            <p:ph idx="1" type="body"/>
          </p:nvPr>
        </p:nvSpPr>
        <p:spPr>
          <a:xfrm rot="5400000">
            <a:off x="3479800" y="542925"/>
            <a:ext cx="3700462" cy="8494712"/>
          </a:xfrm>
          <a:prstGeom prst="rect">
            <a:avLst/>
          </a:prstGeom>
          <a:noFill/>
          <a:ln>
            <a:noFill/>
          </a:ln>
        </p:spPr>
        <p:txBody>
          <a:bodyPr anchorCtr="0" anchor="t" bIns="45700" lIns="91425" spcFirstLastPara="1" rIns="91425" wrap="square" tIns="45700">
            <a:noAutofit/>
          </a:bodyPr>
          <a:lstStyle>
            <a:lvl1pPr indent="-394335" lvl="0" marL="457200" algn="l">
              <a:spcBef>
                <a:spcPts val="360"/>
              </a:spcBef>
              <a:spcAft>
                <a:spcPts val="0"/>
              </a:spcAft>
              <a:buSzPts val="2610"/>
              <a:buChar char="•"/>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182" name="Google Shape;182;p53"/>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p53"/>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53"/>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85" name="Shape 185"/>
        <p:cNvGrpSpPr/>
        <p:nvPr/>
      </p:nvGrpSpPr>
      <p:grpSpPr>
        <a:xfrm>
          <a:off x="0" y="0"/>
          <a:ext cx="0" cy="0"/>
          <a:chOff x="0" y="0"/>
          <a:chExt cx="0" cy="0"/>
        </a:xfrm>
      </p:grpSpPr>
      <p:sp>
        <p:nvSpPr>
          <p:cNvPr id="186" name="Google Shape;186;p54"/>
          <p:cNvSpPr txBox="1"/>
          <p:nvPr>
            <p:ph type="title"/>
          </p:nvPr>
        </p:nvSpPr>
        <p:spPr>
          <a:xfrm>
            <a:off x="1227585" y="755969"/>
            <a:ext cx="8285858" cy="3006371"/>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54"/>
          <p:cNvSpPr txBox="1"/>
          <p:nvPr>
            <p:ph idx="1" type="body"/>
          </p:nvPr>
        </p:nvSpPr>
        <p:spPr>
          <a:xfrm>
            <a:off x="1227583" y="3863834"/>
            <a:ext cx="8285859" cy="923960"/>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cap="none">
                <a:solidFill>
                  <a:schemeClr val="dk1"/>
                </a:solidFill>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188" name="Google Shape;188;p54"/>
          <p:cNvSpPr txBox="1"/>
          <p:nvPr>
            <p:ph idx="2" type="body"/>
          </p:nvPr>
        </p:nvSpPr>
        <p:spPr>
          <a:xfrm>
            <a:off x="1227583" y="4787794"/>
            <a:ext cx="8285859" cy="1595931"/>
          </a:xfrm>
          <a:prstGeom prst="rect">
            <a:avLst/>
          </a:prstGeom>
          <a:noFill/>
          <a:ln>
            <a:noFill/>
          </a:ln>
        </p:spPr>
        <p:txBody>
          <a:bodyPr anchorCtr="0" anchor="t" bIns="45700" lIns="91425" spcFirstLastPara="1" rIns="91425" wrap="square" tIns="45700">
            <a:noAutofit/>
          </a:bodyPr>
          <a:lstStyle>
            <a:lvl1pPr indent="-228600" lvl="0" marL="457200" algn="l">
              <a:spcBef>
                <a:spcPts val="397"/>
              </a:spcBef>
              <a:spcAft>
                <a:spcPts val="0"/>
              </a:spcAft>
              <a:buSzPts val="2877"/>
              <a:buNone/>
              <a:defRPr sz="1984">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189" name="Google Shape;189;p54"/>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54"/>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54"/>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92" name="Shape 192"/>
        <p:cNvGrpSpPr/>
        <p:nvPr/>
      </p:nvGrpSpPr>
      <p:grpSpPr>
        <a:xfrm>
          <a:off x="0" y="0"/>
          <a:ext cx="0" cy="0"/>
          <a:chOff x="0" y="0"/>
          <a:chExt cx="0" cy="0"/>
        </a:xfrm>
      </p:grpSpPr>
      <p:sp>
        <p:nvSpPr>
          <p:cNvPr id="193" name="Google Shape;193;p55"/>
          <p:cNvSpPr txBox="1"/>
          <p:nvPr>
            <p:ph type="title"/>
          </p:nvPr>
        </p:nvSpPr>
        <p:spPr>
          <a:xfrm>
            <a:off x="1227585" y="3647098"/>
            <a:ext cx="8285856" cy="161908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0" sz="3527"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55"/>
          <p:cNvSpPr txBox="1"/>
          <p:nvPr>
            <p:ph idx="1" type="body"/>
          </p:nvPr>
        </p:nvSpPr>
        <p:spPr>
          <a:xfrm>
            <a:off x="1227583" y="5266178"/>
            <a:ext cx="8285857" cy="948432"/>
          </a:xfrm>
          <a:prstGeom prst="rect">
            <a:avLst/>
          </a:prstGeom>
          <a:noFill/>
          <a:ln>
            <a:noFill/>
          </a:ln>
        </p:spPr>
        <p:txBody>
          <a:bodyPr anchorCtr="0" anchor="t" bIns="45700" lIns="91425" spcFirstLastPara="1" rIns="91425" wrap="square" tIns="45700">
            <a:noAutofit/>
          </a:bodyPr>
          <a:lstStyle>
            <a:lvl1pPr indent="-228600" lvl="0" marL="457200" algn="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195" name="Google Shape;195;p55"/>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6" name="Google Shape;196;p55"/>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55"/>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98" name="Shape 198"/>
        <p:cNvGrpSpPr/>
        <p:nvPr/>
      </p:nvGrpSpPr>
      <p:grpSpPr>
        <a:xfrm>
          <a:off x="0" y="0"/>
          <a:ext cx="0" cy="0"/>
          <a:chOff x="0" y="0"/>
          <a:chExt cx="0" cy="0"/>
        </a:xfrm>
      </p:grpSpPr>
      <p:sp>
        <p:nvSpPr>
          <p:cNvPr id="199" name="Google Shape;199;p56"/>
          <p:cNvSpPr txBox="1"/>
          <p:nvPr>
            <p:ph type="title"/>
          </p:nvPr>
        </p:nvSpPr>
        <p:spPr>
          <a:xfrm>
            <a:off x="1227584" y="755967"/>
            <a:ext cx="8285858" cy="335985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56"/>
          <p:cNvSpPr txBox="1"/>
          <p:nvPr>
            <p:ph idx="1" type="body"/>
          </p:nvPr>
        </p:nvSpPr>
        <p:spPr>
          <a:xfrm>
            <a:off x="1227583" y="4787794"/>
            <a:ext cx="8285859" cy="1595931"/>
          </a:xfrm>
          <a:prstGeom prst="rect">
            <a:avLst/>
          </a:prstGeom>
          <a:noFill/>
          <a:ln>
            <a:noFill/>
          </a:ln>
        </p:spPr>
        <p:txBody>
          <a:bodyPr anchorCtr="0" anchor="ctr" bIns="45700" lIns="91425" spcFirstLastPara="1" rIns="91425" wrap="square" tIns="45700">
            <a:noAutofit/>
          </a:bodyPr>
          <a:lstStyle>
            <a:lvl1pPr indent="-228600" lvl="0" marL="457200" algn="ct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201" name="Google Shape;201;p56"/>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2" name="Google Shape;202;p56"/>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56"/>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204" name="Shape 204"/>
        <p:cNvGrpSpPr/>
        <p:nvPr/>
      </p:nvGrpSpPr>
      <p:grpSpPr>
        <a:xfrm>
          <a:off x="0" y="0"/>
          <a:ext cx="0" cy="0"/>
          <a:chOff x="0" y="0"/>
          <a:chExt cx="0" cy="0"/>
        </a:xfrm>
      </p:grpSpPr>
      <p:sp>
        <p:nvSpPr>
          <p:cNvPr id="205" name="Google Shape;205;p57"/>
          <p:cNvSpPr txBox="1"/>
          <p:nvPr>
            <p:ph type="title"/>
          </p:nvPr>
        </p:nvSpPr>
        <p:spPr>
          <a:xfrm>
            <a:off x="1227582" y="5217107"/>
            <a:ext cx="8285858" cy="624724"/>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264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57"/>
          <p:cNvSpPr/>
          <p:nvPr>
            <p:ph idx="2" type="pic"/>
          </p:nvPr>
        </p:nvSpPr>
        <p:spPr>
          <a:xfrm>
            <a:off x="1973323" y="1027481"/>
            <a:ext cx="6803171" cy="3488800"/>
          </a:xfrm>
          <a:prstGeom prst="roundRect">
            <a:avLst>
              <a:gd fmla="val 43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5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1pPr>
            <a:lvl2pPr lvl="1"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2pPr>
            <a:lvl3pPr lvl="2"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3pPr>
            <a:lvl4pPr lvl="3"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4pPr>
            <a:lvl5pPr lvl="4"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5pPr>
            <a:lvl6pPr lvl="5" marR="0" rtl="0" algn="l">
              <a:spcBef>
                <a:spcPts val="663"/>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6pPr>
            <a:lvl7pPr lvl="6"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7pPr>
            <a:lvl8pPr lvl="7"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8pPr>
            <a:lvl9pPr lvl="8" marR="0" rtl="0" algn="l">
              <a:spcBef>
                <a:spcPts val="661"/>
              </a:spcBef>
              <a:spcAft>
                <a:spcPts val="661"/>
              </a:spcAft>
              <a:buClr>
                <a:srgbClr val="1186C3"/>
              </a:buClr>
              <a:buSzPts val="2558"/>
              <a:buFont typeface="Arial"/>
              <a:buNone/>
              <a:defRPr b="0" i="0" sz="1764" u="none" cap="none" strike="noStrike">
                <a:solidFill>
                  <a:schemeClr val="dk1"/>
                </a:solidFill>
                <a:latin typeface="Arial"/>
                <a:ea typeface="Arial"/>
                <a:cs typeface="Arial"/>
                <a:sym typeface="Arial"/>
              </a:defRPr>
            </a:lvl9pPr>
          </a:lstStyle>
          <a:p/>
        </p:txBody>
      </p:sp>
      <p:sp>
        <p:nvSpPr>
          <p:cNvPr id="207" name="Google Shape;207;p57"/>
          <p:cNvSpPr txBox="1"/>
          <p:nvPr>
            <p:ph idx="1" type="body"/>
          </p:nvPr>
        </p:nvSpPr>
        <p:spPr>
          <a:xfrm>
            <a:off x="1227582" y="5841831"/>
            <a:ext cx="8285858" cy="544226"/>
          </a:xfrm>
          <a:prstGeom prst="rect">
            <a:avLst/>
          </a:prstGeom>
          <a:noFill/>
          <a:ln>
            <a:noFill/>
          </a:ln>
        </p:spPr>
        <p:txBody>
          <a:bodyPr anchorCtr="0" anchor="ctr" bIns="45700" lIns="91425" spcFirstLastPara="1" rIns="91425" wrap="square" tIns="45700">
            <a:noAutofit/>
          </a:bodyPr>
          <a:lstStyle>
            <a:lvl1pPr indent="-228600" lvl="0" marL="457200" algn="ctr">
              <a:spcBef>
                <a:spcPts val="309"/>
              </a:spcBef>
              <a:spcAft>
                <a:spcPts val="0"/>
              </a:spcAft>
              <a:buSzPts val="2237"/>
              <a:buNone/>
              <a:defRPr sz="1543"/>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208" name="Google Shape;208;p57"/>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9" name="Google Shape;209;p57"/>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57"/>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p58"/>
          <p:cNvSpPr txBox="1"/>
          <p:nvPr>
            <p:ph type="title"/>
          </p:nvPr>
        </p:nvSpPr>
        <p:spPr>
          <a:xfrm>
            <a:off x="1226269" y="1931916"/>
            <a:ext cx="4487641" cy="151193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308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58"/>
          <p:cNvSpPr/>
          <p:nvPr>
            <p:ph idx="2" type="pic"/>
          </p:nvPr>
        </p:nvSpPr>
        <p:spPr>
          <a:xfrm>
            <a:off x="6281093" y="1007957"/>
            <a:ext cx="2713491" cy="5039783"/>
          </a:xfrm>
          <a:prstGeom prst="roundRect">
            <a:avLst>
              <a:gd fmla="val 4280" name="adj"/>
            </a:avLst>
          </a:prstGeom>
          <a:noFill/>
          <a:ln cap="flat" cmpd="sng" w="38100">
            <a:solidFill>
              <a:schemeClr val="lt2"/>
            </a:solidFill>
            <a:prstDash val="solid"/>
            <a:round/>
            <a:headEnd len="sm" w="sm" type="none"/>
            <a:tailEnd len="sm" w="sm" type="none"/>
          </a:ln>
        </p:spPr>
        <p:txBody>
          <a:bodyPr anchorCtr="0" anchor="t" bIns="45700" lIns="91425" spcFirstLastPara="1" rIns="91425" wrap="square" tIns="45700">
            <a:normAutofit/>
          </a:bodyPr>
          <a:lstStyle>
            <a:lvl1pPr lvl="0" marR="0" rtl="0" algn="ctr">
              <a:spcBef>
                <a:spcPts val="35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1pPr>
            <a:lvl2pPr lvl="1"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2pPr>
            <a:lvl3pPr lvl="2"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3pPr>
            <a:lvl4pPr lvl="3"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4pPr>
            <a:lvl5pPr lvl="4" marR="0" rtl="0" algn="l">
              <a:spcBef>
                <a:spcPts val="663"/>
              </a:spcBef>
              <a:spcAft>
                <a:spcPts val="0"/>
              </a:spcAft>
              <a:buClr>
                <a:srgbClr val="1287C3"/>
              </a:buClr>
              <a:buSzPts val="2558"/>
              <a:buFont typeface="Arial"/>
              <a:buNone/>
              <a:defRPr b="0" i="0" sz="1764" u="none" cap="none" strike="noStrike">
                <a:solidFill>
                  <a:schemeClr val="dk1"/>
                </a:solidFill>
                <a:latin typeface="Arial"/>
                <a:ea typeface="Arial"/>
                <a:cs typeface="Arial"/>
                <a:sym typeface="Arial"/>
              </a:defRPr>
            </a:lvl5pPr>
            <a:lvl6pPr lvl="5" marR="0" rtl="0" algn="l">
              <a:spcBef>
                <a:spcPts val="663"/>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6pPr>
            <a:lvl7pPr lvl="6"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7pPr>
            <a:lvl8pPr lvl="7" marR="0" rtl="0" algn="l">
              <a:spcBef>
                <a:spcPts val="661"/>
              </a:spcBef>
              <a:spcAft>
                <a:spcPts val="0"/>
              </a:spcAft>
              <a:buClr>
                <a:srgbClr val="1186C3"/>
              </a:buClr>
              <a:buSzPts val="2558"/>
              <a:buFont typeface="Arial"/>
              <a:buNone/>
              <a:defRPr b="0" i="0" sz="1764" u="none" cap="none" strike="noStrike">
                <a:solidFill>
                  <a:schemeClr val="dk1"/>
                </a:solidFill>
                <a:latin typeface="Arial"/>
                <a:ea typeface="Arial"/>
                <a:cs typeface="Arial"/>
                <a:sym typeface="Arial"/>
              </a:defRPr>
            </a:lvl8pPr>
            <a:lvl9pPr lvl="8" marR="0" rtl="0" algn="l">
              <a:spcBef>
                <a:spcPts val="661"/>
              </a:spcBef>
              <a:spcAft>
                <a:spcPts val="661"/>
              </a:spcAft>
              <a:buClr>
                <a:srgbClr val="1186C3"/>
              </a:buClr>
              <a:buSzPts val="2558"/>
              <a:buFont typeface="Arial"/>
              <a:buNone/>
              <a:defRPr b="0" i="0" sz="1764" u="none" cap="none" strike="noStrike">
                <a:solidFill>
                  <a:schemeClr val="dk1"/>
                </a:solidFill>
                <a:latin typeface="Arial"/>
                <a:ea typeface="Arial"/>
                <a:cs typeface="Arial"/>
                <a:sym typeface="Arial"/>
              </a:defRPr>
            </a:lvl9pPr>
          </a:lstStyle>
          <a:p/>
        </p:txBody>
      </p:sp>
      <p:sp>
        <p:nvSpPr>
          <p:cNvPr id="214" name="Google Shape;214;p58"/>
          <p:cNvSpPr txBox="1"/>
          <p:nvPr>
            <p:ph idx="1" type="body"/>
          </p:nvPr>
        </p:nvSpPr>
        <p:spPr>
          <a:xfrm>
            <a:off x="1226269" y="3443851"/>
            <a:ext cx="4487641" cy="2015913"/>
          </a:xfrm>
          <a:prstGeom prst="rect">
            <a:avLst/>
          </a:prstGeom>
          <a:noFill/>
          <a:ln>
            <a:noFill/>
          </a:ln>
        </p:spPr>
        <p:txBody>
          <a:bodyPr anchorCtr="0" anchor="ctr" bIns="45700" lIns="91425" spcFirstLastPara="1" rIns="91425" wrap="square" tIns="45700">
            <a:noAutofit/>
          </a:bodyPr>
          <a:lstStyle>
            <a:lvl1pPr indent="-228600" lvl="0" marL="457200" algn="ctr">
              <a:spcBef>
                <a:spcPts val="397"/>
              </a:spcBef>
              <a:spcAft>
                <a:spcPts val="0"/>
              </a:spcAft>
              <a:buSzPts val="2877"/>
              <a:buNone/>
              <a:defRPr sz="1984"/>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215" name="Google Shape;215;p58"/>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6" name="Google Shape;216;p58"/>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58"/>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18" name="Shape 218"/>
        <p:cNvGrpSpPr/>
        <p:nvPr/>
      </p:nvGrpSpPr>
      <p:grpSpPr>
        <a:xfrm>
          <a:off x="0" y="0"/>
          <a:ext cx="0" cy="0"/>
          <a:chOff x="0" y="0"/>
          <a:chExt cx="0" cy="0"/>
        </a:xfrm>
      </p:grpSpPr>
      <p:sp>
        <p:nvSpPr>
          <p:cNvPr id="219" name="Google Shape;219;p59"/>
          <p:cNvSpPr txBox="1"/>
          <p:nvPr>
            <p:ph type="title"/>
          </p:nvPr>
        </p:nvSpPr>
        <p:spPr>
          <a:xfrm>
            <a:off x="1227583" y="1763924"/>
            <a:ext cx="2935259" cy="151193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2646"/>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9"/>
          <p:cNvSpPr txBox="1"/>
          <p:nvPr>
            <p:ph idx="1" type="body"/>
          </p:nvPr>
        </p:nvSpPr>
        <p:spPr>
          <a:xfrm>
            <a:off x="4351903" y="755968"/>
            <a:ext cx="5161538" cy="5627759"/>
          </a:xfrm>
          <a:prstGeom prst="rect">
            <a:avLst/>
          </a:prstGeom>
          <a:noFill/>
          <a:ln>
            <a:noFill/>
          </a:ln>
        </p:spPr>
        <p:txBody>
          <a:bodyPr anchorCtr="0" anchor="ctr" bIns="45700" lIns="91425" spcFirstLastPara="1" rIns="91425" wrap="square" tIns="45700">
            <a:noAutofit/>
          </a:bodyPr>
          <a:lstStyle>
            <a:lvl1pPr indent="-431625" lvl="0" marL="457200" algn="l">
              <a:spcBef>
                <a:spcPts val="441"/>
              </a:spcBef>
              <a:spcAft>
                <a:spcPts val="0"/>
              </a:spcAft>
              <a:buSzPts val="3197"/>
              <a:buChar char="•"/>
              <a:defRPr sz="2205"/>
            </a:lvl1pPr>
            <a:lvl2pPr indent="-411276" lvl="1" marL="914400" algn="l">
              <a:spcBef>
                <a:spcPts val="663"/>
              </a:spcBef>
              <a:spcAft>
                <a:spcPts val="0"/>
              </a:spcAft>
              <a:buSzPts val="2877"/>
              <a:buChar char="•"/>
              <a:defRPr sz="1984"/>
            </a:lvl2pPr>
            <a:lvl3pPr indent="-391020" lvl="2" marL="1371600" algn="l">
              <a:spcBef>
                <a:spcPts val="663"/>
              </a:spcBef>
              <a:spcAft>
                <a:spcPts val="0"/>
              </a:spcAft>
              <a:buSzPts val="2558"/>
              <a:buChar char="•"/>
              <a:defRPr sz="1764"/>
            </a:lvl3pPr>
            <a:lvl4pPr indent="-370671" lvl="3" marL="1828800" algn="l">
              <a:spcBef>
                <a:spcPts val="663"/>
              </a:spcBef>
              <a:spcAft>
                <a:spcPts val="0"/>
              </a:spcAft>
              <a:buSzPts val="2237"/>
              <a:buChar char="•"/>
              <a:defRPr sz="1543"/>
            </a:lvl4pPr>
            <a:lvl5pPr indent="-370671" lvl="4" marL="2286000" algn="l">
              <a:spcBef>
                <a:spcPts val="663"/>
              </a:spcBef>
              <a:spcAft>
                <a:spcPts val="0"/>
              </a:spcAft>
              <a:buSzPts val="2237"/>
              <a:buChar char="•"/>
              <a:defRPr sz="1543"/>
            </a:lvl5pPr>
            <a:lvl6pPr indent="-370671" lvl="5" marL="2743200" algn="l">
              <a:spcBef>
                <a:spcPts val="663"/>
              </a:spcBef>
              <a:spcAft>
                <a:spcPts val="0"/>
              </a:spcAft>
              <a:buSzPts val="2237"/>
              <a:buChar char="•"/>
              <a:defRPr sz="1543"/>
            </a:lvl6pPr>
            <a:lvl7pPr indent="-370671" lvl="6" marL="3200400" algn="l">
              <a:spcBef>
                <a:spcPts val="661"/>
              </a:spcBef>
              <a:spcAft>
                <a:spcPts val="0"/>
              </a:spcAft>
              <a:buSzPts val="2237"/>
              <a:buChar char="•"/>
              <a:defRPr sz="1543"/>
            </a:lvl7pPr>
            <a:lvl8pPr indent="-370671" lvl="7" marL="3657600" algn="l">
              <a:spcBef>
                <a:spcPts val="661"/>
              </a:spcBef>
              <a:spcAft>
                <a:spcPts val="0"/>
              </a:spcAft>
              <a:buSzPts val="2237"/>
              <a:buChar char="•"/>
              <a:defRPr sz="1543"/>
            </a:lvl8pPr>
            <a:lvl9pPr indent="-370671" lvl="8" marL="4114800" algn="l">
              <a:spcBef>
                <a:spcPts val="661"/>
              </a:spcBef>
              <a:spcAft>
                <a:spcPts val="661"/>
              </a:spcAft>
              <a:buSzPts val="2237"/>
              <a:buChar char="•"/>
              <a:defRPr sz="1543"/>
            </a:lvl9pPr>
          </a:lstStyle>
          <a:p/>
        </p:txBody>
      </p:sp>
      <p:sp>
        <p:nvSpPr>
          <p:cNvPr id="221" name="Google Shape;221;p59"/>
          <p:cNvSpPr txBox="1"/>
          <p:nvPr>
            <p:ph idx="2" type="body"/>
          </p:nvPr>
        </p:nvSpPr>
        <p:spPr>
          <a:xfrm>
            <a:off x="1227583" y="3275859"/>
            <a:ext cx="2935259" cy="2015913"/>
          </a:xfrm>
          <a:prstGeom prst="rect">
            <a:avLst/>
          </a:prstGeom>
          <a:noFill/>
          <a:ln>
            <a:noFill/>
          </a:ln>
        </p:spPr>
        <p:txBody>
          <a:bodyPr anchorCtr="0" anchor="ctr" bIns="45700" lIns="91425" spcFirstLastPara="1" rIns="91425" wrap="square" tIns="45700">
            <a:noAutofit/>
          </a:bodyPr>
          <a:lstStyle>
            <a:lvl1pPr indent="-228600" lvl="0" marL="457200" algn="ctr">
              <a:spcBef>
                <a:spcPts val="353"/>
              </a:spcBef>
              <a:spcAft>
                <a:spcPts val="0"/>
              </a:spcAft>
              <a:buSzPts val="2558"/>
              <a:buNone/>
              <a:defRPr sz="1764"/>
            </a:lvl1pPr>
            <a:lvl2pPr indent="-228600" lvl="1" marL="914400" algn="l">
              <a:spcBef>
                <a:spcPts val="663"/>
              </a:spcBef>
              <a:spcAft>
                <a:spcPts val="0"/>
              </a:spcAft>
              <a:buSzPts val="1918"/>
              <a:buNone/>
              <a:defRPr sz="1323"/>
            </a:lvl2pPr>
            <a:lvl3pPr indent="-228600" lvl="2" marL="1371600" algn="l">
              <a:spcBef>
                <a:spcPts val="663"/>
              </a:spcBef>
              <a:spcAft>
                <a:spcPts val="0"/>
              </a:spcAft>
              <a:buSzPts val="1598"/>
              <a:buNone/>
              <a:defRPr sz="1102"/>
            </a:lvl3pPr>
            <a:lvl4pPr indent="-228600" lvl="3" marL="1828800" algn="l">
              <a:spcBef>
                <a:spcPts val="663"/>
              </a:spcBef>
              <a:spcAft>
                <a:spcPts val="0"/>
              </a:spcAft>
              <a:buSzPts val="1438"/>
              <a:buNone/>
              <a:defRPr sz="992"/>
            </a:lvl4pPr>
            <a:lvl5pPr indent="-228600" lvl="4" marL="2286000" algn="l">
              <a:spcBef>
                <a:spcPts val="663"/>
              </a:spcBef>
              <a:spcAft>
                <a:spcPts val="0"/>
              </a:spcAft>
              <a:buSzPts val="1438"/>
              <a:buNone/>
              <a:defRPr sz="992"/>
            </a:lvl5pPr>
            <a:lvl6pPr indent="-228600" lvl="5" marL="2743200" algn="l">
              <a:spcBef>
                <a:spcPts val="663"/>
              </a:spcBef>
              <a:spcAft>
                <a:spcPts val="0"/>
              </a:spcAft>
              <a:buSzPts val="1438"/>
              <a:buNone/>
              <a:defRPr sz="992"/>
            </a:lvl6pPr>
            <a:lvl7pPr indent="-228600" lvl="6" marL="3200400" algn="l">
              <a:spcBef>
                <a:spcPts val="661"/>
              </a:spcBef>
              <a:spcAft>
                <a:spcPts val="0"/>
              </a:spcAft>
              <a:buSzPts val="1438"/>
              <a:buNone/>
              <a:defRPr sz="992"/>
            </a:lvl7pPr>
            <a:lvl8pPr indent="-228600" lvl="7" marL="3657600" algn="l">
              <a:spcBef>
                <a:spcPts val="661"/>
              </a:spcBef>
              <a:spcAft>
                <a:spcPts val="0"/>
              </a:spcAft>
              <a:buSzPts val="1438"/>
              <a:buNone/>
              <a:defRPr sz="992"/>
            </a:lvl8pPr>
            <a:lvl9pPr indent="-228600" lvl="8" marL="4114800" algn="l">
              <a:spcBef>
                <a:spcPts val="661"/>
              </a:spcBef>
              <a:spcAft>
                <a:spcPts val="661"/>
              </a:spcAft>
              <a:buSzPts val="1438"/>
              <a:buNone/>
              <a:defRPr sz="992"/>
            </a:lvl9pPr>
          </a:lstStyle>
          <a:p/>
        </p:txBody>
      </p:sp>
      <p:sp>
        <p:nvSpPr>
          <p:cNvPr id="222" name="Google Shape;222;p59"/>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59"/>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59"/>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5" name="Shape 225"/>
        <p:cNvGrpSpPr/>
        <p:nvPr/>
      </p:nvGrpSpPr>
      <p:grpSpPr>
        <a:xfrm>
          <a:off x="0" y="0"/>
          <a:ext cx="0" cy="0"/>
          <a:chOff x="0" y="0"/>
          <a:chExt cx="0" cy="0"/>
        </a:xfrm>
      </p:grpSpPr>
      <p:sp>
        <p:nvSpPr>
          <p:cNvPr id="226" name="Google Shape;226;p60"/>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60"/>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8" name="Google Shape;228;p60"/>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9" name="Shape 229"/>
        <p:cNvGrpSpPr/>
        <p:nvPr/>
      </p:nvGrpSpPr>
      <p:grpSpPr>
        <a:xfrm>
          <a:off x="0" y="0"/>
          <a:ext cx="0" cy="0"/>
          <a:chOff x="0" y="0"/>
          <a:chExt cx="0" cy="0"/>
        </a:xfrm>
      </p:grpSpPr>
      <p:sp>
        <p:nvSpPr>
          <p:cNvPr id="230" name="Google Shape;230;p61"/>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61"/>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2" name="Google Shape;232;p61"/>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61"/>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34" name="Shape 234"/>
        <p:cNvGrpSpPr/>
        <p:nvPr/>
      </p:nvGrpSpPr>
      <p:grpSpPr>
        <a:xfrm>
          <a:off x="0" y="0"/>
          <a:ext cx="0" cy="0"/>
          <a:chOff x="0" y="0"/>
          <a:chExt cx="0" cy="0"/>
        </a:xfrm>
      </p:grpSpPr>
      <p:sp>
        <p:nvSpPr>
          <p:cNvPr id="235" name="Google Shape;235;p62"/>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62"/>
          <p:cNvSpPr txBox="1"/>
          <p:nvPr>
            <p:ph idx="1" type="body"/>
          </p:nvPr>
        </p:nvSpPr>
        <p:spPr>
          <a:xfrm>
            <a:off x="1465661" y="2930540"/>
            <a:ext cx="3810321" cy="635222"/>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a:solidFill>
                  <a:srgbClr val="1186C3"/>
                </a:solidFill>
              </a:defRPr>
            </a:lvl1pPr>
            <a:lvl2pPr indent="-228600" lvl="1" marL="914400" algn="l">
              <a:spcBef>
                <a:spcPts val="663"/>
              </a:spcBef>
              <a:spcAft>
                <a:spcPts val="0"/>
              </a:spcAft>
              <a:buSzPts val="3197"/>
              <a:buNone/>
              <a:defRPr b="1" sz="2205"/>
            </a:lvl2pPr>
            <a:lvl3pPr indent="-228600" lvl="2" marL="1371600" algn="l">
              <a:spcBef>
                <a:spcPts val="663"/>
              </a:spcBef>
              <a:spcAft>
                <a:spcPts val="0"/>
              </a:spcAft>
              <a:buSzPts val="2877"/>
              <a:buNone/>
              <a:defRPr b="1" sz="1984"/>
            </a:lvl3pPr>
            <a:lvl4pPr indent="-228600" lvl="3" marL="1828800" algn="l">
              <a:spcBef>
                <a:spcPts val="663"/>
              </a:spcBef>
              <a:spcAft>
                <a:spcPts val="0"/>
              </a:spcAft>
              <a:buSzPts val="2558"/>
              <a:buNone/>
              <a:defRPr b="1" sz="1764"/>
            </a:lvl4pPr>
            <a:lvl5pPr indent="-228600" lvl="4" marL="2286000" algn="l">
              <a:spcBef>
                <a:spcPts val="663"/>
              </a:spcBef>
              <a:spcAft>
                <a:spcPts val="0"/>
              </a:spcAft>
              <a:buSzPts val="2558"/>
              <a:buNone/>
              <a:defRPr b="1" sz="1764"/>
            </a:lvl5pPr>
            <a:lvl6pPr indent="-228600" lvl="5" marL="2743200" algn="l">
              <a:spcBef>
                <a:spcPts val="663"/>
              </a:spcBef>
              <a:spcAft>
                <a:spcPts val="0"/>
              </a:spcAft>
              <a:buSzPts val="2558"/>
              <a:buNone/>
              <a:defRPr b="1" sz="1764"/>
            </a:lvl6pPr>
            <a:lvl7pPr indent="-228600" lvl="6" marL="3200400" algn="l">
              <a:spcBef>
                <a:spcPts val="661"/>
              </a:spcBef>
              <a:spcAft>
                <a:spcPts val="0"/>
              </a:spcAft>
              <a:buSzPts val="2558"/>
              <a:buNone/>
              <a:defRPr b="1" sz="1764"/>
            </a:lvl7pPr>
            <a:lvl8pPr indent="-228600" lvl="7" marL="3657600" algn="l">
              <a:spcBef>
                <a:spcPts val="661"/>
              </a:spcBef>
              <a:spcAft>
                <a:spcPts val="0"/>
              </a:spcAft>
              <a:buSzPts val="2558"/>
              <a:buNone/>
              <a:defRPr b="1" sz="1764"/>
            </a:lvl8pPr>
            <a:lvl9pPr indent="-228600" lvl="8" marL="4114800" algn="l">
              <a:spcBef>
                <a:spcPts val="661"/>
              </a:spcBef>
              <a:spcAft>
                <a:spcPts val="661"/>
              </a:spcAft>
              <a:buSzPts val="2558"/>
              <a:buNone/>
              <a:defRPr b="1" sz="1764"/>
            </a:lvl9pPr>
          </a:lstStyle>
          <a:p/>
        </p:txBody>
      </p:sp>
      <p:sp>
        <p:nvSpPr>
          <p:cNvPr id="237" name="Google Shape;237;p62"/>
          <p:cNvSpPr txBox="1"/>
          <p:nvPr>
            <p:ph idx="2" type="body"/>
          </p:nvPr>
        </p:nvSpPr>
        <p:spPr>
          <a:xfrm>
            <a:off x="1227582" y="3676591"/>
            <a:ext cx="4048398" cy="2937954"/>
          </a:xfrm>
          <a:prstGeom prst="rect">
            <a:avLst/>
          </a:prstGeom>
          <a:noFill/>
          <a:ln>
            <a:noFill/>
          </a:ln>
        </p:spPr>
        <p:txBody>
          <a:bodyPr anchorCtr="0" anchor="t"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238" name="Google Shape;238;p62"/>
          <p:cNvSpPr txBox="1"/>
          <p:nvPr>
            <p:ph idx="3" type="body"/>
          </p:nvPr>
        </p:nvSpPr>
        <p:spPr>
          <a:xfrm>
            <a:off x="5690427" y="2939874"/>
            <a:ext cx="3823015" cy="635222"/>
          </a:xfrm>
          <a:prstGeom prst="rect">
            <a:avLst/>
          </a:prstGeom>
          <a:noFill/>
          <a:ln>
            <a:noFill/>
          </a:ln>
        </p:spPr>
        <p:txBody>
          <a:bodyPr anchorCtr="0" anchor="b" bIns="45700" lIns="91425" spcFirstLastPara="1" rIns="91425" wrap="square" tIns="45700">
            <a:noAutofit/>
          </a:bodyPr>
          <a:lstStyle>
            <a:lvl1pPr indent="-228600" lvl="0" marL="457200" algn="l">
              <a:spcBef>
                <a:spcPts val="617"/>
              </a:spcBef>
              <a:spcAft>
                <a:spcPts val="0"/>
              </a:spcAft>
              <a:buSzPts val="4475"/>
              <a:buNone/>
              <a:defRPr b="0" sz="3086">
                <a:solidFill>
                  <a:srgbClr val="1186C3"/>
                </a:solidFill>
              </a:defRPr>
            </a:lvl1pPr>
            <a:lvl2pPr indent="-228600" lvl="1" marL="914400" algn="l">
              <a:spcBef>
                <a:spcPts val="663"/>
              </a:spcBef>
              <a:spcAft>
                <a:spcPts val="0"/>
              </a:spcAft>
              <a:buSzPts val="3197"/>
              <a:buNone/>
              <a:defRPr b="1" sz="2205"/>
            </a:lvl2pPr>
            <a:lvl3pPr indent="-228600" lvl="2" marL="1371600" algn="l">
              <a:spcBef>
                <a:spcPts val="663"/>
              </a:spcBef>
              <a:spcAft>
                <a:spcPts val="0"/>
              </a:spcAft>
              <a:buSzPts val="2877"/>
              <a:buNone/>
              <a:defRPr b="1" sz="1984"/>
            </a:lvl3pPr>
            <a:lvl4pPr indent="-228600" lvl="3" marL="1828800" algn="l">
              <a:spcBef>
                <a:spcPts val="663"/>
              </a:spcBef>
              <a:spcAft>
                <a:spcPts val="0"/>
              </a:spcAft>
              <a:buSzPts val="2558"/>
              <a:buNone/>
              <a:defRPr b="1" sz="1764"/>
            </a:lvl4pPr>
            <a:lvl5pPr indent="-228600" lvl="4" marL="2286000" algn="l">
              <a:spcBef>
                <a:spcPts val="663"/>
              </a:spcBef>
              <a:spcAft>
                <a:spcPts val="0"/>
              </a:spcAft>
              <a:buSzPts val="2558"/>
              <a:buNone/>
              <a:defRPr b="1" sz="1764"/>
            </a:lvl5pPr>
            <a:lvl6pPr indent="-228600" lvl="5" marL="2743200" algn="l">
              <a:spcBef>
                <a:spcPts val="663"/>
              </a:spcBef>
              <a:spcAft>
                <a:spcPts val="0"/>
              </a:spcAft>
              <a:buSzPts val="2558"/>
              <a:buNone/>
              <a:defRPr b="1" sz="1764"/>
            </a:lvl6pPr>
            <a:lvl7pPr indent="-228600" lvl="6" marL="3200400" algn="l">
              <a:spcBef>
                <a:spcPts val="661"/>
              </a:spcBef>
              <a:spcAft>
                <a:spcPts val="0"/>
              </a:spcAft>
              <a:buSzPts val="2558"/>
              <a:buNone/>
              <a:defRPr b="1" sz="1764"/>
            </a:lvl7pPr>
            <a:lvl8pPr indent="-228600" lvl="7" marL="3657600" algn="l">
              <a:spcBef>
                <a:spcPts val="661"/>
              </a:spcBef>
              <a:spcAft>
                <a:spcPts val="0"/>
              </a:spcAft>
              <a:buSzPts val="2558"/>
              <a:buNone/>
              <a:defRPr b="1" sz="1764"/>
            </a:lvl8pPr>
            <a:lvl9pPr indent="-228600" lvl="8" marL="4114800" algn="l">
              <a:spcBef>
                <a:spcPts val="661"/>
              </a:spcBef>
              <a:spcAft>
                <a:spcPts val="661"/>
              </a:spcAft>
              <a:buSzPts val="2558"/>
              <a:buNone/>
              <a:defRPr b="1" sz="1764"/>
            </a:lvl9pPr>
          </a:lstStyle>
          <a:p/>
        </p:txBody>
      </p:sp>
      <p:sp>
        <p:nvSpPr>
          <p:cNvPr id="239" name="Google Shape;239;p62"/>
          <p:cNvSpPr txBox="1"/>
          <p:nvPr>
            <p:ph idx="4" type="body"/>
          </p:nvPr>
        </p:nvSpPr>
        <p:spPr>
          <a:xfrm>
            <a:off x="5465042" y="3676591"/>
            <a:ext cx="4048398" cy="2937954"/>
          </a:xfrm>
          <a:prstGeom prst="rect">
            <a:avLst/>
          </a:prstGeom>
          <a:noFill/>
          <a:ln>
            <a:noFill/>
          </a:ln>
        </p:spPr>
        <p:txBody>
          <a:bodyPr anchorCtr="0" anchor="t"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240" name="Google Shape;240;p62"/>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62"/>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2" name="Google Shape;242;p62"/>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3" name="Shape 243"/>
        <p:cNvGrpSpPr/>
        <p:nvPr/>
      </p:nvGrpSpPr>
      <p:grpSpPr>
        <a:xfrm>
          <a:off x="0" y="0"/>
          <a:ext cx="0" cy="0"/>
          <a:chOff x="0" y="0"/>
          <a:chExt cx="0" cy="0"/>
        </a:xfrm>
      </p:grpSpPr>
      <p:sp>
        <p:nvSpPr>
          <p:cNvPr id="244" name="Google Shape;244;p63"/>
          <p:cNvSpPr txBox="1"/>
          <p:nvPr>
            <p:ph type="title"/>
          </p:nvPr>
        </p:nvSpPr>
        <p:spPr>
          <a:xfrm>
            <a:off x="1082734" y="755969"/>
            <a:ext cx="8493860" cy="1931916"/>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63"/>
          <p:cNvSpPr txBox="1"/>
          <p:nvPr>
            <p:ph idx="1" type="body"/>
          </p:nvPr>
        </p:nvSpPr>
        <p:spPr>
          <a:xfrm>
            <a:off x="1082733" y="2939874"/>
            <a:ext cx="4122976" cy="3713339"/>
          </a:xfrm>
          <a:prstGeom prst="rect">
            <a:avLst/>
          </a:prstGeom>
          <a:noFill/>
          <a:ln>
            <a:noFill/>
          </a:ln>
        </p:spPr>
        <p:txBody>
          <a:bodyPr anchorCtr="0" anchor="ctr"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246" name="Google Shape;246;p63"/>
          <p:cNvSpPr txBox="1"/>
          <p:nvPr>
            <p:ph idx="2" type="body"/>
          </p:nvPr>
        </p:nvSpPr>
        <p:spPr>
          <a:xfrm>
            <a:off x="5453618" y="2939873"/>
            <a:ext cx="4122976" cy="3689254"/>
          </a:xfrm>
          <a:prstGeom prst="rect">
            <a:avLst/>
          </a:prstGeom>
          <a:noFill/>
          <a:ln>
            <a:noFill/>
          </a:ln>
        </p:spPr>
        <p:txBody>
          <a:bodyPr anchorCtr="0" anchor="ctr" bIns="45700" lIns="91425" spcFirstLastPara="1" rIns="91425" wrap="square" tIns="45700">
            <a:noAutofit/>
          </a:bodyPr>
          <a:lstStyle>
            <a:lvl1pPr indent="-411276" lvl="0" marL="457200" algn="l">
              <a:spcBef>
                <a:spcPts val="397"/>
              </a:spcBef>
              <a:spcAft>
                <a:spcPts val="0"/>
              </a:spcAft>
              <a:buSzPts val="2877"/>
              <a:buChar char="•"/>
              <a:defRPr sz="1984"/>
            </a:lvl1pPr>
            <a:lvl2pPr indent="-391020" lvl="1" marL="914400" algn="l">
              <a:spcBef>
                <a:spcPts val="663"/>
              </a:spcBef>
              <a:spcAft>
                <a:spcPts val="0"/>
              </a:spcAft>
              <a:buSzPts val="2558"/>
              <a:buChar char="•"/>
              <a:defRPr sz="1764"/>
            </a:lvl2pPr>
            <a:lvl3pPr indent="-370671" lvl="2" marL="1371600" algn="l">
              <a:spcBef>
                <a:spcPts val="663"/>
              </a:spcBef>
              <a:spcAft>
                <a:spcPts val="0"/>
              </a:spcAft>
              <a:buSzPts val="2237"/>
              <a:buChar char="•"/>
              <a:defRPr sz="1543"/>
            </a:lvl3pPr>
            <a:lvl4pPr indent="-350415" lvl="3" marL="1828800" algn="l">
              <a:spcBef>
                <a:spcPts val="663"/>
              </a:spcBef>
              <a:spcAft>
                <a:spcPts val="0"/>
              </a:spcAft>
              <a:buSzPts val="1918"/>
              <a:buChar char="•"/>
              <a:defRPr sz="1323"/>
            </a:lvl4pPr>
            <a:lvl5pPr indent="-350415" lvl="4" marL="2286000" algn="l">
              <a:spcBef>
                <a:spcPts val="663"/>
              </a:spcBef>
              <a:spcAft>
                <a:spcPts val="0"/>
              </a:spcAft>
              <a:buSzPts val="1918"/>
              <a:buChar char="•"/>
              <a:defRPr sz="1323"/>
            </a:lvl5pPr>
            <a:lvl6pPr indent="-350415" lvl="5" marL="2743200" algn="l">
              <a:spcBef>
                <a:spcPts val="663"/>
              </a:spcBef>
              <a:spcAft>
                <a:spcPts val="0"/>
              </a:spcAft>
              <a:buSzPts val="1918"/>
              <a:buChar char="•"/>
              <a:defRPr sz="1323"/>
            </a:lvl6pPr>
            <a:lvl7pPr indent="-350415" lvl="6" marL="3200400" algn="l">
              <a:spcBef>
                <a:spcPts val="661"/>
              </a:spcBef>
              <a:spcAft>
                <a:spcPts val="0"/>
              </a:spcAft>
              <a:buSzPts val="1918"/>
              <a:buChar char="•"/>
              <a:defRPr sz="1323"/>
            </a:lvl7pPr>
            <a:lvl8pPr indent="-350415" lvl="7" marL="3657600" algn="l">
              <a:spcBef>
                <a:spcPts val="661"/>
              </a:spcBef>
              <a:spcAft>
                <a:spcPts val="0"/>
              </a:spcAft>
              <a:buSzPts val="1918"/>
              <a:buChar char="•"/>
              <a:defRPr sz="1323"/>
            </a:lvl8pPr>
            <a:lvl9pPr indent="-350415" lvl="8" marL="4114800" algn="l">
              <a:spcBef>
                <a:spcPts val="661"/>
              </a:spcBef>
              <a:spcAft>
                <a:spcPts val="661"/>
              </a:spcAft>
              <a:buSzPts val="1918"/>
              <a:buChar char="•"/>
              <a:defRPr sz="1323"/>
            </a:lvl9pPr>
          </a:lstStyle>
          <a:p/>
        </p:txBody>
      </p:sp>
      <p:sp>
        <p:nvSpPr>
          <p:cNvPr id="247" name="Google Shape;247;p63"/>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p63"/>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63"/>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0" name="Shape 250"/>
        <p:cNvGrpSpPr/>
        <p:nvPr/>
      </p:nvGrpSpPr>
      <p:grpSpPr>
        <a:xfrm>
          <a:off x="0" y="0"/>
          <a:ext cx="0" cy="0"/>
          <a:chOff x="0" y="0"/>
          <a:chExt cx="0" cy="0"/>
        </a:xfrm>
      </p:grpSpPr>
      <p:sp>
        <p:nvSpPr>
          <p:cNvPr id="251" name="Google Shape;251;p64"/>
          <p:cNvSpPr txBox="1"/>
          <p:nvPr>
            <p:ph type="title"/>
          </p:nvPr>
        </p:nvSpPr>
        <p:spPr>
          <a:xfrm>
            <a:off x="2190524" y="2939872"/>
            <a:ext cx="7386070" cy="2601541"/>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b="0" sz="4409"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64"/>
          <p:cNvSpPr txBox="1"/>
          <p:nvPr>
            <p:ph idx="1" type="body"/>
          </p:nvPr>
        </p:nvSpPr>
        <p:spPr>
          <a:xfrm>
            <a:off x="2190528" y="5541414"/>
            <a:ext cx="7386066" cy="948432"/>
          </a:xfrm>
          <a:prstGeom prst="rect">
            <a:avLst/>
          </a:prstGeom>
          <a:noFill/>
          <a:ln>
            <a:noFill/>
          </a:ln>
        </p:spPr>
        <p:txBody>
          <a:bodyPr anchorCtr="0" anchor="t" bIns="45700" lIns="91425" spcFirstLastPara="1" rIns="91425" wrap="square" tIns="45700">
            <a:noAutofit/>
          </a:bodyPr>
          <a:lstStyle>
            <a:lvl1pPr indent="-228600" lvl="0" marL="457200" algn="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253" name="Google Shape;253;p64"/>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4" name="Google Shape;254;p64"/>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5" name="Google Shape;255;p64"/>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271" name="Shape 271"/>
        <p:cNvGrpSpPr/>
        <p:nvPr/>
      </p:nvGrpSpPr>
      <p:grpSpPr>
        <a:xfrm>
          <a:off x="0" y="0"/>
          <a:ext cx="0" cy="0"/>
          <a:chOff x="0" y="0"/>
          <a:chExt cx="0" cy="0"/>
        </a:xfrm>
      </p:grpSpPr>
      <p:sp>
        <p:nvSpPr>
          <p:cNvPr id="272" name="Google Shape;272;p66"/>
          <p:cNvSpPr txBox="1"/>
          <p:nvPr>
            <p:ph type="title"/>
          </p:nvPr>
        </p:nvSpPr>
        <p:spPr>
          <a:xfrm>
            <a:off x="1572884" y="755969"/>
            <a:ext cx="7688477" cy="302386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66"/>
          <p:cNvSpPr txBox="1"/>
          <p:nvPr>
            <p:ph idx="1" type="body"/>
          </p:nvPr>
        </p:nvSpPr>
        <p:spPr>
          <a:xfrm>
            <a:off x="1761943" y="3779836"/>
            <a:ext cx="7310358" cy="419982"/>
          </a:xfrm>
          <a:prstGeom prst="rect">
            <a:avLst/>
          </a:prstGeom>
          <a:noFill/>
          <a:ln>
            <a:noFill/>
          </a:ln>
        </p:spPr>
        <p:txBody>
          <a:bodyPr anchorCtr="0" anchor="ctr" bIns="45700" lIns="91425" spcFirstLastPara="1" rIns="91425" wrap="square" tIns="45700">
            <a:noAutofit/>
          </a:bodyPr>
          <a:lstStyle>
            <a:lvl1pPr indent="-228600" lvl="0" marL="457200" algn="l">
              <a:spcBef>
                <a:spcPts val="397"/>
              </a:spcBef>
              <a:spcAft>
                <a:spcPts val="0"/>
              </a:spcAft>
              <a:buSzPts val="2877"/>
              <a:buFont typeface="Arial"/>
              <a:buNone/>
              <a:defRPr sz="1984"/>
            </a:lvl1pPr>
            <a:lvl2pPr indent="-228600" lvl="1" marL="914400" algn="l">
              <a:spcBef>
                <a:spcPts val="663"/>
              </a:spcBef>
              <a:spcAft>
                <a:spcPts val="0"/>
              </a:spcAft>
              <a:buSzPts val="3190"/>
              <a:buFont typeface="Arial"/>
              <a:buNone/>
              <a:defRPr/>
            </a:lvl2pPr>
            <a:lvl3pPr indent="-228600" lvl="2" marL="1371600" algn="l">
              <a:spcBef>
                <a:spcPts val="663"/>
              </a:spcBef>
              <a:spcAft>
                <a:spcPts val="0"/>
              </a:spcAft>
              <a:buSzPts val="2755"/>
              <a:buFont typeface="Arial"/>
              <a:buNone/>
              <a:defRPr/>
            </a:lvl3pPr>
            <a:lvl4pPr indent="-228600" lvl="3" marL="1828800" algn="l">
              <a:spcBef>
                <a:spcPts val="663"/>
              </a:spcBef>
              <a:spcAft>
                <a:spcPts val="0"/>
              </a:spcAft>
              <a:buSzPts val="2465"/>
              <a:buFont typeface="Arial"/>
              <a:buNone/>
              <a:defRPr/>
            </a:lvl4pPr>
            <a:lvl5pPr indent="-228600" lvl="4" marL="2286000" algn="l">
              <a:spcBef>
                <a:spcPts val="663"/>
              </a:spcBef>
              <a:spcAft>
                <a:spcPts val="0"/>
              </a:spcAft>
              <a:buSzPts val="2175"/>
              <a:buFont typeface="Arial"/>
              <a:buNone/>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274" name="Google Shape;274;p66"/>
          <p:cNvSpPr txBox="1"/>
          <p:nvPr>
            <p:ph idx="2" type="body"/>
          </p:nvPr>
        </p:nvSpPr>
        <p:spPr>
          <a:xfrm>
            <a:off x="1227582" y="4787794"/>
            <a:ext cx="8285858" cy="1595931"/>
          </a:xfrm>
          <a:prstGeom prst="rect">
            <a:avLst/>
          </a:prstGeom>
          <a:noFill/>
          <a:ln>
            <a:noFill/>
          </a:ln>
        </p:spPr>
        <p:txBody>
          <a:bodyPr anchorCtr="0" anchor="ctr" bIns="45700" lIns="91425" spcFirstLastPara="1" rIns="91425" wrap="square" tIns="45700">
            <a:noAutofit/>
          </a:bodyPr>
          <a:lstStyle>
            <a:lvl1pPr indent="-228600" lvl="0" marL="457200" algn="ct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275" name="Google Shape;275;p66"/>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6" name="Google Shape;276;p66"/>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7" name="Google Shape;277;p66"/>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293" name="Shape 293"/>
        <p:cNvGrpSpPr/>
        <p:nvPr/>
      </p:nvGrpSpPr>
      <p:grpSpPr>
        <a:xfrm>
          <a:off x="0" y="0"/>
          <a:ext cx="0" cy="0"/>
          <a:chOff x="0" y="0"/>
          <a:chExt cx="0" cy="0"/>
        </a:xfrm>
      </p:grpSpPr>
      <p:sp>
        <p:nvSpPr>
          <p:cNvPr id="294" name="Google Shape;294;p68"/>
          <p:cNvSpPr txBox="1"/>
          <p:nvPr>
            <p:ph type="title"/>
          </p:nvPr>
        </p:nvSpPr>
        <p:spPr>
          <a:xfrm>
            <a:off x="1572884" y="755969"/>
            <a:ext cx="7688477" cy="302386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5" name="Google Shape;295;p68"/>
          <p:cNvSpPr txBox="1"/>
          <p:nvPr>
            <p:ph idx="1" type="body"/>
          </p:nvPr>
        </p:nvSpPr>
        <p:spPr>
          <a:xfrm>
            <a:off x="1227584" y="4283816"/>
            <a:ext cx="8285857" cy="979958"/>
          </a:xfrm>
          <a:prstGeom prst="rect">
            <a:avLst/>
          </a:prstGeom>
          <a:noFill/>
          <a:ln>
            <a:noFill/>
          </a:ln>
        </p:spPr>
        <p:txBody>
          <a:bodyPr anchorCtr="0" anchor="b" bIns="45700" lIns="91425" spcFirstLastPara="1" rIns="91425" wrap="square" tIns="45700">
            <a:noAutofit/>
          </a:bodyPr>
          <a:lstStyle>
            <a:lvl1pPr indent="-228600" lvl="0" marL="457200" algn="r">
              <a:spcBef>
                <a:spcPts val="529"/>
              </a:spcBef>
              <a:spcAft>
                <a:spcPts val="0"/>
              </a:spcAft>
              <a:buSzPts val="3837"/>
              <a:buNone/>
              <a:defRPr b="0" sz="2646" cap="none">
                <a:solidFill>
                  <a:schemeClr val="dk1"/>
                </a:solidFill>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296" name="Google Shape;296;p68"/>
          <p:cNvSpPr txBox="1"/>
          <p:nvPr>
            <p:ph idx="2" type="body"/>
          </p:nvPr>
        </p:nvSpPr>
        <p:spPr>
          <a:xfrm>
            <a:off x="1227583" y="5263774"/>
            <a:ext cx="8285857" cy="1119952"/>
          </a:xfrm>
          <a:prstGeom prst="rect">
            <a:avLst/>
          </a:prstGeom>
          <a:noFill/>
          <a:ln>
            <a:noFill/>
          </a:ln>
        </p:spPr>
        <p:txBody>
          <a:bodyPr anchorCtr="0" anchor="t" bIns="45700" lIns="91425" spcFirstLastPara="1" rIns="91425" wrap="square" tIns="45700">
            <a:noAutofit/>
          </a:bodyPr>
          <a:lstStyle>
            <a:lvl1pPr indent="-228600" lvl="0" marL="457200" algn="r">
              <a:spcBef>
                <a:spcPts val="397"/>
              </a:spcBef>
              <a:spcAft>
                <a:spcPts val="0"/>
              </a:spcAft>
              <a:buSzPts val="2877"/>
              <a:buNone/>
              <a:defRPr sz="1984">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297" name="Google Shape;297;p68"/>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68"/>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68"/>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13" name="Shape 313"/>
        <p:cNvGrpSpPr/>
        <p:nvPr/>
      </p:nvGrpSpPr>
      <p:grpSpPr>
        <a:xfrm>
          <a:off x="0" y="0"/>
          <a:ext cx="0" cy="0"/>
          <a:chOff x="0" y="0"/>
          <a:chExt cx="0" cy="0"/>
        </a:xfrm>
      </p:grpSpPr>
      <p:sp>
        <p:nvSpPr>
          <p:cNvPr id="314" name="Google Shape;314;p70"/>
          <p:cNvSpPr txBox="1"/>
          <p:nvPr>
            <p:ph type="title"/>
          </p:nvPr>
        </p:nvSpPr>
        <p:spPr>
          <a:xfrm>
            <a:off x="503238" y="301625"/>
            <a:ext cx="9069387" cy="12604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5" name="Google Shape;315;p70"/>
          <p:cNvSpPr txBox="1"/>
          <p:nvPr>
            <p:ph idx="10" type="dt"/>
          </p:nvPr>
        </p:nvSpPr>
        <p:spPr>
          <a:xfrm>
            <a:off x="503237" y="6886575"/>
            <a:ext cx="2346325" cy="519112"/>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6" name="Google Shape;316;p70"/>
          <p:cNvSpPr txBox="1"/>
          <p:nvPr>
            <p:ph idx="11" type="ftr"/>
          </p:nvPr>
        </p:nvSpPr>
        <p:spPr>
          <a:xfrm>
            <a:off x="3448050" y="6886575"/>
            <a:ext cx="3194050" cy="519112"/>
          </a:xfrm>
          <a:prstGeom prst="rect">
            <a:avLst/>
          </a:prstGeom>
          <a:noFill/>
          <a:ln>
            <a:noFill/>
          </a:ln>
        </p:spPr>
        <p:txBody>
          <a:bodyPr anchorCtr="0" anchor="ctr" bIns="45700" lIns="91425" spcFirstLastPara="1" rIns="91425" wrap="square" tIns="45700">
            <a:noAutofit/>
          </a:bodyPr>
          <a:lstStyle>
            <a:lvl1pPr lvl="0" algn="l">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7" name="Google Shape;317;p70"/>
          <p:cNvSpPr txBox="1"/>
          <p:nvPr>
            <p:ph idx="12" type="sldNum"/>
          </p:nvPr>
        </p:nvSpPr>
        <p:spPr>
          <a:xfrm>
            <a:off x="7227887" y="6886575"/>
            <a:ext cx="2346325" cy="519112"/>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333" name="Shape 333"/>
        <p:cNvGrpSpPr/>
        <p:nvPr/>
      </p:nvGrpSpPr>
      <p:grpSpPr>
        <a:xfrm>
          <a:off x="0" y="0"/>
          <a:ext cx="0" cy="0"/>
          <a:chOff x="0" y="0"/>
          <a:chExt cx="0" cy="0"/>
        </a:xfrm>
      </p:grpSpPr>
      <p:sp>
        <p:nvSpPr>
          <p:cNvPr id="334" name="Google Shape;334;p72"/>
          <p:cNvSpPr txBox="1"/>
          <p:nvPr>
            <p:ph type="ctrTitle"/>
          </p:nvPr>
        </p:nvSpPr>
        <p:spPr>
          <a:xfrm>
            <a:off x="1917869" y="1007958"/>
            <a:ext cx="7658725" cy="3845167"/>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sz="5952"/>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5" name="Google Shape;335;p72"/>
          <p:cNvSpPr txBox="1"/>
          <p:nvPr>
            <p:ph idx="1" type="subTitle"/>
          </p:nvPr>
        </p:nvSpPr>
        <p:spPr>
          <a:xfrm>
            <a:off x="3223770" y="4853124"/>
            <a:ext cx="6352826" cy="1504143"/>
          </a:xfrm>
          <a:prstGeom prst="rect">
            <a:avLst/>
          </a:prstGeom>
          <a:noFill/>
          <a:ln>
            <a:noFill/>
          </a:ln>
        </p:spPr>
        <p:txBody>
          <a:bodyPr anchorCtr="0" anchor="t" bIns="45700" lIns="91425" spcFirstLastPara="1" rIns="91425" wrap="square" tIns="45700">
            <a:noAutofit/>
          </a:bodyPr>
          <a:lstStyle>
            <a:lvl1pPr lvl="0" algn="r">
              <a:spcBef>
                <a:spcPts val="397"/>
              </a:spcBef>
              <a:spcAft>
                <a:spcPts val="0"/>
              </a:spcAft>
              <a:buSzPts val="2877"/>
              <a:buNone/>
              <a:defRPr sz="1984">
                <a:solidFill>
                  <a:schemeClr val="dk1"/>
                </a:solidFill>
              </a:defRPr>
            </a:lvl1pPr>
            <a:lvl2pPr lvl="1" algn="ctr">
              <a:spcBef>
                <a:spcPts val="663"/>
              </a:spcBef>
              <a:spcAft>
                <a:spcPts val="0"/>
              </a:spcAft>
              <a:buSzPts val="3190"/>
              <a:buNone/>
              <a:defRPr>
                <a:solidFill>
                  <a:srgbClr val="888888"/>
                </a:solidFill>
              </a:defRPr>
            </a:lvl2pPr>
            <a:lvl3pPr lvl="2" algn="ctr">
              <a:spcBef>
                <a:spcPts val="663"/>
              </a:spcBef>
              <a:spcAft>
                <a:spcPts val="0"/>
              </a:spcAft>
              <a:buSzPts val="2755"/>
              <a:buNone/>
              <a:defRPr>
                <a:solidFill>
                  <a:srgbClr val="888888"/>
                </a:solidFill>
              </a:defRPr>
            </a:lvl3pPr>
            <a:lvl4pPr lvl="3" algn="ctr">
              <a:spcBef>
                <a:spcPts val="663"/>
              </a:spcBef>
              <a:spcAft>
                <a:spcPts val="0"/>
              </a:spcAft>
              <a:buSzPts val="2465"/>
              <a:buNone/>
              <a:defRPr>
                <a:solidFill>
                  <a:srgbClr val="888888"/>
                </a:solidFill>
              </a:defRPr>
            </a:lvl4pPr>
            <a:lvl5pPr lvl="4" algn="ctr">
              <a:spcBef>
                <a:spcPts val="663"/>
              </a:spcBef>
              <a:spcAft>
                <a:spcPts val="0"/>
              </a:spcAft>
              <a:buSzPts val="2175"/>
              <a:buNone/>
              <a:defRPr>
                <a:solidFill>
                  <a:srgbClr val="888888"/>
                </a:solidFill>
              </a:defRPr>
            </a:lvl5pPr>
            <a:lvl6pPr lvl="5" algn="ctr">
              <a:spcBef>
                <a:spcPts val="663"/>
              </a:spcBef>
              <a:spcAft>
                <a:spcPts val="0"/>
              </a:spcAft>
              <a:buSzPts val="2237"/>
              <a:buNone/>
              <a:defRPr>
                <a:solidFill>
                  <a:srgbClr val="888888"/>
                </a:solidFill>
              </a:defRPr>
            </a:lvl6pPr>
            <a:lvl7pPr lvl="6" algn="ctr">
              <a:spcBef>
                <a:spcPts val="661"/>
              </a:spcBef>
              <a:spcAft>
                <a:spcPts val="0"/>
              </a:spcAft>
              <a:buSzPts val="2237"/>
              <a:buNone/>
              <a:defRPr>
                <a:solidFill>
                  <a:srgbClr val="888888"/>
                </a:solidFill>
              </a:defRPr>
            </a:lvl7pPr>
            <a:lvl8pPr lvl="7" algn="ctr">
              <a:spcBef>
                <a:spcPts val="661"/>
              </a:spcBef>
              <a:spcAft>
                <a:spcPts val="0"/>
              </a:spcAft>
              <a:buSzPts val="2237"/>
              <a:buNone/>
              <a:defRPr>
                <a:solidFill>
                  <a:srgbClr val="888888"/>
                </a:solidFill>
              </a:defRPr>
            </a:lvl8pPr>
            <a:lvl9pPr lvl="8" algn="ctr">
              <a:spcBef>
                <a:spcPts val="661"/>
              </a:spcBef>
              <a:spcAft>
                <a:spcPts val="661"/>
              </a:spcAft>
              <a:buSzPts val="2237"/>
              <a:buNone/>
              <a:defRPr>
                <a:solidFill>
                  <a:srgbClr val="888888"/>
                </a:solidFill>
              </a:defRPr>
            </a:lvl9pPr>
          </a:lstStyle>
          <a:p/>
        </p:txBody>
      </p:sp>
      <p:sp>
        <p:nvSpPr>
          <p:cNvPr id="336" name="Google Shape;336;p72"/>
          <p:cNvSpPr txBox="1"/>
          <p:nvPr>
            <p:ph idx="10" type="dt"/>
          </p:nvPr>
        </p:nvSpPr>
        <p:spPr>
          <a:xfrm>
            <a:off x="8075612" y="6743700"/>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p72"/>
          <p:cNvSpPr txBox="1"/>
          <p:nvPr>
            <p:ph idx="11" type="ftr"/>
          </p:nvPr>
        </p:nvSpPr>
        <p:spPr>
          <a:xfrm>
            <a:off x="3994150" y="6743700"/>
            <a:ext cx="39798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72"/>
          <p:cNvSpPr txBox="1"/>
          <p:nvPr>
            <p:ph idx="12" type="sldNum"/>
          </p:nvPr>
        </p:nvSpPr>
        <p:spPr>
          <a:xfrm>
            <a:off x="9123362" y="6743700"/>
            <a:ext cx="454025"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354" name="Shape 354"/>
        <p:cNvGrpSpPr/>
        <p:nvPr/>
      </p:nvGrpSpPr>
      <p:grpSpPr>
        <a:xfrm>
          <a:off x="0" y="0"/>
          <a:ext cx="0" cy="0"/>
          <a:chOff x="0" y="0"/>
          <a:chExt cx="0" cy="0"/>
        </a:xfrm>
      </p:grpSpPr>
      <p:sp>
        <p:nvSpPr>
          <p:cNvPr id="355" name="Google Shape;355;p74"/>
          <p:cNvSpPr txBox="1"/>
          <p:nvPr>
            <p:ph type="title"/>
          </p:nvPr>
        </p:nvSpPr>
        <p:spPr>
          <a:xfrm>
            <a:off x="1572884" y="755969"/>
            <a:ext cx="7688477" cy="302386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74"/>
          <p:cNvSpPr txBox="1"/>
          <p:nvPr>
            <p:ph idx="1" type="body"/>
          </p:nvPr>
        </p:nvSpPr>
        <p:spPr>
          <a:xfrm>
            <a:off x="1761943" y="3779836"/>
            <a:ext cx="7310358" cy="419982"/>
          </a:xfrm>
          <a:prstGeom prst="rect">
            <a:avLst/>
          </a:prstGeom>
          <a:noFill/>
          <a:ln>
            <a:noFill/>
          </a:ln>
        </p:spPr>
        <p:txBody>
          <a:bodyPr anchorCtr="0" anchor="ctr" bIns="45700" lIns="91425" spcFirstLastPara="1" rIns="91425" wrap="square" tIns="45700">
            <a:noAutofit/>
          </a:bodyPr>
          <a:lstStyle>
            <a:lvl1pPr indent="-228600" lvl="0" marL="457200" algn="l">
              <a:spcBef>
                <a:spcPts val="397"/>
              </a:spcBef>
              <a:spcAft>
                <a:spcPts val="0"/>
              </a:spcAft>
              <a:buSzPts val="2877"/>
              <a:buFont typeface="Arial"/>
              <a:buNone/>
              <a:defRPr sz="1984"/>
            </a:lvl1pPr>
            <a:lvl2pPr indent="-228600" lvl="1" marL="914400" algn="l">
              <a:spcBef>
                <a:spcPts val="663"/>
              </a:spcBef>
              <a:spcAft>
                <a:spcPts val="0"/>
              </a:spcAft>
              <a:buSzPts val="3190"/>
              <a:buFont typeface="Arial"/>
              <a:buNone/>
              <a:defRPr/>
            </a:lvl2pPr>
            <a:lvl3pPr indent="-228600" lvl="2" marL="1371600" algn="l">
              <a:spcBef>
                <a:spcPts val="663"/>
              </a:spcBef>
              <a:spcAft>
                <a:spcPts val="0"/>
              </a:spcAft>
              <a:buSzPts val="2755"/>
              <a:buFont typeface="Arial"/>
              <a:buNone/>
              <a:defRPr/>
            </a:lvl3pPr>
            <a:lvl4pPr indent="-228600" lvl="3" marL="1828800" algn="l">
              <a:spcBef>
                <a:spcPts val="663"/>
              </a:spcBef>
              <a:spcAft>
                <a:spcPts val="0"/>
              </a:spcAft>
              <a:buSzPts val="2465"/>
              <a:buFont typeface="Arial"/>
              <a:buNone/>
              <a:defRPr/>
            </a:lvl4pPr>
            <a:lvl5pPr indent="-228600" lvl="4" marL="2286000" algn="l">
              <a:spcBef>
                <a:spcPts val="663"/>
              </a:spcBef>
              <a:spcAft>
                <a:spcPts val="0"/>
              </a:spcAft>
              <a:buSzPts val="2175"/>
              <a:buFont typeface="Arial"/>
              <a:buNone/>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357" name="Google Shape;357;p74"/>
          <p:cNvSpPr txBox="1"/>
          <p:nvPr>
            <p:ph idx="2" type="body"/>
          </p:nvPr>
        </p:nvSpPr>
        <p:spPr>
          <a:xfrm>
            <a:off x="1227582" y="4787794"/>
            <a:ext cx="8285858" cy="1595931"/>
          </a:xfrm>
          <a:prstGeom prst="rect">
            <a:avLst/>
          </a:prstGeom>
          <a:noFill/>
          <a:ln>
            <a:noFill/>
          </a:ln>
        </p:spPr>
        <p:txBody>
          <a:bodyPr anchorCtr="0" anchor="ctr" bIns="45700" lIns="91425" spcFirstLastPara="1" rIns="91425" wrap="square" tIns="45700">
            <a:noAutofit/>
          </a:bodyPr>
          <a:lstStyle>
            <a:lvl1pPr indent="-228600" lvl="0" marL="457200" algn="ctr">
              <a:spcBef>
                <a:spcPts val="441"/>
              </a:spcBef>
              <a:spcAft>
                <a:spcPts val="0"/>
              </a:spcAft>
              <a:buSzPts val="3197"/>
              <a:buNone/>
              <a:defRPr sz="2205">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358" name="Google Shape;358;p74"/>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9" name="Google Shape;359;p74"/>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0" name="Google Shape;360;p74"/>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376" name="Shape 376"/>
        <p:cNvGrpSpPr/>
        <p:nvPr/>
      </p:nvGrpSpPr>
      <p:grpSpPr>
        <a:xfrm>
          <a:off x="0" y="0"/>
          <a:ext cx="0" cy="0"/>
          <a:chOff x="0" y="0"/>
          <a:chExt cx="0" cy="0"/>
        </a:xfrm>
      </p:grpSpPr>
      <p:sp>
        <p:nvSpPr>
          <p:cNvPr id="377" name="Google Shape;377;p76"/>
          <p:cNvSpPr txBox="1"/>
          <p:nvPr>
            <p:ph type="title"/>
          </p:nvPr>
        </p:nvSpPr>
        <p:spPr>
          <a:xfrm>
            <a:off x="1572884" y="755969"/>
            <a:ext cx="7688477" cy="302386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0" sz="3527" cap="none">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76"/>
          <p:cNvSpPr txBox="1"/>
          <p:nvPr>
            <p:ph idx="1" type="body"/>
          </p:nvPr>
        </p:nvSpPr>
        <p:spPr>
          <a:xfrm>
            <a:off x="1227584" y="4283816"/>
            <a:ext cx="8285857" cy="979958"/>
          </a:xfrm>
          <a:prstGeom prst="rect">
            <a:avLst/>
          </a:prstGeom>
          <a:noFill/>
          <a:ln>
            <a:noFill/>
          </a:ln>
        </p:spPr>
        <p:txBody>
          <a:bodyPr anchorCtr="0" anchor="b" bIns="45700" lIns="91425" spcFirstLastPara="1" rIns="91425" wrap="square" tIns="45700">
            <a:noAutofit/>
          </a:bodyPr>
          <a:lstStyle>
            <a:lvl1pPr indent="-228600" lvl="0" marL="457200" algn="r">
              <a:spcBef>
                <a:spcPts val="529"/>
              </a:spcBef>
              <a:spcAft>
                <a:spcPts val="0"/>
              </a:spcAft>
              <a:buSzPts val="3837"/>
              <a:buNone/>
              <a:defRPr b="0" sz="2646" cap="none">
                <a:solidFill>
                  <a:schemeClr val="dk1"/>
                </a:solidFill>
              </a:defRPr>
            </a:lvl1pPr>
            <a:lvl2pPr indent="-394335" lvl="1" marL="914400" algn="l">
              <a:spcBef>
                <a:spcPts val="663"/>
              </a:spcBef>
              <a:spcAft>
                <a:spcPts val="0"/>
              </a:spcAft>
              <a:buSzPts val="2610"/>
              <a:buChar char="•"/>
              <a:defRPr/>
            </a:lvl2pPr>
            <a:lvl3pPr indent="-394335" lvl="2" marL="1371600" algn="l">
              <a:spcBef>
                <a:spcPts val="663"/>
              </a:spcBef>
              <a:spcAft>
                <a:spcPts val="0"/>
              </a:spcAft>
              <a:buSzPts val="2610"/>
              <a:buChar char="•"/>
              <a:defRPr/>
            </a:lvl3pPr>
            <a:lvl4pPr indent="-394335" lvl="3" marL="1828800" algn="l">
              <a:spcBef>
                <a:spcPts val="663"/>
              </a:spcBef>
              <a:spcAft>
                <a:spcPts val="0"/>
              </a:spcAft>
              <a:buSzPts val="2610"/>
              <a:buChar char="•"/>
              <a:defRPr/>
            </a:lvl4pPr>
            <a:lvl5pPr indent="-394335" lvl="4" marL="2286000" algn="l">
              <a:spcBef>
                <a:spcPts val="663"/>
              </a:spcBef>
              <a:spcAft>
                <a:spcPts val="0"/>
              </a:spcAft>
              <a:buSzPts val="2610"/>
              <a:buChar char="•"/>
              <a:defRPr/>
            </a:lvl5pPr>
            <a:lvl6pPr indent="-394335" lvl="5" marL="2743200" algn="l">
              <a:spcBef>
                <a:spcPts val="663"/>
              </a:spcBef>
              <a:spcAft>
                <a:spcPts val="0"/>
              </a:spcAft>
              <a:buSzPts val="2610"/>
              <a:buChar char="•"/>
              <a:defRPr/>
            </a:lvl6pPr>
            <a:lvl7pPr indent="-394335" lvl="6" marL="3200400" algn="l">
              <a:spcBef>
                <a:spcPts val="661"/>
              </a:spcBef>
              <a:spcAft>
                <a:spcPts val="0"/>
              </a:spcAft>
              <a:buSzPts val="2610"/>
              <a:buChar char="•"/>
              <a:defRPr/>
            </a:lvl7pPr>
            <a:lvl8pPr indent="-394334" lvl="7" marL="3657600" algn="l">
              <a:spcBef>
                <a:spcPts val="661"/>
              </a:spcBef>
              <a:spcAft>
                <a:spcPts val="0"/>
              </a:spcAft>
              <a:buSzPts val="2610"/>
              <a:buChar char="•"/>
              <a:defRPr/>
            </a:lvl8pPr>
            <a:lvl9pPr indent="-394334" lvl="8" marL="4114800" algn="l">
              <a:spcBef>
                <a:spcPts val="661"/>
              </a:spcBef>
              <a:spcAft>
                <a:spcPts val="661"/>
              </a:spcAft>
              <a:buSzPts val="2610"/>
              <a:buChar char="•"/>
              <a:defRPr/>
            </a:lvl9pPr>
          </a:lstStyle>
          <a:p/>
        </p:txBody>
      </p:sp>
      <p:sp>
        <p:nvSpPr>
          <p:cNvPr id="379" name="Google Shape;379;p76"/>
          <p:cNvSpPr txBox="1"/>
          <p:nvPr>
            <p:ph idx="2" type="body"/>
          </p:nvPr>
        </p:nvSpPr>
        <p:spPr>
          <a:xfrm>
            <a:off x="1227583" y="5263774"/>
            <a:ext cx="8285857" cy="1119952"/>
          </a:xfrm>
          <a:prstGeom prst="rect">
            <a:avLst/>
          </a:prstGeom>
          <a:noFill/>
          <a:ln>
            <a:noFill/>
          </a:ln>
        </p:spPr>
        <p:txBody>
          <a:bodyPr anchorCtr="0" anchor="t" bIns="45700" lIns="91425" spcFirstLastPara="1" rIns="91425" wrap="square" tIns="45700">
            <a:noAutofit/>
          </a:bodyPr>
          <a:lstStyle>
            <a:lvl1pPr indent="-228600" lvl="0" marL="457200" algn="r">
              <a:spcBef>
                <a:spcPts val="397"/>
              </a:spcBef>
              <a:spcAft>
                <a:spcPts val="0"/>
              </a:spcAft>
              <a:buSzPts val="2877"/>
              <a:buNone/>
              <a:defRPr sz="1984">
                <a:solidFill>
                  <a:schemeClr val="dk1"/>
                </a:solidFill>
              </a:defRPr>
            </a:lvl1pPr>
            <a:lvl2pPr indent="-228600" lvl="1" marL="914400" algn="l">
              <a:spcBef>
                <a:spcPts val="663"/>
              </a:spcBef>
              <a:spcAft>
                <a:spcPts val="0"/>
              </a:spcAft>
              <a:buSzPts val="2877"/>
              <a:buNone/>
              <a:defRPr sz="1984">
                <a:solidFill>
                  <a:srgbClr val="888888"/>
                </a:solidFill>
              </a:defRPr>
            </a:lvl2pPr>
            <a:lvl3pPr indent="-228600" lvl="2" marL="1371600" algn="l">
              <a:spcBef>
                <a:spcPts val="663"/>
              </a:spcBef>
              <a:spcAft>
                <a:spcPts val="0"/>
              </a:spcAft>
              <a:buSzPts val="2558"/>
              <a:buNone/>
              <a:defRPr sz="1764">
                <a:solidFill>
                  <a:srgbClr val="888888"/>
                </a:solidFill>
              </a:defRPr>
            </a:lvl3pPr>
            <a:lvl4pPr indent="-228600" lvl="3" marL="1828800" algn="l">
              <a:spcBef>
                <a:spcPts val="663"/>
              </a:spcBef>
              <a:spcAft>
                <a:spcPts val="0"/>
              </a:spcAft>
              <a:buSzPts val="2237"/>
              <a:buNone/>
              <a:defRPr sz="1543">
                <a:solidFill>
                  <a:srgbClr val="888888"/>
                </a:solidFill>
              </a:defRPr>
            </a:lvl4pPr>
            <a:lvl5pPr indent="-228600" lvl="4" marL="2286000" algn="l">
              <a:spcBef>
                <a:spcPts val="663"/>
              </a:spcBef>
              <a:spcAft>
                <a:spcPts val="0"/>
              </a:spcAft>
              <a:buSzPts val="2237"/>
              <a:buNone/>
              <a:defRPr sz="1543">
                <a:solidFill>
                  <a:srgbClr val="888888"/>
                </a:solidFill>
              </a:defRPr>
            </a:lvl5pPr>
            <a:lvl6pPr indent="-228600" lvl="5" marL="2743200" algn="l">
              <a:spcBef>
                <a:spcPts val="663"/>
              </a:spcBef>
              <a:spcAft>
                <a:spcPts val="0"/>
              </a:spcAft>
              <a:buSzPts val="2237"/>
              <a:buNone/>
              <a:defRPr sz="1543">
                <a:solidFill>
                  <a:srgbClr val="888888"/>
                </a:solidFill>
              </a:defRPr>
            </a:lvl6pPr>
            <a:lvl7pPr indent="-228600" lvl="6" marL="3200400" algn="l">
              <a:spcBef>
                <a:spcPts val="661"/>
              </a:spcBef>
              <a:spcAft>
                <a:spcPts val="0"/>
              </a:spcAft>
              <a:buSzPts val="2237"/>
              <a:buNone/>
              <a:defRPr sz="1543">
                <a:solidFill>
                  <a:srgbClr val="888888"/>
                </a:solidFill>
              </a:defRPr>
            </a:lvl7pPr>
            <a:lvl8pPr indent="-228600" lvl="7" marL="3657600" algn="l">
              <a:spcBef>
                <a:spcPts val="661"/>
              </a:spcBef>
              <a:spcAft>
                <a:spcPts val="0"/>
              </a:spcAft>
              <a:buSzPts val="2237"/>
              <a:buNone/>
              <a:defRPr sz="1543">
                <a:solidFill>
                  <a:srgbClr val="888888"/>
                </a:solidFill>
              </a:defRPr>
            </a:lvl8pPr>
            <a:lvl9pPr indent="-228600" lvl="8" marL="4114800" algn="l">
              <a:spcBef>
                <a:spcPts val="661"/>
              </a:spcBef>
              <a:spcAft>
                <a:spcPts val="661"/>
              </a:spcAft>
              <a:buSzPts val="2237"/>
              <a:buNone/>
              <a:defRPr sz="1543">
                <a:solidFill>
                  <a:srgbClr val="888888"/>
                </a:solidFill>
              </a:defRPr>
            </a:lvl9pPr>
          </a:lstStyle>
          <a:p/>
        </p:txBody>
      </p:sp>
      <p:sp>
        <p:nvSpPr>
          <p:cNvPr id="380" name="Google Shape;380;p76"/>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algn="r">
              <a:lnSpc>
                <a:spcPct val="93000"/>
              </a:lnSpc>
              <a:spcBef>
                <a:spcPts val="0"/>
              </a:spcBef>
              <a:spcAft>
                <a:spcPts val="0"/>
              </a:spcAft>
              <a:buSzPts val="1400"/>
              <a:buNone/>
              <a:defRPr sz="11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1" name="Google Shape;381;p76"/>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2" name="Google Shape;382;p76"/>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2.xml"/><Relationship Id="rId3" Type="http://schemas.openxmlformats.org/officeDocument/2006/relationships/theme" Target="../theme/theme9.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xml"/><Relationship Id="rId3" Type="http://schemas.openxmlformats.org/officeDocument/2006/relationships/theme" Target="../theme/theme6.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13.xml"/><Relationship Id="rId10" Type="http://schemas.openxmlformats.org/officeDocument/2006/relationships/slideLayout" Target="../slideLayouts/slideLayout12.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 Type="http://schemas.openxmlformats.org/officeDocument/2006/relationships/image" Target="../media/image1.jpg"/><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9" Type="http://schemas.openxmlformats.org/officeDocument/2006/relationships/slideLayout" Target="../slideLayouts/slideLayout11.xml"/><Relationship Id="rId15" Type="http://schemas.openxmlformats.org/officeDocument/2006/relationships/theme" Target="../theme/theme3.xml"/><Relationship Id="rId14" Type="http://schemas.openxmlformats.org/officeDocument/2006/relationships/slideLayout" Target="../slideLayouts/slideLayout1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image" Target="../media/image1.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theme" Target="../theme/theme2.xml"/><Relationship Id="rId14" Type="http://schemas.openxmlformats.org/officeDocument/2006/relationships/slideLayout" Target="../slideLayouts/slideLayout2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0.xml"/><Relationship Id="rId3" Type="http://schemas.openxmlformats.org/officeDocument/2006/relationships/theme" Target="../theme/theme12.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1.xml"/><Relationship Id="rId3"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2.xml"/><Relationship Id="rId3" Type="http://schemas.openxmlformats.org/officeDocument/2006/relationships/theme" Target="../theme/theme11.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3.xml"/><Relationship Id="rId3" Type="http://schemas.openxmlformats.org/officeDocument/2006/relationships/theme" Target="../theme/theme10.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4.xml"/><Relationship Id="rId3" Type="http://schemas.openxmlformats.org/officeDocument/2006/relationships/theme" Target="../theme/theme4.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5.xml"/><Relationship Id="rId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31"/>
          <p:cNvGrpSpPr/>
          <p:nvPr/>
        </p:nvGrpSpPr>
        <p:grpSpPr>
          <a:xfrm>
            <a:off x="223837" y="0"/>
            <a:ext cx="4165600" cy="7559676"/>
            <a:chOff x="203200" y="0"/>
            <a:chExt cx="3778250" cy="6858001"/>
          </a:xfrm>
        </p:grpSpPr>
        <p:sp>
          <p:nvSpPr>
            <p:cNvPr id="11" name="Google Shape;11;p3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31"/>
            <p:cNvSpPr/>
            <p:nvPr/>
          </p:nvSpPr>
          <p:spPr>
            <a:xfrm>
              <a:off x="203200" y="0"/>
              <a:ext cx="1336210" cy="3862486"/>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31"/>
            <p:cNvSpPr/>
            <p:nvPr/>
          </p:nvSpPr>
          <p:spPr>
            <a:xfrm>
              <a:off x="207519" y="3776077"/>
              <a:ext cx="1936642" cy="3081924"/>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31"/>
            <p:cNvSpPr/>
            <p:nvPr/>
          </p:nvSpPr>
          <p:spPr>
            <a:xfrm>
              <a:off x="646684" y="3885528"/>
              <a:ext cx="2372925" cy="2972473"/>
            </a:xfrm>
            <a:custGeom>
              <a:rect b="b" l="l" r="r" t="t"/>
              <a:pathLst>
                <a:path extrusionOk="0" h="1872" w="1495">
                  <a:moveTo>
                    <a:pt x="1495" y="1872"/>
                  </a:moveTo>
                  <a:lnTo>
                    <a:pt x="0" y="0"/>
                  </a:lnTo>
                  <a:lnTo>
                    <a:pt x="1442" y="1872"/>
                  </a:lnTo>
                  <a:lnTo>
                    <a:pt x="1495" y="1872"/>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31"/>
            <p:cNvSpPr/>
            <p:nvPr/>
          </p:nvSpPr>
          <p:spPr>
            <a:xfrm>
              <a:off x="640924" y="3881208"/>
              <a:ext cx="3340526" cy="297679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 name="Google Shape;16;p31"/>
            <p:cNvSpPr/>
            <p:nvPr/>
          </p:nvSpPr>
          <p:spPr>
            <a:xfrm>
              <a:off x="203200" y="3771757"/>
              <a:ext cx="2660902" cy="3086244"/>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7" name="Google Shape;17;p31"/>
          <p:cNvSpPr/>
          <p:nvPr/>
        </p:nvSpPr>
        <p:spPr>
          <a:xfrm>
            <a:off x="223837" y="4157662"/>
            <a:ext cx="398462" cy="100012"/>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 name="Google Shape;18;p31"/>
          <p:cNvSpPr/>
          <p:nvPr/>
        </p:nvSpPr>
        <p:spPr>
          <a:xfrm>
            <a:off x="617537" y="4262437"/>
            <a:ext cx="68262" cy="88900"/>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 name="Google Shape;19;p31"/>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0" name="Google Shape;20;p31"/>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21" name="Google Shape;21;p31"/>
          <p:cNvSpPr txBox="1"/>
          <p:nvPr>
            <p:ph idx="10" type="dt"/>
          </p:nvPr>
        </p:nvSpPr>
        <p:spPr>
          <a:xfrm>
            <a:off x="8075612" y="6743700"/>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31"/>
          <p:cNvSpPr txBox="1"/>
          <p:nvPr>
            <p:ph idx="11" type="ftr"/>
          </p:nvPr>
        </p:nvSpPr>
        <p:spPr>
          <a:xfrm>
            <a:off x="3994150" y="6743700"/>
            <a:ext cx="3979862" cy="401637"/>
          </a:xfrm>
          <a:prstGeom prst="rect">
            <a:avLst/>
          </a:prstGeom>
          <a:noFill/>
          <a:ln>
            <a:noFill/>
          </a:ln>
        </p:spPr>
        <p:txBody>
          <a:bodyPr anchorCtr="0" anchor="ctr" bIns="45700" lIns="91425" spcFirstLastPara="1" rIns="91425" wrap="square" tIns="45700">
            <a:noAutofit/>
          </a:bodyPr>
          <a:lstStyle>
            <a:lvl1pPr lvl="0" marR="0" rtl="0" algn="l">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3" name="Google Shape;23;p31"/>
          <p:cNvSpPr txBox="1"/>
          <p:nvPr>
            <p:ph idx="12" type="sldNum"/>
          </p:nvPr>
        </p:nvSpPr>
        <p:spPr>
          <a:xfrm>
            <a:off x="9123362" y="6743700"/>
            <a:ext cx="454025"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0" name="Shape 30"/>
        <p:cNvGrpSpPr/>
        <p:nvPr/>
      </p:nvGrpSpPr>
      <p:grpSpPr>
        <a:xfrm>
          <a:off x="0" y="0"/>
          <a:ext cx="0" cy="0"/>
          <a:chOff x="0" y="0"/>
          <a:chExt cx="0" cy="0"/>
        </a:xfrm>
      </p:grpSpPr>
      <p:grpSp>
        <p:nvGrpSpPr>
          <p:cNvPr id="31" name="Google Shape;31;p33"/>
          <p:cNvGrpSpPr/>
          <p:nvPr/>
        </p:nvGrpSpPr>
        <p:grpSpPr>
          <a:xfrm>
            <a:off x="0" y="0"/>
            <a:ext cx="2351087" cy="7559676"/>
            <a:chOff x="0" y="0"/>
            <a:chExt cx="2132013" cy="6858001"/>
          </a:xfrm>
        </p:grpSpPr>
        <p:sp>
          <p:nvSpPr>
            <p:cNvPr id="32" name="Google Shape;32;p3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 name="Google Shape;33;p33"/>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33"/>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 name="Google Shape;35;p33"/>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 name="Google Shape;36;p33"/>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 name="Google Shape;37;p33"/>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8" name="Google Shape;38;p33"/>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9" name="Google Shape;39;p33"/>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40" name="Google Shape;40;p33"/>
          <p:cNvSpPr txBox="1"/>
          <p:nvPr>
            <p:ph idx="12" type="sldNum"/>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5" name="Shape 45"/>
        <p:cNvGrpSpPr/>
        <p:nvPr/>
      </p:nvGrpSpPr>
      <p:grpSpPr>
        <a:xfrm>
          <a:off x="0" y="0"/>
          <a:ext cx="0" cy="0"/>
          <a:chOff x="0" y="0"/>
          <a:chExt cx="0" cy="0"/>
        </a:xfrm>
      </p:grpSpPr>
      <p:grpSp>
        <p:nvGrpSpPr>
          <p:cNvPr id="46" name="Google Shape;46;p35"/>
          <p:cNvGrpSpPr/>
          <p:nvPr/>
        </p:nvGrpSpPr>
        <p:grpSpPr>
          <a:xfrm>
            <a:off x="0" y="0"/>
            <a:ext cx="2351087" cy="7559676"/>
            <a:chOff x="0" y="0"/>
            <a:chExt cx="2132013" cy="6858001"/>
          </a:xfrm>
        </p:grpSpPr>
        <p:sp>
          <p:nvSpPr>
            <p:cNvPr id="47" name="Google Shape;47;p3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 name="Google Shape;48;p35"/>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 name="Google Shape;49;p35"/>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 name="Google Shape;50;p35"/>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 name="Google Shape;51;p35"/>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 name="Google Shape;52;p35"/>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53" name="Google Shape;53;p35"/>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54" name="Google Shape;54;p35"/>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55" name="Google Shape;55;p35"/>
          <p:cNvSpPr txBox="1"/>
          <p:nvPr>
            <p:ph idx="10" type="dt"/>
          </p:nvPr>
        </p:nvSpPr>
        <p:spPr>
          <a:xfrm>
            <a:off x="8096250" y="6732587"/>
            <a:ext cx="946150" cy="403225"/>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35"/>
          <p:cNvSpPr txBox="1"/>
          <p:nvPr>
            <p:ph idx="11" type="ftr"/>
          </p:nvPr>
        </p:nvSpPr>
        <p:spPr>
          <a:xfrm>
            <a:off x="2174875" y="6732587"/>
            <a:ext cx="5859462" cy="4032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7" name="Google Shape;57;p35"/>
          <p:cNvSpPr txBox="1"/>
          <p:nvPr>
            <p:ph idx="12" type="sldNum"/>
          </p:nvPr>
        </p:nvSpPr>
        <p:spPr>
          <a:xfrm>
            <a:off x="9104312" y="6732587"/>
            <a:ext cx="473075" cy="403225"/>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4" name="Shape 64"/>
        <p:cNvGrpSpPr/>
        <p:nvPr/>
      </p:nvGrpSpPr>
      <p:grpSpPr>
        <a:xfrm>
          <a:off x="0" y="0"/>
          <a:ext cx="0" cy="0"/>
          <a:chOff x="0" y="0"/>
          <a:chExt cx="0" cy="0"/>
        </a:xfrm>
      </p:grpSpPr>
      <p:grpSp>
        <p:nvGrpSpPr>
          <p:cNvPr id="65" name="Google Shape;65;p37"/>
          <p:cNvGrpSpPr/>
          <p:nvPr/>
        </p:nvGrpSpPr>
        <p:grpSpPr>
          <a:xfrm>
            <a:off x="0" y="0"/>
            <a:ext cx="2351087" cy="7559676"/>
            <a:chOff x="0" y="0"/>
            <a:chExt cx="2132013" cy="6858001"/>
          </a:xfrm>
        </p:grpSpPr>
        <p:sp>
          <p:nvSpPr>
            <p:cNvPr id="66" name="Google Shape;66;p3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 name="Google Shape;67;p37"/>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 name="Google Shape;68;p37"/>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 name="Google Shape;69;p37"/>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 name="Google Shape;70;p37"/>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 name="Google Shape;71;p37"/>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72" name="Google Shape;72;p37"/>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73" name="Google Shape;73;p37"/>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74" name="Google Shape;74;p37"/>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5" name="Google Shape;75;p37"/>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6" name="Google Shape;76;p37"/>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60" name="Shape 160"/>
        <p:cNvGrpSpPr/>
        <p:nvPr/>
      </p:nvGrpSpPr>
      <p:grpSpPr>
        <a:xfrm>
          <a:off x="0" y="0"/>
          <a:ext cx="0" cy="0"/>
          <a:chOff x="0" y="0"/>
          <a:chExt cx="0" cy="0"/>
        </a:xfrm>
      </p:grpSpPr>
      <p:grpSp>
        <p:nvGrpSpPr>
          <p:cNvPr id="161" name="Google Shape;161;p51"/>
          <p:cNvGrpSpPr/>
          <p:nvPr/>
        </p:nvGrpSpPr>
        <p:grpSpPr>
          <a:xfrm>
            <a:off x="0" y="0"/>
            <a:ext cx="2351087" cy="7559676"/>
            <a:chOff x="0" y="0"/>
            <a:chExt cx="2132013" cy="6858001"/>
          </a:xfrm>
        </p:grpSpPr>
        <p:sp>
          <p:nvSpPr>
            <p:cNvPr id="162" name="Google Shape;162;p51"/>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3" name="Google Shape;163;p51"/>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4" name="Google Shape;164;p51"/>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5" name="Google Shape;165;p51"/>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6" name="Google Shape;166;p51"/>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7" name="Google Shape;167;p51"/>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168" name="Google Shape;168;p51"/>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69" name="Google Shape;169;p51"/>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170" name="Google Shape;170;p51"/>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1" name="Google Shape;171;p51"/>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2" name="Google Shape;172;p51"/>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56" name="Shape 256"/>
        <p:cNvGrpSpPr/>
        <p:nvPr/>
      </p:nvGrpSpPr>
      <p:grpSpPr>
        <a:xfrm>
          <a:off x="0" y="0"/>
          <a:ext cx="0" cy="0"/>
          <a:chOff x="0" y="0"/>
          <a:chExt cx="0" cy="0"/>
        </a:xfrm>
      </p:grpSpPr>
      <p:grpSp>
        <p:nvGrpSpPr>
          <p:cNvPr id="257" name="Google Shape;257;p65"/>
          <p:cNvGrpSpPr/>
          <p:nvPr/>
        </p:nvGrpSpPr>
        <p:grpSpPr>
          <a:xfrm>
            <a:off x="0" y="0"/>
            <a:ext cx="2351087" cy="7559676"/>
            <a:chOff x="0" y="0"/>
            <a:chExt cx="2132013" cy="6858001"/>
          </a:xfrm>
        </p:grpSpPr>
        <p:sp>
          <p:nvSpPr>
            <p:cNvPr id="258" name="Google Shape;258;p6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9" name="Google Shape;259;p65"/>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0" name="Google Shape;260;p65"/>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1" name="Google Shape;261;p65"/>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2" name="Google Shape;262;p65"/>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3" name="Google Shape;263;p65"/>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64" name="Google Shape;264;p65"/>
          <p:cNvSpPr txBox="1"/>
          <p:nvPr/>
        </p:nvSpPr>
        <p:spPr>
          <a:xfrm>
            <a:off x="1068387" y="950912"/>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265" name="Google Shape;265;p65"/>
          <p:cNvSpPr txBox="1"/>
          <p:nvPr/>
        </p:nvSpPr>
        <p:spPr>
          <a:xfrm>
            <a:off x="9009062" y="3108325"/>
            <a:ext cx="504825" cy="644525"/>
          </a:xfrm>
          <a:prstGeom prst="rect">
            <a:avLst/>
          </a:prstGeom>
          <a:noFill/>
          <a:ln>
            <a:noFill/>
          </a:ln>
        </p:spPr>
        <p:txBody>
          <a:bodyPr anchorCtr="0" anchor="ctr" bIns="50375" lIns="100775" spcFirstLastPara="1" rIns="100775" wrap="square" tIns="50375">
            <a:noAutofit/>
          </a:bodyPr>
          <a:lstStyle/>
          <a:p>
            <a:pPr indent="0" lvl="0" marL="0" marR="0" rtl="0" algn="r">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266" name="Google Shape;266;p65"/>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67" name="Google Shape;267;p65"/>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268" name="Google Shape;268;p65"/>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69" name="Google Shape;269;p65"/>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70" name="Google Shape;270;p65"/>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8" name="Shape 278"/>
        <p:cNvGrpSpPr/>
        <p:nvPr/>
      </p:nvGrpSpPr>
      <p:grpSpPr>
        <a:xfrm>
          <a:off x="0" y="0"/>
          <a:ext cx="0" cy="0"/>
          <a:chOff x="0" y="0"/>
          <a:chExt cx="0" cy="0"/>
        </a:xfrm>
      </p:grpSpPr>
      <p:grpSp>
        <p:nvGrpSpPr>
          <p:cNvPr id="279" name="Google Shape;279;p67"/>
          <p:cNvGrpSpPr/>
          <p:nvPr/>
        </p:nvGrpSpPr>
        <p:grpSpPr>
          <a:xfrm>
            <a:off x="0" y="0"/>
            <a:ext cx="2351087" cy="7559676"/>
            <a:chOff x="0" y="0"/>
            <a:chExt cx="2132013" cy="6858001"/>
          </a:xfrm>
        </p:grpSpPr>
        <p:sp>
          <p:nvSpPr>
            <p:cNvPr id="280" name="Google Shape;280;p67"/>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1" name="Google Shape;281;p67"/>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2" name="Google Shape;282;p67"/>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3" name="Google Shape;283;p67"/>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4" name="Google Shape;284;p67"/>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5" name="Google Shape;285;p67"/>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286" name="Google Shape;286;p67"/>
          <p:cNvSpPr txBox="1"/>
          <p:nvPr/>
        </p:nvSpPr>
        <p:spPr>
          <a:xfrm>
            <a:off x="1068387" y="950912"/>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287" name="Google Shape;287;p67"/>
          <p:cNvSpPr txBox="1"/>
          <p:nvPr/>
        </p:nvSpPr>
        <p:spPr>
          <a:xfrm>
            <a:off x="9009062" y="3108325"/>
            <a:ext cx="504825" cy="644525"/>
          </a:xfrm>
          <a:prstGeom prst="rect">
            <a:avLst/>
          </a:prstGeom>
          <a:noFill/>
          <a:ln>
            <a:noFill/>
          </a:ln>
        </p:spPr>
        <p:txBody>
          <a:bodyPr anchorCtr="0" anchor="ctr" bIns="50375" lIns="100775" spcFirstLastPara="1" rIns="100775" wrap="square" tIns="50375">
            <a:noAutofit/>
          </a:bodyPr>
          <a:lstStyle/>
          <a:p>
            <a:pPr indent="0" lvl="0" marL="0" marR="0" rtl="0" algn="r">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288" name="Google Shape;288;p67"/>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89" name="Google Shape;289;p67"/>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290" name="Google Shape;290;p67"/>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1" name="Google Shape;291;p67"/>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2" name="Google Shape;292;p67"/>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00" name="Shape 300"/>
        <p:cNvGrpSpPr/>
        <p:nvPr/>
      </p:nvGrpSpPr>
      <p:grpSpPr>
        <a:xfrm>
          <a:off x="0" y="0"/>
          <a:ext cx="0" cy="0"/>
          <a:chOff x="0" y="0"/>
          <a:chExt cx="0" cy="0"/>
        </a:xfrm>
      </p:grpSpPr>
      <p:grpSp>
        <p:nvGrpSpPr>
          <p:cNvPr id="301" name="Google Shape;301;p69"/>
          <p:cNvGrpSpPr/>
          <p:nvPr/>
        </p:nvGrpSpPr>
        <p:grpSpPr>
          <a:xfrm>
            <a:off x="0" y="0"/>
            <a:ext cx="2351087" cy="7559676"/>
            <a:chOff x="0" y="0"/>
            <a:chExt cx="2132013" cy="6858001"/>
          </a:xfrm>
        </p:grpSpPr>
        <p:sp>
          <p:nvSpPr>
            <p:cNvPr id="302" name="Google Shape;302;p6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3" name="Google Shape;303;p69"/>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4" name="Google Shape;304;p69"/>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5" name="Google Shape;305;p69"/>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6" name="Google Shape;306;p69"/>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7" name="Google Shape;307;p69"/>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08" name="Google Shape;308;p69"/>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09" name="Google Shape;309;p69"/>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310" name="Google Shape;310;p69"/>
          <p:cNvSpPr txBox="1"/>
          <p:nvPr>
            <p:ph idx="10" type="dt"/>
          </p:nvPr>
        </p:nvSpPr>
        <p:spPr>
          <a:xfrm>
            <a:off x="503237" y="6886575"/>
            <a:ext cx="2346325" cy="519112"/>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1" name="Google Shape;311;p69"/>
          <p:cNvSpPr txBox="1"/>
          <p:nvPr>
            <p:ph idx="11" type="ftr"/>
          </p:nvPr>
        </p:nvSpPr>
        <p:spPr>
          <a:xfrm>
            <a:off x="3448050" y="6886575"/>
            <a:ext cx="3194050" cy="519112"/>
          </a:xfrm>
          <a:prstGeom prst="rect">
            <a:avLst/>
          </a:prstGeom>
          <a:noFill/>
          <a:ln>
            <a:noFill/>
          </a:ln>
        </p:spPr>
        <p:txBody>
          <a:bodyPr anchorCtr="0" anchor="ctr" bIns="45700" lIns="91425" spcFirstLastPara="1" rIns="91425" wrap="square" tIns="45700">
            <a:noAutofit/>
          </a:bodyPr>
          <a:lstStyle>
            <a:lvl1pPr lvl="0" marR="0" rtl="0" algn="l">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2" name="Google Shape;312;p69"/>
          <p:cNvSpPr txBox="1"/>
          <p:nvPr>
            <p:ph idx="12" type="sldNum"/>
          </p:nvPr>
        </p:nvSpPr>
        <p:spPr>
          <a:xfrm>
            <a:off x="7227887" y="6886575"/>
            <a:ext cx="2346325" cy="519112"/>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7"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18" name="Shape 318"/>
        <p:cNvGrpSpPr/>
        <p:nvPr/>
      </p:nvGrpSpPr>
      <p:grpSpPr>
        <a:xfrm>
          <a:off x="0" y="0"/>
          <a:ext cx="0" cy="0"/>
          <a:chOff x="0" y="0"/>
          <a:chExt cx="0" cy="0"/>
        </a:xfrm>
      </p:grpSpPr>
      <p:grpSp>
        <p:nvGrpSpPr>
          <p:cNvPr id="319" name="Google Shape;319;p71"/>
          <p:cNvGrpSpPr/>
          <p:nvPr/>
        </p:nvGrpSpPr>
        <p:grpSpPr>
          <a:xfrm>
            <a:off x="223837" y="0"/>
            <a:ext cx="4165600" cy="7559676"/>
            <a:chOff x="203200" y="0"/>
            <a:chExt cx="3778250" cy="6858001"/>
          </a:xfrm>
        </p:grpSpPr>
        <p:sp>
          <p:nvSpPr>
            <p:cNvPr id="320" name="Google Shape;320;p71"/>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1" name="Google Shape;321;p71"/>
            <p:cNvSpPr/>
            <p:nvPr/>
          </p:nvSpPr>
          <p:spPr>
            <a:xfrm>
              <a:off x="203200" y="0"/>
              <a:ext cx="1336210" cy="3862486"/>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2" name="Google Shape;322;p71"/>
            <p:cNvSpPr/>
            <p:nvPr/>
          </p:nvSpPr>
          <p:spPr>
            <a:xfrm>
              <a:off x="207519" y="3776077"/>
              <a:ext cx="1936642" cy="3081924"/>
            </a:xfrm>
            <a:custGeom>
              <a:rect b="b" l="l" r="r" t="t"/>
              <a:pathLst>
                <a:path extrusionOk="0" h="1941" w="1220">
                  <a:moveTo>
                    <a:pt x="0" y="0"/>
                  </a:moveTo>
                  <a:lnTo>
                    <a:pt x="1166" y="1941"/>
                  </a:lnTo>
                  <a:lnTo>
                    <a:pt x="1220" y="1941"/>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3" name="Google Shape;323;p71"/>
            <p:cNvSpPr/>
            <p:nvPr/>
          </p:nvSpPr>
          <p:spPr>
            <a:xfrm>
              <a:off x="646684" y="3885528"/>
              <a:ext cx="2372925" cy="2972473"/>
            </a:xfrm>
            <a:custGeom>
              <a:rect b="b" l="l" r="r" t="t"/>
              <a:pathLst>
                <a:path extrusionOk="0" h="1872" w="1495">
                  <a:moveTo>
                    <a:pt x="1495" y="1872"/>
                  </a:moveTo>
                  <a:lnTo>
                    <a:pt x="0" y="0"/>
                  </a:lnTo>
                  <a:lnTo>
                    <a:pt x="1442" y="1872"/>
                  </a:lnTo>
                  <a:lnTo>
                    <a:pt x="1495" y="1872"/>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71"/>
            <p:cNvSpPr/>
            <p:nvPr/>
          </p:nvSpPr>
          <p:spPr>
            <a:xfrm>
              <a:off x="640924" y="3881208"/>
              <a:ext cx="3340526" cy="297679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5" name="Google Shape;325;p71"/>
            <p:cNvSpPr/>
            <p:nvPr/>
          </p:nvSpPr>
          <p:spPr>
            <a:xfrm>
              <a:off x="203200" y="3771757"/>
              <a:ext cx="2660902" cy="3086244"/>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26" name="Google Shape;326;p71"/>
          <p:cNvSpPr/>
          <p:nvPr/>
        </p:nvSpPr>
        <p:spPr>
          <a:xfrm>
            <a:off x="223837" y="4157662"/>
            <a:ext cx="398462" cy="100012"/>
          </a:xfrm>
          <a:custGeom>
            <a:rect b="b" l="l" r="r" t="t"/>
            <a:pathLst>
              <a:path extrusionOk="0" h="57" w="228">
                <a:moveTo>
                  <a:pt x="228" y="57"/>
                </a:moveTo>
                <a:lnTo>
                  <a:pt x="0" y="0"/>
                </a:lnTo>
                <a:lnTo>
                  <a:pt x="222" y="54"/>
                </a:lnTo>
                <a:lnTo>
                  <a:pt x="228" y="57"/>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7" name="Google Shape;327;p71"/>
          <p:cNvSpPr/>
          <p:nvPr/>
        </p:nvSpPr>
        <p:spPr>
          <a:xfrm>
            <a:off x="617537" y="4262437"/>
            <a:ext cx="68262" cy="88900"/>
          </a:xfrm>
          <a:custGeom>
            <a:rect b="b" l="l" r="r" t="t"/>
            <a:pathLst>
              <a:path extrusionOk="0" h="51" w="39">
                <a:moveTo>
                  <a:pt x="0" y="0"/>
                </a:moveTo>
                <a:lnTo>
                  <a:pt x="39" y="51"/>
                </a:lnTo>
                <a:lnTo>
                  <a:pt x="3" y="0"/>
                </a:lnTo>
                <a:lnTo>
                  <a:pt x="0" y="0"/>
                </a:lnTo>
                <a:close/>
              </a:path>
            </a:pathLst>
          </a:custGeom>
          <a:solidFill>
            <a:srgbClr val="29ABE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8" name="Google Shape;328;p71"/>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29" name="Google Shape;329;p71"/>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330" name="Google Shape;330;p71"/>
          <p:cNvSpPr txBox="1"/>
          <p:nvPr>
            <p:ph idx="10" type="dt"/>
          </p:nvPr>
        </p:nvSpPr>
        <p:spPr>
          <a:xfrm>
            <a:off x="8075612" y="6743700"/>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1" name="Google Shape;331;p71"/>
          <p:cNvSpPr txBox="1"/>
          <p:nvPr>
            <p:ph idx="11" type="ftr"/>
          </p:nvPr>
        </p:nvSpPr>
        <p:spPr>
          <a:xfrm>
            <a:off x="3994150" y="6743700"/>
            <a:ext cx="39798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2" name="Google Shape;332;p71"/>
          <p:cNvSpPr txBox="1"/>
          <p:nvPr>
            <p:ph idx="12" type="sldNum"/>
          </p:nvPr>
        </p:nvSpPr>
        <p:spPr>
          <a:xfrm>
            <a:off x="9123362" y="6743700"/>
            <a:ext cx="454025"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39" name="Shape 339"/>
        <p:cNvGrpSpPr/>
        <p:nvPr/>
      </p:nvGrpSpPr>
      <p:grpSpPr>
        <a:xfrm>
          <a:off x="0" y="0"/>
          <a:ext cx="0" cy="0"/>
          <a:chOff x="0" y="0"/>
          <a:chExt cx="0" cy="0"/>
        </a:xfrm>
      </p:grpSpPr>
      <p:grpSp>
        <p:nvGrpSpPr>
          <p:cNvPr id="340" name="Google Shape;340;p73"/>
          <p:cNvGrpSpPr/>
          <p:nvPr/>
        </p:nvGrpSpPr>
        <p:grpSpPr>
          <a:xfrm>
            <a:off x="0" y="0"/>
            <a:ext cx="2351087" cy="7559676"/>
            <a:chOff x="0" y="0"/>
            <a:chExt cx="2132013" cy="6858001"/>
          </a:xfrm>
        </p:grpSpPr>
        <p:sp>
          <p:nvSpPr>
            <p:cNvPr id="341" name="Google Shape;341;p73"/>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2" name="Google Shape;342;p73"/>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3" name="Google Shape;343;p73"/>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4" name="Google Shape;344;p73"/>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5" name="Google Shape;345;p73"/>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73"/>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47" name="Google Shape;347;p73"/>
          <p:cNvSpPr txBox="1"/>
          <p:nvPr/>
        </p:nvSpPr>
        <p:spPr>
          <a:xfrm>
            <a:off x="1068387" y="950912"/>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348" name="Google Shape;348;p73"/>
          <p:cNvSpPr txBox="1"/>
          <p:nvPr/>
        </p:nvSpPr>
        <p:spPr>
          <a:xfrm>
            <a:off x="9009062" y="3108325"/>
            <a:ext cx="504825" cy="644525"/>
          </a:xfrm>
          <a:prstGeom prst="rect">
            <a:avLst/>
          </a:prstGeom>
          <a:noFill/>
          <a:ln>
            <a:noFill/>
          </a:ln>
        </p:spPr>
        <p:txBody>
          <a:bodyPr anchorCtr="0" anchor="ctr" bIns="50375" lIns="100775" spcFirstLastPara="1" rIns="100775" wrap="square" tIns="50375">
            <a:noAutofit/>
          </a:bodyPr>
          <a:lstStyle/>
          <a:p>
            <a:pPr indent="0" lvl="0" marL="0" marR="0" rtl="0" algn="r">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349" name="Google Shape;349;p73"/>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50" name="Google Shape;350;p73"/>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351" name="Google Shape;351;p73"/>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52" name="Google Shape;352;p73"/>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53" name="Google Shape;353;p73"/>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9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61" name="Shape 361"/>
        <p:cNvGrpSpPr/>
        <p:nvPr/>
      </p:nvGrpSpPr>
      <p:grpSpPr>
        <a:xfrm>
          <a:off x="0" y="0"/>
          <a:ext cx="0" cy="0"/>
          <a:chOff x="0" y="0"/>
          <a:chExt cx="0" cy="0"/>
        </a:xfrm>
      </p:grpSpPr>
      <p:grpSp>
        <p:nvGrpSpPr>
          <p:cNvPr id="362" name="Google Shape;362;p75"/>
          <p:cNvGrpSpPr/>
          <p:nvPr/>
        </p:nvGrpSpPr>
        <p:grpSpPr>
          <a:xfrm>
            <a:off x="0" y="0"/>
            <a:ext cx="2351087" cy="7559676"/>
            <a:chOff x="0" y="0"/>
            <a:chExt cx="2132013" cy="6858001"/>
          </a:xfrm>
        </p:grpSpPr>
        <p:sp>
          <p:nvSpPr>
            <p:cNvPr id="363" name="Google Shape;363;p7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4" name="Google Shape;364;p75"/>
            <p:cNvSpPr/>
            <p:nvPr/>
          </p:nvSpPr>
          <p:spPr>
            <a:xfrm>
              <a:off x="0" y="0"/>
              <a:ext cx="758657" cy="4624327"/>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75"/>
            <p:cNvSpPr/>
            <p:nvPr/>
          </p:nvSpPr>
          <p:spPr>
            <a:xfrm>
              <a:off x="0" y="5662675"/>
              <a:ext cx="906933" cy="1195326"/>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75"/>
            <p:cNvSpPr/>
            <p:nvPr/>
          </p:nvSpPr>
          <p:spPr>
            <a:xfrm>
              <a:off x="0" y="5295437"/>
              <a:ext cx="1487083" cy="1562564"/>
            </a:xfrm>
            <a:custGeom>
              <a:rect b="b" l="l" r="r" t="t"/>
              <a:pathLst>
                <a:path extrusionOk="0" h="984" w="937">
                  <a:moveTo>
                    <a:pt x="0" y="0"/>
                  </a:moveTo>
                  <a:lnTo>
                    <a:pt x="0" y="3"/>
                  </a:lnTo>
                  <a:lnTo>
                    <a:pt x="901" y="984"/>
                  </a:lnTo>
                  <a:lnTo>
                    <a:pt x="937" y="984"/>
                  </a:lnTo>
                  <a:lnTo>
                    <a:pt x="0" y="0"/>
                  </a:lnTo>
                  <a:close/>
                </a:path>
              </a:pathLst>
            </a:custGeom>
            <a:solidFill>
              <a:srgbClr val="0C5A8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7" name="Google Shape;367;p75"/>
            <p:cNvSpPr/>
            <p:nvPr/>
          </p:nvSpPr>
          <p:spPr>
            <a:xfrm>
              <a:off x="0" y="5257993"/>
              <a:ext cx="2132013" cy="1600008"/>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287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8" name="Google Shape;368;p75"/>
            <p:cNvSpPr/>
            <p:nvPr/>
          </p:nvSpPr>
          <p:spPr>
            <a:xfrm>
              <a:off x="0" y="5357363"/>
              <a:ext cx="1377675" cy="1500638"/>
            </a:xfrm>
            <a:custGeom>
              <a:rect b="b" l="l" r="r" t="t"/>
              <a:pathLst>
                <a:path extrusionOk="0" h="945" w="868">
                  <a:moveTo>
                    <a:pt x="0" y="192"/>
                  </a:moveTo>
                  <a:lnTo>
                    <a:pt x="571" y="945"/>
                  </a:lnTo>
                  <a:lnTo>
                    <a:pt x="868" y="945"/>
                  </a:lnTo>
                  <a:lnTo>
                    <a:pt x="0" y="0"/>
                  </a:lnTo>
                  <a:lnTo>
                    <a:pt x="0" y="192"/>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sp>
        <p:nvSpPr>
          <p:cNvPr id="369" name="Google Shape;369;p75"/>
          <p:cNvSpPr txBox="1"/>
          <p:nvPr/>
        </p:nvSpPr>
        <p:spPr>
          <a:xfrm>
            <a:off x="1068387" y="950912"/>
            <a:ext cx="504825" cy="644525"/>
          </a:xfrm>
          <a:prstGeom prst="rect">
            <a:avLst/>
          </a:prstGeom>
          <a:noFill/>
          <a:ln>
            <a:noFill/>
          </a:ln>
        </p:spPr>
        <p:txBody>
          <a:bodyPr anchorCtr="0" anchor="ctr" bIns="50375" lIns="100775" spcFirstLastPara="1" rIns="100775" wrap="square" tIns="50375">
            <a:noAutofit/>
          </a:bodyPr>
          <a:lstStyle/>
          <a:p>
            <a:pPr indent="0" lvl="0" marL="0" marR="0" rtl="0" algn="l">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370" name="Google Shape;370;p75"/>
          <p:cNvSpPr txBox="1"/>
          <p:nvPr/>
        </p:nvSpPr>
        <p:spPr>
          <a:xfrm>
            <a:off x="9009062" y="3108325"/>
            <a:ext cx="504825" cy="644525"/>
          </a:xfrm>
          <a:prstGeom prst="rect">
            <a:avLst/>
          </a:prstGeom>
          <a:noFill/>
          <a:ln>
            <a:noFill/>
          </a:ln>
        </p:spPr>
        <p:txBody>
          <a:bodyPr anchorCtr="0" anchor="ctr" bIns="50375" lIns="100775" spcFirstLastPara="1" rIns="100775" wrap="square" tIns="50375">
            <a:noAutofit/>
          </a:bodyPr>
          <a:lstStyle/>
          <a:p>
            <a:pPr indent="0" lvl="0" marL="0" marR="0" rtl="0" algn="r">
              <a:lnSpc>
                <a:spcPct val="93000"/>
              </a:lnSpc>
              <a:spcBef>
                <a:spcPts val="0"/>
              </a:spcBef>
              <a:spcAft>
                <a:spcPts val="0"/>
              </a:spcAft>
              <a:buClr>
                <a:schemeClr val="dk1"/>
              </a:buClr>
              <a:buSzPts val="8800"/>
              <a:buFont typeface="Arial"/>
              <a:buNone/>
            </a:pPr>
            <a:r>
              <a:rPr b="0" i="0" lang="en-US" sz="8800" u="none">
                <a:solidFill>
                  <a:schemeClr val="dk1"/>
                </a:solidFill>
                <a:latin typeface="Arial"/>
                <a:ea typeface="Arial"/>
                <a:cs typeface="Arial"/>
                <a:sym typeface="Arial"/>
              </a:rPr>
              <a:t>”</a:t>
            </a:r>
            <a:endParaRPr/>
          </a:p>
        </p:txBody>
      </p:sp>
      <p:sp>
        <p:nvSpPr>
          <p:cNvPr id="371" name="Google Shape;371;p75"/>
          <p:cNvSpPr txBox="1"/>
          <p:nvPr>
            <p:ph type="title"/>
          </p:nvPr>
        </p:nvSpPr>
        <p:spPr>
          <a:xfrm>
            <a:off x="1082675" y="503237"/>
            <a:ext cx="8494712" cy="2184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72" name="Google Shape;372;p75"/>
          <p:cNvSpPr txBox="1"/>
          <p:nvPr>
            <p:ph idx="1" type="body"/>
          </p:nvPr>
        </p:nvSpPr>
        <p:spPr>
          <a:xfrm>
            <a:off x="1082675" y="2940050"/>
            <a:ext cx="8494712" cy="3700462"/>
          </a:xfrm>
          <a:prstGeom prst="rect">
            <a:avLst/>
          </a:prstGeom>
          <a:noFill/>
          <a:ln>
            <a:noFill/>
          </a:ln>
        </p:spPr>
        <p:txBody>
          <a:bodyPr anchorCtr="0" anchor="ctr" bIns="45700" lIns="91425" spcFirstLastPara="1" rIns="91425" wrap="square" tIns="45700">
            <a:noAutofit/>
          </a:bodyPr>
          <a:lstStyle>
            <a:lvl1pPr indent="-467994" lvl="0" marL="457200" marR="0" rtl="0" algn="l">
              <a:spcBef>
                <a:spcPts val="520"/>
              </a:spcBef>
              <a:spcAft>
                <a:spcPts val="0"/>
              </a:spcAft>
              <a:buClr>
                <a:srgbClr val="1287C3"/>
              </a:buClr>
              <a:buSzPts val="3770"/>
              <a:buFont typeface="Arial"/>
              <a:buChar char="•"/>
              <a:defRPr b="0" i="0" sz="2600" u="none" cap="none" strike="noStrike">
                <a:solidFill>
                  <a:schemeClr val="dk1"/>
                </a:solidFill>
                <a:latin typeface="Arial"/>
                <a:ea typeface="Arial"/>
                <a:cs typeface="Arial"/>
                <a:sym typeface="Arial"/>
              </a:defRPr>
            </a:lvl1pPr>
            <a:lvl2pPr indent="-431165" lvl="1" marL="914400" marR="0" rtl="0" algn="l">
              <a:spcBef>
                <a:spcPts val="663"/>
              </a:spcBef>
              <a:spcAft>
                <a:spcPts val="0"/>
              </a:spcAft>
              <a:buClr>
                <a:srgbClr val="1287C3"/>
              </a:buClr>
              <a:buSzPts val="3190"/>
              <a:buFont typeface="Arial"/>
              <a:buChar char="•"/>
              <a:defRPr b="0" i="0" sz="2200" u="none" cap="none" strike="noStrike">
                <a:solidFill>
                  <a:schemeClr val="dk1"/>
                </a:solidFill>
                <a:latin typeface="Arial"/>
                <a:ea typeface="Arial"/>
                <a:cs typeface="Arial"/>
                <a:sym typeface="Arial"/>
              </a:defRPr>
            </a:lvl2pPr>
            <a:lvl3pPr indent="-403542" lvl="2" marL="1371600" marR="0" rtl="0" algn="l">
              <a:spcBef>
                <a:spcPts val="663"/>
              </a:spcBef>
              <a:spcAft>
                <a:spcPts val="0"/>
              </a:spcAft>
              <a:buClr>
                <a:srgbClr val="1287C3"/>
              </a:buClr>
              <a:buSzPts val="2755"/>
              <a:buFont typeface="Arial"/>
              <a:buChar char="•"/>
              <a:defRPr b="0" i="0" sz="1900" u="none" cap="none" strike="noStrike">
                <a:solidFill>
                  <a:schemeClr val="dk1"/>
                </a:solidFill>
                <a:latin typeface="Arial"/>
                <a:ea typeface="Arial"/>
                <a:cs typeface="Arial"/>
                <a:sym typeface="Arial"/>
              </a:defRPr>
            </a:lvl3pPr>
            <a:lvl4pPr indent="-385127" lvl="3" marL="1828800" marR="0" rtl="0" algn="l">
              <a:spcBef>
                <a:spcPts val="663"/>
              </a:spcBef>
              <a:spcAft>
                <a:spcPts val="0"/>
              </a:spcAft>
              <a:buClr>
                <a:srgbClr val="1287C3"/>
              </a:buClr>
              <a:buSzPts val="2465"/>
              <a:buFont typeface="Arial"/>
              <a:buChar char="•"/>
              <a:defRPr b="0" i="0" sz="1700" u="none" cap="none" strike="noStrike">
                <a:solidFill>
                  <a:schemeClr val="dk1"/>
                </a:solidFill>
                <a:latin typeface="Arial"/>
                <a:ea typeface="Arial"/>
                <a:cs typeface="Arial"/>
                <a:sym typeface="Arial"/>
              </a:defRPr>
            </a:lvl4pPr>
            <a:lvl5pPr indent="-366712" lvl="4" marL="2286000" marR="0" rtl="0" algn="l">
              <a:spcBef>
                <a:spcPts val="663"/>
              </a:spcBef>
              <a:spcAft>
                <a:spcPts val="0"/>
              </a:spcAft>
              <a:buClr>
                <a:srgbClr val="1287C3"/>
              </a:buClr>
              <a:buSzPts val="2175"/>
              <a:buFont typeface="Arial"/>
              <a:buChar char="•"/>
              <a:defRPr b="0" i="0" sz="1500" u="none" cap="none" strike="noStrike">
                <a:solidFill>
                  <a:schemeClr val="dk1"/>
                </a:solidFill>
                <a:latin typeface="Arial"/>
                <a:ea typeface="Arial"/>
                <a:cs typeface="Arial"/>
                <a:sym typeface="Arial"/>
              </a:defRPr>
            </a:lvl5pPr>
            <a:lvl6pPr indent="-370671" lvl="5" marL="2743200" marR="0" rtl="0" algn="l">
              <a:spcBef>
                <a:spcPts val="663"/>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6pPr>
            <a:lvl7pPr indent="-370671" lvl="6" marL="32004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7pPr>
            <a:lvl8pPr indent="-370671" lvl="7" marL="3657600" marR="0" rtl="0" algn="l">
              <a:spcBef>
                <a:spcPts val="661"/>
              </a:spcBef>
              <a:spcAft>
                <a:spcPts val="0"/>
              </a:spcAft>
              <a:buClr>
                <a:srgbClr val="1186C3"/>
              </a:buClr>
              <a:buSzPts val="2237"/>
              <a:buFont typeface="Arial"/>
              <a:buChar char="•"/>
              <a:defRPr b="0" i="0" sz="1543" u="none" cap="none" strike="noStrike">
                <a:solidFill>
                  <a:schemeClr val="dk1"/>
                </a:solidFill>
                <a:latin typeface="Arial"/>
                <a:ea typeface="Arial"/>
                <a:cs typeface="Arial"/>
                <a:sym typeface="Arial"/>
              </a:defRPr>
            </a:lvl8pPr>
            <a:lvl9pPr indent="-370671" lvl="8" marL="4114800" marR="0" rtl="0" algn="l">
              <a:spcBef>
                <a:spcPts val="661"/>
              </a:spcBef>
              <a:spcAft>
                <a:spcPts val="661"/>
              </a:spcAft>
              <a:buClr>
                <a:srgbClr val="1186C3"/>
              </a:buClr>
              <a:buSzPts val="2237"/>
              <a:buFont typeface="Arial"/>
              <a:buChar char="•"/>
              <a:defRPr b="0" i="0" sz="1543" u="none" cap="none" strike="noStrike">
                <a:solidFill>
                  <a:schemeClr val="dk1"/>
                </a:solidFill>
                <a:latin typeface="Arial"/>
                <a:ea typeface="Arial"/>
                <a:cs typeface="Arial"/>
                <a:sym typeface="Arial"/>
              </a:defRPr>
            </a:lvl9pPr>
          </a:lstStyle>
          <a:p/>
        </p:txBody>
      </p:sp>
      <p:sp>
        <p:nvSpPr>
          <p:cNvPr id="373" name="Google Shape;373;p75"/>
          <p:cNvSpPr txBox="1"/>
          <p:nvPr>
            <p:ph idx="10" type="dt"/>
          </p:nvPr>
        </p:nvSpPr>
        <p:spPr>
          <a:xfrm>
            <a:off x="8112125" y="6742112"/>
            <a:ext cx="946150" cy="401637"/>
          </a:xfrm>
          <a:prstGeom prst="rect">
            <a:avLst/>
          </a:prstGeom>
          <a:noFill/>
          <a:ln>
            <a:noFill/>
          </a:ln>
        </p:spPr>
        <p:txBody>
          <a:bodyPr anchorCtr="0" anchor="ctr" bIns="45700" lIns="91425" spcFirstLastPara="1" rIns="91425" wrap="square" tIns="45700">
            <a:noAutofit/>
          </a:bodyPr>
          <a:lstStyle>
            <a:lvl1pPr lvl="0" marR="0" rtl="0" algn="r">
              <a:lnSpc>
                <a:spcPct val="93000"/>
              </a:lnSpc>
              <a:spcBef>
                <a:spcPts val="0"/>
              </a:spcBef>
              <a:spcAft>
                <a:spcPts val="0"/>
              </a:spcAft>
              <a:buSzPts val="1400"/>
              <a:buNone/>
              <a:defRPr b="0" i="0" sz="11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74" name="Google Shape;374;p75"/>
          <p:cNvSpPr txBox="1"/>
          <p:nvPr>
            <p:ph idx="11" type="ftr"/>
          </p:nvPr>
        </p:nvSpPr>
        <p:spPr>
          <a:xfrm>
            <a:off x="2190750" y="6742112"/>
            <a:ext cx="5857875"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75" name="Google Shape;375;p75"/>
          <p:cNvSpPr txBox="1"/>
          <p:nvPr>
            <p:ph idx="12" type="sldNum"/>
          </p:nvPr>
        </p:nvSpPr>
        <p:spPr>
          <a:xfrm>
            <a:off x="9120187" y="6742112"/>
            <a:ext cx="45720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1pPr>
            <a:lvl2pPr indent="0" lvl="1"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2pPr>
            <a:lvl3pPr indent="0" lvl="2"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3pPr>
            <a:lvl4pPr indent="0" lvl="3"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4pPr>
            <a:lvl5pPr indent="0" lvl="4"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5pPr>
            <a:lvl6pPr indent="0" lvl="5"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6pPr>
            <a:lvl7pPr indent="0" lvl="6"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7pPr>
            <a:lvl8pPr indent="0" lvl="7"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8pPr>
            <a:lvl9pPr indent="0" lvl="8" marL="0" marR="0" rtl="0" algn="r">
              <a:lnSpc>
                <a:spcPct val="93000"/>
              </a:lnSpc>
              <a:spcBef>
                <a:spcPts val="0"/>
              </a:spcBef>
              <a:spcAft>
                <a:spcPts val="0"/>
              </a:spcAft>
              <a:buClr>
                <a:schemeClr val="dk1"/>
              </a:buClr>
              <a:buSzPts val="1100"/>
              <a:buFont typeface="Arial"/>
              <a:buNone/>
              <a:defRPr b="0" i="0" sz="1100" u="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93"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
          <p:cNvSpPr txBox="1"/>
          <p:nvPr>
            <p:ph type="ctrTitle"/>
          </p:nvPr>
        </p:nvSpPr>
        <p:spPr>
          <a:xfrm>
            <a:off x="1917700" y="1008062"/>
            <a:ext cx="7659687" cy="3844925"/>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5900"/>
              <a:buFont typeface="Arial"/>
              <a:buNone/>
            </a:pPr>
            <a:r>
              <a:rPr b="0" i="0" lang="en-US" sz="5900" u="none">
                <a:solidFill>
                  <a:schemeClr val="dk1"/>
                </a:solidFill>
                <a:latin typeface="Arial"/>
                <a:ea typeface="Arial"/>
                <a:cs typeface="Arial"/>
                <a:sym typeface="Arial"/>
              </a:rPr>
              <a:t>Chương 1</a:t>
            </a:r>
            <a:br>
              <a:rPr b="0" i="0" lang="en-US" sz="5900" u="none">
                <a:solidFill>
                  <a:schemeClr val="dk1"/>
                </a:solidFill>
                <a:latin typeface="Arial"/>
                <a:ea typeface="Arial"/>
                <a:cs typeface="Arial"/>
                <a:sym typeface="Arial"/>
              </a:rPr>
            </a:br>
            <a:r>
              <a:rPr b="0" i="0" lang="en-US" sz="5900" u="none">
                <a:solidFill>
                  <a:schemeClr val="dk1"/>
                </a:solidFill>
                <a:latin typeface="Arial"/>
                <a:ea typeface="Arial"/>
                <a:cs typeface="Arial"/>
                <a:sym typeface="Arial"/>
              </a:rPr>
              <a:t>Tổng quan về CSDL</a:t>
            </a:r>
            <a:endParaRPr/>
          </a:p>
        </p:txBody>
      </p:sp>
      <p:sp>
        <p:nvSpPr>
          <p:cNvPr id="389" name="Google Shape;389;p1"/>
          <p:cNvSpPr txBox="1"/>
          <p:nvPr>
            <p:ph idx="1" type="subTitle"/>
          </p:nvPr>
        </p:nvSpPr>
        <p:spPr>
          <a:xfrm>
            <a:off x="3224212" y="4852987"/>
            <a:ext cx="6353175" cy="150495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755"/>
              <a:buNone/>
            </a:pPr>
            <a:r>
              <a:t/>
            </a:r>
            <a:endParaRPr b="0" i="0" sz="1900" u="none">
              <a:solidFill>
                <a:schemeClr val="dk1"/>
              </a:solidFill>
              <a:latin typeface="Arial"/>
              <a:ea typeface="Arial"/>
              <a:cs typeface="Arial"/>
              <a:sym typeface="Arial"/>
            </a:endParaRPr>
          </a:p>
          <a:p>
            <a:pPr indent="0" lvl="0" marL="0" rtl="0" algn="r">
              <a:lnSpc>
                <a:spcPct val="100000"/>
              </a:lnSpc>
              <a:spcBef>
                <a:spcPts val="980"/>
              </a:spcBef>
              <a:spcAft>
                <a:spcPts val="0"/>
              </a:spcAft>
              <a:buSzPts val="2755"/>
              <a:buNone/>
            </a:pPr>
            <a:r>
              <a:rPr lang="en-US" sz="1900"/>
              <a:t>Khoa</a:t>
            </a:r>
            <a:r>
              <a:rPr b="0" i="0" lang="en-US" sz="1900" u="none">
                <a:solidFill>
                  <a:schemeClr val="dk1"/>
                </a:solidFill>
                <a:latin typeface="Arial"/>
                <a:ea typeface="Arial"/>
                <a:cs typeface="Arial"/>
                <a:sym typeface="Arial"/>
              </a:rPr>
              <a:t> HTTT, </a:t>
            </a:r>
            <a:r>
              <a:rPr lang="en-US" sz="1900"/>
              <a:t>Trường</a:t>
            </a:r>
            <a:r>
              <a:rPr b="0" i="0" lang="en-US" sz="1900" u="none">
                <a:solidFill>
                  <a:schemeClr val="dk1"/>
                </a:solidFill>
                <a:latin typeface="Arial"/>
                <a:ea typeface="Arial"/>
                <a:cs typeface="Arial"/>
                <a:sym typeface="Arial"/>
              </a:rPr>
              <a:t> CNTT&amp;TT</a:t>
            </a:r>
            <a:endParaRPr/>
          </a:p>
        </p:txBody>
      </p:sp>
      <p:sp>
        <p:nvSpPr>
          <p:cNvPr id="390" name="Google Shape;390;p1"/>
          <p:cNvSpPr txBox="1"/>
          <p:nvPr/>
        </p:nvSpPr>
        <p:spPr>
          <a:xfrm>
            <a:off x="9123362" y="6743700"/>
            <a:ext cx="454025" cy="401637"/>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
          <p:cNvSpPr txBox="1"/>
          <p:nvPr>
            <p:ph type="title"/>
          </p:nvPr>
        </p:nvSpPr>
        <p:spPr>
          <a:xfrm>
            <a:off x="1230312" y="46037"/>
            <a:ext cx="8493125" cy="1066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1" i="0" lang="en-US" sz="4400" u="none">
                <a:solidFill>
                  <a:schemeClr val="dk1"/>
                </a:solidFill>
                <a:latin typeface="Arial"/>
                <a:ea typeface="Arial"/>
                <a:cs typeface="Arial"/>
                <a:sym typeface="Arial"/>
              </a:rPr>
              <a:t>Nội dung</a:t>
            </a:r>
            <a:endParaRPr/>
          </a:p>
        </p:txBody>
      </p:sp>
      <p:sp>
        <p:nvSpPr>
          <p:cNvPr id="397" name="Google Shape;397;p2"/>
          <p:cNvSpPr txBox="1"/>
          <p:nvPr>
            <p:ph idx="1" type="body"/>
          </p:nvPr>
        </p:nvSpPr>
        <p:spPr>
          <a:xfrm>
            <a:off x="1230312" y="1189037"/>
            <a:ext cx="8493125" cy="5768975"/>
          </a:xfrm>
          <a:prstGeom prst="rect">
            <a:avLst/>
          </a:prstGeom>
          <a:noFill/>
          <a:ln>
            <a:noFill/>
          </a:ln>
        </p:spPr>
        <p:txBody>
          <a:bodyPr anchorCtr="0" anchor="ctr" bIns="45700" lIns="91425" spcFirstLastPara="1" rIns="91425" wrap="square" tIns="45700">
            <a:noAutofit/>
          </a:bodyPr>
          <a:lstStyle/>
          <a:p>
            <a:pPr indent="-314325" lvl="0" marL="314325" marR="0" rtl="0" algn="l">
              <a:lnSpc>
                <a:spcPct val="100000"/>
              </a:lnSpc>
              <a:spcBef>
                <a:spcPts val="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Khái niệm chung</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Khung nhìn dữ liệu</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Các mô hình của CSDL</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Ngôn ngữ cơ sở dữ liệu</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Quản lý các giao dịch (transaction)</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Quản lý lưu trữ </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Người quản trị CSDL và Người sử dụng CSDL</a:t>
            </a:r>
            <a:endParaRPr/>
          </a:p>
          <a:p>
            <a:pPr indent="-314325" lvl="0" marL="314325" marR="0" rtl="0" algn="l">
              <a:lnSpc>
                <a:spcPct val="100000"/>
              </a:lnSpc>
              <a:spcBef>
                <a:spcPts val="1240"/>
              </a:spcBef>
              <a:spcAft>
                <a:spcPts val="0"/>
              </a:spcAft>
              <a:buClr>
                <a:srgbClr val="1287C3"/>
              </a:buClr>
              <a:buSzPts val="4640"/>
              <a:buFont typeface="Arial"/>
              <a:buChar char="•"/>
            </a:pPr>
            <a:r>
              <a:rPr b="0" i="0" lang="en-US" sz="3200" u="none" cap="none" strike="noStrike">
                <a:solidFill>
                  <a:schemeClr val="dk1"/>
                </a:solidFill>
                <a:latin typeface="Arial"/>
                <a:ea typeface="Arial"/>
                <a:cs typeface="Arial"/>
                <a:sym typeface="Arial"/>
              </a:rPr>
              <a:t>Hệ quản trị CSDL </a:t>
            </a:r>
            <a:endParaRPr/>
          </a:p>
        </p:txBody>
      </p:sp>
      <p:sp>
        <p:nvSpPr>
          <p:cNvPr id="398" name="Google Shape;398;p2"/>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
          <p:cNvSpPr txBox="1"/>
          <p:nvPr>
            <p:ph type="title"/>
          </p:nvPr>
        </p:nvSpPr>
        <p:spPr>
          <a:xfrm>
            <a:off x="1230312" y="-53975"/>
            <a:ext cx="8493125" cy="1066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1" i="0" lang="en-US" sz="4400" u="none">
                <a:solidFill>
                  <a:schemeClr val="dk1"/>
                </a:solidFill>
                <a:latin typeface="Arial"/>
                <a:ea typeface="Arial"/>
                <a:cs typeface="Arial"/>
                <a:sym typeface="Arial"/>
              </a:rPr>
              <a:t>Khái niệm về dữ liệu </a:t>
            </a:r>
            <a:endParaRPr/>
          </a:p>
        </p:txBody>
      </p:sp>
      <p:sp>
        <p:nvSpPr>
          <p:cNvPr id="405" name="Google Shape;405;p3"/>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
        <p:nvSpPr>
          <p:cNvPr id="406" name="Google Shape;406;p3"/>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Dữ liệu ở khắp mọi nơi xung quanh ta …</a:t>
            </a:r>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Dữ liệu về phim</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Dữ liệu của thư viện</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Dữ liệu liên quan cho thuê xe, đặt chổ máy bay</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Dữ liệu về thẻ bảo hiểm, bệnh viện</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Dữ liệu của các nhà mạng (Vinaphone, …)</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Hệ thống thông tin địa lý</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Dữ liệu ở khắp mọi nơi xung quanh ta …</a:t>
            </a:r>
            <a:endParaRPr/>
          </a:p>
          <a:p>
            <a:pPr indent="0" lvl="0" marL="0" marR="0" rtl="0" algn="l">
              <a:lnSpc>
                <a:spcPct val="100000"/>
              </a:lnSpc>
              <a:spcBef>
                <a:spcPts val="0"/>
              </a:spcBef>
              <a:spcAft>
                <a:spcPts val="0"/>
              </a:spcAft>
              <a:buNone/>
            </a:pPr>
            <a:r>
              <a:t/>
            </a:r>
            <a:endParaRPr b="0" i="0" sz="2800" u="none">
              <a:solidFill>
                <a:srgbClr val="000000"/>
              </a:solidFill>
              <a:latin typeface="Arial"/>
              <a:ea typeface="Arial"/>
              <a:cs typeface="Arial"/>
              <a:sym typeface="Arial"/>
            </a:endParaRPr>
          </a:p>
        </p:txBody>
      </p:sp>
      <p:sp>
        <p:nvSpPr>
          <p:cNvPr id="413" name="Google Shape;413;p4"/>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Khái niệm về dữ liệu</a:t>
            </a:r>
            <a:endParaRPr/>
          </a:p>
        </p:txBody>
      </p:sp>
      <p:pic>
        <p:nvPicPr>
          <p:cNvPr id="414" name="Google Shape;414;p4"/>
          <p:cNvPicPr preferRelativeResize="0"/>
          <p:nvPr/>
        </p:nvPicPr>
        <p:blipFill rotWithShape="1">
          <a:blip r:embed="rId3">
            <a:alphaModFix/>
          </a:blip>
          <a:srcRect b="0" l="0" r="0" t="0"/>
          <a:stretch/>
        </p:blipFill>
        <p:spPr>
          <a:xfrm>
            <a:off x="1230313" y="2509838"/>
            <a:ext cx="7340600" cy="4286250"/>
          </a:xfrm>
          <a:prstGeom prst="rect">
            <a:avLst/>
          </a:prstGeom>
          <a:noFill/>
          <a:ln cap="flat" cmpd="sng" w="9525">
            <a:solidFill>
              <a:srgbClr val="4F81BD"/>
            </a:solidFill>
            <a:prstDash val="solid"/>
            <a:miter lim="800000"/>
            <a:headEnd len="sm" w="sm" type="none"/>
            <a:tailEnd len="sm" w="sm" type="none"/>
          </a:ln>
        </p:spPr>
      </p:pic>
      <p:sp>
        <p:nvSpPr>
          <p:cNvPr id="415" name="Google Shape;415;p4"/>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Dữ liệu ở khắp mọi nơi xung quanh ta … trong công ty:</a:t>
            </a:r>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23850" lvl="1" marL="863600" marR="0" rtl="0" algn="l">
              <a:lnSpc>
                <a:spcPct val="100000"/>
              </a:lnSpc>
              <a:spcBef>
                <a:spcPts val="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Khách hàng</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Sản phẩm</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Đơn đặt hàng </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Hóa đơn</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a:t>
            </a:r>
            <a:endParaRPr/>
          </a:p>
          <a:p>
            <a:pPr indent="0" lvl="0" marL="0" marR="0" rtl="0" algn="l">
              <a:lnSpc>
                <a:spcPct val="100000"/>
              </a:lnSpc>
              <a:spcBef>
                <a:spcPts val="120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422" name="Google Shape;422;p5"/>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Khái niệm về dữ liệu</a:t>
            </a:r>
            <a:endParaRPr/>
          </a:p>
        </p:txBody>
      </p:sp>
      <p:sp>
        <p:nvSpPr>
          <p:cNvPr id="423" name="Google Shape;423;p5"/>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pSp>
        <p:nvGrpSpPr>
          <p:cNvPr id="429" name="Google Shape;429;p6"/>
          <p:cNvGrpSpPr/>
          <p:nvPr/>
        </p:nvGrpSpPr>
        <p:grpSpPr>
          <a:xfrm>
            <a:off x="-47625" y="-487362"/>
            <a:ext cx="11637426" cy="7521575"/>
            <a:chOff x="1701" y="1661"/>
            <a:chExt cx="3136" cy="2485"/>
          </a:xfrm>
        </p:grpSpPr>
        <p:pic>
          <p:nvPicPr>
            <p:cNvPr id="430" name="Google Shape;430;p6"/>
            <p:cNvPicPr preferRelativeResize="0"/>
            <p:nvPr/>
          </p:nvPicPr>
          <p:blipFill rotWithShape="1">
            <a:blip r:embed="rId3">
              <a:alphaModFix/>
            </a:blip>
            <a:srcRect b="0" l="0" r="0" t="0"/>
            <a:stretch/>
          </p:blipFill>
          <p:spPr>
            <a:xfrm>
              <a:off x="2086" y="1661"/>
              <a:ext cx="2751" cy="2193"/>
            </a:xfrm>
            <a:prstGeom prst="rect">
              <a:avLst/>
            </a:prstGeom>
            <a:noFill/>
            <a:ln cap="flat" cmpd="sng" w="9525">
              <a:solidFill>
                <a:srgbClr val="4F81BD"/>
              </a:solidFill>
              <a:prstDash val="solid"/>
              <a:round/>
              <a:headEnd len="sm" w="sm" type="none"/>
              <a:tailEnd len="sm" w="sm" type="none"/>
            </a:ln>
          </p:spPr>
        </p:pic>
        <p:pic>
          <p:nvPicPr>
            <p:cNvPr id="431" name="Google Shape;431;p6"/>
            <p:cNvPicPr preferRelativeResize="0"/>
            <p:nvPr/>
          </p:nvPicPr>
          <p:blipFill rotWithShape="1">
            <a:blip r:embed="rId3">
              <a:alphaModFix/>
            </a:blip>
            <a:srcRect b="0" l="0" r="0" t="0"/>
            <a:stretch/>
          </p:blipFill>
          <p:spPr>
            <a:xfrm>
              <a:off x="1894" y="1807"/>
              <a:ext cx="2751" cy="2193"/>
            </a:xfrm>
            <a:prstGeom prst="rect">
              <a:avLst/>
            </a:prstGeom>
            <a:noFill/>
            <a:ln cap="flat" cmpd="sng" w="9525">
              <a:solidFill>
                <a:srgbClr val="4F81BD"/>
              </a:solidFill>
              <a:prstDash val="solid"/>
              <a:round/>
              <a:headEnd len="sm" w="sm" type="none"/>
              <a:tailEnd len="sm" w="sm" type="none"/>
            </a:ln>
          </p:spPr>
        </p:pic>
        <p:pic>
          <p:nvPicPr>
            <p:cNvPr id="432" name="Google Shape;432;p6"/>
            <p:cNvPicPr preferRelativeResize="0"/>
            <p:nvPr/>
          </p:nvPicPr>
          <p:blipFill rotWithShape="1">
            <a:blip r:embed="rId3">
              <a:alphaModFix/>
            </a:blip>
            <a:srcRect b="0" l="0" r="0" t="0"/>
            <a:stretch/>
          </p:blipFill>
          <p:spPr>
            <a:xfrm>
              <a:off x="1701" y="1953"/>
              <a:ext cx="2751" cy="2193"/>
            </a:xfrm>
            <a:prstGeom prst="rect">
              <a:avLst/>
            </a:prstGeom>
            <a:noFill/>
            <a:ln cap="flat" cmpd="sng" w="9525">
              <a:solidFill>
                <a:srgbClr val="4F81BD"/>
              </a:solidFill>
              <a:prstDash val="solid"/>
              <a:round/>
              <a:headEnd len="sm" w="sm" type="none"/>
              <a:tailEnd len="sm" w="sm" type="none"/>
            </a:ln>
          </p:spPr>
        </p:pic>
      </p:grpSp>
      <p:sp>
        <p:nvSpPr>
          <p:cNvPr id="433" name="Google Shape;433;p6"/>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
        <p:nvSpPr>
          <p:cNvPr id="434" name="Google Shape;434;p6"/>
          <p:cNvSpPr txBox="1"/>
          <p:nvPr>
            <p:ph type="title"/>
          </p:nvPr>
        </p:nvSpPr>
        <p:spPr>
          <a:xfrm>
            <a:off x="1230312" y="46037"/>
            <a:ext cx="8493125" cy="1066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b="1">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grpSp>
        <p:nvGrpSpPr>
          <p:cNvPr id="440" name="Google Shape;440;p7"/>
          <p:cNvGrpSpPr/>
          <p:nvPr/>
        </p:nvGrpSpPr>
        <p:grpSpPr>
          <a:xfrm>
            <a:off x="315912" y="1562100"/>
            <a:ext cx="6477000" cy="5722937"/>
            <a:chOff x="1025" y="1781"/>
            <a:chExt cx="1799" cy="1499"/>
          </a:xfrm>
        </p:grpSpPr>
        <p:pic>
          <p:nvPicPr>
            <p:cNvPr id="441" name="Google Shape;441;p7"/>
            <p:cNvPicPr preferRelativeResize="0"/>
            <p:nvPr/>
          </p:nvPicPr>
          <p:blipFill rotWithShape="1">
            <a:blip r:embed="rId3">
              <a:alphaModFix/>
            </a:blip>
            <a:srcRect b="0" l="0" r="0" t="0"/>
            <a:stretch/>
          </p:blipFill>
          <p:spPr>
            <a:xfrm>
              <a:off x="1246" y="1781"/>
              <a:ext cx="1578" cy="1323"/>
            </a:xfrm>
            <a:prstGeom prst="rect">
              <a:avLst/>
            </a:prstGeom>
            <a:noFill/>
            <a:ln cap="flat" cmpd="sng" w="9525">
              <a:solidFill>
                <a:srgbClr val="4F81BD"/>
              </a:solidFill>
              <a:prstDash val="solid"/>
              <a:round/>
              <a:headEnd len="sm" w="sm" type="none"/>
              <a:tailEnd len="sm" w="sm" type="none"/>
            </a:ln>
          </p:spPr>
        </p:pic>
        <p:pic>
          <p:nvPicPr>
            <p:cNvPr id="442" name="Google Shape;442;p7"/>
            <p:cNvPicPr preferRelativeResize="0"/>
            <p:nvPr/>
          </p:nvPicPr>
          <p:blipFill rotWithShape="1">
            <a:blip r:embed="rId3">
              <a:alphaModFix/>
            </a:blip>
            <a:srcRect b="0" l="0" r="0" t="0"/>
            <a:stretch/>
          </p:blipFill>
          <p:spPr>
            <a:xfrm>
              <a:off x="1135" y="1869"/>
              <a:ext cx="1578" cy="1323"/>
            </a:xfrm>
            <a:prstGeom prst="rect">
              <a:avLst/>
            </a:prstGeom>
            <a:noFill/>
            <a:ln cap="flat" cmpd="sng" w="9525">
              <a:solidFill>
                <a:srgbClr val="4F81BD"/>
              </a:solidFill>
              <a:prstDash val="solid"/>
              <a:round/>
              <a:headEnd len="sm" w="sm" type="none"/>
              <a:tailEnd len="sm" w="sm" type="none"/>
            </a:ln>
          </p:spPr>
        </p:pic>
        <p:pic>
          <p:nvPicPr>
            <p:cNvPr id="443" name="Google Shape;443;p7"/>
            <p:cNvPicPr preferRelativeResize="0"/>
            <p:nvPr/>
          </p:nvPicPr>
          <p:blipFill rotWithShape="1">
            <a:blip r:embed="rId3">
              <a:alphaModFix/>
            </a:blip>
            <a:srcRect b="0" l="0" r="0" t="0"/>
            <a:stretch/>
          </p:blipFill>
          <p:spPr>
            <a:xfrm>
              <a:off x="1025" y="1957"/>
              <a:ext cx="1578" cy="1323"/>
            </a:xfrm>
            <a:prstGeom prst="rect">
              <a:avLst/>
            </a:prstGeom>
            <a:noFill/>
            <a:ln cap="flat" cmpd="sng" w="9525">
              <a:solidFill>
                <a:srgbClr val="4F81BD"/>
              </a:solidFill>
              <a:prstDash val="solid"/>
              <a:round/>
              <a:headEnd len="sm" w="sm" type="none"/>
              <a:tailEnd len="sm" w="sm" type="none"/>
            </a:ln>
          </p:spPr>
        </p:pic>
      </p:grpSp>
      <p:sp>
        <p:nvSpPr>
          <p:cNvPr id="444" name="Google Shape;444;p7"/>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pic>
        <p:nvPicPr>
          <p:cNvPr id="445" name="Google Shape;445;p7"/>
          <p:cNvPicPr preferRelativeResize="0"/>
          <p:nvPr/>
        </p:nvPicPr>
        <p:blipFill rotWithShape="1">
          <a:blip r:embed="rId4">
            <a:alphaModFix/>
          </a:blip>
          <a:srcRect b="0" l="0" r="0" t="0"/>
          <a:stretch/>
        </p:blipFill>
        <p:spPr>
          <a:xfrm>
            <a:off x="7173913" y="2408238"/>
            <a:ext cx="2519362" cy="2205037"/>
          </a:xfrm>
          <a:prstGeom prst="rect">
            <a:avLst/>
          </a:prstGeom>
          <a:noFill/>
          <a:ln>
            <a:noFill/>
          </a:ln>
        </p:spPr>
      </p:pic>
      <p:sp>
        <p:nvSpPr>
          <p:cNvPr id="446" name="Google Shape;446;p7"/>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8"/>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sp>
        <p:nvSpPr>
          <p:cNvPr id="453" name="Google Shape;453;p8"/>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Làm thế nào sắp xếp dữ liệu trong một máy tính?</a:t>
            </a:r>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215900" lvl="4" marL="2159000" marR="0" rtl="0" algn="l">
              <a:lnSpc>
                <a:spcPct val="100000"/>
              </a:lnSpc>
              <a:spcBef>
                <a:spcPts val="0"/>
              </a:spcBef>
              <a:spcAft>
                <a:spcPts val="0"/>
              </a:spcAft>
              <a:buClr>
                <a:srgbClr val="000000"/>
              </a:buClr>
              <a:buSzPts val="1080"/>
              <a:buFont typeface="Noto Sans Symbols"/>
              <a:buChar char="●"/>
            </a:pPr>
            <a:r>
              <a:rPr b="0" i="0" lang="en-US" sz="2400" u="none" cap="none" strike="noStrike">
                <a:solidFill>
                  <a:srgbClr val="000000"/>
                </a:solidFill>
                <a:latin typeface="Arial"/>
                <a:ea typeface="Arial"/>
                <a:cs typeface="Arial"/>
                <a:sym typeface="Arial"/>
              </a:rPr>
              <a:t>Scan các hóa đơn</a:t>
            </a:r>
            <a:endParaRPr/>
          </a:p>
          <a:p>
            <a:pPr indent="-215900" lvl="4" marL="2159000" marR="0" rtl="0" algn="l">
              <a:lnSpc>
                <a:spcPct val="100000"/>
              </a:lnSpc>
              <a:spcBef>
                <a:spcPts val="300"/>
              </a:spcBef>
              <a:spcAft>
                <a:spcPts val="0"/>
              </a:spcAft>
              <a:buClr>
                <a:srgbClr val="000000"/>
              </a:buClr>
              <a:buSzPts val="1080"/>
              <a:buFont typeface="Noto Sans Symbols"/>
              <a:buChar char="●"/>
            </a:pPr>
            <a:r>
              <a:rPr b="0" i="0" lang="en-US" sz="2400" u="none" cap="none" strike="noStrike">
                <a:solidFill>
                  <a:srgbClr val="000000"/>
                </a:solidFill>
                <a:latin typeface="Arial"/>
                <a:ea typeface="Arial"/>
                <a:cs typeface="Arial"/>
                <a:sym typeface="Arial"/>
              </a:rPr>
              <a:t>Copy các dữ liệu vào trong các bảng trong word</a:t>
            </a:r>
            <a:endParaRPr/>
          </a:p>
          <a:p>
            <a:pPr indent="-215900" lvl="4" marL="2159000" marR="0" rtl="0" algn="l">
              <a:lnSpc>
                <a:spcPct val="100000"/>
              </a:lnSpc>
              <a:spcBef>
                <a:spcPts val="300"/>
              </a:spcBef>
              <a:spcAft>
                <a:spcPts val="0"/>
              </a:spcAft>
              <a:buClr>
                <a:srgbClr val="000000"/>
              </a:buClr>
              <a:buSzPts val="1080"/>
              <a:buFont typeface="Noto Sans Symbols"/>
              <a:buChar char="●"/>
            </a:pPr>
            <a:r>
              <a:rPr b="0" i="0" lang="en-US" sz="2400" u="none" cap="none" strike="noStrike">
                <a:solidFill>
                  <a:srgbClr val="000000"/>
                </a:solidFill>
                <a:latin typeface="Arial"/>
                <a:ea typeface="Arial"/>
                <a:cs typeface="Arial"/>
                <a:sym typeface="Arial"/>
              </a:rPr>
              <a:t>Copy các dữ liệu vào trong các sheet trong Excel</a:t>
            </a:r>
            <a:endParaRPr/>
          </a:p>
          <a:p>
            <a:pPr indent="-215900" lvl="4" marL="2159000" marR="0" rtl="0" algn="l">
              <a:lnSpc>
                <a:spcPct val="100000"/>
              </a:lnSpc>
              <a:spcBef>
                <a:spcPts val="300"/>
              </a:spcBef>
              <a:spcAft>
                <a:spcPts val="0"/>
              </a:spcAft>
              <a:buClr>
                <a:srgbClr val="000000"/>
              </a:buClr>
              <a:buSzPts val="1080"/>
              <a:buFont typeface="Noto Sans Symbols"/>
              <a:buChar char="●"/>
            </a:pPr>
            <a:r>
              <a:rPr b="0" i="0" lang="en-US" sz="2400" u="none" cap="none" strike="noStrike">
                <a:solidFill>
                  <a:srgbClr val="000000"/>
                </a:solidFill>
                <a:latin typeface="Arial"/>
                <a:ea typeface="Arial"/>
                <a:cs typeface="Arial"/>
                <a:sym typeface="Arial"/>
              </a:rPr>
              <a:t>Copy các dữ liệu vào trong một cơ sở dữ liệu</a:t>
            </a:r>
            <a:endParaRPr/>
          </a:p>
        </p:txBody>
      </p:sp>
      <p:sp>
        <p:nvSpPr>
          <p:cNvPr id="454" name="Google Shape;454;p8"/>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9"/>
          <p:cNvSpPr txBox="1"/>
          <p:nvPr/>
        </p:nvSpPr>
        <p:spPr>
          <a:xfrm>
            <a:off x="503237" y="695325"/>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Quan sát …</a:t>
            </a:r>
            <a:endParaRPr/>
          </a:p>
        </p:txBody>
      </p:sp>
      <p:sp>
        <p:nvSpPr>
          <p:cNvPr id="461" name="Google Shape;461;p9"/>
          <p:cNvSpPr txBox="1"/>
          <p:nvPr>
            <p:ph type="title"/>
          </p:nvPr>
        </p:nvSpPr>
        <p:spPr>
          <a:xfrm>
            <a:off x="503237" y="46037"/>
            <a:ext cx="9070975" cy="59213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grpSp>
        <p:nvGrpSpPr>
          <p:cNvPr id="462" name="Google Shape;462;p9"/>
          <p:cNvGrpSpPr/>
          <p:nvPr/>
        </p:nvGrpSpPr>
        <p:grpSpPr>
          <a:xfrm>
            <a:off x="490537" y="1493837"/>
            <a:ext cx="9590087" cy="5638800"/>
            <a:chOff x="1785938" y="2351088"/>
            <a:chExt cx="7477125" cy="4459287"/>
          </a:xfrm>
        </p:grpSpPr>
        <p:pic>
          <p:nvPicPr>
            <p:cNvPr id="463" name="Google Shape;463;p9"/>
            <p:cNvPicPr preferRelativeResize="0"/>
            <p:nvPr/>
          </p:nvPicPr>
          <p:blipFill rotWithShape="1">
            <a:blip r:embed="rId3">
              <a:alphaModFix/>
            </a:blip>
            <a:srcRect b="0" l="0" r="0" t="0"/>
            <a:stretch/>
          </p:blipFill>
          <p:spPr>
            <a:xfrm>
              <a:off x="1785938" y="2351088"/>
              <a:ext cx="5318524" cy="4459287"/>
            </a:xfrm>
            <a:prstGeom prst="rect">
              <a:avLst/>
            </a:prstGeom>
            <a:noFill/>
            <a:ln cap="flat" cmpd="sng" w="9525">
              <a:solidFill>
                <a:srgbClr val="4F81BD"/>
              </a:solidFill>
              <a:prstDash val="solid"/>
              <a:round/>
              <a:headEnd len="sm" w="sm" type="none"/>
              <a:tailEnd len="sm" w="sm" type="none"/>
            </a:ln>
          </p:spPr>
        </p:pic>
        <p:grpSp>
          <p:nvGrpSpPr>
            <p:cNvPr id="464" name="Google Shape;464;p9"/>
            <p:cNvGrpSpPr/>
            <p:nvPr/>
          </p:nvGrpSpPr>
          <p:grpSpPr>
            <a:xfrm>
              <a:off x="3186113" y="2733675"/>
              <a:ext cx="6076950" cy="3165475"/>
              <a:chOff x="2007" y="1722"/>
              <a:chExt cx="3828" cy="1994"/>
            </a:xfrm>
          </p:grpSpPr>
          <p:sp>
            <p:nvSpPr>
              <p:cNvPr id="465" name="Google Shape;465;p9"/>
              <p:cNvSpPr txBox="1"/>
              <p:nvPr/>
            </p:nvSpPr>
            <p:spPr>
              <a:xfrm>
                <a:off x="2475" y="1722"/>
                <a:ext cx="1949" cy="108"/>
              </a:xfrm>
              <a:prstGeom prst="rect">
                <a:avLst/>
              </a:prstGeom>
              <a:noFill/>
              <a:ln cap="flat" cmpd="sng" w="25550">
                <a:solidFill>
                  <a:srgbClr val="C050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6" name="Google Shape;466;p9"/>
              <p:cNvSpPr txBox="1"/>
              <p:nvPr/>
            </p:nvSpPr>
            <p:spPr>
              <a:xfrm>
                <a:off x="2007" y="3417"/>
                <a:ext cx="2417" cy="299"/>
              </a:xfrm>
              <a:prstGeom prst="rect">
                <a:avLst/>
              </a:prstGeom>
              <a:noFill/>
              <a:ln cap="flat" cmpd="sng" w="25550">
                <a:solidFill>
                  <a:srgbClr val="C0504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67" name="Google Shape;467;p9"/>
              <p:cNvCxnSpPr/>
              <p:nvPr/>
            </p:nvCxnSpPr>
            <p:spPr>
              <a:xfrm>
                <a:off x="4416" y="1782"/>
                <a:ext cx="799" cy="0"/>
              </a:xfrm>
              <a:prstGeom prst="straightConnector1">
                <a:avLst/>
              </a:prstGeom>
              <a:noFill/>
              <a:ln cap="flat" cmpd="sng" w="9525">
                <a:solidFill>
                  <a:srgbClr val="C00000"/>
                </a:solidFill>
                <a:prstDash val="solid"/>
                <a:miter lim="800000"/>
                <a:headEnd len="med" w="med" type="none"/>
                <a:tailEnd len="med" w="med" type="none"/>
              </a:ln>
            </p:spPr>
          </p:cxnSp>
          <p:cxnSp>
            <p:nvCxnSpPr>
              <p:cNvPr id="468" name="Google Shape;468;p9"/>
              <p:cNvCxnSpPr/>
              <p:nvPr/>
            </p:nvCxnSpPr>
            <p:spPr>
              <a:xfrm>
                <a:off x="4416" y="3581"/>
                <a:ext cx="799" cy="0"/>
              </a:xfrm>
              <a:prstGeom prst="straightConnector1">
                <a:avLst/>
              </a:prstGeom>
              <a:noFill/>
              <a:ln cap="flat" cmpd="sng" w="9525">
                <a:solidFill>
                  <a:srgbClr val="C00000"/>
                </a:solidFill>
                <a:prstDash val="solid"/>
                <a:miter lim="800000"/>
                <a:headEnd len="med" w="med" type="none"/>
                <a:tailEnd len="med" w="med" type="none"/>
              </a:ln>
            </p:spPr>
          </p:cxnSp>
          <p:cxnSp>
            <p:nvCxnSpPr>
              <p:cNvPr id="469" name="Google Shape;469;p9"/>
              <p:cNvCxnSpPr/>
              <p:nvPr/>
            </p:nvCxnSpPr>
            <p:spPr>
              <a:xfrm rot="10800000">
                <a:off x="5225" y="1780"/>
                <a:ext cx="0" cy="1801"/>
              </a:xfrm>
              <a:prstGeom prst="straightConnector1">
                <a:avLst/>
              </a:prstGeom>
              <a:noFill/>
              <a:ln cap="flat" cmpd="sng" w="9525">
                <a:solidFill>
                  <a:srgbClr val="C00000"/>
                </a:solidFill>
                <a:prstDash val="solid"/>
                <a:miter lim="800000"/>
                <a:headEnd len="med" w="med" type="none"/>
                <a:tailEnd len="med" w="med" type="none"/>
              </a:ln>
            </p:spPr>
          </p:cxnSp>
          <p:sp>
            <p:nvSpPr>
              <p:cNvPr id="470" name="Google Shape;470;p9"/>
              <p:cNvSpPr txBox="1"/>
              <p:nvPr/>
            </p:nvSpPr>
            <p:spPr>
              <a:xfrm>
                <a:off x="5258" y="2381"/>
                <a:ext cx="577" cy="363"/>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600"/>
                  <a:buFont typeface="Arial"/>
                  <a:buNone/>
                </a:pPr>
                <a:r>
                  <a:rPr b="0" i="1" lang="en-US" sz="1600" u="none">
                    <a:solidFill>
                      <a:srgbClr val="C00000"/>
                    </a:solidFill>
                    <a:latin typeface="Arial"/>
                    <a:ea typeface="Arial"/>
                    <a:cs typeface="Arial"/>
                    <a:sym typeface="Arial"/>
                  </a:rPr>
                  <a:t>Dữ liệu </a:t>
                </a:r>
                <a:endParaRPr/>
              </a:p>
              <a:p>
                <a:pPr indent="0" lvl="0" marL="0" marR="0" rtl="0" algn="l">
                  <a:lnSpc>
                    <a:spcPct val="100000"/>
                  </a:lnSpc>
                  <a:spcBef>
                    <a:spcPts val="0"/>
                  </a:spcBef>
                  <a:spcAft>
                    <a:spcPts val="0"/>
                  </a:spcAft>
                  <a:buClr>
                    <a:srgbClr val="C00000"/>
                  </a:buClr>
                  <a:buSzPts val="1600"/>
                  <a:buFont typeface="Arial"/>
                  <a:buNone/>
                </a:pPr>
                <a:r>
                  <a:rPr b="0" i="1" lang="en-US" sz="1600" u="none">
                    <a:solidFill>
                      <a:srgbClr val="C00000"/>
                    </a:solidFill>
                    <a:latin typeface="Arial"/>
                    <a:ea typeface="Arial"/>
                    <a:cs typeface="Arial"/>
                    <a:sym typeface="Arial"/>
                  </a:rPr>
                  <a:t>hóa đơn</a:t>
                </a:r>
                <a:endParaRPr/>
              </a:p>
            </p:txBody>
          </p:sp>
        </p:grpSp>
        <p:grpSp>
          <p:nvGrpSpPr>
            <p:cNvPr id="471" name="Google Shape;471;p9"/>
            <p:cNvGrpSpPr/>
            <p:nvPr/>
          </p:nvGrpSpPr>
          <p:grpSpPr>
            <a:xfrm>
              <a:off x="2024063" y="3135313"/>
              <a:ext cx="6205537" cy="576262"/>
              <a:chOff x="1275" y="1975"/>
              <a:chExt cx="3909" cy="363"/>
            </a:xfrm>
          </p:grpSpPr>
          <p:sp>
            <p:nvSpPr>
              <p:cNvPr id="472" name="Google Shape;472;p9"/>
              <p:cNvSpPr txBox="1"/>
              <p:nvPr/>
            </p:nvSpPr>
            <p:spPr>
              <a:xfrm>
                <a:off x="1275" y="2122"/>
                <a:ext cx="3049" cy="149"/>
              </a:xfrm>
              <a:prstGeom prst="rect">
                <a:avLst/>
              </a:prstGeom>
              <a:noFill/>
              <a:ln cap="flat" cmpd="sng" w="25550">
                <a:solidFill>
                  <a:srgbClr val="000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3" name="Google Shape;473;p9"/>
              <p:cNvSpPr txBox="1"/>
              <p:nvPr/>
            </p:nvSpPr>
            <p:spPr>
              <a:xfrm>
                <a:off x="4418" y="1975"/>
                <a:ext cx="766" cy="363"/>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0000FF"/>
                  </a:buClr>
                  <a:buSzPts val="1600"/>
                  <a:buFont typeface="Arial"/>
                  <a:buNone/>
                </a:pPr>
                <a:r>
                  <a:rPr b="0" i="1" lang="en-US" sz="1600" u="none">
                    <a:solidFill>
                      <a:srgbClr val="0000FF"/>
                    </a:solidFill>
                    <a:latin typeface="Arial"/>
                    <a:ea typeface="Arial"/>
                    <a:cs typeface="Arial"/>
                    <a:sym typeface="Arial"/>
                  </a:rPr>
                  <a:t>Dữ liệu </a:t>
                </a:r>
                <a:endParaRPr/>
              </a:p>
              <a:p>
                <a:pPr indent="0" lvl="0" marL="0" marR="0" rtl="0" algn="l">
                  <a:lnSpc>
                    <a:spcPct val="100000"/>
                  </a:lnSpc>
                  <a:spcBef>
                    <a:spcPts val="0"/>
                  </a:spcBef>
                  <a:spcAft>
                    <a:spcPts val="0"/>
                  </a:spcAft>
                  <a:buClr>
                    <a:srgbClr val="0000FF"/>
                  </a:buClr>
                  <a:buSzPts val="1600"/>
                  <a:buFont typeface="Arial"/>
                  <a:buNone/>
                </a:pPr>
                <a:r>
                  <a:rPr b="0" i="1" lang="en-US" sz="1600" u="none">
                    <a:solidFill>
                      <a:srgbClr val="0000FF"/>
                    </a:solidFill>
                    <a:latin typeface="Arial"/>
                    <a:ea typeface="Arial"/>
                    <a:cs typeface="Arial"/>
                    <a:sym typeface="Arial"/>
                  </a:rPr>
                  <a:t>khách hàng</a:t>
                </a:r>
                <a:endParaRPr/>
              </a:p>
            </p:txBody>
          </p:sp>
        </p:grpSp>
        <p:grpSp>
          <p:nvGrpSpPr>
            <p:cNvPr id="474" name="Google Shape;474;p9"/>
            <p:cNvGrpSpPr/>
            <p:nvPr/>
          </p:nvGrpSpPr>
          <p:grpSpPr>
            <a:xfrm>
              <a:off x="1944688" y="4097338"/>
              <a:ext cx="6127750" cy="1016000"/>
              <a:chOff x="1225" y="2581"/>
              <a:chExt cx="3860" cy="640"/>
            </a:xfrm>
          </p:grpSpPr>
          <p:sp>
            <p:nvSpPr>
              <p:cNvPr id="475" name="Google Shape;475;p9"/>
              <p:cNvSpPr txBox="1"/>
              <p:nvPr/>
            </p:nvSpPr>
            <p:spPr>
              <a:xfrm>
                <a:off x="1225" y="2622"/>
                <a:ext cx="3199" cy="599"/>
              </a:xfrm>
              <a:prstGeom prst="rect">
                <a:avLst/>
              </a:prstGeom>
              <a:noFill/>
              <a:ln cap="flat" cmpd="sng" w="255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6" name="Google Shape;476;p9"/>
              <p:cNvSpPr txBox="1"/>
              <p:nvPr/>
            </p:nvSpPr>
            <p:spPr>
              <a:xfrm>
                <a:off x="4508" y="2581"/>
                <a:ext cx="577" cy="363"/>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FF0000"/>
                  </a:buClr>
                  <a:buSzPts val="1600"/>
                  <a:buFont typeface="Arial"/>
                  <a:buNone/>
                </a:pPr>
                <a:r>
                  <a:rPr b="0" i="1" lang="en-US" sz="1600" u="none">
                    <a:solidFill>
                      <a:srgbClr val="FF0000"/>
                    </a:solidFill>
                    <a:latin typeface="Arial"/>
                    <a:ea typeface="Arial"/>
                    <a:cs typeface="Arial"/>
                    <a:sym typeface="Arial"/>
                  </a:rPr>
                  <a:t>Chi tiết </a:t>
                </a:r>
                <a:endParaRPr/>
              </a:p>
              <a:p>
                <a:pPr indent="0" lvl="0" marL="0" marR="0" rtl="0" algn="l">
                  <a:lnSpc>
                    <a:spcPct val="100000"/>
                  </a:lnSpc>
                  <a:spcBef>
                    <a:spcPts val="0"/>
                  </a:spcBef>
                  <a:spcAft>
                    <a:spcPts val="0"/>
                  </a:spcAft>
                  <a:buClr>
                    <a:srgbClr val="FF0000"/>
                  </a:buClr>
                  <a:buSzPts val="1600"/>
                  <a:buFont typeface="Arial"/>
                  <a:buNone/>
                </a:pPr>
                <a:r>
                  <a:rPr b="0" i="1" lang="en-US" sz="1600" u="none">
                    <a:solidFill>
                      <a:srgbClr val="FF0000"/>
                    </a:solidFill>
                    <a:latin typeface="Arial"/>
                    <a:ea typeface="Arial"/>
                    <a:cs typeface="Arial"/>
                    <a:sym typeface="Arial"/>
                  </a:rPr>
                  <a:t>hóa đơn</a:t>
                </a:r>
                <a:endParaRPr/>
              </a:p>
            </p:txBody>
          </p:sp>
        </p:grpSp>
      </p:grpSp>
      <p:sp>
        <p:nvSpPr>
          <p:cNvPr id="477" name="Google Shape;477;p9"/>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600"/>
              <a:buFont typeface="Arial"/>
              <a:buChar char="•"/>
            </a:pPr>
            <a:r>
              <a:rPr b="0" i="0" lang="en-US" sz="2600" u="none">
                <a:solidFill>
                  <a:srgbClr val="000000"/>
                </a:solidFill>
                <a:latin typeface="Arial"/>
                <a:ea typeface="Arial"/>
                <a:cs typeface="Arial"/>
                <a:sym typeface="Arial"/>
              </a:rPr>
              <a:t>Chuyển đổi dữ liệu vào các bảng</a:t>
            </a:r>
            <a:endParaRPr/>
          </a:p>
          <a:p>
            <a:pPr indent="-341312" lvl="0" marL="342900" marR="0" rtl="0" algn="l">
              <a:lnSpc>
                <a:spcPct val="100000"/>
              </a:lnSpc>
              <a:spcBef>
                <a:spcPts val="700"/>
              </a:spcBef>
              <a:spcAft>
                <a:spcPts val="0"/>
              </a:spcAft>
              <a:buClr>
                <a:schemeClr val="dk1"/>
              </a:buClr>
              <a:buSzPts val="3800"/>
              <a:buFont typeface="Arial"/>
              <a:buNone/>
            </a:pPr>
            <a:r>
              <a:t/>
            </a:r>
            <a:endParaRPr b="0" i="0" sz="3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700"/>
              </a:spcBef>
              <a:spcAft>
                <a:spcPts val="0"/>
              </a:spcAft>
              <a:buClr>
                <a:srgbClr val="000000"/>
              </a:buClr>
              <a:buSzPts val="2600"/>
              <a:buFont typeface="Arial"/>
              <a:buChar char="•"/>
            </a:pPr>
            <a:r>
              <a:rPr b="0" i="0" lang="en-US" sz="2600" u="none">
                <a:solidFill>
                  <a:srgbClr val="000000"/>
                </a:solidFill>
                <a:latin typeface="Arial"/>
                <a:ea typeface="Arial"/>
                <a:cs typeface="Arial"/>
                <a:sym typeface="Arial"/>
              </a:rPr>
              <a:t>Quan sát …</a:t>
            </a:r>
            <a:endParaRPr/>
          </a:p>
          <a:p>
            <a:pPr indent="-323850" lvl="1" marL="863600" marR="0" rtl="0" algn="l">
              <a:lnSpc>
                <a:spcPct val="100000"/>
              </a:lnSpc>
              <a:spcBef>
                <a:spcPts val="0"/>
              </a:spcBef>
              <a:spcAft>
                <a:spcPts val="0"/>
              </a:spcAft>
              <a:buClr>
                <a:srgbClr val="000000"/>
              </a:buClr>
              <a:buSzPts val="1650"/>
              <a:buFont typeface="Noto Sans Symbols"/>
              <a:buChar char="−"/>
            </a:pPr>
            <a:r>
              <a:rPr b="0" i="0" lang="en-US" sz="2200" u="none" cap="none" strike="noStrike">
                <a:solidFill>
                  <a:srgbClr val="000000"/>
                </a:solidFill>
                <a:latin typeface="Arial"/>
                <a:ea typeface="Arial"/>
                <a:cs typeface="Arial"/>
                <a:sym typeface="Arial"/>
              </a:rPr>
              <a:t>Các dữ liệu </a:t>
            </a:r>
            <a:r>
              <a:rPr b="0" i="0" lang="en-US" sz="2200" u="none" cap="none" strike="noStrike">
                <a:solidFill>
                  <a:srgbClr val="0000FF"/>
                </a:solidFill>
                <a:latin typeface="Arial"/>
                <a:ea typeface="Arial"/>
                <a:cs typeface="Arial"/>
                <a:sym typeface="Arial"/>
              </a:rPr>
              <a:t>tonghang, tongVAT, tongHD, thanhtien </a:t>
            </a:r>
            <a:r>
              <a:rPr b="0" i="0" lang="en-US" sz="2200" u="none" cap="none" strike="noStrike">
                <a:solidFill>
                  <a:srgbClr val="000000"/>
                </a:solidFill>
                <a:latin typeface="Arial"/>
                <a:ea typeface="Arial"/>
                <a:cs typeface="Arial"/>
                <a:sym typeface="Arial"/>
              </a:rPr>
              <a:t>được tính : không cần thiết lưu giữ chúng, chúng có thể được tính lại khi cần</a:t>
            </a:r>
            <a:endParaRPr/>
          </a:p>
          <a:p>
            <a:pPr indent="-323850" lvl="1" marL="863600" marR="0" rtl="0" algn="l">
              <a:lnSpc>
                <a:spcPct val="100000"/>
              </a:lnSpc>
              <a:spcBef>
                <a:spcPts val="1200"/>
              </a:spcBef>
              <a:spcAft>
                <a:spcPts val="0"/>
              </a:spcAft>
              <a:buClr>
                <a:srgbClr val="000000"/>
              </a:buClr>
              <a:buSzPts val="1650"/>
              <a:buFont typeface="Noto Sans Symbols"/>
              <a:buChar char="−"/>
            </a:pPr>
            <a:r>
              <a:rPr b="0" i="0" lang="en-US" sz="2200" u="none" cap="none" strike="noStrike">
                <a:solidFill>
                  <a:srgbClr val="000000"/>
                </a:solidFill>
                <a:latin typeface="Arial"/>
                <a:ea typeface="Arial"/>
                <a:cs typeface="Arial"/>
                <a:sym typeface="Arial"/>
              </a:rPr>
              <a:t>Không thể hình thành lại đúng hóa đơn gốc ban đầu : ai là khách hàng của hóa đơn, chi tiết hóa đơn là của hóa đơn nào ?</a:t>
            </a:r>
            <a:endParaRPr/>
          </a:p>
        </p:txBody>
      </p:sp>
      <p:sp>
        <p:nvSpPr>
          <p:cNvPr id="484" name="Google Shape;484;p10"/>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graphicFrame>
        <p:nvGraphicFramePr>
          <p:cNvPr id="485" name="Google Shape;485;p10"/>
          <p:cNvGraphicFramePr/>
          <p:nvPr/>
        </p:nvGraphicFramePr>
        <p:xfrm>
          <a:off x="1025525" y="2673350"/>
          <a:ext cx="3000000" cy="3000000"/>
        </p:xfrm>
        <a:graphic>
          <a:graphicData uri="http://schemas.openxmlformats.org/drawingml/2006/table">
            <a:tbl>
              <a:tblPr>
                <a:noFill/>
                <a:tableStyleId>{7C3C91D4-46E5-4407-95CA-82A200DD19F0}</a:tableStyleId>
              </a:tblPr>
              <a:tblGrid>
                <a:gridCol w="509575"/>
                <a:gridCol w="687375"/>
                <a:gridCol w="815975"/>
                <a:gridCol w="461950"/>
                <a:gridCol w="742950"/>
                <a:gridCol w="744525"/>
              </a:tblGrid>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soHD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tonghang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VAT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Tong VAT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tongHD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72053</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4/5/2009</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6 966 625</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0.05</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348331</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7 314 956</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graphicFrame>
        <p:nvGraphicFramePr>
          <p:cNvPr id="486" name="Google Shape;486;p10"/>
          <p:cNvGraphicFramePr/>
          <p:nvPr/>
        </p:nvGraphicFramePr>
        <p:xfrm>
          <a:off x="5418137" y="2713037"/>
          <a:ext cx="3000000" cy="3000000"/>
        </p:xfrm>
        <a:graphic>
          <a:graphicData uri="http://schemas.openxmlformats.org/drawingml/2006/table">
            <a:tbl>
              <a:tblPr>
                <a:noFill/>
                <a:tableStyleId>{7C3C91D4-46E5-4407-95CA-82A200DD19F0}</a:tableStyleId>
              </a:tblPr>
              <a:tblGrid>
                <a:gridCol w="1223950"/>
                <a:gridCol w="1441450"/>
                <a:gridCol w="647700"/>
              </a:tblGrid>
              <a:tr h="166675">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hoten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diachi</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taikhoan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4175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Cty TNHH DP Hồng Phương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135A Nguyễn Tất Thành P8, TP Cà Mau</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487" name="Google Shape;487;p10"/>
          <p:cNvSpPr txBox="1"/>
          <p:nvPr/>
        </p:nvSpPr>
        <p:spPr>
          <a:xfrm>
            <a:off x="909637" y="2352675"/>
            <a:ext cx="4572000"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hóa đơn</a:t>
            </a:r>
            <a:endParaRPr/>
          </a:p>
        </p:txBody>
      </p:sp>
      <p:sp>
        <p:nvSpPr>
          <p:cNvPr id="488" name="Google Shape;488;p10"/>
          <p:cNvSpPr txBox="1"/>
          <p:nvPr/>
        </p:nvSpPr>
        <p:spPr>
          <a:xfrm>
            <a:off x="5346700" y="2425700"/>
            <a:ext cx="23034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khách hàng</a:t>
            </a:r>
            <a:endParaRPr/>
          </a:p>
        </p:txBody>
      </p:sp>
      <p:graphicFrame>
        <p:nvGraphicFramePr>
          <p:cNvPr id="489" name="Google Shape;489;p10"/>
          <p:cNvGraphicFramePr/>
          <p:nvPr/>
        </p:nvGraphicFramePr>
        <p:xfrm>
          <a:off x="1025525" y="3422650"/>
          <a:ext cx="3000000" cy="3000000"/>
        </p:xfrm>
        <a:graphic>
          <a:graphicData uri="http://schemas.openxmlformats.org/drawingml/2006/table">
            <a:tbl>
              <a:tblPr>
                <a:noFill/>
                <a:tableStyleId>{7C3C91D4-46E5-4407-95CA-82A200DD19F0}</a:tableStyleId>
              </a:tblPr>
              <a:tblGrid>
                <a:gridCol w="712775"/>
                <a:gridCol w="785800"/>
                <a:gridCol w="695325"/>
                <a:gridCol w="903275"/>
                <a:gridCol w="431800"/>
                <a:gridCol w="360350"/>
                <a:gridCol w="576250"/>
                <a:gridCol w="1008050"/>
              </a:tblGrid>
              <a:tr h="1682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tenhang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quycach</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solo</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noisx</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SL</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Dongia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Thanhtien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Fonvita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070707</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31/07/2010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20000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200 000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490" name="Google Shape;490;p10"/>
          <p:cNvSpPr txBox="1"/>
          <p:nvPr/>
        </p:nvSpPr>
        <p:spPr>
          <a:xfrm>
            <a:off x="954087" y="3105150"/>
            <a:ext cx="25193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Chi tiết hóa đơn</a:t>
            </a:r>
            <a:endParaRPr/>
          </a:p>
        </p:txBody>
      </p:sp>
      <p:sp>
        <p:nvSpPr>
          <p:cNvPr id="491" name="Google Shape;491;p10"/>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1"/>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600"/>
              <a:buFont typeface="Arial"/>
              <a:buChar char="•"/>
            </a:pPr>
            <a:r>
              <a:rPr b="0" i="0" lang="en-US" sz="2600" u="none">
                <a:solidFill>
                  <a:srgbClr val="000000"/>
                </a:solidFill>
                <a:latin typeface="Arial"/>
                <a:ea typeface="Arial"/>
                <a:cs typeface="Arial"/>
                <a:sym typeface="Arial"/>
              </a:rPr>
              <a:t>Dữ liệu dư thừa với tham chiếu …</a:t>
            </a:r>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600"/>
              <a:buFont typeface="Arial"/>
              <a:buNone/>
            </a:pPr>
            <a:r>
              <a:t/>
            </a:r>
            <a:endParaRPr b="0" i="0" sz="2600" u="none">
              <a:solidFill>
                <a:srgbClr val="000000"/>
              </a:solidFill>
              <a:latin typeface="Arial"/>
              <a:ea typeface="Arial"/>
              <a:cs typeface="Arial"/>
              <a:sym typeface="Arial"/>
            </a:endParaRPr>
          </a:p>
          <a:p>
            <a:pPr indent="-341312" lvl="0" marL="342900" marR="0" rtl="0" algn="l">
              <a:lnSpc>
                <a:spcPct val="100000"/>
              </a:lnSpc>
              <a:spcBef>
                <a:spcPts val="700"/>
              </a:spcBef>
              <a:spcAft>
                <a:spcPts val="0"/>
              </a:spcAft>
              <a:buClr>
                <a:srgbClr val="000000"/>
              </a:buClr>
              <a:buSzPts val="2600"/>
              <a:buFont typeface="Arial"/>
              <a:buChar char="•"/>
            </a:pPr>
            <a:r>
              <a:rPr b="0" i="0" lang="en-US" sz="2600" u="none">
                <a:solidFill>
                  <a:srgbClr val="000000"/>
                </a:solidFill>
                <a:latin typeface="Arial"/>
                <a:ea typeface="Arial"/>
                <a:cs typeface="Arial"/>
                <a:sym typeface="Arial"/>
              </a:rPr>
              <a:t>Quan sát</a:t>
            </a:r>
            <a:endParaRPr/>
          </a:p>
          <a:p>
            <a:pPr indent="-323850" lvl="1" marL="863600" marR="0" rtl="0" algn="l">
              <a:lnSpc>
                <a:spcPct val="100000"/>
              </a:lnSpc>
              <a:spcBef>
                <a:spcPts val="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Nhiều chi tiết hóa đơn có cùng sản phẩm : các thông tin sản phẩm lặp lại nhiều lần.</a:t>
            </a:r>
            <a:endParaRPr/>
          </a:p>
          <a:p>
            <a:pPr indent="-341312" lvl="0" marL="342900" marR="0" rtl="0" algn="l">
              <a:lnSpc>
                <a:spcPct val="100000"/>
              </a:lnSpc>
              <a:spcBef>
                <a:spcPts val="1800"/>
              </a:spcBef>
              <a:spcAft>
                <a:spcPts val="0"/>
              </a:spcAft>
              <a:buClr>
                <a:srgbClr val="0000FF"/>
              </a:buClr>
              <a:buSzPts val="2400"/>
              <a:buFont typeface="Arial"/>
              <a:buNone/>
            </a:pPr>
            <a:r>
              <a:rPr b="0" i="0" lang="en-US" sz="2400" u="none">
                <a:solidFill>
                  <a:srgbClr val="0000FF"/>
                </a:solidFill>
                <a:latin typeface="Arial"/>
                <a:ea typeface="Arial"/>
                <a:cs typeface="Arial"/>
                <a:sym typeface="Arial"/>
              </a:rPr>
              <a:t>=&gt; Tách thông tin của sản phẩm trong một bảng riêng.</a:t>
            </a:r>
            <a:endParaRPr/>
          </a:p>
        </p:txBody>
      </p:sp>
      <p:sp>
        <p:nvSpPr>
          <p:cNvPr id="498" name="Google Shape;498;p11"/>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graphicFrame>
        <p:nvGraphicFramePr>
          <p:cNvPr id="499" name="Google Shape;499;p11"/>
          <p:cNvGraphicFramePr/>
          <p:nvPr/>
        </p:nvGraphicFramePr>
        <p:xfrm>
          <a:off x="1062037" y="2930525"/>
          <a:ext cx="3000000" cy="3000000"/>
        </p:xfrm>
        <a:graphic>
          <a:graphicData uri="http://schemas.openxmlformats.org/drawingml/2006/table">
            <a:tbl>
              <a:tblPr>
                <a:noFill/>
                <a:tableStyleId>{7C3C91D4-46E5-4407-95CA-82A200DD19F0}</a:tableStyleId>
              </a:tblPr>
              <a:tblGrid>
                <a:gridCol w="577850"/>
                <a:gridCol w="782625"/>
                <a:gridCol w="781050"/>
                <a:gridCol w="523875"/>
              </a:tblGrid>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soHD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FF"/>
                        </a:buClr>
                        <a:buSzPts val="1100"/>
                        <a:buFont typeface="Arial"/>
                        <a:buNone/>
                      </a:pPr>
                      <a:r>
                        <a:rPr b="0" i="0" lang="en-US" sz="1100" u="none">
                          <a:solidFill>
                            <a:srgbClr val="0000FF"/>
                          </a:solidFill>
                          <a:latin typeface="Arial"/>
                          <a:ea typeface="Arial"/>
                          <a:cs typeface="Arial"/>
                          <a:sym typeface="Arial"/>
                        </a:rPr>
                        <a:t>hoten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VAT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72053</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Cty THHH…</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4/5/2009</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0.05</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graphicFrame>
        <p:nvGraphicFramePr>
          <p:cNvPr id="500" name="Google Shape;500;p11"/>
          <p:cNvGraphicFramePr/>
          <p:nvPr/>
        </p:nvGraphicFramePr>
        <p:xfrm>
          <a:off x="5454650" y="2971800"/>
          <a:ext cx="3000000" cy="3000000"/>
        </p:xfrm>
        <a:graphic>
          <a:graphicData uri="http://schemas.openxmlformats.org/drawingml/2006/table">
            <a:tbl>
              <a:tblPr>
                <a:noFill/>
                <a:tableStyleId>{7C3C91D4-46E5-4407-95CA-82A200DD19F0}</a:tableStyleId>
              </a:tblPr>
              <a:tblGrid>
                <a:gridCol w="1223950"/>
                <a:gridCol w="1441450"/>
                <a:gridCol w="647700"/>
              </a:tblGrid>
              <a:tr h="166675">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hoten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diachi</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taikhoan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41592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Cty TNHH DP Hồng Phương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135A Nguyễn Tất Thành P8, TP Cà Mau</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501" name="Google Shape;501;p11"/>
          <p:cNvSpPr txBox="1"/>
          <p:nvPr/>
        </p:nvSpPr>
        <p:spPr>
          <a:xfrm>
            <a:off x="946150" y="2611437"/>
            <a:ext cx="4572000"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hóa đơn</a:t>
            </a:r>
            <a:endParaRPr/>
          </a:p>
        </p:txBody>
      </p:sp>
      <p:sp>
        <p:nvSpPr>
          <p:cNvPr id="502" name="Google Shape;502;p11"/>
          <p:cNvSpPr txBox="1"/>
          <p:nvPr/>
        </p:nvSpPr>
        <p:spPr>
          <a:xfrm>
            <a:off x="5381625" y="2682875"/>
            <a:ext cx="23034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khách hàng</a:t>
            </a:r>
            <a:endParaRPr/>
          </a:p>
        </p:txBody>
      </p:sp>
      <p:graphicFrame>
        <p:nvGraphicFramePr>
          <p:cNvPr id="503" name="Google Shape;503;p11"/>
          <p:cNvGraphicFramePr/>
          <p:nvPr/>
        </p:nvGraphicFramePr>
        <p:xfrm>
          <a:off x="1062037" y="3681412"/>
          <a:ext cx="3000000" cy="3000000"/>
        </p:xfrm>
        <a:graphic>
          <a:graphicData uri="http://schemas.openxmlformats.org/drawingml/2006/table">
            <a:tbl>
              <a:tblPr>
                <a:noFill/>
                <a:tableStyleId>{7C3C91D4-46E5-4407-95CA-82A200DD19F0}</a:tableStyleId>
              </a:tblPr>
              <a:tblGrid>
                <a:gridCol w="763575"/>
                <a:gridCol w="763575"/>
                <a:gridCol w="842950"/>
                <a:gridCol w="746125"/>
                <a:gridCol w="965200"/>
                <a:gridCol w="461950"/>
                <a:gridCol w="385750"/>
                <a:gridCol w="617525"/>
              </a:tblGrid>
              <a:tr h="168275">
                <a:tc>
                  <a:txBody>
                    <a:bodyPr/>
                    <a:lstStyle/>
                    <a:p>
                      <a:pPr indent="0" lvl="0" marL="0" marR="0" rtl="0" algn="l">
                        <a:lnSpc>
                          <a:spcPct val="83000"/>
                        </a:lnSpc>
                        <a:spcBef>
                          <a:spcPts val="0"/>
                        </a:spcBef>
                        <a:spcAft>
                          <a:spcPts val="0"/>
                        </a:spcAft>
                        <a:buClr>
                          <a:srgbClr val="0000FF"/>
                        </a:buClr>
                        <a:buSzPts val="1100"/>
                        <a:buFont typeface="Arial"/>
                        <a:buNone/>
                      </a:pPr>
                      <a:r>
                        <a:rPr b="0" i="0" lang="en-US" sz="1100" u="none">
                          <a:solidFill>
                            <a:srgbClr val="0000FF"/>
                          </a:solidFill>
                          <a:latin typeface="Arial"/>
                          <a:ea typeface="Arial"/>
                          <a:cs typeface="Arial"/>
                          <a:sym typeface="Arial"/>
                        </a:rPr>
                        <a:t>soHD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tenhang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quycach</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solo</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noisx</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SL</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Dongia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72053</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Fonvita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070707</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31/07/2010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20000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504" name="Google Shape;504;p11"/>
          <p:cNvSpPr txBox="1"/>
          <p:nvPr/>
        </p:nvSpPr>
        <p:spPr>
          <a:xfrm>
            <a:off x="990600" y="3362325"/>
            <a:ext cx="25193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Chi tiết hóa đơn</a:t>
            </a:r>
            <a:endParaRPr/>
          </a:p>
        </p:txBody>
      </p:sp>
      <p:sp>
        <p:nvSpPr>
          <p:cNvPr id="505" name="Google Shape;505;p11"/>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2"/>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Dữ liệu không dư thừa…</a:t>
            </a:r>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341312" lvl="0" marL="342900" marR="0" rtl="0" algn="l">
              <a:lnSpc>
                <a:spcPct val="100000"/>
              </a:lnSpc>
              <a:spcBef>
                <a:spcPts val="50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=&gt; CSDL đầu tiên …</a:t>
            </a:r>
            <a:endParaRPr/>
          </a:p>
        </p:txBody>
      </p:sp>
      <p:sp>
        <p:nvSpPr>
          <p:cNvPr id="512" name="Google Shape;512;p12"/>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Làm thế nào lưu trữ dữ liệu ?</a:t>
            </a:r>
            <a:endParaRPr/>
          </a:p>
        </p:txBody>
      </p:sp>
      <p:graphicFrame>
        <p:nvGraphicFramePr>
          <p:cNvPr id="513" name="Google Shape;513;p12"/>
          <p:cNvGraphicFramePr/>
          <p:nvPr/>
        </p:nvGraphicFramePr>
        <p:xfrm>
          <a:off x="1166812" y="2751137"/>
          <a:ext cx="3000000" cy="3000000"/>
        </p:xfrm>
        <a:graphic>
          <a:graphicData uri="http://schemas.openxmlformats.org/drawingml/2006/table">
            <a:tbl>
              <a:tblPr>
                <a:noFill/>
                <a:tableStyleId>{7C3C91D4-46E5-4407-95CA-82A200DD19F0}</a:tableStyleId>
              </a:tblPr>
              <a:tblGrid>
                <a:gridCol w="577850"/>
                <a:gridCol w="782625"/>
                <a:gridCol w="781050"/>
                <a:gridCol w="523875"/>
              </a:tblGrid>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soHD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FF"/>
                        </a:buClr>
                        <a:buSzPts val="1100"/>
                        <a:buFont typeface="Arial"/>
                        <a:buNone/>
                      </a:pPr>
                      <a:r>
                        <a:rPr b="0" i="0" lang="en-US" sz="1100" u="none">
                          <a:solidFill>
                            <a:srgbClr val="0000FF"/>
                          </a:solidFill>
                          <a:latin typeface="Arial"/>
                          <a:ea typeface="Arial"/>
                          <a:cs typeface="Arial"/>
                          <a:sym typeface="Arial"/>
                        </a:rPr>
                        <a:t>hoten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VAT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1920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72053</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Cty THHH…</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4/5/2009</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0.05</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graphicFrame>
        <p:nvGraphicFramePr>
          <p:cNvPr id="514" name="Google Shape;514;p12"/>
          <p:cNvGraphicFramePr/>
          <p:nvPr/>
        </p:nvGraphicFramePr>
        <p:xfrm>
          <a:off x="5054600" y="2790825"/>
          <a:ext cx="3000000" cy="3000000"/>
        </p:xfrm>
        <a:graphic>
          <a:graphicData uri="http://schemas.openxmlformats.org/drawingml/2006/table">
            <a:tbl>
              <a:tblPr>
                <a:noFill/>
                <a:tableStyleId>{7C3C91D4-46E5-4407-95CA-82A200DD19F0}</a:tableStyleId>
              </a:tblPr>
              <a:tblGrid>
                <a:gridCol w="1223950"/>
                <a:gridCol w="1441450"/>
                <a:gridCol w="647700"/>
              </a:tblGrid>
              <a:tr h="168275">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hoten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ctr">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diachi</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taikhoan</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41275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Cty TNHH DP Hồng Phương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135A Nguyễn Tất Thành P8, TP Cà Mau</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515" name="Google Shape;515;p12"/>
          <p:cNvSpPr txBox="1"/>
          <p:nvPr/>
        </p:nvSpPr>
        <p:spPr>
          <a:xfrm>
            <a:off x="1058862" y="2500312"/>
            <a:ext cx="4572000"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hóa đơn</a:t>
            </a:r>
            <a:endParaRPr/>
          </a:p>
        </p:txBody>
      </p:sp>
      <p:sp>
        <p:nvSpPr>
          <p:cNvPr id="516" name="Google Shape;516;p12"/>
          <p:cNvSpPr txBox="1"/>
          <p:nvPr/>
        </p:nvSpPr>
        <p:spPr>
          <a:xfrm>
            <a:off x="4983162" y="2503487"/>
            <a:ext cx="23034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khách hàng</a:t>
            </a:r>
            <a:endParaRPr/>
          </a:p>
        </p:txBody>
      </p:sp>
      <p:graphicFrame>
        <p:nvGraphicFramePr>
          <p:cNvPr id="517" name="Google Shape;517;p12"/>
          <p:cNvGraphicFramePr/>
          <p:nvPr/>
        </p:nvGraphicFramePr>
        <p:xfrm>
          <a:off x="1166812" y="3756025"/>
          <a:ext cx="3000000" cy="3000000"/>
        </p:xfrm>
        <a:graphic>
          <a:graphicData uri="http://schemas.openxmlformats.org/drawingml/2006/table">
            <a:tbl>
              <a:tblPr>
                <a:noFill/>
                <a:tableStyleId>{7C3C91D4-46E5-4407-95CA-82A200DD19F0}</a:tableStyleId>
              </a:tblPr>
              <a:tblGrid>
                <a:gridCol w="763575"/>
                <a:gridCol w="765175"/>
                <a:gridCol w="385750"/>
                <a:gridCol w="615950"/>
              </a:tblGrid>
              <a:tr h="168275">
                <a:tc>
                  <a:txBody>
                    <a:bodyPr/>
                    <a:lstStyle/>
                    <a:p>
                      <a:pPr indent="0" lvl="0" marL="0" marR="0" rtl="0" algn="l">
                        <a:lnSpc>
                          <a:spcPct val="83000"/>
                        </a:lnSpc>
                        <a:spcBef>
                          <a:spcPts val="0"/>
                        </a:spcBef>
                        <a:spcAft>
                          <a:spcPts val="0"/>
                        </a:spcAft>
                        <a:buClr>
                          <a:srgbClr val="0000FF"/>
                        </a:buClr>
                        <a:buSzPts val="1100"/>
                        <a:buFont typeface="Arial"/>
                        <a:buNone/>
                      </a:pPr>
                      <a:r>
                        <a:rPr b="0" i="0" lang="en-US" sz="1100" u="none">
                          <a:solidFill>
                            <a:srgbClr val="0000FF"/>
                          </a:solidFill>
                          <a:latin typeface="Arial"/>
                          <a:ea typeface="Arial"/>
                          <a:cs typeface="Arial"/>
                          <a:sym typeface="Arial"/>
                        </a:rPr>
                        <a:t>soHD</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tenhang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SL</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Dongia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1682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72053</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Fonvita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20000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518" name="Google Shape;518;p12"/>
          <p:cNvSpPr txBox="1"/>
          <p:nvPr/>
        </p:nvSpPr>
        <p:spPr>
          <a:xfrm>
            <a:off x="1014412" y="3438525"/>
            <a:ext cx="25193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Chi tiết hóa đơn</a:t>
            </a:r>
            <a:endParaRPr/>
          </a:p>
        </p:txBody>
      </p:sp>
      <p:graphicFrame>
        <p:nvGraphicFramePr>
          <p:cNvPr id="519" name="Google Shape;519;p12"/>
          <p:cNvGraphicFramePr/>
          <p:nvPr/>
        </p:nvGraphicFramePr>
        <p:xfrm>
          <a:off x="5092700" y="3994150"/>
          <a:ext cx="3000000" cy="3000000"/>
        </p:xfrm>
        <a:graphic>
          <a:graphicData uri="http://schemas.openxmlformats.org/drawingml/2006/table">
            <a:tbl>
              <a:tblPr>
                <a:noFill/>
                <a:tableStyleId>{7C3C91D4-46E5-4407-95CA-82A200DD19F0}</a:tableStyleId>
              </a:tblPr>
              <a:tblGrid>
                <a:gridCol w="763575"/>
                <a:gridCol w="842950"/>
                <a:gridCol w="746125"/>
                <a:gridCol w="965200"/>
                <a:gridCol w="461950"/>
              </a:tblGrid>
              <a:tr h="168275">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tenhang</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quycach</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solo</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ngay</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noisx</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Fonvita</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070707</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31/07/2010</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r h="366700">
                <a:tc>
                  <a:txBody>
                    <a:bodyPr/>
                    <a:lstStyle/>
                    <a:p>
                      <a:pPr indent="0" lvl="0" marL="0" marR="0" rtl="0" algn="l">
                        <a:lnSpc>
                          <a:spcPct val="83000"/>
                        </a:lnSpc>
                        <a:spcBef>
                          <a:spcPts val="0"/>
                        </a:spcBef>
                        <a:spcAft>
                          <a:spcPts val="0"/>
                        </a:spcAft>
                        <a:buClr>
                          <a:srgbClr val="000000"/>
                        </a:buClr>
                        <a:buSzPts val="1100"/>
                        <a:buFont typeface="Arial"/>
                        <a:buNone/>
                      </a:pPr>
                      <a:r>
                        <a:rPr b="0" i="0" lang="en-US" sz="1100" u="none">
                          <a:solidFill>
                            <a:srgbClr val="000000"/>
                          </a:solidFill>
                          <a:latin typeface="Arial"/>
                          <a:ea typeface="Arial"/>
                          <a:cs typeface="Arial"/>
                          <a:sym typeface="Arial"/>
                        </a:rPr>
                        <a:t>…</a:t>
                      </a:r>
                      <a:endParaRPr/>
                    </a:p>
                  </a:txBody>
                  <a:tcPr marT="56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c>
                  <a:txBody>
                    <a:bodyPr/>
                    <a:lstStyle/>
                    <a:p>
                      <a:pPr indent="0" lvl="0" marL="0" marR="0" rtl="0" algn="l">
                        <a:spcBef>
                          <a:spcPts val="0"/>
                        </a:spcBef>
                        <a:spcAft>
                          <a:spcPts val="0"/>
                        </a:spcAft>
                        <a:buNone/>
                      </a:pPr>
                      <a:r>
                        <a:t/>
                      </a:r>
                      <a:endParaRPr sz="1984">
                        <a:solidFill>
                          <a:schemeClr val="dk1"/>
                        </a:solidFill>
                        <a:latin typeface="Arial"/>
                        <a:ea typeface="Arial"/>
                        <a:cs typeface="Arial"/>
                        <a:sym typeface="Arial"/>
                      </a:endParaRPr>
                    </a:p>
                  </a:txBody>
                  <a:tcPr marT="16000" marB="0" marR="68400" marL="6840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E9ECF3"/>
                    </a:solidFill>
                  </a:tcPr>
                </a:tc>
              </a:tr>
            </a:tbl>
          </a:graphicData>
        </a:graphic>
      </p:graphicFrame>
      <p:sp>
        <p:nvSpPr>
          <p:cNvPr id="520" name="Google Shape;520;p12"/>
          <p:cNvSpPr txBox="1"/>
          <p:nvPr/>
        </p:nvSpPr>
        <p:spPr>
          <a:xfrm>
            <a:off x="4983162" y="3686175"/>
            <a:ext cx="2519362" cy="303212"/>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Clr>
                <a:srgbClr val="C00000"/>
              </a:buClr>
              <a:buSzPts val="1400"/>
              <a:buFont typeface="Arial"/>
              <a:buNone/>
            </a:pPr>
            <a:r>
              <a:rPr b="0" i="1" lang="en-US" sz="1400" u="none">
                <a:solidFill>
                  <a:srgbClr val="C00000"/>
                </a:solidFill>
                <a:latin typeface="Arial"/>
                <a:ea typeface="Arial"/>
                <a:cs typeface="Arial"/>
                <a:sym typeface="Arial"/>
              </a:rPr>
              <a:t>Dữ liệu sản phẩm</a:t>
            </a:r>
            <a:endParaRPr/>
          </a:p>
        </p:txBody>
      </p:sp>
      <p:sp>
        <p:nvSpPr>
          <p:cNvPr id="521" name="Google Shape;521;p12"/>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13"/>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Cơ sở dữ liệu (Database)</a:t>
            </a:r>
            <a:endParaRPr/>
          </a:p>
        </p:txBody>
      </p:sp>
      <p:sp>
        <p:nvSpPr>
          <p:cNvPr id="528" name="Google Shape;528;p13"/>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Định nghĩa</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CSDL là một tập dữ liệu có cấu trúc, được tích hợp, được chia sẻ và được thiết kế nhằm đáp ứng nhu cầu của nhiều người dùng.</a:t>
            </a:r>
            <a:endParaRPr/>
          </a:p>
          <a:p>
            <a:pPr indent="-341312" lvl="0" marL="342900" marR="0" rtl="0" algn="l">
              <a:lnSpc>
                <a:spcPct val="100000"/>
              </a:lnSpc>
              <a:spcBef>
                <a:spcPts val="5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Ví dụ:</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CSDL cho phép quản lý nhân sự, sinh viên, môn học, đăng ký, …của một trường ĐH</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CSDL của các hệ thống đặt chổ máy bay, khách sạn, …</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CSDL cho các tài khoản của một ngân hàng, …</a:t>
            </a:r>
            <a:endParaRPr/>
          </a:p>
          <a:p>
            <a:pPr indent="-341312" lvl="0" marL="342900" marR="0" rtl="0" algn="l">
              <a:lnSpc>
                <a:spcPct val="100000"/>
              </a:lnSpc>
              <a:spcBef>
                <a:spcPts val="500"/>
              </a:spcBef>
              <a:spcAft>
                <a:spcPts val="0"/>
              </a:spcAft>
              <a:buClr>
                <a:srgbClr val="0000FF"/>
              </a:buClr>
              <a:buSzPts val="2800"/>
              <a:buFont typeface="Arial"/>
              <a:buNone/>
            </a:pPr>
            <a:r>
              <a:rPr b="0" i="0" lang="en-US" sz="2800" u="none">
                <a:solidFill>
                  <a:srgbClr val="0000FF"/>
                </a:solidFill>
                <a:latin typeface="Arial"/>
                <a:ea typeface="Arial"/>
                <a:cs typeface="Arial"/>
                <a:sym typeface="Arial"/>
              </a:rPr>
              <a:t>=&gt; Việc quản lý các CSDL đặt ra các vấn đề phức tạp =&gt; Hệ quản trị CSDL (DBMS)</a:t>
            </a:r>
            <a:endParaRPr/>
          </a:p>
        </p:txBody>
      </p:sp>
      <p:sp>
        <p:nvSpPr>
          <p:cNvPr id="529" name="Google Shape;529;p13"/>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14"/>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Arial"/>
                <a:ea typeface="Arial"/>
                <a:cs typeface="Arial"/>
                <a:sym typeface="Arial"/>
              </a:rPr>
              <a:t>Các mức trừu tượng (Abstraction levels)</a:t>
            </a:r>
            <a:endParaRPr/>
          </a:p>
        </p:txBody>
      </p:sp>
      <p:sp>
        <p:nvSpPr>
          <p:cNvPr id="536" name="Google Shape;536;p14"/>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Để việc tìm kiếm được hiệu quả =&gt; người thiết kế thường dùng các cấu trúc dữ liệu phức tạp để biểu diễn dữ liệu trong CSDL</a:t>
            </a:r>
            <a:endParaRPr/>
          </a:p>
          <a:p>
            <a:pPr indent="-323850" lvl="0" marL="431800" marR="0" rtl="0" algn="l">
              <a:lnSpc>
                <a:spcPct val="100000"/>
              </a:lnSpc>
              <a:spcBef>
                <a:spcPts val="112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Người phát triển dấu người dùng các chi tiết phức tạp qua nhiều mức trừu tượng để đơn giản việc tương tác với hệ thống:</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Vật lý (Physic)</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Mức luận lý (Logical)</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Mức khung nhìn (View)</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15"/>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Arial"/>
              <a:buNone/>
            </a:pPr>
            <a:r>
              <a:rPr b="0" i="0" lang="en-US" sz="4000" u="none">
                <a:solidFill>
                  <a:schemeClr val="dk1"/>
                </a:solidFill>
                <a:latin typeface="Arial"/>
                <a:ea typeface="Arial"/>
                <a:cs typeface="Arial"/>
                <a:sym typeface="Arial"/>
              </a:rPr>
              <a:t>Các mức trừu tượng (Abstraction levels)</a:t>
            </a:r>
            <a:endParaRPr/>
          </a:p>
        </p:txBody>
      </p:sp>
      <p:pic>
        <p:nvPicPr>
          <p:cNvPr id="543" name="Google Shape;543;p15"/>
          <p:cNvPicPr preferRelativeResize="0"/>
          <p:nvPr/>
        </p:nvPicPr>
        <p:blipFill rotWithShape="1">
          <a:blip r:embed="rId3">
            <a:alphaModFix/>
          </a:blip>
          <a:srcRect b="0" l="0" r="0" t="0"/>
          <a:stretch/>
        </p:blipFill>
        <p:spPr>
          <a:xfrm>
            <a:off x="1206500" y="1795463"/>
            <a:ext cx="7402513" cy="4333875"/>
          </a:xfrm>
          <a:prstGeom prst="rect">
            <a:avLst/>
          </a:prstGeom>
          <a:noFill/>
          <a:ln>
            <a:noFill/>
          </a:ln>
        </p:spPr>
      </p:pic>
      <p:sp>
        <p:nvSpPr>
          <p:cNvPr id="544" name="Google Shape;544;p15"/>
          <p:cNvSpPr txBox="1"/>
          <p:nvPr/>
        </p:nvSpPr>
        <p:spPr>
          <a:xfrm>
            <a:off x="3184525" y="6402387"/>
            <a:ext cx="4022725" cy="1035050"/>
          </a:xfrm>
          <a:prstGeom prst="rect">
            <a:avLst/>
          </a:prstGeom>
          <a:solidFill>
            <a:srgbClr val="DDDDDD"/>
          </a:solidFill>
          <a:ln cap="flat" cmpd="sng" w="18350">
            <a:solidFill>
              <a:srgbClr val="3465A4"/>
            </a:solidFill>
            <a:prstDash val="solid"/>
            <a:round/>
            <a:headEnd len="sm" w="sm" type="none"/>
            <a:tailEnd len="sm" w="sm" type="none"/>
          </a:ln>
        </p:spPr>
        <p:txBody>
          <a:bodyPr anchorCtr="0" anchor="t" bIns="9000" lIns="9000" spcFirstLastPara="1" rIns="9000" wrap="square" tIns="9000">
            <a:noAutofit/>
          </a:bodyPr>
          <a:lstStyle/>
          <a:p>
            <a:pPr indent="0" lvl="0" marL="0" marR="0" rtl="0" algn="l">
              <a:lnSpc>
                <a:spcPct val="101000"/>
              </a:lnSpc>
              <a:spcBef>
                <a:spcPts val="0"/>
              </a:spcBef>
              <a:spcAft>
                <a:spcPts val="0"/>
              </a:spcAft>
              <a:buClr>
                <a:srgbClr val="000000"/>
              </a:buClr>
              <a:buSzPts val="2200"/>
              <a:buFont typeface="Arial"/>
              <a:buNone/>
            </a:pPr>
            <a:r>
              <a:rPr b="1" i="0" lang="en-US" sz="2200" u="none">
                <a:solidFill>
                  <a:srgbClr val="000000"/>
                </a:solidFill>
                <a:latin typeface="Arial"/>
                <a:ea typeface="Arial"/>
                <a:cs typeface="Arial"/>
                <a:sym typeface="Arial"/>
              </a:rPr>
              <a:t>Vật lý</a:t>
            </a:r>
            <a:r>
              <a:rPr b="0" i="0" lang="en-US" sz="2200" u="none">
                <a:solidFill>
                  <a:srgbClr val="000000"/>
                </a:solidFill>
                <a:latin typeface="Arial"/>
                <a:ea typeface="Arial"/>
                <a:cs typeface="Arial"/>
                <a:sym typeface="Arial"/>
              </a:rPr>
              <a:t>: Mô tả cách một mẫu tin (ví dụ, khách hàng) được lưu trữ. </a:t>
            </a:r>
            <a:endParaRPr/>
          </a:p>
        </p:txBody>
      </p:sp>
      <p:sp>
        <p:nvSpPr>
          <p:cNvPr id="545" name="Google Shape;545;p15"/>
          <p:cNvSpPr txBox="1"/>
          <p:nvPr/>
        </p:nvSpPr>
        <p:spPr>
          <a:xfrm>
            <a:off x="274637" y="4022725"/>
            <a:ext cx="3565525" cy="1554162"/>
          </a:xfrm>
          <a:prstGeom prst="rect">
            <a:avLst/>
          </a:prstGeom>
          <a:solidFill>
            <a:srgbClr val="DDDDDD"/>
          </a:solidFill>
          <a:ln cap="flat" cmpd="sng" w="18350">
            <a:solidFill>
              <a:srgbClr val="3465A4"/>
            </a:solidFill>
            <a:prstDash val="solid"/>
            <a:round/>
            <a:headEnd len="sm" w="sm" type="none"/>
            <a:tailEnd len="sm" w="sm" type="none"/>
          </a:ln>
        </p:spPr>
        <p:txBody>
          <a:bodyPr anchorCtr="0" anchor="t" bIns="9000" lIns="9000" spcFirstLastPara="1" rIns="9000" wrap="square" tIns="9000">
            <a:noAutofit/>
          </a:bodyPr>
          <a:lstStyle/>
          <a:p>
            <a:pPr indent="0" lvl="0" marL="0" marR="0" rtl="0" algn="l">
              <a:lnSpc>
                <a:spcPct val="101000"/>
              </a:lnSpc>
              <a:spcBef>
                <a:spcPts val="0"/>
              </a:spcBef>
              <a:spcAft>
                <a:spcPts val="0"/>
              </a:spcAft>
              <a:buClr>
                <a:srgbClr val="000000"/>
              </a:buClr>
              <a:buSzPts val="2200"/>
              <a:buFont typeface="Arial"/>
              <a:buNone/>
            </a:pPr>
            <a:r>
              <a:rPr b="1" i="0" lang="en-US" sz="2200" u="none">
                <a:solidFill>
                  <a:srgbClr val="000000"/>
                </a:solidFill>
                <a:latin typeface="Arial"/>
                <a:ea typeface="Arial"/>
                <a:cs typeface="Arial"/>
                <a:sym typeface="Arial"/>
              </a:rPr>
              <a:t> Luận lý</a:t>
            </a:r>
            <a:r>
              <a:rPr b="0" i="0" lang="en-US" sz="2200" u="none">
                <a:solidFill>
                  <a:srgbClr val="000000"/>
                </a:solidFill>
                <a:latin typeface="Arial"/>
                <a:ea typeface="Arial"/>
                <a:cs typeface="Arial"/>
                <a:sym typeface="Arial"/>
              </a:rPr>
              <a:t>: Mô tả dữ liệu được lưu trữ trong cơ sở dữ liệu, và các mối quan hệ giữa các dữ liệu.. </a:t>
            </a:r>
            <a:endParaRPr/>
          </a:p>
        </p:txBody>
      </p:sp>
      <p:sp>
        <p:nvSpPr>
          <p:cNvPr id="546" name="Google Shape;546;p15"/>
          <p:cNvSpPr txBox="1"/>
          <p:nvPr/>
        </p:nvSpPr>
        <p:spPr>
          <a:xfrm>
            <a:off x="6218237" y="3932237"/>
            <a:ext cx="3565525" cy="1736725"/>
          </a:xfrm>
          <a:prstGeom prst="rect">
            <a:avLst/>
          </a:prstGeom>
          <a:solidFill>
            <a:srgbClr val="DDDDDD"/>
          </a:solidFill>
          <a:ln cap="flat" cmpd="sng" w="18350">
            <a:solidFill>
              <a:srgbClr val="3465A4"/>
            </a:solidFill>
            <a:prstDash val="solid"/>
            <a:round/>
            <a:headEnd len="sm" w="sm" type="none"/>
            <a:tailEnd len="sm" w="sm" type="none"/>
          </a:ln>
        </p:spPr>
        <p:txBody>
          <a:bodyPr anchorCtr="0" anchor="t" bIns="9000" lIns="9000" spcFirstLastPara="1" rIns="9000" wrap="square" tIns="9000">
            <a:noAutofit/>
          </a:bodyPr>
          <a:lstStyle/>
          <a:p>
            <a:pPr indent="0" lvl="0" marL="0" marR="0" rtl="0" algn="l">
              <a:lnSpc>
                <a:spcPct val="101000"/>
              </a:lnSpc>
              <a:spcBef>
                <a:spcPts val="0"/>
              </a:spcBef>
              <a:spcAft>
                <a:spcPts val="0"/>
              </a:spcAft>
              <a:buClr>
                <a:srgbClr val="000000"/>
              </a:buClr>
              <a:buSzPts val="2400"/>
              <a:buFont typeface="Arial"/>
              <a:buNone/>
            </a:pPr>
            <a:r>
              <a:rPr b="1" i="0" lang="en-US" sz="2400" u="none">
                <a:solidFill>
                  <a:srgbClr val="000000"/>
                </a:solidFill>
                <a:latin typeface="Arial"/>
                <a:ea typeface="Arial"/>
                <a:cs typeface="Arial"/>
                <a:sym typeface="Arial"/>
              </a:rPr>
              <a:t> Khung nhìn</a:t>
            </a:r>
            <a:r>
              <a:rPr b="0" i="0" lang="en-US" sz="2400" u="none">
                <a:solidFill>
                  <a:srgbClr val="000000"/>
                </a:solidFill>
                <a:latin typeface="Arial"/>
                <a:ea typeface="Arial"/>
                <a:cs typeface="Arial"/>
                <a:sym typeface="Arial"/>
              </a:rPr>
              <a:t>: mô tả chỉ một phần của toàn bộ cơ sở dữ liệu. View có thể dấu đi các thông tin (ví dụ lương nhân viên) cho mục đích bảo mật.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16"/>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Mô hình dữ liệu</a:t>
            </a:r>
            <a:br>
              <a:rPr b="1" i="0" lang="en-US" sz="3600" u="none">
                <a:solidFill>
                  <a:schemeClr val="dk1"/>
                </a:solidFill>
                <a:latin typeface="Arial"/>
                <a:ea typeface="Arial"/>
                <a:cs typeface="Arial"/>
                <a:sym typeface="Arial"/>
              </a:rPr>
            </a:br>
            <a:r>
              <a:rPr b="1" i="0" lang="en-US" sz="1600" u="none">
                <a:solidFill>
                  <a:schemeClr val="dk1"/>
                </a:solidFill>
                <a:latin typeface="Arial"/>
                <a:ea typeface="Arial"/>
                <a:cs typeface="Arial"/>
                <a:sym typeface="Arial"/>
              </a:rPr>
              <a:t>Data model</a:t>
            </a:r>
            <a:endParaRPr/>
          </a:p>
        </p:txBody>
      </p:sp>
      <p:sp>
        <p:nvSpPr>
          <p:cNvPr id="553" name="Google Shape;553;p16"/>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Mô hình dữ liệu là một khái niệm được dùng để mô tả dữ liệu hoặc thông tin. </a:t>
            </a:r>
            <a:endParaRPr/>
          </a:p>
          <a:p>
            <a:pPr indent="-341312" lvl="0" marL="342900" marR="0" rtl="0" algn="l">
              <a:lnSpc>
                <a:spcPct val="100000"/>
              </a:lnSpc>
              <a:spcBef>
                <a:spcPts val="5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Một mô hình dữ liệu bao gồm một tập các công cụ (thường là khái niệm, ngôn ngữ) dùng để mô tả :</a:t>
            </a:r>
            <a:endParaRPr/>
          </a:p>
          <a:p>
            <a:pPr indent="-341312" lvl="0" marL="342900" marR="0" rtl="0" algn="l">
              <a:lnSpc>
                <a:spcPct val="100000"/>
              </a:lnSpc>
              <a:spcBef>
                <a:spcPts val="500"/>
              </a:spcBef>
              <a:spcAft>
                <a:spcPts val="0"/>
              </a:spcAft>
              <a:buClr>
                <a:schemeClr val="dk1"/>
              </a:buClr>
              <a:buSzPts val="2800"/>
              <a:buFont typeface="Arial"/>
              <a:buNone/>
            </a:pPr>
            <a:r>
              <a:t/>
            </a:r>
            <a:endParaRPr b="0" i="0" sz="2800" u="none">
              <a:solidFill>
                <a:srgbClr val="000000"/>
              </a:solidFill>
              <a:latin typeface="Arial"/>
              <a:ea typeface="Arial"/>
              <a:cs typeface="Arial"/>
              <a:sym typeface="Arial"/>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Cấu trúc của dữ liệu được lưu trữ bên trong CSDL,</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Những thao tác trên dữ liệu, </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 Ràng buộc dữ liệu.</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7"/>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Mô hình dữ liệu</a:t>
            </a:r>
            <a:br>
              <a:rPr b="1" i="0" lang="en-US" sz="3600" u="none">
                <a:solidFill>
                  <a:schemeClr val="dk1"/>
                </a:solidFill>
                <a:latin typeface="Arial"/>
                <a:ea typeface="Arial"/>
                <a:cs typeface="Arial"/>
                <a:sym typeface="Arial"/>
              </a:rPr>
            </a:br>
            <a:r>
              <a:rPr b="1" i="0" lang="en-US" sz="1600" u="none">
                <a:solidFill>
                  <a:schemeClr val="dk1"/>
                </a:solidFill>
                <a:latin typeface="Arial"/>
                <a:ea typeface="Arial"/>
                <a:cs typeface="Arial"/>
                <a:sym typeface="Arial"/>
              </a:rPr>
              <a:t>Data model</a:t>
            </a:r>
            <a:endParaRPr/>
          </a:p>
        </p:txBody>
      </p:sp>
      <p:sp>
        <p:nvSpPr>
          <p:cNvPr id="560" name="Google Shape;560;p17"/>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23850" lvl="0" marL="431800" marR="0" rtl="0" algn="l">
              <a:lnSpc>
                <a:spcPct val="100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Cấu trúc dữ liệu:</a:t>
            </a:r>
            <a:endParaRPr/>
          </a:p>
          <a:p>
            <a:pPr indent="-323850" lvl="1" marL="863600" marR="0" rtl="0" algn="l">
              <a:lnSpc>
                <a:spcPct val="100000"/>
              </a:lnSpc>
              <a:spcBef>
                <a:spcPts val="15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Ngôn ngữ lập trình: mảng, cấu trúc, đối tượng. </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CSDL: mô hình dữ liệu ở một mức cao hơn cấu trúc dữ liệu, ví dụ « mô hình quan niệm »</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Ngôn ngữ định nghĩa dữ liệu DDL cho phép mô tả cấu trúc của dữ liệu trong CSDL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8"/>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Mô hình dữ liệu</a:t>
            </a:r>
            <a:br>
              <a:rPr b="1" i="0" lang="en-US" sz="3600" u="none">
                <a:solidFill>
                  <a:schemeClr val="dk1"/>
                </a:solidFill>
                <a:latin typeface="Arial"/>
                <a:ea typeface="Arial"/>
                <a:cs typeface="Arial"/>
                <a:sym typeface="Arial"/>
              </a:rPr>
            </a:br>
            <a:r>
              <a:rPr b="1" i="0" lang="en-US" sz="1600" u="none">
                <a:solidFill>
                  <a:schemeClr val="dk1"/>
                </a:solidFill>
                <a:latin typeface="Arial"/>
                <a:ea typeface="Arial"/>
                <a:cs typeface="Arial"/>
                <a:sym typeface="Arial"/>
              </a:rPr>
              <a:t>Data model</a:t>
            </a:r>
            <a:endParaRPr/>
          </a:p>
        </p:txBody>
      </p:sp>
      <p:sp>
        <p:nvSpPr>
          <p:cNvPr id="567" name="Google Shape;567;p18"/>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23850" lvl="0" marL="431800" marR="0" rtl="0" algn="l">
              <a:lnSpc>
                <a:spcPct val="100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Cấu trúc dữ liệu:</a:t>
            </a:r>
            <a:endParaRPr/>
          </a:p>
          <a:p>
            <a:pPr indent="-323850" lvl="1" marL="863600" marR="0" rtl="0" algn="l">
              <a:lnSpc>
                <a:spcPct val="100000"/>
              </a:lnSpc>
              <a:spcBef>
                <a:spcPts val="15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Ngôn ngữ lập trình: mảng, cấu trúc, đối tượng. </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CSDL: mô hình dữ liệu ở một mức cao hơn cấu trúc dữ liệu, ví dụ « mô hình quan niệm »</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Ngôn ngữ định nghĩa dữ liệu DDL cho phép mô tả cấu trúc của dữ liệu trong CSDL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9"/>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Arial"/>
              <a:buNone/>
            </a:pPr>
            <a:r>
              <a:rPr b="1" i="0" lang="en-US" sz="3600" u="none">
                <a:solidFill>
                  <a:schemeClr val="dk1"/>
                </a:solidFill>
                <a:latin typeface="Arial"/>
                <a:ea typeface="Arial"/>
                <a:cs typeface="Arial"/>
                <a:sym typeface="Arial"/>
              </a:rPr>
              <a:t>Mô hình dữ liệu</a:t>
            </a:r>
            <a:br>
              <a:rPr b="1" i="0" lang="en-US" sz="3600" u="none">
                <a:solidFill>
                  <a:schemeClr val="dk1"/>
                </a:solidFill>
                <a:latin typeface="Arial"/>
                <a:ea typeface="Arial"/>
                <a:cs typeface="Arial"/>
                <a:sym typeface="Arial"/>
              </a:rPr>
            </a:br>
            <a:r>
              <a:rPr b="1" i="0" lang="en-US" sz="1600" u="none">
                <a:solidFill>
                  <a:schemeClr val="dk1"/>
                </a:solidFill>
                <a:latin typeface="Arial"/>
                <a:ea typeface="Arial"/>
                <a:cs typeface="Arial"/>
                <a:sym typeface="Arial"/>
              </a:rPr>
              <a:t>Data model</a:t>
            </a:r>
            <a:endParaRPr/>
          </a:p>
        </p:txBody>
      </p:sp>
      <p:sp>
        <p:nvSpPr>
          <p:cNvPr id="574" name="Google Shape;574;p19"/>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23850" lvl="0" marL="431800" marR="0" rtl="0" algn="l">
              <a:lnSpc>
                <a:spcPct val="100000"/>
              </a:lnSpc>
              <a:spcBef>
                <a:spcPts val="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Những thao tác trên dữ liệu:</a:t>
            </a:r>
            <a:endParaRPr/>
          </a:p>
          <a:p>
            <a:pPr indent="-323850" lvl="1" marL="863600" marR="0" rtl="0" algn="l">
              <a:lnSpc>
                <a:spcPct val="100000"/>
              </a:lnSpc>
              <a:spcBef>
                <a:spcPts val="15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Ngôn ngữ lập trình: bất cứ điều gì có thể được lập trình.</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CSDL: thao tác truy vấn, cập nhật  dữ liệu</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Ngôn ngữ thao tác dữ liệu DML cho phép mô tả các thao tác trên CSDL.</a:t>
            </a:r>
            <a:endParaRPr/>
          </a:p>
          <a:p>
            <a:pPr indent="-323850" lvl="0" marL="431800" marR="0" rtl="0" algn="l">
              <a:lnSpc>
                <a:spcPct val="100000"/>
              </a:lnSpc>
              <a:spcBef>
                <a:spcPts val="1200"/>
              </a:spcBef>
              <a:spcAft>
                <a:spcPts val="0"/>
              </a:spcAft>
              <a:buClr>
                <a:srgbClr val="000000"/>
              </a:buClr>
              <a:buSzPts val="1260"/>
              <a:buFont typeface="Noto Sans Symbols"/>
              <a:buChar char="●"/>
            </a:pPr>
            <a:r>
              <a:rPr b="0" i="0" lang="en-US" sz="2800" u="none">
                <a:solidFill>
                  <a:srgbClr val="000000"/>
                </a:solidFill>
                <a:latin typeface="Arial"/>
                <a:ea typeface="Arial"/>
                <a:cs typeface="Arial"/>
                <a:sym typeface="Arial"/>
              </a:rPr>
              <a:t>Ràng buộc dữ liệu:</a:t>
            </a:r>
            <a:endParaRPr/>
          </a:p>
          <a:p>
            <a:pPr indent="-323850" lvl="1" marL="863600" marR="0" rtl="0" algn="l">
              <a:lnSpc>
                <a:spcPct val="100000"/>
              </a:lnSpc>
              <a:spcBef>
                <a:spcPts val="15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 Các giới hạn hoặc điều kiện trên dữ liệu.</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Ví dụ: một ngày của tháng có giá trị trong khoảng giữa 1 và 31.</a:t>
            </a:r>
            <a:endParaRPr/>
          </a:p>
          <a:p>
            <a:pPr indent="-323850" lvl="1" marL="863600" marR="0" rtl="0" algn="l">
              <a:lnSpc>
                <a:spcPct val="100000"/>
              </a:lnSpc>
              <a:spcBef>
                <a:spcPts val="1200"/>
              </a:spcBef>
              <a:spcAft>
                <a:spcPts val="0"/>
              </a:spcAft>
              <a:buClr>
                <a:srgbClr val="000000"/>
              </a:buClr>
              <a:buSzPts val="1800"/>
              <a:buFont typeface="Noto Sans Symbols"/>
              <a:buChar char="−"/>
            </a:pPr>
            <a:r>
              <a:rPr b="0" i="0" lang="en-US" sz="2400" u="none" cap="none" strike="noStrike">
                <a:solidFill>
                  <a:srgbClr val="000000"/>
                </a:solidFill>
                <a:latin typeface="Arial"/>
                <a:ea typeface="Arial"/>
                <a:cs typeface="Arial"/>
                <a:sym typeface="Arial"/>
              </a:rPr>
              <a:t>Ngôn ngữ cho phép đặc tả các ràng buộc thường là một phần của DDL.</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0"/>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Mô hình CSDL </a:t>
            </a:r>
            <a:endParaRPr/>
          </a:p>
        </p:txBody>
      </p:sp>
      <p:sp>
        <p:nvSpPr>
          <p:cNvPr id="581" name="Google Shape;581;p20"/>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90000"/>
              </a:lnSpc>
              <a:spcBef>
                <a:spcPts val="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Các mô hình dữ liệu phổ biến hiện nay</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quan hệ</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dữ liệu thực thể - Quan hệ (Entity-Relationship) (Chủ yếu dùng cho thiết kế CSDL)</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dữ liệu dựa trên đối tượng (Hướng đối tượng và đối tượng-quan hệ)</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dữ liệu bán cấu trúc (XML)</a:t>
            </a:r>
            <a:endParaRPr/>
          </a:p>
          <a:p>
            <a:pPr indent="-323850" lvl="0" marL="431800" marR="0" rtl="0" algn="l">
              <a:lnSpc>
                <a:spcPct val="90000"/>
              </a:lnSpc>
              <a:spcBef>
                <a:spcPts val="112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Các mô hình dữ liệu cũ:</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mạng</a:t>
            </a:r>
            <a:endParaRPr/>
          </a:p>
          <a:p>
            <a:pPr indent="-323850" lvl="1" marL="863600" marR="0" rtl="0" algn="l">
              <a:lnSpc>
                <a:spcPct val="9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Mô hình phân cấp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1"/>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Ngôn ngữ cơ sở dữ liệu</a:t>
            </a:r>
            <a:endParaRPr/>
          </a:p>
        </p:txBody>
      </p:sp>
      <p:sp>
        <p:nvSpPr>
          <p:cNvPr id="588" name="Google Shape;588;p21"/>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Cho phép người dùng/ứng dụng tương tác với CSDL</a:t>
            </a:r>
            <a:endParaRPr/>
          </a:p>
          <a:p>
            <a:pPr indent="-323850" lvl="0" marL="431800" marR="0" rtl="0" algn="l">
              <a:lnSpc>
                <a:spcPct val="100000"/>
              </a:lnSpc>
              <a:spcBef>
                <a:spcPts val="112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Có 2 loại chính:</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Ngôn ngữ định nghĩa dữ liệu (Data Definition Language – DDL): Định nghĩa lược đồ CSDL.</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Ngôn ngữ  thao tác dữ liệu (Data Manipulation Language – DML) : cập nhật và truy vấn CSDL.</a:t>
            </a:r>
            <a:endParaRPr/>
          </a:p>
          <a:p>
            <a:pPr indent="-323850" lvl="0" marL="431800" marR="0" rtl="0" algn="l">
              <a:lnSpc>
                <a:spcPct val="100000"/>
              </a:lnSpc>
              <a:spcBef>
                <a:spcPts val="1120"/>
              </a:spcBef>
              <a:spcAft>
                <a:spcPts val="0"/>
              </a:spcAft>
              <a:buClr>
                <a:srgbClr val="1287C3"/>
              </a:buClr>
              <a:buSzPts val="3770"/>
              <a:buFont typeface="Arial"/>
              <a:buNone/>
            </a:pPr>
            <a:r>
              <a:rPr b="0" i="0" lang="en-US" sz="2600" u="none" cap="none" strike="noStrike">
                <a:solidFill>
                  <a:srgbClr val="0000FF"/>
                </a:solidFill>
                <a:latin typeface="Arial"/>
                <a:ea typeface="Arial"/>
                <a:cs typeface="Arial"/>
                <a:sym typeface="Arial"/>
              </a:rPr>
              <a:t>=&gt; Không phải là 2 ngôn ngữ độc lập, là các thành phần của một ngôn ngữ CSDL, ví dụ ngôn ngữ SQL (Structured Query Language) : ngôn ngữ CSDL được sử dụng rộng rãi.</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22"/>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Quản lý giao dịch</a:t>
            </a:r>
            <a:endParaRPr/>
          </a:p>
        </p:txBody>
      </p:sp>
      <p:sp>
        <p:nvSpPr>
          <p:cNvPr id="595" name="Google Shape;595;p22"/>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1" i="0" lang="en-US" sz="2600" u="none" cap="none" strike="noStrike">
                <a:solidFill>
                  <a:srgbClr val="0000FF"/>
                </a:solidFill>
                <a:latin typeface="Arial"/>
                <a:ea typeface="Arial"/>
                <a:cs typeface="Arial"/>
                <a:sym typeface="Arial"/>
              </a:rPr>
              <a:t>Một giao dịch</a:t>
            </a:r>
            <a:r>
              <a:rPr b="0" i="0" lang="en-US" sz="2600" u="none" cap="none" strike="noStrike">
                <a:solidFill>
                  <a:schemeClr val="dk1"/>
                </a:solidFill>
                <a:latin typeface="Arial"/>
                <a:ea typeface="Arial"/>
                <a:cs typeface="Arial"/>
                <a:sym typeface="Arial"/>
              </a:rPr>
              <a:t> là một tập hợp các hoạt động/ thao tác mà thực hiện một chức năng luận lý đơn giản trong một ứng dụng cơ sở dữ liệu.</a:t>
            </a:r>
            <a:endParaRPr/>
          </a:p>
          <a:p>
            <a:pPr indent="-323850" lvl="0" marL="431800" marR="0" rtl="0" algn="l">
              <a:lnSpc>
                <a:spcPct val="100000"/>
              </a:lnSpc>
              <a:spcBef>
                <a:spcPts val="1120"/>
              </a:spcBef>
              <a:spcAft>
                <a:spcPts val="0"/>
              </a:spcAft>
              <a:buClr>
                <a:srgbClr val="1287C3"/>
              </a:buClr>
              <a:buSzPts val="3770"/>
              <a:buFont typeface="Arial"/>
              <a:buNone/>
            </a:pPr>
            <a:r>
              <a:t/>
            </a:r>
            <a:endParaRPr b="0" i="0" sz="2600" u="none" cap="none" strike="noStrike">
              <a:solidFill>
                <a:schemeClr val="dk1"/>
              </a:solidFill>
              <a:latin typeface="Arial"/>
              <a:ea typeface="Arial"/>
              <a:cs typeface="Arial"/>
              <a:sym typeface="Arial"/>
            </a:endParaRPr>
          </a:p>
          <a:p>
            <a:pPr indent="-323850" lvl="0" marL="431800" marR="0" rtl="0" algn="l">
              <a:lnSpc>
                <a:spcPct val="100000"/>
              </a:lnSpc>
              <a:spcBef>
                <a:spcPts val="112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Điều gì xảy ra nếu hệ thống có sự cố ?</a:t>
            </a:r>
            <a:endParaRPr/>
          </a:p>
          <a:p>
            <a:pPr indent="-323850" lvl="0" marL="431800" marR="0" rtl="0" algn="l">
              <a:lnSpc>
                <a:spcPct val="100000"/>
              </a:lnSpc>
              <a:spcBef>
                <a:spcPts val="1120"/>
              </a:spcBef>
              <a:spcAft>
                <a:spcPts val="0"/>
              </a:spcAft>
              <a:buClr>
                <a:srgbClr val="1287C3"/>
              </a:buClr>
              <a:buSzPts val="3770"/>
              <a:buFont typeface="Arial"/>
              <a:buNone/>
            </a:pPr>
            <a:r>
              <a:t/>
            </a:r>
            <a:endParaRPr b="0" i="0" sz="2600" u="none" cap="none" strike="noStrike">
              <a:solidFill>
                <a:schemeClr val="dk1"/>
              </a:solidFill>
              <a:latin typeface="Arial"/>
              <a:ea typeface="Arial"/>
              <a:cs typeface="Arial"/>
              <a:sym typeface="Arial"/>
            </a:endParaRPr>
          </a:p>
          <a:p>
            <a:pPr indent="-323850" lvl="0" marL="431800" marR="0" rtl="0" algn="l">
              <a:lnSpc>
                <a:spcPct val="100000"/>
              </a:lnSpc>
              <a:spcBef>
                <a:spcPts val="1120"/>
              </a:spcBef>
              <a:spcAft>
                <a:spcPts val="0"/>
              </a:spcAft>
              <a:buClr>
                <a:srgbClr val="1287C3"/>
              </a:buClr>
              <a:buSzPts val="1170"/>
              <a:buFont typeface="Noto Sans Symbols"/>
              <a:buChar char="●"/>
            </a:pPr>
            <a:r>
              <a:rPr b="0" i="0" lang="en-US" sz="2600" u="none" cap="none" strike="noStrike">
                <a:solidFill>
                  <a:schemeClr val="dk1"/>
                </a:solidFill>
                <a:latin typeface="Arial"/>
                <a:ea typeface="Arial"/>
                <a:cs typeface="Arial"/>
                <a:sym typeface="Arial"/>
              </a:rPr>
              <a:t>Điều gì xảy ra nếu nhiều người dùng cập nhật đồng thời trên cùng một dữ liệu ?</a:t>
            </a:r>
            <a:endParaRPr/>
          </a:p>
          <a:p>
            <a:pPr indent="-74929" lvl="0" marL="314325" marR="0" rtl="0" algn="l">
              <a:spcBef>
                <a:spcPts val="1120"/>
              </a:spcBef>
              <a:spcAft>
                <a:spcPts val="0"/>
              </a:spcAft>
              <a:buClr>
                <a:srgbClr val="1287C3"/>
              </a:buClr>
              <a:buSzPts val="3770"/>
              <a:buFont typeface="Arial"/>
              <a:buNone/>
            </a:pPr>
            <a:r>
              <a:t/>
            </a:r>
            <a:endParaRPr b="0" i="0" sz="260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23"/>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Quản lý giao dịch</a:t>
            </a:r>
            <a:endParaRPr/>
          </a:p>
        </p:txBody>
      </p:sp>
      <p:sp>
        <p:nvSpPr>
          <p:cNvPr id="602" name="Google Shape;602;p23"/>
          <p:cNvSpPr txBox="1"/>
          <p:nvPr>
            <p:ph idx="1" type="body"/>
          </p:nvPr>
        </p:nvSpPr>
        <p:spPr>
          <a:xfrm>
            <a:off x="503237" y="1768475"/>
            <a:ext cx="9070975" cy="1630362"/>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0" i="0" lang="en-US" sz="2600" u="none">
                <a:solidFill>
                  <a:schemeClr val="dk1"/>
                </a:solidFill>
                <a:latin typeface="Arial"/>
                <a:ea typeface="Arial"/>
                <a:cs typeface="Arial"/>
                <a:sym typeface="Arial"/>
              </a:rPr>
              <a:t>Ví dụ 1: Xét giao dịch chuyển tiền từ tài khoản A sang tài khoản B</a:t>
            </a:r>
            <a:endParaRPr/>
          </a:p>
          <a:p>
            <a:pPr indent="-74929" lvl="0" marL="314325" marR="0" rtl="0" algn="l">
              <a:spcBef>
                <a:spcPts val="1120"/>
              </a:spcBef>
              <a:spcAft>
                <a:spcPts val="0"/>
              </a:spcAft>
              <a:buClr>
                <a:srgbClr val="1287C3"/>
              </a:buClr>
              <a:buSzPts val="3770"/>
              <a:buFont typeface="Arial"/>
              <a:buNone/>
            </a:pPr>
            <a:r>
              <a:t/>
            </a:r>
            <a:endParaRPr b="0" i="0" sz="2600" u="none">
              <a:solidFill>
                <a:schemeClr val="dk1"/>
              </a:solidFill>
              <a:latin typeface="Arial"/>
              <a:ea typeface="Arial"/>
              <a:cs typeface="Arial"/>
              <a:sym typeface="Arial"/>
            </a:endParaRPr>
          </a:p>
        </p:txBody>
      </p:sp>
      <p:pic>
        <p:nvPicPr>
          <p:cNvPr id="603" name="Google Shape;603;p23"/>
          <p:cNvPicPr preferRelativeResize="0"/>
          <p:nvPr/>
        </p:nvPicPr>
        <p:blipFill rotWithShape="1">
          <a:blip r:embed="rId3">
            <a:alphaModFix/>
          </a:blip>
          <a:srcRect b="0" l="0" r="0" t="0"/>
          <a:stretch/>
        </p:blipFill>
        <p:spPr>
          <a:xfrm>
            <a:off x="3840163" y="2789238"/>
            <a:ext cx="2468562" cy="4343400"/>
          </a:xfrm>
          <a:prstGeom prst="rect">
            <a:avLst/>
          </a:prstGeom>
          <a:noFill/>
          <a:ln>
            <a:noFill/>
          </a:ln>
        </p:spPr>
      </p:pic>
      <p:cxnSp>
        <p:nvCxnSpPr>
          <p:cNvPr id="604" name="Google Shape;604;p23"/>
          <p:cNvCxnSpPr/>
          <p:nvPr/>
        </p:nvCxnSpPr>
        <p:spPr>
          <a:xfrm>
            <a:off x="2560637" y="5303837"/>
            <a:ext cx="1279525" cy="1587"/>
          </a:xfrm>
          <a:prstGeom prst="straightConnector1">
            <a:avLst/>
          </a:prstGeom>
          <a:noFill/>
          <a:ln cap="flat" cmpd="sng" w="18350">
            <a:solidFill>
              <a:srgbClr val="3333FF"/>
            </a:solidFill>
            <a:prstDash val="solid"/>
            <a:miter lim="800000"/>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24"/>
          <p:cNvSpPr txBox="1"/>
          <p:nvPr>
            <p:ph type="title"/>
          </p:nvPr>
        </p:nvSpPr>
        <p:spPr>
          <a:xfrm>
            <a:off x="503237" y="46037"/>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Quản lý giao dịch</a:t>
            </a:r>
            <a:endParaRPr/>
          </a:p>
        </p:txBody>
      </p:sp>
      <p:sp>
        <p:nvSpPr>
          <p:cNvPr id="611" name="Google Shape;611;p24"/>
          <p:cNvSpPr txBox="1"/>
          <p:nvPr>
            <p:ph idx="1" type="body"/>
          </p:nvPr>
        </p:nvSpPr>
        <p:spPr>
          <a:xfrm>
            <a:off x="622300" y="1420812"/>
            <a:ext cx="9070975" cy="665162"/>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0" i="0" lang="en-US" sz="2600" u="none">
                <a:solidFill>
                  <a:schemeClr val="dk1"/>
                </a:solidFill>
                <a:latin typeface="Arial"/>
                <a:ea typeface="Arial"/>
                <a:cs typeface="Arial"/>
                <a:sym typeface="Arial"/>
              </a:rPr>
              <a:t>Ví dụ 2: Xét 2 giao dịch cập nhật cùng dữ liệu:</a:t>
            </a:r>
            <a:endParaRPr/>
          </a:p>
          <a:p>
            <a:pPr indent="-74929" lvl="0" marL="314325" marR="0" rtl="0" algn="l">
              <a:spcBef>
                <a:spcPts val="1120"/>
              </a:spcBef>
              <a:spcAft>
                <a:spcPts val="0"/>
              </a:spcAft>
              <a:buClr>
                <a:srgbClr val="1287C3"/>
              </a:buClr>
              <a:buSzPts val="3770"/>
              <a:buFont typeface="Arial"/>
              <a:buNone/>
            </a:pPr>
            <a:r>
              <a:t/>
            </a:r>
            <a:endParaRPr b="0" i="0" sz="2600" u="none">
              <a:solidFill>
                <a:schemeClr val="dk1"/>
              </a:solidFill>
              <a:latin typeface="Arial"/>
              <a:ea typeface="Arial"/>
              <a:cs typeface="Arial"/>
              <a:sym typeface="Arial"/>
            </a:endParaRPr>
          </a:p>
        </p:txBody>
      </p:sp>
      <p:pic>
        <p:nvPicPr>
          <p:cNvPr id="612" name="Google Shape;612;p24"/>
          <p:cNvPicPr preferRelativeResize="0"/>
          <p:nvPr/>
        </p:nvPicPr>
        <p:blipFill rotWithShape="1">
          <a:blip r:embed="rId3">
            <a:alphaModFix/>
          </a:blip>
          <a:srcRect b="0" l="0" r="0" t="0"/>
          <a:stretch/>
        </p:blipFill>
        <p:spPr>
          <a:xfrm>
            <a:off x="622300" y="1716088"/>
            <a:ext cx="8685213" cy="5203825"/>
          </a:xfrm>
          <a:prstGeom prst="rect">
            <a:avLst/>
          </a:prstGeom>
          <a:noFill/>
          <a:ln>
            <a:noFill/>
          </a:ln>
        </p:spPr>
      </p:pic>
      <p:sp>
        <p:nvSpPr>
          <p:cNvPr id="613" name="Google Shape;613;p24"/>
          <p:cNvSpPr txBox="1"/>
          <p:nvPr/>
        </p:nvSpPr>
        <p:spPr>
          <a:xfrm>
            <a:off x="3690937" y="6904037"/>
            <a:ext cx="1577975" cy="457200"/>
          </a:xfrm>
          <a:prstGeom prst="rect">
            <a:avLst/>
          </a:prstGeom>
          <a:noFill/>
          <a:ln>
            <a:noFill/>
          </a:ln>
        </p:spPr>
        <p:txBody>
          <a:bodyPr anchorCtr="0" anchor="t" bIns="45000" lIns="90000" spcFirstLastPara="1" rIns="90000" wrap="square" tIns="45000">
            <a:noAutofit/>
          </a:bodyPr>
          <a:lstStyle/>
          <a:p>
            <a:pPr indent="0" lvl="0" marL="0" marR="0" rtl="0" algn="l">
              <a:lnSpc>
                <a:spcPct val="101000"/>
              </a:lnSpc>
              <a:spcBef>
                <a:spcPts val="0"/>
              </a:spcBef>
              <a:spcAft>
                <a:spcPts val="0"/>
              </a:spcAft>
              <a:buClr>
                <a:srgbClr val="800000"/>
              </a:buClr>
              <a:buSzPts val="2400"/>
              <a:buFont typeface="Arial"/>
              <a:buNone/>
            </a:pPr>
            <a:r>
              <a:rPr b="1" i="0" lang="en-US" sz="2400" u="none">
                <a:solidFill>
                  <a:srgbClr val="800000"/>
                </a:solidFill>
                <a:latin typeface="Arial"/>
                <a:ea typeface="Arial"/>
                <a:cs typeface="Arial"/>
                <a:sym typeface="Arial"/>
              </a:rPr>
              <a:t>=&gt; A =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25"/>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Quản lý giao dịch</a:t>
            </a:r>
            <a:endParaRPr/>
          </a:p>
        </p:txBody>
      </p:sp>
      <p:sp>
        <p:nvSpPr>
          <p:cNvPr id="620" name="Google Shape;620;p25"/>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3770"/>
              <a:buFont typeface="Arial"/>
              <a:buNone/>
            </a:pPr>
            <a:r>
              <a:t/>
            </a:r>
            <a:endParaRPr b="0" i="0" sz="2600" u="none">
              <a:solidFill>
                <a:schemeClr val="dk1"/>
              </a:solidFill>
              <a:latin typeface="Arial"/>
              <a:ea typeface="Arial"/>
              <a:cs typeface="Arial"/>
              <a:sym typeface="Arial"/>
            </a:endParaRPr>
          </a:p>
          <a:p>
            <a:pPr indent="-323850" lvl="0" marL="431800" marR="0" rtl="0" algn="l">
              <a:lnSpc>
                <a:spcPct val="100000"/>
              </a:lnSpc>
              <a:spcBef>
                <a:spcPts val="1120"/>
              </a:spcBef>
              <a:spcAft>
                <a:spcPts val="0"/>
              </a:spcAft>
              <a:buClr>
                <a:srgbClr val="1287C3"/>
              </a:buClr>
              <a:buSzPts val="1170"/>
              <a:buFont typeface="Noto Sans Symbols"/>
              <a:buChar char="●"/>
            </a:pPr>
            <a:r>
              <a:rPr b="1" i="0" lang="en-US" sz="2600" u="none">
                <a:solidFill>
                  <a:srgbClr val="0000FF"/>
                </a:solidFill>
                <a:latin typeface="Arial"/>
                <a:ea typeface="Arial"/>
                <a:cs typeface="Arial"/>
                <a:sym typeface="Arial"/>
              </a:rPr>
              <a:t>Bộ phận quản lý giao dịch</a:t>
            </a:r>
            <a:r>
              <a:rPr b="0" i="0" lang="en-US" sz="2600" u="none">
                <a:solidFill>
                  <a:schemeClr val="dk1"/>
                </a:solidFill>
                <a:latin typeface="Arial"/>
                <a:ea typeface="Arial"/>
                <a:cs typeface="Arial"/>
                <a:sym typeface="Arial"/>
              </a:rPr>
              <a:t> đảm bảo CSDL vẫn ở trạng thái nhất quán (đúng) bất chấp lỗi hệ thống (ví dụ như mất điện và hệ điều hành bị treo) và sự thất bại của giao dịch.</a:t>
            </a:r>
            <a:endParaRPr/>
          </a:p>
          <a:p>
            <a:pPr indent="-323850" lvl="0" marL="431800" marR="0" rtl="0" algn="l">
              <a:lnSpc>
                <a:spcPct val="100000"/>
              </a:lnSpc>
              <a:spcBef>
                <a:spcPts val="1120"/>
              </a:spcBef>
              <a:spcAft>
                <a:spcPts val="0"/>
              </a:spcAft>
              <a:buClr>
                <a:srgbClr val="1287C3"/>
              </a:buClr>
              <a:buSzPts val="1170"/>
              <a:buFont typeface="Noto Sans Symbols"/>
              <a:buChar char="●"/>
            </a:pPr>
            <a:r>
              <a:rPr b="1" i="0" lang="en-US" sz="2600" u="none">
                <a:solidFill>
                  <a:srgbClr val="0000FF"/>
                </a:solidFill>
                <a:latin typeface="Arial"/>
                <a:ea typeface="Arial"/>
                <a:cs typeface="Arial"/>
                <a:sym typeface="Arial"/>
              </a:rPr>
              <a:t>Bộ phận điều khiển-cạnh tranh</a:t>
            </a:r>
            <a:r>
              <a:rPr b="0" i="0" lang="en-US" sz="2600" u="none">
                <a:solidFill>
                  <a:schemeClr val="dk1"/>
                </a:solidFill>
                <a:latin typeface="Arial"/>
                <a:ea typeface="Arial"/>
                <a:cs typeface="Arial"/>
                <a:sym typeface="Arial"/>
              </a:rPr>
              <a:t> điều khiển sự tương tác giữa các giao dịch đồng thời để bảo đảm tính bền vững của các cơ sở dữ liệu.</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26"/>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Quản lý lưu trữ</a:t>
            </a:r>
            <a:endParaRPr/>
          </a:p>
        </p:txBody>
      </p:sp>
      <p:sp>
        <p:nvSpPr>
          <p:cNvPr id="627" name="Google Shape;627;p26"/>
          <p:cNvSpPr txBox="1"/>
          <p:nvPr>
            <p:ph idx="1" type="body"/>
          </p:nvPr>
        </p:nvSpPr>
        <p:spPr>
          <a:xfrm>
            <a:off x="503237" y="1768475"/>
            <a:ext cx="9070975" cy="4384675"/>
          </a:xfrm>
          <a:prstGeom prst="rect">
            <a:avLst/>
          </a:prstGeom>
          <a:noFill/>
          <a:ln>
            <a:noFill/>
          </a:ln>
        </p:spPr>
        <p:txBody>
          <a:bodyPr anchorCtr="0" anchor="ctr" bIns="45700" lIns="91425" spcFirstLastPara="1" rIns="91425" wrap="square" tIns="45700">
            <a:normAutofit/>
          </a:bodyPr>
          <a:lstStyle/>
          <a:p>
            <a:pPr indent="-323850" lvl="0" marL="431800" marR="0" rtl="0" algn="l">
              <a:lnSpc>
                <a:spcPct val="100000"/>
              </a:lnSpc>
              <a:spcBef>
                <a:spcPts val="0"/>
              </a:spcBef>
              <a:spcAft>
                <a:spcPts val="0"/>
              </a:spcAft>
              <a:buClr>
                <a:srgbClr val="1287C3"/>
              </a:buClr>
              <a:buSzPts val="1170"/>
              <a:buFont typeface="Noto Sans Symbols"/>
              <a:buChar char="●"/>
            </a:pPr>
            <a:r>
              <a:rPr b="0" i="0" lang="en-US" sz="2600" u="none">
                <a:solidFill>
                  <a:schemeClr val="dk1"/>
                </a:solidFill>
                <a:latin typeface="Arial"/>
                <a:ea typeface="Arial"/>
                <a:cs typeface="Arial"/>
                <a:sym typeface="Arial"/>
              </a:rPr>
              <a:t>Quản lý lưu trữ là một chương trình cung cấp giao diện giữa các dữ liệu cấp thấp được lưu trữ trong CSDL và các chương trình ứng dụng và truy vấn gửi tới hệ thống.</a:t>
            </a:r>
            <a:endParaRPr/>
          </a:p>
          <a:p>
            <a:pPr indent="-323850" lvl="0" marL="431800" marR="0" rtl="0" algn="l">
              <a:lnSpc>
                <a:spcPct val="100000"/>
              </a:lnSpc>
              <a:spcBef>
                <a:spcPts val="1120"/>
              </a:spcBef>
              <a:spcAft>
                <a:spcPts val="0"/>
              </a:spcAft>
              <a:buClr>
                <a:srgbClr val="1287C3"/>
              </a:buClr>
              <a:buSzPts val="1170"/>
              <a:buFont typeface="Noto Sans Symbols"/>
              <a:buChar char="●"/>
            </a:pPr>
            <a:r>
              <a:rPr b="0" i="0" lang="en-US" sz="2600" u="none">
                <a:solidFill>
                  <a:schemeClr val="dk1"/>
                </a:solidFill>
                <a:latin typeface="Arial"/>
                <a:ea typeface="Arial"/>
                <a:cs typeface="Arial"/>
                <a:sym typeface="Arial"/>
              </a:rPr>
              <a:t>Bộ phận quản lý lưu trữ đảm bảo các công việc/nhiệm vụ sau:</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Tương tác với bộ phận quản lý tập tin</a:t>
            </a:r>
            <a:endParaRPr/>
          </a:p>
          <a:p>
            <a:pPr indent="-323850" lvl="1" marL="863600" marR="0" rtl="0" algn="l">
              <a:lnSpc>
                <a:spcPct val="100000"/>
              </a:lnSpc>
              <a:spcBef>
                <a:spcPts val="1040"/>
              </a:spcBef>
              <a:spcAft>
                <a:spcPts val="0"/>
              </a:spcAft>
              <a:buClr>
                <a:srgbClr val="1287C3"/>
              </a:buClr>
              <a:buSzPts val="1650"/>
              <a:buFont typeface="Noto Sans Symbols"/>
              <a:buChar char="−"/>
            </a:pPr>
            <a:r>
              <a:rPr b="0" i="0" lang="en-US" sz="2200" u="none" cap="none" strike="noStrike">
                <a:solidFill>
                  <a:schemeClr val="dk1"/>
                </a:solidFill>
                <a:latin typeface="Arial"/>
                <a:ea typeface="Arial"/>
                <a:cs typeface="Arial"/>
                <a:sym typeface="Arial"/>
              </a:rPr>
              <a:t> Lưu trữ, truy xuất và cập nhật dữ liệu hiệu quả</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27"/>
          <p:cNvSpPr txBox="1"/>
          <p:nvPr>
            <p:ph type="title"/>
          </p:nvPr>
        </p:nvSpPr>
        <p:spPr>
          <a:xfrm>
            <a:off x="503237" y="301625"/>
            <a:ext cx="9070975" cy="12620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b="0" i="0" lang="en-US" sz="4400" u="none">
                <a:solidFill>
                  <a:schemeClr val="dk1"/>
                </a:solidFill>
                <a:latin typeface="Arial"/>
                <a:ea typeface="Arial"/>
                <a:cs typeface="Arial"/>
                <a:sym typeface="Arial"/>
              </a:rPr>
              <a:t>Người quản trị và người dùng CSDL</a:t>
            </a:r>
            <a:endParaRPr/>
          </a:p>
        </p:txBody>
      </p:sp>
      <p:pic>
        <p:nvPicPr>
          <p:cNvPr id="634" name="Google Shape;634;p27"/>
          <p:cNvPicPr preferRelativeResize="0"/>
          <p:nvPr/>
        </p:nvPicPr>
        <p:blipFill rotWithShape="1">
          <a:blip r:embed="rId3">
            <a:alphaModFix/>
          </a:blip>
          <a:srcRect b="0" l="0" r="0" t="0"/>
          <a:stretch/>
        </p:blipFill>
        <p:spPr>
          <a:xfrm>
            <a:off x="693738" y="1573213"/>
            <a:ext cx="8880475" cy="4568825"/>
          </a:xfrm>
          <a:prstGeom prst="rect">
            <a:avLst/>
          </a:prstGeom>
          <a:noFill/>
          <a:ln>
            <a:noFill/>
          </a:ln>
        </p:spPr>
      </p:pic>
      <p:sp>
        <p:nvSpPr>
          <p:cNvPr id="635" name="Google Shape;635;p27"/>
          <p:cNvSpPr/>
          <p:nvPr/>
        </p:nvSpPr>
        <p:spPr>
          <a:xfrm>
            <a:off x="3775075" y="6294437"/>
            <a:ext cx="2103437" cy="1006475"/>
          </a:xfrm>
          <a:prstGeom prst="can">
            <a:avLst>
              <a:gd fmla="val 25000" name="adj"/>
            </a:avLst>
          </a:prstGeom>
          <a:solidFill>
            <a:srgbClr val="729FCF"/>
          </a:solidFill>
          <a:ln cap="flat" cmpd="sng" w="9525">
            <a:solidFill>
              <a:srgbClr val="3465A4"/>
            </a:solidFill>
            <a:prstDash val="solid"/>
            <a:miter lim="800000"/>
            <a:headEnd len="sm" w="sm" type="none"/>
            <a:tailEnd len="sm" w="sm" type="none"/>
          </a:ln>
        </p:spPr>
        <p:txBody>
          <a:bodyPr anchorCtr="0" anchor="ctr" bIns="45000" lIns="90000" spcFirstLastPara="1" rIns="90000" wrap="square" tIns="61000">
            <a:noAutofit/>
          </a:bodyPr>
          <a:lstStyle/>
          <a:p>
            <a:pPr indent="0" lvl="0" marL="0" marR="0" rtl="0" algn="ctr">
              <a:lnSpc>
                <a:spcPct val="93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Database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28"/>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Hệ quản trị Cơ sở dữ liệu (Database Management System)</a:t>
            </a:r>
            <a:endParaRPr/>
          </a:p>
        </p:txBody>
      </p:sp>
      <p:sp>
        <p:nvSpPr>
          <p:cNvPr id="642" name="Google Shape;642;p28"/>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Định nghĩa</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a:t>
            </a:r>
            <a:r>
              <a:rPr b="0" i="1" lang="en-US" sz="2400" u="none">
                <a:solidFill>
                  <a:srgbClr val="000000"/>
                </a:solidFill>
                <a:latin typeface="Arial"/>
                <a:ea typeface="Arial"/>
                <a:cs typeface="Arial"/>
                <a:sym typeface="Arial"/>
              </a:rPr>
              <a:t>Một DBMS là một hệ thống bao gồm một tập các chương trình (phần mềm) cho phép quản lý và truy xuất các CSDL: định nghĩa cấu trúc, truy vấn, cập nhật, sao lưu, phuc hồi, … các CSDL</a:t>
            </a:r>
            <a:r>
              <a:rPr b="0" i="0" lang="en-US" sz="2400" u="none">
                <a:solidFill>
                  <a:srgbClr val="000000"/>
                </a:solidFill>
                <a:latin typeface="Arial"/>
                <a:ea typeface="Arial"/>
                <a:cs typeface="Arial"/>
                <a:sym typeface="Arial"/>
              </a:rPr>
              <a:t>. </a:t>
            </a:r>
            <a:endParaRPr/>
          </a:p>
          <a:p>
            <a:pPr indent="-341312" lvl="0" marL="342900" marR="0" rtl="0" algn="l">
              <a:lnSpc>
                <a:spcPct val="100000"/>
              </a:lnSpc>
              <a:spcBef>
                <a:spcPts val="500"/>
              </a:spcBef>
              <a:spcAft>
                <a:spcPts val="0"/>
              </a:spcAft>
              <a:buClr>
                <a:srgbClr val="000000"/>
              </a:buClr>
              <a:buSzPts val="2800"/>
              <a:buFont typeface="Arial"/>
              <a:buChar char="•"/>
            </a:pPr>
            <a:r>
              <a:rPr b="0" i="0" lang="en-US" sz="2800" u="none">
                <a:solidFill>
                  <a:srgbClr val="000000"/>
                </a:solidFill>
                <a:latin typeface="Arial"/>
                <a:ea typeface="Arial"/>
                <a:cs typeface="Arial"/>
                <a:sym typeface="Arial"/>
              </a:rPr>
              <a:t>Ví dụ:</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Nguồn mở: MySQL, PostgreSQL,...</a:t>
            </a:r>
            <a:endParaRPr/>
          </a:p>
          <a:p>
            <a:pPr indent="-284162" lvl="1" marL="742950" marR="0" rtl="0" algn="l">
              <a:lnSpc>
                <a:spcPct val="100000"/>
              </a:lnSpc>
              <a:spcBef>
                <a:spcPts val="40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Thương mại: SQL Server, Oracle, DB2,...</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643" name="Google Shape;643;p28"/>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29"/>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Hệ quản trị Cơ sở dữ liệu (Database Management System)</a:t>
            </a:r>
            <a:endParaRPr/>
          </a:p>
        </p:txBody>
      </p:sp>
      <p:sp>
        <p:nvSpPr>
          <p:cNvPr id="650" name="Google Shape;650;p29"/>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Tổ chức dữ liệu</a:t>
            </a:r>
            <a:r>
              <a:rPr b="0" i="0" lang="en-US" sz="2800" u="none">
                <a:solidFill>
                  <a:srgbClr val="000000"/>
                </a:solidFill>
                <a:latin typeface="Arial"/>
                <a:ea typeface="Arial"/>
                <a:cs typeface="Arial"/>
                <a:sym typeface="Arial"/>
              </a:rPr>
              <a:t> </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quan hệ tổ chức dữ liệu trong các bảng và được lưu trữ trên đĩa. Nó tạo ra các cơ chế để đảm bảo truy cập nhanh dữ liệu;</a:t>
            </a:r>
            <a:endParaRPr/>
          </a:p>
          <a:p>
            <a:pPr indent="-341312" lvl="0" marL="342900" marR="0" rtl="0" algn="l">
              <a:lnSpc>
                <a:spcPct val="100000"/>
              </a:lnSpc>
              <a:spcBef>
                <a:spcPts val="50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Quản lý dữ liệu</a:t>
            </a:r>
            <a:r>
              <a:rPr b="0" i="0" lang="en-US" sz="2800" u="none">
                <a:solidFill>
                  <a:srgbClr val="000000"/>
                </a:solidFill>
                <a:latin typeface="Arial"/>
                <a:ea typeface="Arial"/>
                <a:cs typeface="Arial"/>
                <a:sym typeface="Arial"/>
              </a:rPr>
              <a:t> </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đảm bảo sự phát triển phù hợp của dữ liệu, nó kiểm tra các ràng buộc dữ liệu.</a:t>
            </a:r>
            <a:endParaRPr/>
          </a:p>
          <a:p>
            <a:pPr indent="-341312" lvl="0" marL="342900" marR="0" rtl="0" algn="l">
              <a:lnSpc>
                <a:spcPct val="100000"/>
              </a:lnSpc>
              <a:spcBef>
                <a:spcPts val="50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Truy cập dữ liệu</a:t>
            </a:r>
            <a:r>
              <a:rPr b="0" i="0" lang="en-US" sz="2800" u="none">
                <a:solidFill>
                  <a:srgbClr val="000000"/>
                </a:solidFill>
                <a:latin typeface="Arial"/>
                <a:ea typeface="Arial"/>
                <a:cs typeface="Arial"/>
                <a:sym typeface="Arial"/>
              </a:rPr>
              <a:t> </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cho phép truy cập dữ liệu đồng thời từ cả người dùng và từ các chương trình xử lý dữ liệu. </a:t>
            </a:r>
            <a:endParaRPr/>
          </a:p>
        </p:txBody>
      </p:sp>
      <p:sp>
        <p:nvSpPr>
          <p:cNvPr id="651" name="Google Shape;651;p29"/>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0"/>
          <p:cNvSpPr txBox="1"/>
          <p:nvPr>
            <p:ph type="title"/>
          </p:nvPr>
        </p:nvSpPr>
        <p:spPr>
          <a:xfrm>
            <a:off x="503237" y="303212"/>
            <a:ext cx="9070975" cy="12588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Hệ quản trị Cơ sở dữ liệu (Database Management System)</a:t>
            </a:r>
            <a:endParaRPr/>
          </a:p>
        </p:txBody>
      </p:sp>
      <p:sp>
        <p:nvSpPr>
          <p:cNvPr id="658" name="Google Shape;658;p30"/>
          <p:cNvSpPr txBox="1"/>
          <p:nvPr/>
        </p:nvSpPr>
        <p:spPr>
          <a:xfrm>
            <a:off x="503237" y="1763712"/>
            <a:ext cx="9070975" cy="498951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0000"/>
              </a:lnSpc>
              <a:spcBef>
                <a:spcPts val="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Bảo vệ chống lại rủi ro, tai nạn</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đảm bảo tính toàn vẹn và tính sẵn sàng của dữ liệu trong trường hợp xảy ra sự cố hoặc bị tấn công.</a:t>
            </a:r>
            <a:endParaRPr/>
          </a:p>
          <a:p>
            <a:pPr indent="-341312" lvl="0" marL="342900" marR="0" rtl="0" algn="l">
              <a:lnSpc>
                <a:spcPct val="100000"/>
              </a:lnSpc>
              <a:spcBef>
                <a:spcPts val="50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Quản lý truy cập đồng thời</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cho phép truy cập dữ liệu đồng thời từ hàng trăm hoặc thậm chí hàng ngàn người sử dụng. Nó kiểm soát chặt chẽ các thao tác đồng thời trên cùng dữ liệu.</a:t>
            </a:r>
            <a:endParaRPr/>
          </a:p>
          <a:p>
            <a:pPr indent="-341312" lvl="0" marL="342900" marR="0" rtl="0" algn="l">
              <a:lnSpc>
                <a:spcPct val="100000"/>
              </a:lnSpc>
              <a:spcBef>
                <a:spcPts val="500"/>
              </a:spcBef>
              <a:spcAft>
                <a:spcPts val="0"/>
              </a:spcAft>
              <a:buClr>
                <a:srgbClr val="000000"/>
              </a:buClr>
              <a:buSzPts val="2800"/>
              <a:buFont typeface="Arial"/>
              <a:buChar char="•"/>
            </a:pPr>
            <a:r>
              <a:rPr b="1" i="0" lang="en-US" sz="2800" u="none">
                <a:solidFill>
                  <a:srgbClr val="000000"/>
                </a:solidFill>
                <a:latin typeface="Arial"/>
                <a:ea typeface="Arial"/>
                <a:cs typeface="Arial"/>
                <a:sym typeface="Arial"/>
              </a:rPr>
              <a:t>Kiểm soát truy cập</a:t>
            </a:r>
            <a:endParaRPr/>
          </a:p>
          <a:p>
            <a:pPr indent="-341312" lvl="0" marL="342900" marR="0" rtl="0" algn="l">
              <a:lnSpc>
                <a:spcPct val="100000"/>
              </a:lnSpc>
              <a:spcBef>
                <a:spcPts val="400"/>
              </a:spcBef>
              <a:spcAft>
                <a:spcPts val="0"/>
              </a:spcAft>
              <a:buClr>
                <a:srgbClr val="000000"/>
              </a:buClr>
              <a:buSzPts val="2400"/>
              <a:buFont typeface="Arial"/>
              <a:buNone/>
            </a:pPr>
            <a:r>
              <a:rPr b="0" i="0" lang="en-US" sz="2400" u="none">
                <a:solidFill>
                  <a:srgbClr val="000000"/>
                </a:solidFill>
                <a:latin typeface="Arial"/>
                <a:ea typeface="Arial"/>
                <a:cs typeface="Arial"/>
                <a:sym typeface="Arial"/>
              </a:rPr>
              <a:t>   DBMS đảm bảo rằng chỉ người dùng có thẩm quyền có thể truy cập dữ liệu và thay đổi chúng.</a:t>
            </a:r>
            <a:endParaRPr/>
          </a:p>
        </p:txBody>
      </p:sp>
      <p:sp>
        <p:nvSpPr>
          <p:cNvPr id="659" name="Google Shape;659;p30"/>
          <p:cNvSpPr txBox="1"/>
          <p:nvPr/>
        </p:nvSpPr>
        <p:spPr>
          <a:xfrm>
            <a:off x="9104312" y="7034212"/>
            <a:ext cx="473075" cy="403225"/>
          </a:xfrm>
          <a:prstGeom prst="rect">
            <a:avLst/>
          </a:prstGeom>
          <a:noFill/>
          <a:ln>
            <a:noFill/>
          </a:ln>
        </p:spPr>
        <p:txBody>
          <a:bodyPr anchorCtr="0" anchor="ctr" bIns="45700" lIns="91425" spcFirstLastPara="1" rIns="91425" wrap="square" tIns="45700">
            <a:noAutofit/>
          </a:bodyPr>
          <a:lstStyle/>
          <a:p>
            <a:pPr indent="0" lvl="0" marL="0" marR="0" rtl="0" algn="r">
              <a:lnSpc>
                <a:spcPct val="93000"/>
              </a:lnSpc>
              <a:spcBef>
                <a:spcPts val="0"/>
              </a:spcBef>
              <a:spcAft>
                <a:spcPts val="0"/>
              </a:spcAft>
              <a:buClr>
                <a:schemeClr val="dk1"/>
              </a:buClr>
              <a:buSzPts val="1100"/>
              <a:buFont typeface="Arial"/>
              <a:buNone/>
            </a:pPr>
            <a:fld id="{00000000-1234-1234-1234-123412341234}" type="slidenum">
              <a:rPr b="0" i="0" lang="en-US" sz="1100" u="none">
                <a:solidFill>
                  <a:schemeClr val="dk1"/>
                </a:solidFill>
                <a:latin typeface="Arial"/>
                <a:ea typeface="Arial"/>
                <a:cs typeface="Arial"/>
                <a:sym typeface="Arial"/>
              </a:rP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9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0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8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5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2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3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7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6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4_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2015-04-02T08:22:07Z</dcterms:created>
  <dc:creator/>
</cp:coreProperties>
</file>