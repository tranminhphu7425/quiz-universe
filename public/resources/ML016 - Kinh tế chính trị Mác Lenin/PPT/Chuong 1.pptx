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6"/>
  </p:notesMasterIdLst>
  <p:sldIdLst>
    <p:sldId id="256" r:id="rId2"/>
    <p:sldId id="258" r:id="rId3"/>
    <p:sldId id="289" r:id="rId4"/>
    <p:sldId id="257" r:id="rId5"/>
    <p:sldId id="259" r:id="rId6"/>
    <p:sldId id="282" r:id="rId7"/>
    <p:sldId id="290" r:id="rId8"/>
    <p:sldId id="280" r:id="rId9"/>
    <p:sldId id="261" r:id="rId10"/>
    <p:sldId id="283" r:id="rId11"/>
    <p:sldId id="285" r:id="rId12"/>
    <p:sldId id="286" r:id="rId13"/>
    <p:sldId id="287" r:id="rId14"/>
    <p:sldId id="288" r:id="rId15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0099"/>
    <a:srgbClr val="FFFF99"/>
    <a:srgbClr val="FF9900"/>
    <a:srgbClr val="FF0000"/>
    <a:srgbClr val="339933"/>
    <a:srgbClr val="66FF33"/>
    <a:srgbClr val="00FF99"/>
    <a:srgbClr val="A500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388" autoAdjust="0"/>
    <p:restoredTop sz="94660"/>
  </p:normalViewPr>
  <p:slideViewPr>
    <p:cSldViewPr>
      <p:cViewPr varScale="1">
        <p:scale>
          <a:sx n="66" d="100"/>
          <a:sy n="66" d="100"/>
        </p:scale>
        <p:origin x="1136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3C85294-1D3B-4294-B3FD-594C10192B4D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8F757D7-FF3A-4E07-AD4B-49855A6CDD28}">
      <dgm:prSet phldrT="[Text]" custT="1"/>
      <dgm:spPr/>
      <dgm:t>
        <a:bodyPr/>
        <a:lstStyle/>
        <a:p>
          <a:r>
            <a:rPr lang="en-AU" sz="28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</a:t>
          </a:r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781C6BF-8615-4852-B0E4-43AF09FD4D01}" type="parTrans" cxnId="{2D1403B9-5B08-40B4-A767-186C9A0481F0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02CCA9-306A-4400-A92F-A3531EDF676B}" type="sibTrans" cxnId="{2D1403B9-5B08-40B4-A767-186C9A0481F0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CA9C0E4-4BC2-4ED7-BEE5-E8AD276F3DAF}">
      <dgm:prSet phldrT="[Text]" custT="1"/>
      <dgm:spPr/>
      <dgm:t>
        <a:bodyPr/>
        <a:lstStyle/>
        <a:p>
          <a:r>
            <a:rPr lang="en-AU" sz="28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 Marxist</a:t>
          </a:r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38B776A-AF4B-4D51-9929-C28D066666AF}" type="parTrans" cxnId="{8433CDD8-0CEB-4451-A063-6C2FD8BC1443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FB2B65E5-C298-456D-BEA8-212EE475CD7F}" type="sibTrans" cxnId="{8433CDD8-0CEB-4451-A063-6C2FD8BC1443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C7F67084-056E-4241-A70E-2EB6DF7FF5FF}">
      <dgm:prSet phldrT="[Text]" custT="1"/>
      <dgm:spPr/>
      <dgm:t>
        <a:bodyPr/>
        <a:lstStyle/>
        <a:p>
          <a:r>
            <a:rPr lang="en-AU" sz="28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 phi Marxist</a:t>
          </a:r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AC09EFC7-5492-4781-9BB1-E258C6646AB5}" type="parTrans" cxnId="{60221B28-1E40-4D44-994C-5621AC250FC0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3B62DEA3-21AF-47D3-8422-CBBB6B8C98C8}" type="sibTrans" cxnId="{60221B28-1E40-4D44-994C-5621AC250FC0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86DBC2F2-5666-4193-914A-DFFC4835CE4E}">
      <dgm:prSet phldrT="[Text]" custT="1"/>
      <dgm:spPr/>
      <dgm:t>
        <a:bodyPr/>
        <a:lstStyle/>
        <a:p>
          <a:r>
            <a:rPr lang="en-AU" sz="28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 quốc tế</a:t>
          </a:r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BFDDB99-8920-4672-9D06-F1D15ED048E7}" type="parTrans" cxnId="{E57498A3-56FA-442A-A836-1D6E6B98224B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DFA2F62E-3C60-4383-9B07-6768E8BFFF4B}" type="sibTrans" cxnId="{E57498A3-56FA-442A-A836-1D6E6B98224B}">
      <dgm:prSet/>
      <dgm:spPr/>
      <dgm:t>
        <a:bodyPr/>
        <a:lstStyle/>
        <a:p>
          <a:endParaRPr lang="en-US" sz="28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gm:t>
    </dgm:pt>
    <dgm:pt modelId="{1DE7C3A3-6A8F-4CD2-A526-480D98B3251D}" type="pres">
      <dgm:prSet presAssocID="{53C85294-1D3B-4294-B3FD-594C10192B4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AD32DE7D-F8F8-4FD7-B1BA-6BC359BF4179}" type="pres">
      <dgm:prSet presAssocID="{D8F757D7-FF3A-4E07-AD4B-49855A6CDD28}" presName="hierRoot1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399CC86B-B301-4EA2-9E62-9B8E601BB898}" type="pres">
      <dgm:prSet presAssocID="{D8F757D7-FF3A-4E07-AD4B-49855A6CDD28}" presName="rootComposite1" presStyleCnt="0"/>
      <dgm:spPr/>
      <dgm:t>
        <a:bodyPr/>
        <a:lstStyle/>
        <a:p>
          <a:endParaRPr lang="en-US"/>
        </a:p>
      </dgm:t>
    </dgm:pt>
    <dgm:pt modelId="{E86D1CD3-BEF9-42CC-883C-B6F49FFF030C}" type="pres">
      <dgm:prSet presAssocID="{D8F757D7-FF3A-4E07-AD4B-49855A6CDD28}" presName="rootText1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DA4E624-7E30-419D-9EFB-DF2FEB186B80}" type="pres">
      <dgm:prSet presAssocID="{D8F757D7-FF3A-4E07-AD4B-49855A6CDD28}" presName="rootConnector1" presStyleLbl="node1" presStyleIdx="0" presStyleCnt="0"/>
      <dgm:spPr/>
      <dgm:t>
        <a:bodyPr/>
        <a:lstStyle/>
        <a:p>
          <a:endParaRPr lang="en-US"/>
        </a:p>
      </dgm:t>
    </dgm:pt>
    <dgm:pt modelId="{02D97E8A-928E-4D61-9498-47AEA9E44C6B}" type="pres">
      <dgm:prSet presAssocID="{D8F757D7-FF3A-4E07-AD4B-49855A6CDD28}" presName="hierChild2" presStyleCnt="0"/>
      <dgm:spPr/>
      <dgm:t>
        <a:bodyPr/>
        <a:lstStyle/>
        <a:p>
          <a:endParaRPr lang="en-US"/>
        </a:p>
      </dgm:t>
    </dgm:pt>
    <dgm:pt modelId="{FF3EE542-E225-481D-8B8B-F0AE33716D4C}" type="pres">
      <dgm:prSet presAssocID="{138B776A-AF4B-4D51-9929-C28D066666AF}" presName="Name37" presStyleLbl="parChTrans1D2" presStyleIdx="0" presStyleCnt="3"/>
      <dgm:spPr/>
      <dgm:t>
        <a:bodyPr/>
        <a:lstStyle/>
        <a:p>
          <a:endParaRPr lang="en-US"/>
        </a:p>
      </dgm:t>
    </dgm:pt>
    <dgm:pt modelId="{A079D748-17DD-4CC7-AE6B-7A4AD5AC6BF2}" type="pres">
      <dgm:prSet presAssocID="{1CA9C0E4-4BC2-4ED7-BEE5-E8AD276F3DAF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D3FDEE7F-24AC-45D2-8B5B-0802A01C43FF}" type="pres">
      <dgm:prSet presAssocID="{1CA9C0E4-4BC2-4ED7-BEE5-E8AD276F3DAF}" presName="rootComposite" presStyleCnt="0"/>
      <dgm:spPr/>
      <dgm:t>
        <a:bodyPr/>
        <a:lstStyle/>
        <a:p>
          <a:endParaRPr lang="en-US"/>
        </a:p>
      </dgm:t>
    </dgm:pt>
    <dgm:pt modelId="{51B50663-EBC9-4696-AE43-0606BC5296DC}" type="pres">
      <dgm:prSet presAssocID="{1CA9C0E4-4BC2-4ED7-BEE5-E8AD276F3DAF}" presName="rootText" presStyleLbl="node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54962C7A-FDAD-4C4C-8569-D141945CBF65}" type="pres">
      <dgm:prSet presAssocID="{1CA9C0E4-4BC2-4ED7-BEE5-E8AD276F3DAF}" presName="rootConnector" presStyleLbl="node2" presStyleIdx="0" presStyleCnt="3"/>
      <dgm:spPr/>
      <dgm:t>
        <a:bodyPr/>
        <a:lstStyle/>
        <a:p>
          <a:endParaRPr lang="en-US"/>
        </a:p>
      </dgm:t>
    </dgm:pt>
    <dgm:pt modelId="{E294DD35-1D7B-4841-9A37-5B9CDEEFA8A9}" type="pres">
      <dgm:prSet presAssocID="{1CA9C0E4-4BC2-4ED7-BEE5-E8AD276F3DAF}" presName="hierChild4" presStyleCnt="0"/>
      <dgm:spPr/>
      <dgm:t>
        <a:bodyPr/>
        <a:lstStyle/>
        <a:p>
          <a:endParaRPr lang="en-US"/>
        </a:p>
      </dgm:t>
    </dgm:pt>
    <dgm:pt modelId="{BEFB624B-B087-42C2-906C-9B5264A324A9}" type="pres">
      <dgm:prSet presAssocID="{1CA9C0E4-4BC2-4ED7-BEE5-E8AD276F3DAF}" presName="hierChild5" presStyleCnt="0"/>
      <dgm:spPr/>
      <dgm:t>
        <a:bodyPr/>
        <a:lstStyle/>
        <a:p>
          <a:endParaRPr lang="en-US"/>
        </a:p>
      </dgm:t>
    </dgm:pt>
    <dgm:pt modelId="{141728AB-4D5C-4019-A5F8-9935BD208071}" type="pres">
      <dgm:prSet presAssocID="{AC09EFC7-5492-4781-9BB1-E258C6646AB5}" presName="Name37" presStyleLbl="parChTrans1D2" presStyleIdx="1" presStyleCnt="3"/>
      <dgm:spPr/>
      <dgm:t>
        <a:bodyPr/>
        <a:lstStyle/>
        <a:p>
          <a:endParaRPr lang="en-US"/>
        </a:p>
      </dgm:t>
    </dgm:pt>
    <dgm:pt modelId="{F8344017-3192-4327-A363-D8499855DFEF}" type="pres">
      <dgm:prSet presAssocID="{C7F67084-056E-4241-A70E-2EB6DF7FF5FF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5BB0485A-9696-429D-92B2-C944EDC0B311}" type="pres">
      <dgm:prSet presAssocID="{C7F67084-056E-4241-A70E-2EB6DF7FF5FF}" presName="rootComposite" presStyleCnt="0"/>
      <dgm:spPr/>
      <dgm:t>
        <a:bodyPr/>
        <a:lstStyle/>
        <a:p>
          <a:endParaRPr lang="en-US"/>
        </a:p>
      </dgm:t>
    </dgm:pt>
    <dgm:pt modelId="{758C9B99-4889-4446-8D21-2D7CDAD4C188}" type="pres">
      <dgm:prSet presAssocID="{C7F67084-056E-4241-A70E-2EB6DF7FF5FF}" presName="rootText" presStyleLbl="node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D4609037-7966-456F-B12E-F179A5A5BDD0}" type="pres">
      <dgm:prSet presAssocID="{C7F67084-056E-4241-A70E-2EB6DF7FF5FF}" presName="rootConnector" presStyleLbl="node2" presStyleIdx="1" presStyleCnt="3"/>
      <dgm:spPr/>
      <dgm:t>
        <a:bodyPr/>
        <a:lstStyle/>
        <a:p>
          <a:endParaRPr lang="en-US"/>
        </a:p>
      </dgm:t>
    </dgm:pt>
    <dgm:pt modelId="{B8DE2ED5-67E6-41D2-A5F9-CAE04B300B02}" type="pres">
      <dgm:prSet presAssocID="{C7F67084-056E-4241-A70E-2EB6DF7FF5FF}" presName="hierChild4" presStyleCnt="0"/>
      <dgm:spPr/>
      <dgm:t>
        <a:bodyPr/>
        <a:lstStyle/>
        <a:p>
          <a:endParaRPr lang="en-US"/>
        </a:p>
      </dgm:t>
    </dgm:pt>
    <dgm:pt modelId="{9225CEEF-0311-4028-A32C-E1560FA022C3}" type="pres">
      <dgm:prSet presAssocID="{C7F67084-056E-4241-A70E-2EB6DF7FF5FF}" presName="hierChild5" presStyleCnt="0"/>
      <dgm:spPr/>
      <dgm:t>
        <a:bodyPr/>
        <a:lstStyle/>
        <a:p>
          <a:endParaRPr lang="en-US"/>
        </a:p>
      </dgm:t>
    </dgm:pt>
    <dgm:pt modelId="{DA5C4E15-4C66-459E-A3E9-5644D0AB4771}" type="pres">
      <dgm:prSet presAssocID="{DBFDDB99-8920-4672-9D06-F1D15ED048E7}" presName="Name37" presStyleLbl="parChTrans1D2" presStyleIdx="2" presStyleCnt="3"/>
      <dgm:spPr/>
      <dgm:t>
        <a:bodyPr/>
        <a:lstStyle/>
        <a:p>
          <a:endParaRPr lang="en-US"/>
        </a:p>
      </dgm:t>
    </dgm:pt>
    <dgm:pt modelId="{8618D2D9-DFDC-4794-B170-A19E66AB2923}" type="pres">
      <dgm:prSet presAssocID="{86DBC2F2-5666-4193-914A-DFFC4835CE4E}" presName="hierRoot2" presStyleCnt="0">
        <dgm:presLayoutVars>
          <dgm:hierBranch val="init"/>
        </dgm:presLayoutVars>
      </dgm:prSet>
      <dgm:spPr/>
      <dgm:t>
        <a:bodyPr/>
        <a:lstStyle/>
        <a:p>
          <a:endParaRPr lang="en-US"/>
        </a:p>
      </dgm:t>
    </dgm:pt>
    <dgm:pt modelId="{62B69188-FE99-4B5D-AC67-7589F946BC16}" type="pres">
      <dgm:prSet presAssocID="{86DBC2F2-5666-4193-914A-DFFC4835CE4E}" presName="rootComposite" presStyleCnt="0"/>
      <dgm:spPr/>
      <dgm:t>
        <a:bodyPr/>
        <a:lstStyle/>
        <a:p>
          <a:endParaRPr lang="en-US"/>
        </a:p>
      </dgm:t>
    </dgm:pt>
    <dgm:pt modelId="{0E7B0A66-BAFC-45A6-9D16-942E655974DB}" type="pres">
      <dgm:prSet presAssocID="{86DBC2F2-5666-4193-914A-DFFC4835CE4E}" presName="rootText" presStyleLbl="node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5E43C0-EFF5-4FDF-87D7-437576ADC81B}" type="pres">
      <dgm:prSet presAssocID="{86DBC2F2-5666-4193-914A-DFFC4835CE4E}" presName="rootConnector" presStyleLbl="node2" presStyleIdx="2" presStyleCnt="3"/>
      <dgm:spPr/>
      <dgm:t>
        <a:bodyPr/>
        <a:lstStyle/>
        <a:p>
          <a:endParaRPr lang="en-US"/>
        </a:p>
      </dgm:t>
    </dgm:pt>
    <dgm:pt modelId="{126BBFFA-8C5E-4F66-877F-6577C537036D}" type="pres">
      <dgm:prSet presAssocID="{86DBC2F2-5666-4193-914A-DFFC4835CE4E}" presName="hierChild4" presStyleCnt="0"/>
      <dgm:spPr/>
      <dgm:t>
        <a:bodyPr/>
        <a:lstStyle/>
        <a:p>
          <a:endParaRPr lang="en-US"/>
        </a:p>
      </dgm:t>
    </dgm:pt>
    <dgm:pt modelId="{25AE8E48-2E85-49C4-834B-338E60D420E7}" type="pres">
      <dgm:prSet presAssocID="{86DBC2F2-5666-4193-914A-DFFC4835CE4E}" presName="hierChild5" presStyleCnt="0"/>
      <dgm:spPr/>
      <dgm:t>
        <a:bodyPr/>
        <a:lstStyle/>
        <a:p>
          <a:endParaRPr lang="en-US"/>
        </a:p>
      </dgm:t>
    </dgm:pt>
    <dgm:pt modelId="{5DBA4562-1D33-4F12-98D8-E4B0E0B5348D}" type="pres">
      <dgm:prSet presAssocID="{D8F757D7-FF3A-4E07-AD4B-49855A6CDD28}" presName="hierChild3" presStyleCnt="0"/>
      <dgm:spPr/>
      <dgm:t>
        <a:bodyPr/>
        <a:lstStyle/>
        <a:p>
          <a:endParaRPr lang="en-US"/>
        </a:p>
      </dgm:t>
    </dgm:pt>
  </dgm:ptLst>
  <dgm:cxnLst>
    <dgm:cxn modelId="{2D1403B9-5B08-40B4-A767-186C9A0481F0}" srcId="{53C85294-1D3B-4294-B3FD-594C10192B4D}" destId="{D8F757D7-FF3A-4E07-AD4B-49855A6CDD28}" srcOrd="0" destOrd="0" parTransId="{D781C6BF-8615-4852-B0E4-43AF09FD4D01}" sibTransId="{1302CCA9-306A-4400-A92F-A3531EDF676B}"/>
    <dgm:cxn modelId="{1A4AB503-503A-44A0-B3FF-6C6FE29E2959}" type="presOf" srcId="{C7F67084-056E-4241-A70E-2EB6DF7FF5FF}" destId="{758C9B99-4889-4446-8D21-2D7CDAD4C188}" srcOrd="0" destOrd="0" presId="urn:microsoft.com/office/officeart/2005/8/layout/orgChart1"/>
    <dgm:cxn modelId="{37B17FC1-F33F-4A5D-B283-3F03D352AE4A}" type="presOf" srcId="{D8F757D7-FF3A-4E07-AD4B-49855A6CDD28}" destId="{8DA4E624-7E30-419D-9EFB-DF2FEB186B80}" srcOrd="1" destOrd="0" presId="urn:microsoft.com/office/officeart/2005/8/layout/orgChart1"/>
    <dgm:cxn modelId="{C8E5DF8C-18C4-47F4-9C14-605FA1D99C87}" type="presOf" srcId="{53C85294-1D3B-4294-B3FD-594C10192B4D}" destId="{1DE7C3A3-6A8F-4CD2-A526-480D98B3251D}" srcOrd="0" destOrd="0" presId="urn:microsoft.com/office/officeart/2005/8/layout/orgChart1"/>
    <dgm:cxn modelId="{4474DD39-CB1D-4114-818B-A7C78CD04178}" type="presOf" srcId="{C7F67084-056E-4241-A70E-2EB6DF7FF5FF}" destId="{D4609037-7966-456F-B12E-F179A5A5BDD0}" srcOrd="1" destOrd="0" presId="urn:microsoft.com/office/officeart/2005/8/layout/orgChart1"/>
    <dgm:cxn modelId="{8433CDD8-0CEB-4451-A063-6C2FD8BC1443}" srcId="{D8F757D7-FF3A-4E07-AD4B-49855A6CDD28}" destId="{1CA9C0E4-4BC2-4ED7-BEE5-E8AD276F3DAF}" srcOrd="0" destOrd="0" parTransId="{138B776A-AF4B-4D51-9929-C28D066666AF}" sibTransId="{FB2B65E5-C298-456D-BEA8-212EE475CD7F}"/>
    <dgm:cxn modelId="{71FE1830-836C-470F-A158-C7F0C21C1274}" type="presOf" srcId="{86DBC2F2-5666-4193-914A-DFFC4835CE4E}" destId="{CF5E43C0-EFF5-4FDF-87D7-437576ADC81B}" srcOrd="1" destOrd="0" presId="urn:microsoft.com/office/officeart/2005/8/layout/orgChart1"/>
    <dgm:cxn modelId="{E57498A3-56FA-442A-A836-1D6E6B98224B}" srcId="{D8F757D7-FF3A-4E07-AD4B-49855A6CDD28}" destId="{86DBC2F2-5666-4193-914A-DFFC4835CE4E}" srcOrd="2" destOrd="0" parTransId="{DBFDDB99-8920-4672-9D06-F1D15ED048E7}" sibTransId="{DFA2F62E-3C60-4383-9B07-6768E8BFFF4B}"/>
    <dgm:cxn modelId="{C9773094-763A-44FE-82CE-51ED6D472FF8}" type="presOf" srcId="{86DBC2F2-5666-4193-914A-DFFC4835CE4E}" destId="{0E7B0A66-BAFC-45A6-9D16-942E655974DB}" srcOrd="0" destOrd="0" presId="urn:microsoft.com/office/officeart/2005/8/layout/orgChart1"/>
    <dgm:cxn modelId="{C59A3920-13D9-4370-9BCD-5983A26BF118}" type="presOf" srcId="{1CA9C0E4-4BC2-4ED7-BEE5-E8AD276F3DAF}" destId="{51B50663-EBC9-4696-AE43-0606BC5296DC}" srcOrd="0" destOrd="0" presId="urn:microsoft.com/office/officeart/2005/8/layout/orgChart1"/>
    <dgm:cxn modelId="{935400C7-C173-4E8B-B736-780F5BA993B7}" type="presOf" srcId="{D8F757D7-FF3A-4E07-AD4B-49855A6CDD28}" destId="{E86D1CD3-BEF9-42CC-883C-B6F49FFF030C}" srcOrd="0" destOrd="0" presId="urn:microsoft.com/office/officeart/2005/8/layout/orgChart1"/>
    <dgm:cxn modelId="{C300059C-EC19-405B-AFC6-C8C601F3A174}" type="presOf" srcId="{138B776A-AF4B-4D51-9929-C28D066666AF}" destId="{FF3EE542-E225-481D-8B8B-F0AE33716D4C}" srcOrd="0" destOrd="0" presId="urn:microsoft.com/office/officeart/2005/8/layout/orgChart1"/>
    <dgm:cxn modelId="{4ABC1565-787A-48D4-A1EC-F684882D92E6}" type="presOf" srcId="{1CA9C0E4-4BC2-4ED7-BEE5-E8AD276F3DAF}" destId="{54962C7A-FDAD-4C4C-8569-D141945CBF65}" srcOrd="1" destOrd="0" presId="urn:microsoft.com/office/officeart/2005/8/layout/orgChart1"/>
    <dgm:cxn modelId="{3A126BBF-2ECA-4F62-8DF4-2C948CC220DA}" type="presOf" srcId="{AC09EFC7-5492-4781-9BB1-E258C6646AB5}" destId="{141728AB-4D5C-4019-A5F8-9935BD208071}" srcOrd="0" destOrd="0" presId="urn:microsoft.com/office/officeart/2005/8/layout/orgChart1"/>
    <dgm:cxn modelId="{5EFDD3F7-C318-4019-A815-470FE4CD8319}" type="presOf" srcId="{DBFDDB99-8920-4672-9D06-F1D15ED048E7}" destId="{DA5C4E15-4C66-459E-A3E9-5644D0AB4771}" srcOrd="0" destOrd="0" presId="urn:microsoft.com/office/officeart/2005/8/layout/orgChart1"/>
    <dgm:cxn modelId="{60221B28-1E40-4D44-994C-5621AC250FC0}" srcId="{D8F757D7-FF3A-4E07-AD4B-49855A6CDD28}" destId="{C7F67084-056E-4241-A70E-2EB6DF7FF5FF}" srcOrd="1" destOrd="0" parTransId="{AC09EFC7-5492-4781-9BB1-E258C6646AB5}" sibTransId="{3B62DEA3-21AF-47D3-8422-CBBB6B8C98C8}"/>
    <dgm:cxn modelId="{C1DDED80-BAF4-4ED1-8541-D879F4A82228}" type="presParOf" srcId="{1DE7C3A3-6A8F-4CD2-A526-480D98B3251D}" destId="{AD32DE7D-F8F8-4FD7-B1BA-6BC359BF4179}" srcOrd="0" destOrd="0" presId="urn:microsoft.com/office/officeart/2005/8/layout/orgChart1"/>
    <dgm:cxn modelId="{EF6E1D24-27D1-4DD0-8C8D-9F7FC108C446}" type="presParOf" srcId="{AD32DE7D-F8F8-4FD7-B1BA-6BC359BF4179}" destId="{399CC86B-B301-4EA2-9E62-9B8E601BB898}" srcOrd="0" destOrd="0" presId="urn:microsoft.com/office/officeart/2005/8/layout/orgChart1"/>
    <dgm:cxn modelId="{8B7AB511-44E4-4A6E-A97D-132684EF9FA8}" type="presParOf" srcId="{399CC86B-B301-4EA2-9E62-9B8E601BB898}" destId="{E86D1CD3-BEF9-42CC-883C-B6F49FFF030C}" srcOrd="0" destOrd="0" presId="urn:microsoft.com/office/officeart/2005/8/layout/orgChart1"/>
    <dgm:cxn modelId="{B587F96E-28CF-465B-A3DE-6B03E56A4DE5}" type="presParOf" srcId="{399CC86B-B301-4EA2-9E62-9B8E601BB898}" destId="{8DA4E624-7E30-419D-9EFB-DF2FEB186B80}" srcOrd="1" destOrd="0" presId="urn:microsoft.com/office/officeart/2005/8/layout/orgChart1"/>
    <dgm:cxn modelId="{F91E9677-C13D-433B-87B9-762D2ACE5C10}" type="presParOf" srcId="{AD32DE7D-F8F8-4FD7-B1BA-6BC359BF4179}" destId="{02D97E8A-928E-4D61-9498-47AEA9E44C6B}" srcOrd="1" destOrd="0" presId="urn:microsoft.com/office/officeart/2005/8/layout/orgChart1"/>
    <dgm:cxn modelId="{5FE3EDED-8916-44B6-BB36-990EEF1D227F}" type="presParOf" srcId="{02D97E8A-928E-4D61-9498-47AEA9E44C6B}" destId="{FF3EE542-E225-481D-8B8B-F0AE33716D4C}" srcOrd="0" destOrd="0" presId="urn:microsoft.com/office/officeart/2005/8/layout/orgChart1"/>
    <dgm:cxn modelId="{DA3D4DE1-8F0B-424B-84C1-373C06FD25AC}" type="presParOf" srcId="{02D97E8A-928E-4D61-9498-47AEA9E44C6B}" destId="{A079D748-17DD-4CC7-AE6B-7A4AD5AC6BF2}" srcOrd="1" destOrd="0" presId="urn:microsoft.com/office/officeart/2005/8/layout/orgChart1"/>
    <dgm:cxn modelId="{5F90817F-41A8-47C6-9464-AB5E6AF20FE0}" type="presParOf" srcId="{A079D748-17DD-4CC7-AE6B-7A4AD5AC6BF2}" destId="{D3FDEE7F-24AC-45D2-8B5B-0802A01C43FF}" srcOrd="0" destOrd="0" presId="urn:microsoft.com/office/officeart/2005/8/layout/orgChart1"/>
    <dgm:cxn modelId="{958EAE19-59B5-4A11-8E1D-4B7B85038BB4}" type="presParOf" srcId="{D3FDEE7F-24AC-45D2-8B5B-0802A01C43FF}" destId="{51B50663-EBC9-4696-AE43-0606BC5296DC}" srcOrd="0" destOrd="0" presId="urn:microsoft.com/office/officeart/2005/8/layout/orgChart1"/>
    <dgm:cxn modelId="{654C34BB-3193-45B3-98BC-88EE6E726B10}" type="presParOf" srcId="{D3FDEE7F-24AC-45D2-8B5B-0802A01C43FF}" destId="{54962C7A-FDAD-4C4C-8569-D141945CBF65}" srcOrd="1" destOrd="0" presId="urn:microsoft.com/office/officeart/2005/8/layout/orgChart1"/>
    <dgm:cxn modelId="{45351ED7-7A93-4A64-BCE4-B333D47CC39B}" type="presParOf" srcId="{A079D748-17DD-4CC7-AE6B-7A4AD5AC6BF2}" destId="{E294DD35-1D7B-4841-9A37-5B9CDEEFA8A9}" srcOrd="1" destOrd="0" presId="urn:microsoft.com/office/officeart/2005/8/layout/orgChart1"/>
    <dgm:cxn modelId="{E1B496C7-7033-464E-89DD-4FC1CBE3900D}" type="presParOf" srcId="{A079D748-17DD-4CC7-AE6B-7A4AD5AC6BF2}" destId="{BEFB624B-B087-42C2-906C-9B5264A324A9}" srcOrd="2" destOrd="0" presId="urn:microsoft.com/office/officeart/2005/8/layout/orgChart1"/>
    <dgm:cxn modelId="{81DE5282-A7EA-4E71-B11E-D4475163A44D}" type="presParOf" srcId="{02D97E8A-928E-4D61-9498-47AEA9E44C6B}" destId="{141728AB-4D5C-4019-A5F8-9935BD208071}" srcOrd="2" destOrd="0" presId="urn:microsoft.com/office/officeart/2005/8/layout/orgChart1"/>
    <dgm:cxn modelId="{AC4D5586-D4FE-4012-A618-7BE33F9C609A}" type="presParOf" srcId="{02D97E8A-928E-4D61-9498-47AEA9E44C6B}" destId="{F8344017-3192-4327-A363-D8499855DFEF}" srcOrd="3" destOrd="0" presId="urn:microsoft.com/office/officeart/2005/8/layout/orgChart1"/>
    <dgm:cxn modelId="{D9683918-09D2-4D15-ABD5-8AAB1E50BD2E}" type="presParOf" srcId="{F8344017-3192-4327-A363-D8499855DFEF}" destId="{5BB0485A-9696-429D-92B2-C944EDC0B311}" srcOrd="0" destOrd="0" presId="urn:microsoft.com/office/officeart/2005/8/layout/orgChart1"/>
    <dgm:cxn modelId="{42519FAD-3572-4B35-A69D-2E5FEA84C1A4}" type="presParOf" srcId="{5BB0485A-9696-429D-92B2-C944EDC0B311}" destId="{758C9B99-4889-4446-8D21-2D7CDAD4C188}" srcOrd="0" destOrd="0" presId="urn:microsoft.com/office/officeart/2005/8/layout/orgChart1"/>
    <dgm:cxn modelId="{36CE90E9-49DF-4978-84BC-F465A4B62C4D}" type="presParOf" srcId="{5BB0485A-9696-429D-92B2-C944EDC0B311}" destId="{D4609037-7966-456F-B12E-F179A5A5BDD0}" srcOrd="1" destOrd="0" presId="urn:microsoft.com/office/officeart/2005/8/layout/orgChart1"/>
    <dgm:cxn modelId="{F664A6EF-4DF1-44B5-8ED9-DDB3436A189D}" type="presParOf" srcId="{F8344017-3192-4327-A363-D8499855DFEF}" destId="{B8DE2ED5-67E6-41D2-A5F9-CAE04B300B02}" srcOrd="1" destOrd="0" presId="urn:microsoft.com/office/officeart/2005/8/layout/orgChart1"/>
    <dgm:cxn modelId="{E7A66D50-A941-4464-AA20-5F38233EACB8}" type="presParOf" srcId="{F8344017-3192-4327-A363-D8499855DFEF}" destId="{9225CEEF-0311-4028-A32C-E1560FA022C3}" srcOrd="2" destOrd="0" presId="urn:microsoft.com/office/officeart/2005/8/layout/orgChart1"/>
    <dgm:cxn modelId="{300FF7BF-DAF5-4D77-BAE4-FE9F1A6C4452}" type="presParOf" srcId="{02D97E8A-928E-4D61-9498-47AEA9E44C6B}" destId="{DA5C4E15-4C66-459E-A3E9-5644D0AB4771}" srcOrd="4" destOrd="0" presId="urn:microsoft.com/office/officeart/2005/8/layout/orgChart1"/>
    <dgm:cxn modelId="{118806F4-FA72-47D9-B23E-98E37F8B4C41}" type="presParOf" srcId="{02D97E8A-928E-4D61-9498-47AEA9E44C6B}" destId="{8618D2D9-DFDC-4794-B170-A19E66AB2923}" srcOrd="5" destOrd="0" presId="urn:microsoft.com/office/officeart/2005/8/layout/orgChart1"/>
    <dgm:cxn modelId="{03D17104-4380-4D8C-9FC6-3AC181C5077A}" type="presParOf" srcId="{8618D2D9-DFDC-4794-B170-A19E66AB2923}" destId="{62B69188-FE99-4B5D-AC67-7589F946BC16}" srcOrd="0" destOrd="0" presId="urn:microsoft.com/office/officeart/2005/8/layout/orgChart1"/>
    <dgm:cxn modelId="{0B9140AF-75C0-4990-A582-0E9548A293A9}" type="presParOf" srcId="{62B69188-FE99-4B5D-AC67-7589F946BC16}" destId="{0E7B0A66-BAFC-45A6-9D16-942E655974DB}" srcOrd="0" destOrd="0" presId="urn:microsoft.com/office/officeart/2005/8/layout/orgChart1"/>
    <dgm:cxn modelId="{36D79611-30B9-4D45-B109-F6929EB8E431}" type="presParOf" srcId="{62B69188-FE99-4B5D-AC67-7589F946BC16}" destId="{CF5E43C0-EFF5-4FDF-87D7-437576ADC81B}" srcOrd="1" destOrd="0" presId="urn:microsoft.com/office/officeart/2005/8/layout/orgChart1"/>
    <dgm:cxn modelId="{ED2440E4-C093-4FD7-BBC8-3F4E4945D806}" type="presParOf" srcId="{8618D2D9-DFDC-4794-B170-A19E66AB2923}" destId="{126BBFFA-8C5E-4F66-877F-6577C537036D}" srcOrd="1" destOrd="0" presId="urn:microsoft.com/office/officeart/2005/8/layout/orgChart1"/>
    <dgm:cxn modelId="{BFD6EA1C-0041-40BA-A915-111D053E55D5}" type="presParOf" srcId="{8618D2D9-DFDC-4794-B170-A19E66AB2923}" destId="{25AE8E48-2E85-49C4-834B-338E60D420E7}" srcOrd="2" destOrd="0" presId="urn:microsoft.com/office/officeart/2005/8/layout/orgChart1"/>
    <dgm:cxn modelId="{9E095C7F-A811-4CA2-AFD6-2F583E1DF434}" type="presParOf" srcId="{AD32DE7D-F8F8-4FD7-B1BA-6BC359BF4179}" destId="{5DBA4562-1D33-4F12-98D8-E4B0E0B5348D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5C4E15-4C66-459E-A3E9-5644D0AB4771}">
      <dsp:nvSpPr>
        <dsp:cNvPr id="0" name=""/>
        <dsp:cNvSpPr/>
      </dsp:nvSpPr>
      <dsp:spPr>
        <a:xfrm>
          <a:off x="4114799" y="2371508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52629"/>
              </a:lnTo>
              <a:lnTo>
                <a:pt x="2911251" y="252629"/>
              </a:lnTo>
              <a:lnTo>
                <a:pt x="2911251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41728AB-4D5C-4019-A5F8-9935BD208071}">
      <dsp:nvSpPr>
        <dsp:cNvPr id="0" name=""/>
        <dsp:cNvSpPr/>
      </dsp:nvSpPr>
      <dsp:spPr>
        <a:xfrm>
          <a:off x="4069079" y="2371508"/>
          <a:ext cx="91440" cy="50525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F3EE542-E225-481D-8B8B-F0AE33716D4C}">
      <dsp:nvSpPr>
        <dsp:cNvPr id="0" name=""/>
        <dsp:cNvSpPr/>
      </dsp:nvSpPr>
      <dsp:spPr>
        <a:xfrm>
          <a:off x="1203548" y="2371508"/>
          <a:ext cx="2911251" cy="505258"/>
        </a:xfrm>
        <a:custGeom>
          <a:avLst/>
          <a:gdLst/>
          <a:ahLst/>
          <a:cxnLst/>
          <a:rect l="0" t="0" r="0" b="0"/>
          <a:pathLst>
            <a:path>
              <a:moveTo>
                <a:pt x="2911251" y="0"/>
              </a:moveTo>
              <a:lnTo>
                <a:pt x="2911251" y="252629"/>
              </a:lnTo>
              <a:lnTo>
                <a:pt x="0" y="252629"/>
              </a:lnTo>
              <a:lnTo>
                <a:pt x="0" y="50525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86D1CD3-BEF9-42CC-883C-B6F49FFF030C}">
      <dsp:nvSpPr>
        <dsp:cNvPr id="0" name=""/>
        <dsp:cNvSpPr/>
      </dsp:nvSpPr>
      <dsp:spPr>
        <a:xfrm>
          <a:off x="2911803" y="1168511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800" kern="12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</a:t>
          </a:r>
          <a:endParaRPr lang="en-US" sz="2800" kern="12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11803" y="1168511"/>
        <a:ext cx="2405992" cy="1202996"/>
      </dsp:txXfrm>
    </dsp:sp>
    <dsp:sp modelId="{51B50663-EBC9-4696-AE43-0606BC5296DC}">
      <dsp:nvSpPr>
        <dsp:cNvPr id="0" name=""/>
        <dsp:cNvSpPr/>
      </dsp:nvSpPr>
      <dsp:spPr>
        <a:xfrm>
          <a:off x="552" y="2876766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800" kern="12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 Marxist</a:t>
          </a:r>
          <a:endParaRPr lang="en-US" sz="2800" kern="12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52" y="2876766"/>
        <a:ext cx="2405992" cy="1202996"/>
      </dsp:txXfrm>
    </dsp:sp>
    <dsp:sp modelId="{758C9B99-4889-4446-8D21-2D7CDAD4C188}">
      <dsp:nvSpPr>
        <dsp:cNvPr id="0" name=""/>
        <dsp:cNvSpPr/>
      </dsp:nvSpPr>
      <dsp:spPr>
        <a:xfrm>
          <a:off x="2911803" y="2876766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800" kern="12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 phi Marxist</a:t>
          </a:r>
          <a:endParaRPr lang="en-US" sz="2800" kern="12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2911803" y="2876766"/>
        <a:ext cx="2405992" cy="1202996"/>
      </dsp:txXfrm>
    </dsp:sp>
    <dsp:sp modelId="{0E7B0A66-BAFC-45A6-9D16-942E655974DB}">
      <dsp:nvSpPr>
        <dsp:cNvPr id="0" name=""/>
        <dsp:cNvSpPr/>
      </dsp:nvSpPr>
      <dsp:spPr>
        <a:xfrm>
          <a:off x="5823054" y="2876766"/>
          <a:ext cx="2405992" cy="1202996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7780" tIns="17780" rIns="17780" bIns="1778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AU" sz="2800" kern="1200" smtClean="0">
              <a:solidFill>
                <a:srgbClr val="CC0099"/>
              </a:solidFill>
              <a:latin typeface="Times New Roman" panose="02020603050405020304" pitchFamily="18" charset="0"/>
              <a:cs typeface="Times New Roman" panose="02020603050405020304" pitchFamily="18" charset="0"/>
            </a:rPr>
            <a:t>Kinh tế chính trị quốc tế</a:t>
          </a:r>
          <a:endParaRPr lang="en-US" sz="2800" kern="1200">
            <a:solidFill>
              <a:srgbClr val="CC0099"/>
            </a:solidFill>
            <a:latin typeface="Times New Roman" panose="02020603050405020304" pitchFamily="18" charset="0"/>
            <a:cs typeface="Times New Roman" panose="02020603050405020304" pitchFamily="18" charset="0"/>
          </a:endParaRPr>
        </a:p>
      </dsp:txBody>
      <dsp:txXfrm>
        <a:off x="5823054" y="2876766"/>
        <a:ext cx="2405992" cy="120299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6963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6963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963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82085CCA-EFCC-4B87-9A0C-8E6A71DA170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14907947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5FF74F6-281F-4385-93A8-E90483DB93BC}" type="slidenum">
              <a:rPr lang="en-US" altLang="en-US" smtClean="0"/>
              <a:pPr>
                <a:spcBef>
                  <a:spcPct val="0"/>
                </a:spcBef>
              </a:pPr>
              <a:t>1</a:t>
            </a:fld>
            <a:endParaRPr lang="en-US" altLang="en-US" smtClean="0"/>
          </a:p>
        </p:txBody>
      </p:sp>
      <p:sp>
        <p:nvSpPr>
          <p:cNvPr id="5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35856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37F7F79-3A8C-4FAE-98FA-43BFF897F641}" type="slidenum">
              <a:rPr lang="en-US" altLang="en-US" smtClean="0"/>
              <a:pPr>
                <a:spcBef>
                  <a:spcPct val="0"/>
                </a:spcBef>
              </a:pPr>
              <a:t>2</a:t>
            </a:fld>
            <a:endParaRPr lang="en-US" altLang="en-US" smtClean="0"/>
          </a:p>
        </p:txBody>
      </p:sp>
      <p:sp>
        <p:nvSpPr>
          <p:cNvPr id="717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17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92693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78CC5C9-F20B-4297-9F03-32750B88CC41}" type="slidenum">
              <a:rPr lang="en-US" altLang="en-US" smtClean="0"/>
              <a:pPr>
                <a:spcBef>
                  <a:spcPct val="0"/>
                </a:spcBef>
              </a:pPr>
              <a:t>4</a:t>
            </a:fld>
            <a:endParaRPr lang="en-US" altLang="en-US" smtClean="0"/>
          </a:p>
        </p:txBody>
      </p:sp>
      <p:sp>
        <p:nvSpPr>
          <p:cNvPr id="102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110817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873F7A3-84DD-4186-A190-64F56D9CEA68}" type="slidenum">
              <a:rPr lang="en-US" altLang="en-US" smtClean="0"/>
              <a:pPr>
                <a:spcBef>
                  <a:spcPct val="0"/>
                </a:spcBef>
              </a:pPr>
              <a:t>5</a:t>
            </a:fld>
            <a:endParaRPr lang="en-US" altLang="en-US" smtClean="0"/>
          </a:p>
        </p:txBody>
      </p:sp>
      <p:sp>
        <p:nvSpPr>
          <p:cNvPr id="122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3484369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875D15B-EC01-4F08-BAA4-058D5ABDBC63}" type="slidenum">
              <a:rPr lang="en-US" altLang="en-US" smtClean="0"/>
              <a:pPr>
                <a:spcBef>
                  <a:spcPct val="0"/>
                </a:spcBef>
              </a:pPr>
              <a:t>6</a:t>
            </a:fld>
            <a:endParaRPr lang="en-US" altLang="en-US" smtClean="0"/>
          </a:p>
        </p:txBody>
      </p:sp>
      <p:sp>
        <p:nvSpPr>
          <p:cNvPr id="143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6039548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0073C17-0393-4D85-9171-6B457077042C}" type="slidenum">
              <a:rPr lang="en-US" altLang="en-US" smtClean="0"/>
              <a:pPr>
                <a:spcBef>
                  <a:spcPct val="0"/>
                </a:spcBef>
              </a:pPr>
              <a:t>8</a:t>
            </a:fld>
            <a:endParaRPr lang="en-US" altLang="en-US" smtClean="0"/>
          </a:p>
        </p:txBody>
      </p:sp>
      <p:sp>
        <p:nvSpPr>
          <p:cNvPr id="174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74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29997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C15661D-FD64-4EB0-87C5-06ACEBA0087B}" type="slidenum">
              <a:rPr lang="en-US" altLang="en-US" smtClean="0"/>
              <a:pPr>
                <a:spcBef>
                  <a:spcPct val="0"/>
                </a:spcBef>
              </a:pPr>
              <a:t>9</a:t>
            </a:fld>
            <a:endParaRPr lang="en-US" altLang="en-US" smtClean="0"/>
          </a:p>
        </p:txBody>
      </p:sp>
      <p:sp>
        <p:nvSpPr>
          <p:cNvPr id="1945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946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3333588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6589BD2-D505-44A1-98AB-0A9F16E2CF70}" type="slidenum">
              <a:rPr lang="en-US" altLang="en-US" smtClean="0"/>
              <a:pPr>
                <a:spcBef>
                  <a:spcPct val="0"/>
                </a:spcBef>
              </a:pPr>
              <a:t>10</a:t>
            </a:fld>
            <a:endParaRPr lang="en-US" altLang="en-US" smtClean="0"/>
          </a:p>
        </p:txBody>
      </p:sp>
      <p:sp>
        <p:nvSpPr>
          <p:cNvPr id="2150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16931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94099D58-95FC-4668-9002-75720DA8D9D9}" type="slidenum">
              <a:rPr lang="en-US" altLang="en-US" smtClean="0"/>
              <a:pPr>
                <a:spcBef>
                  <a:spcPct val="0"/>
                </a:spcBef>
              </a:pPr>
              <a:t>11</a:t>
            </a:fld>
            <a:endParaRPr lang="en-US" altLang="en-US" smtClean="0"/>
          </a:p>
        </p:txBody>
      </p:sp>
      <p:sp>
        <p:nvSpPr>
          <p:cNvPr id="235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649429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870B343-C7DF-42C6-96DB-60DA8CF63F70}" type="slidenum">
              <a:rPr lang="en-US" altLang="en-US" smtClean="0"/>
              <a:pPr>
                <a:spcBef>
                  <a:spcPct val="0"/>
                </a:spcBef>
              </a:pPr>
              <a:t>12</a:t>
            </a:fld>
            <a:endParaRPr lang="en-US" altLang="en-US" smtClean="0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 smtClean="0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83426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9" descr="Light horizontal"/>
          <p:cNvSpPr>
            <a:spLocks noChangeArrowheads="1"/>
          </p:cNvSpPr>
          <p:nvPr/>
        </p:nvSpPr>
        <p:spPr bwMode="gray">
          <a:xfrm>
            <a:off x="9525" y="9525"/>
            <a:ext cx="1473200" cy="6848475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3" name="Rectangle 10"/>
          <p:cNvSpPr>
            <a:spLocks noChangeArrowheads="1"/>
          </p:cNvSpPr>
          <p:nvPr/>
        </p:nvSpPr>
        <p:spPr bwMode="invGray">
          <a:xfrm>
            <a:off x="0" y="4267200"/>
            <a:ext cx="9153525" cy="1103313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4" name="AutoShape 11"/>
          <p:cNvSpPr>
            <a:spLocks noChangeArrowheads="1"/>
          </p:cNvSpPr>
          <p:nvPr/>
        </p:nvSpPr>
        <p:spPr bwMode="ltGray">
          <a:xfrm>
            <a:off x="1473200" y="5105400"/>
            <a:ext cx="7137400" cy="533400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5" name="Date Placeholder 4"/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 noChangeArrowheads="1"/>
          </p:cNvSpPr>
          <p:nvPr>
            <p:ph type="ftr" sz="quarter" idx="11"/>
          </p:nvPr>
        </p:nvSpPr>
        <p:spPr>
          <a:xfrm>
            <a:off x="3124200" y="6477000"/>
            <a:ext cx="2895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77000"/>
            <a:ext cx="2133600" cy="244475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fld id="{06182667-03CD-4530-809B-C2D88E0A460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510216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402D6F1-7E83-4E06-8A1A-EC7701C876D5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462353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8F60AC9-5DD1-41B5-A666-62EA6F418F1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94604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076325"/>
            <a:ext cx="4038600" cy="52482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02D49DB-FDA4-4946-ABD5-6BC5853E1DB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1512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F9AAD68-3957-4BB3-92F0-8D9FC93D234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979418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02F4E3A-E0BA-4270-806E-E2075526DD6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611766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CDA5B0B-07E0-48BA-BF7A-90F3351AF37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209321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4EB2A53-A8EC-4873-86E6-22665023F9E7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850686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F887AA8-8222-4106-81D5-24C54C42401F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5040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4852C0E-AEAC-42BE-AFA5-6079ADA1F1B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488629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19088"/>
            <a:ext cx="2057400" cy="60055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19088"/>
            <a:ext cx="6019800" cy="60055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C33E2C4-0079-4C78-B9BE-037A23B68DE0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5077871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457200" y="319088"/>
            <a:ext cx="8229600" cy="600551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10588C0-FB05-4685-8433-B30A3FE8391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17767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 descr="Light horizontal"/>
          <p:cNvSpPr>
            <a:spLocks noChangeArrowheads="1"/>
          </p:cNvSpPr>
          <p:nvPr/>
        </p:nvSpPr>
        <p:spPr bwMode="gray">
          <a:xfrm>
            <a:off x="-9525" y="0"/>
            <a:ext cx="481013" cy="6858000"/>
          </a:xfrm>
          <a:prstGeom prst="rect">
            <a:avLst/>
          </a:prstGeom>
          <a:pattFill prst="ltHorz">
            <a:fgClr>
              <a:schemeClr val="bg2"/>
            </a:fgClr>
            <a:bgClr>
              <a:schemeClr val="bg1"/>
            </a:bgClr>
          </a:patt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7" name="Rectangle 8"/>
          <p:cNvSpPr>
            <a:spLocks noChangeArrowheads="1"/>
          </p:cNvSpPr>
          <p:nvPr/>
        </p:nvSpPr>
        <p:spPr bwMode="gray">
          <a:xfrm>
            <a:off x="0" y="0"/>
            <a:ext cx="9153525" cy="685800"/>
          </a:xfrm>
          <a:prstGeom prst="rect">
            <a:avLst/>
          </a:pr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mtClean="0"/>
          </a:p>
        </p:txBody>
      </p:sp>
      <p:sp>
        <p:nvSpPr>
          <p:cNvPr id="1028" name="AutoShape 9"/>
          <p:cNvSpPr>
            <a:spLocks noChangeArrowheads="1"/>
          </p:cNvSpPr>
          <p:nvPr/>
        </p:nvSpPr>
        <p:spPr bwMode="ltGray">
          <a:xfrm>
            <a:off x="304800" y="288925"/>
            <a:ext cx="7670800" cy="644525"/>
          </a:xfrm>
          <a:prstGeom prst="roundRect">
            <a:avLst>
              <a:gd name="adj" fmla="val 16667"/>
            </a:avLst>
          </a:prstGeom>
          <a:solidFill>
            <a:schemeClr val="tx1"/>
          </a:solidFill>
          <a:ln w="28575" algn="ctr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  <p:sp>
        <p:nvSpPr>
          <p:cNvPr id="1029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076325"/>
            <a:ext cx="8229600" cy="5248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5A457A89-697C-4C87-ACDC-AD1E93A432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033" name="Rectangle 2"/>
          <p:cNvSpPr>
            <a:spLocks noGrp="1" noChangeArrowheads="1"/>
          </p:cNvSpPr>
          <p:nvPr>
            <p:ph type="title"/>
          </p:nvPr>
        </p:nvSpPr>
        <p:spPr bwMode="white">
          <a:xfrm>
            <a:off x="457200" y="319088"/>
            <a:ext cx="7391400" cy="563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1034" name="AutoShape 14"/>
          <p:cNvSpPr>
            <a:spLocks noChangeArrowheads="1"/>
          </p:cNvSpPr>
          <p:nvPr/>
        </p:nvSpPr>
        <p:spPr bwMode="gray">
          <a:xfrm rot="5400000">
            <a:off x="8458201" y="-196850"/>
            <a:ext cx="273050" cy="860425"/>
          </a:xfrm>
          <a:prstGeom prst="moon">
            <a:avLst>
              <a:gd name="adj" fmla="val 21208"/>
            </a:avLst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mtClean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64" r:id="rId1"/>
    <p:sldLayoutId id="2147483753" r:id="rId2"/>
    <p:sldLayoutId id="2147483754" r:id="rId3"/>
    <p:sldLayoutId id="2147483755" r:id="rId4"/>
    <p:sldLayoutId id="2147483756" r:id="rId5"/>
    <p:sldLayoutId id="2147483757" r:id="rId6"/>
    <p:sldLayoutId id="2147483758" r:id="rId7"/>
    <p:sldLayoutId id="2147483759" r:id="rId8"/>
    <p:sldLayoutId id="2147483760" r:id="rId9"/>
    <p:sldLayoutId id="2147483761" r:id="rId10"/>
    <p:sldLayoutId id="2147483762" r:id="rId11"/>
    <p:sldLayoutId id="2147483763" r:id="rId12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buChar char="v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buChar char="§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png"/><Relationship Id="rId4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jpeg"/><Relationship Id="rId4" Type="http://schemas.openxmlformats.org/officeDocument/2006/relationships/image" Target="../media/image1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jpeg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7" Type="http://schemas.openxmlformats.org/officeDocument/2006/relationships/image" Target="../media/image21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jpeg"/><Relationship Id="rId5" Type="http://schemas.openxmlformats.org/officeDocument/2006/relationships/image" Target="../media/image6.jpeg"/><Relationship Id="rId4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5" Type="http://schemas.openxmlformats.org/officeDocument/2006/relationships/image" Target="../media/image24.jpeg"/><Relationship Id="rId4" Type="http://schemas.openxmlformats.org/officeDocument/2006/relationships/image" Target="../media/image23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png"/><Relationship Id="rId3" Type="http://schemas.openxmlformats.org/officeDocument/2006/relationships/image" Target="../media/image26.jpeg"/><Relationship Id="rId7" Type="http://schemas.openxmlformats.org/officeDocument/2006/relationships/image" Target="../media/image30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eg"/><Relationship Id="rId5" Type="http://schemas.openxmlformats.org/officeDocument/2006/relationships/image" Target="../media/image28.jpeg"/><Relationship Id="rId4" Type="http://schemas.openxmlformats.org/officeDocument/2006/relationships/image" Target="../media/image27.emf"/><Relationship Id="rId9" Type="http://schemas.openxmlformats.org/officeDocument/2006/relationships/image" Target="../media/image32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file:///C:\Users\HuongNguyen\Downloads\I'm%20BLU%20-%20Bonkedy%20Boinkedie%20(1).mp3" TargetMode="External"/><Relationship Id="rId1" Type="http://schemas.microsoft.com/office/2007/relationships/media" Target="file:///C:\Users\HuongNguyen\Downloads\I'm%20BLU%20-%20Bonkedy%20Boinkedie%20(1).mp3" TargetMode="External"/><Relationship Id="rId5" Type="http://schemas.openxmlformats.org/officeDocument/2006/relationships/image" Target="../media/image35.png"/><Relationship Id="rId4" Type="http://schemas.openxmlformats.org/officeDocument/2006/relationships/image" Target="../media/image3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WordArt 9"/>
          <p:cNvSpPr>
            <a:spLocks noChangeArrowheads="1" noChangeShapeType="1" noTextEdit="1"/>
          </p:cNvSpPr>
          <p:nvPr/>
        </p:nvSpPr>
        <p:spPr bwMode="auto">
          <a:xfrm rot="400258">
            <a:off x="1447800" y="504825"/>
            <a:ext cx="7467600" cy="437197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vi-VN" sz="3600" b="1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Đối tượng, phương pháp nghiên cứu và chức năng </a:t>
            </a:r>
          </a:p>
          <a:p>
            <a:pPr algn="ctr"/>
            <a:r>
              <a:rPr lang="vi-VN" sz="3600" b="1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của kinh tế chính trị Mác-Lênin</a:t>
            </a:r>
            <a:endParaRPr lang="en-US" sz="3600" b="1" kern="10">
              <a:ln w="9525">
                <a:solidFill>
                  <a:srgbClr val="CC99FF"/>
                </a:solidFill>
                <a:round/>
                <a:headEnd/>
                <a:tailEnd/>
              </a:ln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099" name="WordArt 10"/>
          <p:cNvSpPr>
            <a:spLocks noChangeArrowheads="1" noChangeShapeType="1" noTextEdit="1"/>
          </p:cNvSpPr>
          <p:nvPr/>
        </p:nvSpPr>
        <p:spPr bwMode="auto">
          <a:xfrm rot="447768">
            <a:off x="3562350" y="-9525"/>
            <a:ext cx="2019300" cy="14573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vi-VN" sz="36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492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Chương 1</a:t>
            </a:r>
            <a:endParaRPr lang="en-US" sz="3600" kern="10">
              <a:ln w="9525">
                <a:solidFill>
                  <a:srgbClr val="CC99FF"/>
                </a:solidFill>
                <a:round/>
                <a:headEnd/>
                <a:tailEnd/>
              </a:ln>
              <a:gradFill rotWithShape="1">
                <a:gsLst>
                  <a:gs pos="0">
                    <a:srgbClr val="6600CC"/>
                  </a:gs>
                  <a:gs pos="100000">
                    <a:srgbClr val="CC00CC"/>
                  </a:gs>
                </a:gsLst>
                <a:lin ang="4920000" scaled="1"/>
              </a:gradFill>
              <a:effectLst>
                <a:outerShdw dist="53882" dir="2700000" algn="ctr" rotWithShape="0">
                  <a:srgbClr val="9999FF">
                    <a:alpha val="79999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 spd="slow">
    <p:zoom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WordArt 8"/>
          <p:cNvSpPr>
            <a:spLocks noChangeArrowheads="1" noChangeShapeType="1" noTextEdit="1"/>
          </p:cNvSpPr>
          <p:nvPr/>
        </p:nvSpPr>
        <p:spPr bwMode="auto">
          <a:xfrm>
            <a:off x="609600" y="5238750"/>
            <a:ext cx="5181600" cy="4762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b="1" kern="10">
                <a:gradFill rotWithShape="1">
                  <a:gsLst>
                    <a:gs pos="0">
                      <a:srgbClr val="825600"/>
                    </a:gs>
                    <a:gs pos="13000">
                      <a:srgbClr val="FFA800"/>
                    </a:gs>
                    <a:gs pos="28000">
                      <a:srgbClr val="825600"/>
                    </a:gs>
                    <a:gs pos="42999">
                      <a:srgbClr val="FFA800"/>
                    </a:gs>
                    <a:gs pos="58000">
                      <a:srgbClr val="825600"/>
                    </a:gs>
                    <a:gs pos="72000">
                      <a:srgbClr val="FFA800"/>
                    </a:gs>
                    <a:gs pos="87000">
                      <a:srgbClr val="825600"/>
                    </a:gs>
                    <a:gs pos="100000">
                      <a:srgbClr val="FFA800"/>
                    </a:gs>
                  </a:gsLst>
                  <a:lin ang="27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1.3. Chức năng của KTCT Mác- Lênin.</a:t>
            </a:r>
          </a:p>
        </p:txBody>
      </p:sp>
      <p:sp>
        <p:nvSpPr>
          <p:cNvPr id="6147" name="Rectangle 1"/>
          <p:cNvSpPr>
            <a:spLocks noChangeArrowheads="1"/>
          </p:cNvSpPr>
          <p:nvPr/>
        </p:nvSpPr>
        <p:spPr bwMode="auto">
          <a:xfrm>
            <a:off x="533400" y="3105150"/>
            <a:ext cx="7924800" cy="1570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b="1">
                <a:solidFill>
                  <a:srgbClr val="C00000"/>
                </a:solidFill>
                <a:latin typeface="Times New Roman" panose="02020603050405020304" pitchFamily="18" charset="0"/>
              </a:rPr>
              <a:t>1.2. Đối tượng, mục đích và phương pháp nghiên cứu của kinh tế chính trị Mác – Lênin.</a:t>
            </a:r>
          </a:p>
        </p:txBody>
      </p:sp>
      <p:sp>
        <p:nvSpPr>
          <p:cNvPr id="6148" name="Rectangle 2"/>
          <p:cNvSpPr>
            <a:spLocks noChangeArrowheads="1"/>
          </p:cNvSpPr>
          <p:nvPr/>
        </p:nvSpPr>
        <p:spPr bwMode="auto">
          <a:xfrm>
            <a:off x="457200" y="1676400"/>
            <a:ext cx="8001000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GB" altLang="en-US" b="1" dirty="0">
                <a:solidFill>
                  <a:srgbClr val="7030A0"/>
                </a:solidFill>
                <a:latin typeface="Times New Roman" panose="02020603050405020304" pitchFamily="18" charset="0"/>
              </a:rPr>
              <a:t>1.1. </a:t>
            </a:r>
            <a:r>
              <a:rPr lang="vi-VN" altLang="en-US" b="1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Khái quát sự hình thành và phát triển </a:t>
            </a:r>
            <a:r>
              <a:rPr lang="en-US" altLang="en-US" b="1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KTCT </a:t>
            </a:r>
            <a:r>
              <a:rPr lang="en-US" altLang="en-US" b="1" dirty="0" err="1">
                <a:solidFill>
                  <a:srgbClr val="7030A0"/>
                </a:solidFill>
                <a:latin typeface="Times New Roman" panose="02020603050405020304" pitchFamily="18" charset="0"/>
              </a:rPr>
              <a:t>Mác</a:t>
            </a:r>
            <a:r>
              <a:rPr lang="en-US" altLang="en-US" b="1" dirty="0">
                <a:solidFill>
                  <a:srgbClr val="7030A0"/>
                </a:solidFill>
                <a:latin typeface="Times New Roman" panose="02020603050405020304" pitchFamily="18" charset="0"/>
              </a:rPr>
              <a:t> – </a:t>
            </a:r>
            <a:r>
              <a:rPr lang="en-US" altLang="en-US" b="1" dirty="0" err="1" smtClean="0">
                <a:solidFill>
                  <a:srgbClr val="7030A0"/>
                </a:solidFill>
                <a:latin typeface="Times New Roman" panose="02020603050405020304" pitchFamily="18" charset="0"/>
              </a:rPr>
              <a:t>Lênin</a:t>
            </a:r>
            <a:r>
              <a:rPr lang="en-US" altLang="en-US" b="1" dirty="0" smtClean="0">
                <a:solidFill>
                  <a:srgbClr val="7030A0"/>
                </a:solidFill>
                <a:latin typeface="Times New Roman" panose="02020603050405020304" pitchFamily="18" charset="0"/>
              </a:rPr>
              <a:t>.</a:t>
            </a:r>
            <a:endParaRPr lang="en-US" altLang="en-US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ransition spd="slow">
    <p:cover dir="d"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7696200" cy="563563"/>
          </a:xfrm>
        </p:spPr>
        <p:txBody>
          <a:bodyPr/>
          <a:lstStyle/>
          <a:p>
            <a:pPr algn="l"/>
            <a:r>
              <a:rPr lang="en-GB" altLang="en-US" sz="2400" b="1" smtClean="0">
                <a:solidFill>
                  <a:srgbClr val="FFFF00"/>
                </a:solidFill>
                <a:latin typeface="Times New Roman" panose="02020603050405020304" pitchFamily="18" charset="0"/>
              </a:rPr>
              <a:t>1.1. </a:t>
            </a:r>
            <a:r>
              <a:rPr lang="en-US" altLang="en-US" sz="2400" b="1" smtClean="0">
                <a:solidFill>
                  <a:srgbClr val="FFFF00"/>
                </a:solidFill>
                <a:latin typeface="Times New Roman" panose="02020603050405020304" pitchFamily="18" charset="0"/>
              </a:rPr>
              <a:t>KTCT Mác – Lênin trong dòng chảy tư tưởng kinh tế nhân loại.</a:t>
            </a:r>
            <a:endParaRPr lang="en-US" altLang="en-US" sz="2400" smtClean="0"/>
          </a:p>
        </p:txBody>
      </p:sp>
      <p:grpSp>
        <p:nvGrpSpPr>
          <p:cNvPr id="8195" name="Group 4"/>
          <p:cNvGrpSpPr>
            <a:grpSpLocks/>
          </p:cNvGrpSpPr>
          <p:nvPr/>
        </p:nvGrpSpPr>
        <p:grpSpPr bwMode="auto">
          <a:xfrm>
            <a:off x="0" y="2171700"/>
            <a:ext cx="9034463" cy="3924300"/>
            <a:chOff x="0" y="1680"/>
            <a:chExt cx="5691" cy="2472"/>
          </a:xfrm>
        </p:grpSpPr>
        <p:sp>
          <p:nvSpPr>
            <p:cNvPr id="8197" name="Rectangle 5"/>
            <p:cNvSpPr>
              <a:spLocks noChangeArrowheads="1"/>
            </p:cNvSpPr>
            <p:nvPr/>
          </p:nvSpPr>
          <p:spPr bwMode="auto">
            <a:xfrm>
              <a:off x="1901" y="1680"/>
              <a:ext cx="3790" cy="888"/>
            </a:xfrm>
            <a:prstGeom prst="rect">
              <a:avLst/>
            </a:prstGeom>
            <a:gradFill rotWithShape="0">
              <a:gsLst>
                <a:gs pos="0">
                  <a:srgbClr val="4F81BD"/>
                </a:gs>
                <a:gs pos="100000">
                  <a:srgbClr val="FFFF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defTabSz="4572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Từ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thời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cổ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đại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đến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cuối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XVIII</a:t>
              </a:r>
              <a:r>
                <a:rPr lang="vi-VN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: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vi-VN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CN trọng thương, CN trọng nông,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vi-VN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KTCT cổ điển Anh</a:t>
              </a:r>
              <a:endParaRPr lang="en-US" altLang="en-US" dirty="0">
                <a:solidFill>
                  <a:srgbClr val="4905AD"/>
                </a:solidFill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sp>
          <p:nvSpPr>
            <p:cNvPr id="8198" name="Rectangle 6"/>
            <p:cNvSpPr>
              <a:spLocks noChangeArrowheads="1"/>
            </p:cNvSpPr>
            <p:nvPr/>
          </p:nvSpPr>
          <p:spPr bwMode="auto">
            <a:xfrm>
              <a:off x="1969" y="3072"/>
              <a:ext cx="3722" cy="1080"/>
            </a:xfrm>
            <a:prstGeom prst="rect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4F81BD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0000" tIns="46800" rIns="90000" bIns="46800" anchor="ctr"/>
            <a:lstStyle>
              <a:lvl1pPr defTabSz="457200"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defTabSz="45720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defTabSz="457200">
                <a:spcBef>
                  <a:spcPct val="20000"/>
                </a:spcBef>
                <a:buClr>
                  <a:schemeClr val="tx1"/>
                </a:buClr>
                <a:buChar char="•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defTabSz="457200">
                <a:spcBef>
                  <a:spcPct val="20000"/>
                </a:spcBef>
                <a:buChar char="–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defTabSz="457200">
                <a:spcBef>
                  <a:spcPct val="20000"/>
                </a:spcBef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defTabSz="4572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tabLst>
                  <a:tab pos="0" algn="l"/>
                  <a:tab pos="914400" algn="l"/>
                  <a:tab pos="1828800" algn="l"/>
                  <a:tab pos="2743200" algn="l"/>
                  <a:tab pos="3657600" algn="l"/>
                  <a:tab pos="4572000" algn="l"/>
                  <a:tab pos="5486400" algn="l"/>
                  <a:tab pos="6400800" algn="l"/>
                  <a:tab pos="7315200" algn="l"/>
                  <a:tab pos="8229600" algn="l"/>
                  <a:tab pos="9144000" algn="l"/>
                  <a:tab pos="10058400" algn="l"/>
                </a:tabLst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Từ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sau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thế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kỷ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thứ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XVIII </a:t>
              </a:r>
              <a:r>
                <a:rPr lang="en-US" altLang="en-US" dirty="0" err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đến</a:t>
              </a:r>
              <a:r>
                <a:rPr lang="en-US" altLang="en-US" dirty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 </a:t>
              </a:r>
              <a:r>
                <a:rPr lang="en-US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nay</a:t>
              </a:r>
              <a:r>
                <a:rPr lang="vi-VN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: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vi-VN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KTCT Mác-Lênin, các trường phái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vi-VN" altLang="en-US" dirty="0" smtClean="0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rPr>
                <a:t>KTCT đương đại khác</a:t>
              </a:r>
              <a:endParaRPr lang="en-US" altLang="en-US" dirty="0">
                <a:solidFill>
                  <a:srgbClr val="4905AD"/>
                </a:solidFill>
                <a:latin typeface="Times New Roman" panose="02020603050405020304" pitchFamily="18" charset="0"/>
                <a:ea typeface="Microsoft YaHei" panose="020B0503020204020204" pitchFamily="34" charset="-122"/>
              </a:endParaRPr>
            </a:p>
          </p:txBody>
        </p:sp>
        <p:grpSp>
          <p:nvGrpSpPr>
            <p:cNvPr id="8199" name="Group 7"/>
            <p:cNvGrpSpPr>
              <a:grpSpLocks/>
            </p:cNvGrpSpPr>
            <p:nvPr/>
          </p:nvGrpSpPr>
          <p:grpSpPr bwMode="auto">
            <a:xfrm>
              <a:off x="0" y="1968"/>
              <a:ext cx="1901" cy="1295"/>
              <a:chOff x="0" y="1968"/>
              <a:chExt cx="1901" cy="1295"/>
            </a:xfrm>
          </p:grpSpPr>
          <p:sp>
            <p:nvSpPr>
              <p:cNvPr id="8200" name="Rectangle 8"/>
              <p:cNvSpPr>
                <a:spLocks noChangeArrowheads="1"/>
              </p:cNvSpPr>
              <p:nvPr/>
            </p:nvSpPr>
            <p:spPr bwMode="auto">
              <a:xfrm>
                <a:off x="0" y="2448"/>
                <a:ext cx="1583" cy="383"/>
              </a:xfrm>
              <a:prstGeom prst="rect">
                <a:avLst/>
              </a:prstGeom>
              <a:gradFill rotWithShape="0">
                <a:gsLst>
                  <a:gs pos="0">
                    <a:srgbClr val="000099"/>
                  </a:gs>
                  <a:gs pos="50000">
                    <a:srgbClr val="FFFF66"/>
                  </a:gs>
                  <a:gs pos="100000">
                    <a:srgbClr val="000099"/>
                  </a:gs>
                </a:gsLst>
                <a:lin ang="5400000" scaled="1"/>
              </a:gradFill>
              <a:ln w="9360">
                <a:solidFill>
                  <a:srgbClr val="4905AD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lIns="90000" tIns="46800" rIns="90000" bIns="46800" anchor="ctr"/>
              <a:lstStyle>
                <a:lvl1pPr defTabSz="457200"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defTabSz="45720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defTabSz="457200">
                  <a:spcBef>
                    <a:spcPct val="20000"/>
                  </a:spcBef>
                  <a:buClr>
                    <a:schemeClr val="tx1"/>
                  </a:buClr>
                  <a:buChar char="•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defTabSz="457200">
                  <a:spcBef>
                    <a:spcPct val="20000"/>
                  </a:spcBef>
                  <a:buChar char="–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defTabSz="457200">
                  <a:spcBef>
                    <a:spcPct val="20000"/>
                  </a:spcBef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defTabSz="4572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tabLst>
                    <a:tab pos="0" algn="l"/>
                    <a:tab pos="914400" algn="l"/>
                    <a:tab pos="1828800" algn="l"/>
                    <a:tab pos="2743200" algn="l"/>
                    <a:tab pos="3657600" algn="l"/>
                    <a:tab pos="4572000" algn="l"/>
                    <a:tab pos="5486400" algn="l"/>
                    <a:tab pos="6400800" algn="l"/>
                    <a:tab pos="7315200" algn="l"/>
                    <a:tab pos="8229600" algn="l"/>
                    <a:tab pos="9144000" algn="l"/>
                    <a:tab pos="10058400" algn="l"/>
                  </a:tabLst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AU" altLang="en-US" sz="3000" b="1">
                    <a:solidFill>
                      <a:srgbClr val="4905AD"/>
                    </a:solidFill>
                    <a:latin typeface="Times New Roman" panose="02020603050405020304" pitchFamily="18" charset="0"/>
                    <a:ea typeface="Microsoft YaHei" panose="020B0503020204020204" pitchFamily="34" charset="-122"/>
                  </a:rPr>
                  <a:t>GIAI ĐOẠN</a:t>
                </a:r>
                <a:endParaRPr lang="en-US" altLang="en-US" sz="3000" b="1">
                  <a:solidFill>
                    <a:srgbClr val="4905AD"/>
                  </a:solidFill>
                  <a:latin typeface="Times New Roman" panose="02020603050405020304" pitchFamily="18" charset="0"/>
                  <a:ea typeface="Microsoft YaHei" panose="020B0503020204020204" pitchFamily="34" charset="-122"/>
                </a:endParaRPr>
              </a:p>
            </p:txBody>
          </p:sp>
          <p:grpSp>
            <p:nvGrpSpPr>
              <p:cNvPr id="8201" name="Group 9"/>
              <p:cNvGrpSpPr>
                <a:grpSpLocks/>
              </p:cNvGrpSpPr>
              <p:nvPr/>
            </p:nvGrpSpPr>
            <p:grpSpPr bwMode="auto">
              <a:xfrm>
                <a:off x="1614" y="1968"/>
                <a:ext cx="287" cy="1295"/>
                <a:chOff x="1614" y="1968"/>
                <a:chExt cx="287" cy="1295"/>
              </a:xfrm>
            </p:grpSpPr>
            <p:sp>
              <p:nvSpPr>
                <p:cNvPr id="8202" name="Line 10"/>
                <p:cNvSpPr>
                  <a:spLocks noChangeShapeType="1"/>
                </p:cNvSpPr>
                <p:nvPr/>
              </p:nvSpPr>
              <p:spPr bwMode="auto">
                <a:xfrm>
                  <a:off x="1614" y="2640"/>
                  <a:ext cx="287" cy="623"/>
                </a:xfrm>
                <a:prstGeom prst="line">
                  <a:avLst/>
                </a:prstGeom>
                <a:noFill/>
                <a:ln w="9360">
                  <a:solidFill>
                    <a:srgbClr val="4905AD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03" name="Line 11"/>
                <p:cNvSpPr>
                  <a:spLocks noChangeShapeType="1"/>
                </p:cNvSpPr>
                <p:nvPr/>
              </p:nvSpPr>
              <p:spPr bwMode="auto">
                <a:xfrm flipV="1">
                  <a:off x="1614" y="1967"/>
                  <a:ext cx="239" cy="673"/>
                </a:xfrm>
                <a:prstGeom prst="line">
                  <a:avLst/>
                </a:prstGeom>
                <a:noFill/>
                <a:ln w="9360">
                  <a:solidFill>
                    <a:srgbClr val="4905AD"/>
                  </a:solidFill>
                  <a:miter lim="800000"/>
                  <a:headEnd/>
                  <a:tailEnd type="triangle" w="med" len="med"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rgbClr val="808080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endParaRPr lang="en-US"/>
                </a:p>
              </p:txBody>
            </p:sp>
          </p:grpSp>
        </p:grpSp>
      </p:grpSp>
    </p:spTree>
  </p:cSld>
  <p:clrMapOvr>
    <a:masterClrMapping/>
  </p:clrMapOvr>
  <p:transition spd="slow"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Freeform 33"/>
          <p:cNvSpPr>
            <a:spLocks/>
          </p:cNvSpPr>
          <p:nvPr/>
        </p:nvSpPr>
        <p:spPr bwMode="gray">
          <a:xfrm>
            <a:off x="7108825" y="2130425"/>
            <a:ext cx="614363" cy="981075"/>
          </a:xfrm>
          <a:custGeom>
            <a:avLst/>
            <a:gdLst>
              <a:gd name="T0" fmla="*/ 2147483646 w 308"/>
              <a:gd name="T1" fmla="*/ 2147483646 h 444"/>
              <a:gd name="T2" fmla="*/ 0 w 308"/>
              <a:gd name="T3" fmla="*/ 2147483646 h 444"/>
              <a:gd name="T4" fmla="*/ 0 w 308"/>
              <a:gd name="T5" fmla="*/ 2147483646 h 444"/>
              <a:gd name="T6" fmla="*/ 2147483646 w 308"/>
              <a:gd name="T7" fmla="*/ 0 h 444"/>
              <a:gd name="T8" fmla="*/ 2147483646 w 308"/>
              <a:gd name="T9" fmla="*/ 2147483646 h 4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444"/>
              <a:gd name="T17" fmla="*/ 308 w 308"/>
              <a:gd name="T18" fmla="*/ 444 h 4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444">
                <a:moveTo>
                  <a:pt x="308" y="120"/>
                </a:moveTo>
                <a:lnTo>
                  <a:pt x="0" y="444"/>
                </a:lnTo>
                <a:lnTo>
                  <a:pt x="0" y="286"/>
                </a:lnTo>
                <a:lnTo>
                  <a:pt x="308" y="0"/>
                </a:lnTo>
                <a:lnTo>
                  <a:pt x="308" y="120"/>
                </a:lnTo>
                <a:close/>
              </a:path>
            </a:pathLst>
          </a:custGeom>
          <a:gradFill rotWithShape="1">
            <a:gsLst>
              <a:gs pos="0">
                <a:srgbClr val="00281D"/>
              </a:gs>
              <a:gs pos="50000">
                <a:srgbClr val="00563F"/>
              </a:gs>
              <a:gs pos="100000">
                <a:srgbClr val="00281D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19" name="Freeform 34"/>
          <p:cNvSpPr>
            <a:spLocks/>
          </p:cNvSpPr>
          <p:nvPr/>
        </p:nvSpPr>
        <p:spPr bwMode="gray">
          <a:xfrm>
            <a:off x="4168775" y="2130425"/>
            <a:ext cx="3560763" cy="627063"/>
          </a:xfrm>
          <a:custGeom>
            <a:avLst/>
            <a:gdLst>
              <a:gd name="T0" fmla="*/ 2147483646 w 1786"/>
              <a:gd name="T1" fmla="*/ 2147483646 h 284"/>
              <a:gd name="T2" fmla="*/ 0 w 1786"/>
              <a:gd name="T3" fmla="*/ 2147483646 h 284"/>
              <a:gd name="T4" fmla="*/ 2147483646 w 1786"/>
              <a:gd name="T5" fmla="*/ 0 h 284"/>
              <a:gd name="T6" fmla="*/ 2147483646 w 1786"/>
              <a:gd name="T7" fmla="*/ 0 h 284"/>
              <a:gd name="T8" fmla="*/ 2147483646 w 1786"/>
              <a:gd name="T9" fmla="*/ 2147483646 h 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786"/>
              <a:gd name="T16" fmla="*/ 0 h 284"/>
              <a:gd name="T17" fmla="*/ 1786 w 1786"/>
              <a:gd name="T18" fmla="*/ 284 h 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786" h="284">
                <a:moveTo>
                  <a:pt x="1478" y="284"/>
                </a:moveTo>
                <a:lnTo>
                  <a:pt x="0" y="284"/>
                </a:lnTo>
                <a:lnTo>
                  <a:pt x="446" y="0"/>
                </a:lnTo>
                <a:lnTo>
                  <a:pt x="1786" y="0"/>
                </a:lnTo>
                <a:lnTo>
                  <a:pt x="1478" y="284"/>
                </a:lnTo>
                <a:close/>
              </a:path>
            </a:pathLst>
          </a:custGeom>
          <a:solidFill>
            <a:srgbClr val="00CC99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0" name="Freeform 35"/>
          <p:cNvSpPr>
            <a:spLocks/>
          </p:cNvSpPr>
          <p:nvPr/>
        </p:nvSpPr>
        <p:spPr bwMode="gray">
          <a:xfrm>
            <a:off x="6491288" y="3105150"/>
            <a:ext cx="612775" cy="974725"/>
          </a:xfrm>
          <a:custGeom>
            <a:avLst/>
            <a:gdLst>
              <a:gd name="T0" fmla="*/ 2147483646 w 308"/>
              <a:gd name="T1" fmla="*/ 2147483646 h 442"/>
              <a:gd name="T2" fmla="*/ 0 w 308"/>
              <a:gd name="T3" fmla="*/ 2147483646 h 442"/>
              <a:gd name="T4" fmla="*/ 0 w 308"/>
              <a:gd name="T5" fmla="*/ 2147483646 h 442"/>
              <a:gd name="T6" fmla="*/ 2147483646 w 308"/>
              <a:gd name="T7" fmla="*/ 0 h 442"/>
              <a:gd name="T8" fmla="*/ 2147483646 w 308"/>
              <a:gd name="T9" fmla="*/ 2147483646 h 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442"/>
              <a:gd name="T17" fmla="*/ 308 w 308"/>
              <a:gd name="T18" fmla="*/ 442 h 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442">
                <a:moveTo>
                  <a:pt x="308" y="120"/>
                </a:moveTo>
                <a:lnTo>
                  <a:pt x="0" y="442"/>
                </a:lnTo>
                <a:lnTo>
                  <a:pt x="0" y="286"/>
                </a:lnTo>
                <a:lnTo>
                  <a:pt x="308" y="0"/>
                </a:lnTo>
                <a:lnTo>
                  <a:pt x="308" y="120"/>
                </a:lnTo>
                <a:close/>
              </a:path>
            </a:pathLst>
          </a:custGeom>
          <a:gradFill rotWithShape="1">
            <a:gsLst>
              <a:gs pos="0">
                <a:srgbClr val="230744"/>
              </a:gs>
              <a:gs pos="50000">
                <a:srgbClr val="4B1092"/>
              </a:gs>
              <a:gs pos="100000">
                <a:srgbClr val="230744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1" name="Freeform 36"/>
          <p:cNvSpPr>
            <a:spLocks/>
          </p:cNvSpPr>
          <p:nvPr/>
        </p:nvSpPr>
        <p:spPr bwMode="gray">
          <a:xfrm>
            <a:off x="3284538" y="3105150"/>
            <a:ext cx="3827462" cy="625475"/>
          </a:xfrm>
          <a:custGeom>
            <a:avLst/>
            <a:gdLst>
              <a:gd name="T0" fmla="*/ 2147483646 w 1920"/>
              <a:gd name="T1" fmla="*/ 2147483646 h 284"/>
              <a:gd name="T2" fmla="*/ 0 w 1920"/>
              <a:gd name="T3" fmla="*/ 2147483646 h 284"/>
              <a:gd name="T4" fmla="*/ 2147483646 w 1920"/>
              <a:gd name="T5" fmla="*/ 0 h 284"/>
              <a:gd name="T6" fmla="*/ 2147483646 w 1920"/>
              <a:gd name="T7" fmla="*/ 0 h 284"/>
              <a:gd name="T8" fmla="*/ 2147483646 w 1920"/>
              <a:gd name="T9" fmla="*/ 2147483646 h 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284"/>
              <a:gd name="T17" fmla="*/ 1920 w 1920"/>
              <a:gd name="T18" fmla="*/ 284 h 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284">
                <a:moveTo>
                  <a:pt x="1612" y="284"/>
                </a:moveTo>
                <a:lnTo>
                  <a:pt x="0" y="284"/>
                </a:lnTo>
                <a:lnTo>
                  <a:pt x="446" y="0"/>
                </a:lnTo>
                <a:lnTo>
                  <a:pt x="1920" y="0"/>
                </a:lnTo>
                <a:lnTo>
                  <a:pt x="1612" y="284"/>
                </a:lnTo>
                <a:close/>
              </a:path>
            </a:pathLst>
          </a:custGeom>
          <a:solidFill>
            <a:srgbClr val="A77B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2" name="Freeform 37"/>
          <p:cNvSpPr>
            <a:spLocks/>
          </p:cNvSpPr>
          <p:nvPr/>
        </p:nvSpPr>
        <p:spPr bwMode="gray">
          <a:xfrm>
            <a:off x="5872163" y="4068763"/>
            <a:ext cx="611187" cy="981075"/>
          </a:xfrm>
          <a:custGeom>
            <a:avLst/>
            <a:gdLst>
              <a:gd name="T0" fmla="*/ 2147483646 w 306"/>
              <a:gd name="T1" fmla="*/ 2147483646 h 444"/>
              <a:gd name="T2" fmla="*/ 0 w 306"/>
              <a:gd name="T3" fmla="*/ 2147483646 h 444"/>
              <a:gd name="T4" fmla="*/ 0 w 306"/>
              <a:gd name="T5" fmla="*/ 2147483646 h 444"/>
              <a:gd name="T6" fmla="*/ 2147483646 w 306"/>
              <a:gd name="T7" fmla="*/ 0 h 444"/>
              <a:gd name="T8" fmla="*/ 2147483646 w 306"/>
              <a:gd name="T9" fmla="*/ 2147483646 h 4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444"/>
              <a:gd name="T17" fmla="*/ 306 w 306"/>
              <a:gd name="T18" fmla="*/ 444 h 4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444">
                <a:moveTo>
                  <a:pt x="306" y="122"/>
                </a:moveTo>
                <a:lnTo>
                  <a:pt x="0" y="444"/>
                </a:lnTo>
                <a:lnTo>
                  <a:pt x="0" y="286"/>
                </a:lnTo>
                <a:lnTo>
                  <a:pt x="306" y="0"/>
                </a:lnTo>
                <a:lnTo>
                  <a:pt x="306" y="122"/>
                </a:lnTo>
                <a:close/>
              </a:path>
            </a:pathLst>
          </a:custGeom>
          <a:gradFill rotWithShape="1">
            <a:gsLst>
              <a:gs pos="0">
                <a:srgbClr val="431805"/>
              </a:gs>
              <a:gs pos="50000">
                <a:srgbClr val="90330A"/>
              </a:gs>
              <a:gs pos="100000">
                <a:srgbClr val="431805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3" name="Freeform 38"/>
          <p:cNvSpPr>
            <a:spLocks/>
          </p:cNvSpPr>
          <p:nvPr/>
        </p:nvSpPr>
        <p:spPr bwMode="gray">
          <a:xfrm>
            <a:off x="5257800" y="5035550"/>
            <a:ext cx="614363" cy="981075"/>
          </a:xfrm>
          <a:custGeom>
            <a:avLst/>
            <a:gdLst>
              <a:gd name="T0" fmla="*/ 2147483646 w 308"/>
              <a:gd name="T1" fmla="*/ 2147483646 h 444"/>
              <a:gd name="T2" fmla="*/ 0 w 308"/>
              <a:gd name="T3" fmla="*/ 2147483646 h 444"/>
              <a:gd name="T4" fmla="*/ 0 w 308"/>
              <a:gd name="T5" fmla="*/ 2147483646 h 444"/>
              <a:gd name="T6" fmla="*/ 2147483646 w 308"/>
              <a:gd name="T7" fmla="*/ 0 h 444"/>
              <a:gd name="T8" fmla="*/ 2147483646 w 308"/>
              <a:gd name="T9" fmla="*/ 2147483646 h 4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444"/>
              <a:gd name="T17" fmla="*/ 308 w 308"/>
              <a:gd name="T18" fmla="*/ 444 h 4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444">
                <a:moveTo>
                  <a:pt x="308" y="122"/>
                </a:moveTo>
                <a:lnTo>
                  <a:pt x="0" y="444"/>
                </a:lnTo>
                <a:lnTo>
                  <a:pt x="0" y="286"/>
                </a:lnTo>
                <a:lnTo>
                  <a:pt x="308" y="0"/>
                </a:lnTo>
                <a:lnTo>
                  <a:pt x="308" y="122"/>
                </a:lnTo>
                <a:close/>
              </a:path>
            </a:pathLst>
          </a:custGeom>
          <a:gradFill rotWithShape="1">
            <a:gsLst>
              <a:gs pos="0">
                <a:srgbClr val="433206"/>
              </a:gs>
              <a:gs pos="50000">
                <a:srgbClr val="906B0E"/>
              </a:gs>
              <a:gs pos="100000">
                <a:srgbClr val="433206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4" name="Freeform 39"/>
          <p:cNvSpPr>
            <a:spLocks/>
          </p:cNvSpPr>
          <p:nvPr/>
        </p:nvSpPr>
        <p:spPr bwMode="gray">
          <a:xfrm>
            <a:off x="1525588" y="5040313"/>
            <a:ext cx="4346575" cy="627062"/>
          </a:xfrm>
          <a:custGeom>
            <a:avLst/>
            <a:gdLst>
              <a:gd name="T0" fmla="*/ 2147483646 w 2180"/>
              <a:gd name="T1" fmla="*/ 2147483646 h 284"/>
              <a:gd name="T2" fmla="*/ 0 w 2180"/>
              <a:gd name="T3" fmla="*/ 2147483646 h 284"/>
              <a:gd name="T4" fmla="*/ 2147483646 w 2180"/>
              <a:gd name="T5" fmla="*/ 0 h 284"/>
              <a:gd name="T6" fmla="*/ 2147483646 w 2180"/>
              <a:gd name="T7" fmla="*/ 0 h 284"/>
              <a:gd name="T8" fmla="*/ 2147483646 w 2180"/>
              <a:gd name="T9" fmla="*/ 2147483646 h 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180"/>
              <a:gd name="T16" fmla="*/ 0 h 284"/>
              <a:gd name="T17" fmla="*/ 2180 w 2180"/>
              <a:gd name="T18" fmla="*/ 284 h 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180" h="284">
                <a:moveTo>
                  <a:pt x="1872" y="284"/>
                </a:moveTo>
                <a:lnTo>
                  <a:pt x="0" y="284"/>
                </a:lnTo>
                <a:lnTo>
                  <a:pt x="446" y="0"/>
                </a:lnTo>
                <a:lnTo>
                  <a:pt x="2180" y="0"/>
                </a:lnTo>
                <a:lnTo>
                  <a:pt x="1872" y="284"/>
                </a:lnTo>
                <a:close/>
              </a:path>
            </a:pathLst>
          </a:custGeom>
          <a:solidFill>
            <a:srgbClr val="F2E160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5" name="Rectangle 50"/>
          <p:cNvSpPr>
            <a:spLocks noChangeArrowheads="1"/>
          </p:cNvSpPr>
          <p:nvPr/>
        </p:nvSpPr>
        <p:spPr bwMode="gray">
          <a:xfrm>
            <a:off x="4175125" y="2757488"/>
            <a:ext cx="2947988" cy="352425"/>
          </a:xfrm>
          <a:prstGeom prst="rect">
            <a:avLst/>
          </a:prstGeom>
          <a:gradFill rotWithShape="1">
            <a:gsLst>
              <a:gs pos="0">
                <a:srgbClr val="00684D"/>
              </a:gs>
              <a:gs pos="50000">
                <a:srgbClr val="00906A"/>
              </a:gs>
              <a:gs pos="100000">
                <a:srgbClr val="00684D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9226" name="Rectangle 51"/>
          <p:cNvSpPr>
            <a:spLocks noChangeArrowheads="1"/>
          </p:cNvSpPr>
          <p:nvPr/>
        </p:nvSpPr>
        <p:spPr bwMode="gray">
          <a:xfrm>
            <a:off x="3286125" y="3730625"/>
            <a:ext cx="3211513" cy="346075"/>
          </a:xfrm>
          <a:prstGeom prst="rect">
            <a:avLst/>
          </a:prstGeom>
          <a:gradFill rotWithShape="1">
            <a:gsLst>
              <a:gs pos="0">
                <a:srgbClr val="5D2FB9"/>
              </a:gs>
              <a:gs pos="50000">
                <a:srgbClr val="8041FF"/>
              </a:gs>
              <a:gs pos="100000">
                <a:srgbClr val="5D2FB9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9227" name="Freeform 52"/>
          <p:cNvSpPr>
            <a:spLocks/>
          </p:cNvSpPr>
          <p:nvPr/>
        </p:nvSpPr>
        <p:spPr bwMode="gray">
          <a:xfrm>
            <a:off x="2406650" y="4068763"/>
            <a:ext cx="4083050" cy="631825"/>
          </a:xfrm>
          <a:custGeom>
            <a:avLst/>
            <a:gdLst>
              <a:gd name="T0" fmla="*/ 2147483646 w 2048"/>
              <a:gd name="T1" fmla="*/ 2147483646 h 286"/>
              <a:gd name="T2" fmla="*/ 0 w 2048"/>
              <a:gd name="T3" fmla="*/ 2147483646 h 286"/>
              <a:gd name="T4" fmla="*/ 2147483646 w 2048"/>
              <a:gd name="T5" fmla="*/ 0 h 286"/>
              <a:gd name="T6" fmla="*/ 2147483646 w 2048"/>
              <a:gd name="T7" fmla="*/ 0 h 286"/>
              <a:gd name="T8" fmla="*/ 2147483646 w 2048"/>
              <a:gd name="T9" fmla="*/ 2147483646 h 2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8"/>
              <a:gd name="T16" fmla="*/ 0 h 286"/>
              <a:gd name="T17" fmla="*/ 2048 w 2048"/>
              <a:gd name="T18" fmla="*/ 286 h 2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8" h="286">
                <a:moveTo>
                  <a:pt x="1742" y="286"/>
                </a:moveTo>
                <a:lnTo>
                  <a:pt x="0" y="286"/>
                </a:lnTo>
                <a:lnTo>
                  <a:pt x="446" y="0"/>
                </a:lnTo>
                <a:lnTo>
                  <a:pt x="2048" y="0"/>
                </a:lnTo>
                <a:lnTo>
                  <a:pt x="1742" y="286"/>
                </a:lnTo>
                <a:close/>
              </a:path>
            </a:pathLst>
          </a:custGeom>
          <a:solidFill>
            <a:srgbClr val="FF9966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9228" name="Rectangle 53"/>
          <p:cNvSpPr>
            <a:spLocks noChangeArrowheads="1"/>
          </p:cNvSpPr>
          <p:nvPr/>
        </p:nvSpPr>
        <p:spPr bwMode="gray">
          <a:xfrm>
            <a:off x="2408238" y="4700588"/>
            <a:ext cx="3478212" cy="344487"/>
          </a:xfrm>
          <a:prstGeom prst="rect">
            <a:avLst/>
          </a:prstGeom>
          <a:gradFill rotWithShape="1">
            <a:gsLst>
              <a:gs pos="0">
                <a:srgbClr val="A0523A"/>
              </a:gs>
              <a:gs pos="50000">
                <a:srgbClr val="DC7150"/>
              </a:gs>
              <a:gs pos="100000">
                <a:srgbClr val="A0523A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9229" name="Rectangle 54"/>
          <p:cNvSpPr>
            <a:spLocks noChangeArrowheads="1"/>
          </p:cNvSpPr>
          <p:nvPr/>
        </p:nvSpPr>
        <p:spPr bwMode="gray">
          <a:xfrm>
            <a:off x="1524000" y="5668963"/>
            <a:ext cx="3741738" cy="344487"/>
          </a:xfrm>
          <a:prstGeom prst="rect">
            <a:avLst/>
          </a:prstGeom>
          <a:gradFill rotWithShape="1">
            <a:gsLst>
              <a:gs pos="0">
                <a:srgbClr val="977514"/>
              </a:gs>
              <a:gs pos="50000">
                <a:srgbClr val="D0A11C"/>
              </a:gs>
              <a:gs pos="100000">
                <a:srgbClr val="977514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9230" name="WordArt 63"/>
          <p:cNvSpPr>
            <a:spLocks noChangeArrowheads="1" noChangeShapeType="1" noTextEdit="1"/>
          </p:cNvSpPr>
          <p:nvPr/>
        </p:nvSpPr>
        <p:spPr bwMode="auto">
          <a:xfrm>
            <a:off x="2776538" y="5102225"/>
            <a:ext cx="1752600" cy="533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kern="10">
                <a:ln w="19050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nghĩa</a:t>
            </a:r>
          </a:p>
          <a:p>
            <a:pPr algn="ctr"/>
            <a:r>
              <a:rPr lang="vi-VN" kern="10">
                <a:ln w="19050">
                  <a:solidFill>
                    <a:schemeClr val="tx1"/>
                  </a:solidFill>
                  <a:round/>
                  <a:headEnd/>
                  <a:tailEnd/>
                </a:ln>
                <a:solidFill>
                  <a:schemeClr val="tx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 thương</a:t>
            </a:r>
            <a:endParaRPr lang="en-US" kern="10">
              <a:ln w="19050">
                <a:solidFill>
                  <a:schemeClr val="tx1"/>
                </a:solidFill>
                <a:round/>
                <a:headEnd/>
                <a:tailEnd/>
              </a:ln>
              <a:solidFill>
                <a:schemeClr val="tx2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31" name="WordArt 64"/>
          <p:cNvSpPr>
            <a:spLocks noChangeArrowheads="1" noChangeShapeType="1" noTextEdit="1"/>
          </p:cNvSpPr>
          <p:nvPr/>
        </p:nvSpPr>
        <p:spPr bwMode="auto">
          <a:xfrm>
            <a:off x="3843338" y="4086225"/>
            <a:ext cx="1152525" cy="635000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kern="10" spc="-18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nghĩa</a:t>
            </a:r>
          </a:p>
          <a:p>
            <a:pPr algn="ctr"/>
            <a:r>
              <a:rPr lang="en-US" kern="10" spc="-18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trọng nông</a:t>
            </a:r>
          </a:p>
        </p:txBody>
      </p:sp>
      <p:sp>
        <p:nvSpPr>
          <p:cNvPr id="9232" name="WordArt 65"/>
          <p:cNvSpPr>
            <a:spLocks noChangeArrowheads="1" noChangeShapeType="1" noTextEdit="1"/>
          </p:cNvSpPr>
          <p:nvPr/>
        </p:nvSpPr>
        <p:spPr bwMode="auto">
          <a:xfrm>
            <a:off x="4452938" y="3121025"/>
            <a:ext cx="1562100" cy="6096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KT-CT học </a:t>
            </a:r>
          </a:p>
          <a:p>
            <a:pPr algn="ctr"/>
            <a:r>
              <a:rPr lang="en-US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cổ điển Anh</a:t>
            </a:r>
          </a:p>
        </p:txBody>
      </p:sp>
      <p:sp>
        <p:nvSpPr>
          <p:cNvPr id="9233" name="WordArt 66"/>
          <p:cNvSpPr>
            <a:spLocks noChangeArrowheads="1" noChangeShapeType="1" noTextEdit="1"/>
          </p:cNvSpPr>
          <p:nvPr/>
        </p:nvSpPr>
        <p:spPr bwMode="auto">
          <a:xfrm rot="521538">
            <a:off x="5064125" y="2054225"/>
            <a:ext cx="1752600" cy="784225"/>
          </a:xfrm>
          <a:prstGeom prst="rect">
            <a:avLst/>
          </a:prstGeom>
        </p:spPr>
        <p:txBody>
          <a:bodyPr wrap="none" fromWordArt="1">
            <a:prstTxWarp prst="textSlantUp">
              <a:avLst>
                <a:gd name="adj" fmla="val 32056"/>
              </a:avLst>
            </a:prstTxWarp>
          </a:bodyPr>
          <a:lstStyle/>
          <a:p>
            <a:pPr algn="ctr"/>
            <a:r>
              <a:rPr lang="en-US" sz="20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486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KT-CT học </a:t>
            </a:r>
          </a:p>
          <a:p>
            <a:pPr algn="ctr"/>
            <a:r>
              <a:rPr lang="en-US" sz="2000" kern="10">
                <a:ln w="9525">
                  <a:solidFill>
                    <a:srgbClr val="CC99FF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6600CC"/>
                    </a:gs>
                    <a:gs pos="100000">
                      <a:srgbClr val="CC00CC"/>
                    </a:gs>
                  </a:gsLst>
                  <a:lin ang="4860000" scaled="1"/>
                </a:gra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Mác-Lênin </a:t>
            </a:r>
          </a:p>
        </p:txBody>
      </p:sp>
      <p:sp>
        <p:nvSpPr>
          <p:cNvPr id="9234" name="Oval 69" descr="TT"/>
          <p:cNvSpPr>
            <a:spLocks noChangeArrowheads="1"/>
          </p:cNvSpPr>
          <p:nvPr/>
        </p:nvSpPr>
        <p:spPr bwMode="auto">
          <a:xfrm>
            <a:off x="7086600" y="5102225"/>
            <a:ext cx="1219200" cy="838200"/>
          </a:xfrm>
          <a:prstGeom prst="ellipse">
            <a:avLst/>
          </a:prstGeom>
          <a:blipFill dpi="0" rotWithShape="1">
            <a:blip r:embed="rId3"/>
            <a:srcRect/>
            <a:stretch>
              <a:fillRect/>
            </a:stretch>
          </a:blip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235" name="Oval 70" descr="nong  nghiep pt"/>
          <p:cNvSpPr>
            <a:spLocks noChangeArrowheads="1"/>
          </p:cNvSpPr>
          <p:nvPr/>
        </p:nvSpPr>
        <p:spPr bwMode="auto">
          <a:xfrm>
            <a:off x="7048500" y="4111625"/>
            <a:ext cx="1257300" cy="1003300"/>
          </a:xfrm>
          <a:prstGeom prst="ellipse">
            <a:avLst/>
          </a:prstGeom>
          <a:blipFill dpi="0" rotWithShape="1">
            <a:blip r:embed="rId4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236" name="WordArt 71"/>
          <p:cNvSpPr>
            <a:spLocks noChangeArrowheads="1" noChangeShapeType="1" noTextEdit="1"/>
          </p:cNvSpPr>
          <p:nvPr/>
        </p:nvSpPr>
        <p:spPr bwMode="auto">
          <a:xfrm>
            <a:off x="7239000" y="3273425"/>
            <a:ext cx="990600" cy="685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solidFill>
                  <a:srgbClr val="333300"/>
                </a:soli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Giá trị - sản xuất</a:t>
            </a:r>
          </a:p>
        </p:txBody>
      </p:sp>
      <p:pic>
        <p:nvPicPr>
          <p:cNvPr id="9237" name="Picture 72" descr="1234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67663" y="2151063"/>
            <a:ext cx="947737" cy="817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38" name="WordArt 73"/>
          <p:cNvSpPr>
            <a:spLocks noChangeArrowheads="1" noChangeShapeType="1" noTextEdit="1"/>
          </p:cNvSpPr>
          <p:nvPr/>
        </p:nvSpPr>
        <p:spPr bwMode="auto">
          <a:xfrm>
            <a:off x="7543800" y="2441575"/>
            <a:ext cx="304800" cy="296863"/>
          </a:xfrm>
          <a:prstGeom prst="rect">
            <a:avLst/>
          </a:prstGeom>
        </p:spPr>
        <p:txBody>
          <a:bodyPr wrap="none" fromWordArt="1">
            <a:prstTxWarp prst="textDoubleWave1">
              <a:avLst>
                <a:gd name="adj1" fmla="val 6500"/>
                <a:gd name="adj2" fmla="val 0"/>
              </a:avLst>
            </a:prstTxWarp>
          </a:bodyPr>
          <a:lstStyle/>
          <a:p>
            <a:pPr algn="ctr"/>
            <a:r>
              <a:rPr lang="en-US" sz="3600" kern="10" spc="-360">
                <a:ln w="12700">
                  <a:solidFill>
                    <a:srgbClr val="000099"/>
                  </a:solidFill>
                  <a:round/>
                  <a:headEnd/>
                  <a:tailEnd/>
                </a:ln>
                <a:solidFill>
                  <a:srgbClr val="33CCFF"/>
                </a:solidFill>
                <a:effectLst>
                  <a:outerShdw dist="125724" dir="18900000" algn="ctr" rotWithShape="0">
                    <a:srgbClr val="000099"/>
                  </a:outerShdw>
                </a:effectLst>
                <a:latin typeface="Impact" panose="020B0806030902050204" pitchFamily="34" charset="0"/>
              </a:rPr>
              <a:t>=</a:t>
            </a:r>
          </a:p>
        </p:txBody>
      </p:sp>
      <p:pic>
        <p:nvPicPr>
          <p:cNvPr id="9239" name="Picture 74" descr="riu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045264">
            <a:off x="7010400" y="2206625"/>
            <a:ext cx="481013" cy="720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40" name="Picture 75" descr="Nha nuoc tu san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-2807227">
            <a:off x="1326357" y="2912269"/>
            <a:ext cx="1936750" cy="1436687"/>
          </a:xfrm>
          <a:prstGeom prst="rect">
            <a:avLst/>
          </a:prstGeom>
          <a:noFill/>
          <a:ln w="57150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241" name="Rectangle 76"/>
          <p:cNvSpPr>
            <a:spLocks noChangeArrowheads="1"/>
          </p:cNvSpPr>
          <p:nvPr/>
        </p:nvSpPr>
        <p:spPr bwMode="auto">
          <a:xfrm rot="-5400000">
            <a:off x="-1484313" y="3541713"/>
            <a:ext cx="4873625" cy="762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242" name="Rectangle 77"/>
          <p:cNvSpPr>
            <a:spLocks noChangeArrowheads="1"/>
          </p:cNvSpPr>
          <p:nvPr/>
        </p:nvSpPr>
        <p:spPr bwMode="auto">
          <a:xfrm>
            <a:off x="914400" y="6000750"/>
            <a:ext cx="7543800" cy="762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243" name="Rectangle 79"/>
          <p:cNvSpPr>
            <a:spLocks noChangeArrowheads="1"/>
          </p:cNvSpPr>
          <p:nvPr/>
        </p:nvSpPr>
        <p:spPr bwMode="auto">
          <a:xfrm>
            <a:off x="304800" y="381000"/>
            <a:ext cx="7772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1.1. </a:t>
            </a:r>
            <a:r>
              <a:rPr lang="en-US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KTCT Mác – Lênin trong dòng chảy tư tưởng kinh tế nhân loại.</a:t>
            </a:r>
          </a:p>
        </p:txBody>
      </p:sp>
      <p:sp>
        <p:nvSpPr>
          <p:cNvPr id="9244" name="Text Box 82"/>
          <p:cNvSpPr txBox="1">
            <a:spLocks noChangeArrowheads="1"/>
          </p:cNvSpPr>
          <p:nvPr/>
        </p:nvSpPr>
        <p:spPr bwMode="auto">
          <a:xfrm>
            <a:off x="838200" y="1600200"/>
            <a:ext cx="10668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Trình độ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latin typeface="Times New Roman" panose="02020603050405020304" pitchFamily="18" charset="0"/>
              </a:rPr>
              <a:t>nhận thức</a:t>
            </a:r>
          </a:p>
        </p:txBody>
      </p:sp>
      <p:sp>
        <p:nvSpPr>
          <p:cNvPr id="9245" name="Text Box 83"/>
          <p:cNvSpPr txBox="1">
            <a:spLocks noChangeArrowheads="1"/>
          </p:cNvSpPr>
          <p:nvPr/>
        </p:nvSpPr>
        <p:spPr bwMode="auto">
          <a:xfrm>
            <a:off x="7620000" y="6075363"/>
            <a:ext cx="1470025" cy="782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Tiến trình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Times New Roman" panose="02020603050405020304" pitchFamily="18" charset="0"/>
              </a:rPr>
              <a:t>Lịch sử </a:t>
            </a:r>
          </a:p>
        </p:txBody>
      </p:sp>
    </p:spTree>
  </p:cSld>
  <p:clrMapOvr>
    <a:masterClrMapping/>
  </p:clrMapOvr>
  <p:transition spd="slow">
    <p:dissolve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32" name="AutoShape 24"/>
          <p:cNvSpPr>
            <a:spLocks noChangeArrowheads="1"/>
          </p:cNvSpPr>
          <p:nvPr/>
        </p:nvSpPr>
        <p:spPr bwMode="gray">
          <a:xfrm>
            <a:off x="3810000" y="2438400"/>
            <a:ext cx="1676400" cy="2514600"/>
          </a:xfrm>
          <a:prstGeom prst="can">
            <a:avLst>
              <a:gd name="adj" fmla="val 375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9525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268" name="AutoShape 32"/>
          <p:cNvSpPr>
            <a:spLocks noChangeArrowheads="1"/>
          </p:cNvSpPr>
          <p:nvPr/>
        </p:nvSpPr>
        <p:spPr bwMode="auto">
          <a:xfrm>
            <a:off x="5791200" y="2133600"/>
            <a:ext cx="2057400" cy="2819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11269" name="WordArt 42" descr="White marble"/>
          <p:cNvSpPr>
            <a:spLocks noChangeArrowheads="1" noChangeShapeType="1" noTextEdit="1"/>
          </p:cNvSpPr>
          <p:nvPr/>
        </p:nvSpPr>
        <p:spPr bwMode="auto">
          <a:xfrm>
            <a:off x="1371600" y="3200400"/>
            <a:ext cx="1981200" cy="361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en-US" sz="2400" kern="10">
                <a:ln w="9525"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Thành tựu KHKT</a:t>
            </a:r>
          </a:p>
        </p:txBody>
      </p:sp>
      <p:sp>
        <p:nvSpPr>
          <p:cNvPr id="11270" name="WordArt 44"/>
          <p:cNvSpPr>
            <a:spLocks noChangeArrowheads="1" noChangeShapeType="1" noTextEdit="1"/>
          </p:cNvSpPr>
          <p:nvPr/>
        </p:nvSpPr>
        <p:spPr bwMode="auto">
          <a:xfrm>
            <a:off x="1503363" y="2133600"/>
            <a:ext cx="1871662" cy="6096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pPr algn="ctr"/>
            <a:r>
              <a:rPr lang="vi-VN" sz="24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KTCT tư sản cổ điển</a:t>
            </a:r>
            <a:endParaRPr lang="en-US" sz="2400" kern="10">
              <a:ln w="9525">
                <a:round/>
                <a:headEnd/>
                <a:tailEnd/>
              </a:ln>
              <a:gradFill rotWithShape="1">
                <a:gsLst>
                  <a:gs pos="0">
                    <a:srgbClr val="FFFFCC"/>
                  </a:gs>
                  <a:gs pos="100000">
                    <a:srgbClr val="FF9999"/>
                  </a:gs>
                </a:gsLst>
                <a:lin ang="5400000" scaled="1"/>
              </a:gra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1" name="WordArt 45"/>
          <p:cNvSpPr>
            <a:spLocks noChangeArrowheads="1" noChangeShapeType="1" noTextEdit="1"/>
          </p:cNvSpPr>
          <p:nvPr/>
        </p:nvSpPr>
        <p:spPr bwMode="auto">
          <a:xfrm>
            <a:off x="1427163" y="3886200"/>
            <a:ext cx="1905000" cy="85725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400" kern="10">
                <a:ln>
                  <a:solidFill>
                    <a:schemeClr val="tx1"/>
                  </a:solidFill>
                </a:ln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Chủ nghĩa duy vật biện chứng</a:t>
            </a:r>
          </a:p>
          <a:p>
            <a:pPr algn="ctr"/>
            <a:r>
              <a:rPr lang="en-US" sz="2400" kern="10">
                <a:ln>
                  <a:solidFill>
                    <a:schemeClr val="tx1"/>
                  </a:solidFill>
                </a:ln>
                <a:solidFill>
                  <a:srgbClr val="336699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và chủ nghĩa duy vật lịch sử </a:t>
            </a:r>
          </a:p>
        </p:txBody>
      </p:sp>
      <p:sp>
        <p:nvSpPr>
          <p:cNvPr id="11272" name="Freeform 46"/>
          <p:cNvSpPr>
            <a:spLocks/>
          </p:cNvSpPr>
          <p:nvPr/>
        </p:nvSpPr>
        <p:spPr bwMode="auto">
          <a:xfrm>
            <a:off x="3124200" y="1511300"/>
            <a:ext cx="3124200" cy="393700"/>
          </a:xfrm>
          <a:custGeom>
            <a:avLst/>
            <a:gdLst>
              <a:gd name="T0" fmla="*/ 0 w 2112"/>
              <a:gd name="T1" fmla="*/ 2147483646 h 248"/>
              <a:gd name="T2" fmla="*/ 2147483646 w 2112"/>
              <a:gd name="T3" fmla="*/ 2147483646 h 248"/>
              <a:gd name="T4" fmla="*/ 2147483646 w 2112"/>
              <a:gd name="T5" fmla="*/ 2147483646 h 248"/>
              <a:gd name="T6" fmla="*/ 0 60000 65536"/>
              <a:gd name="T7" fmla="*/ 0 60000 65536"/>
              <a:gd name="T8" fmla="*/ 0 60000 65536"/>
              <a:gd name="T9" fmla="*/ 0 w 2112"/>
              <a:gd name="T10" fmla="*/ 0 h 248"/>
              <a:gd name="T11" fmla="*/ 2112 w 2112"/>
              <a:gd name="T12" fmla="*/ 248 h 248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12" h="248">
                <a:moveTo>
                  <a:pt x="0" y="200"/>
                </a:moveTo>
                <a:cubicBezTo>
                  <a:pt x="352" y="100"/>
                  <a:pt x="704" y="0"/>
                  <a:pt x="1056" y="8"/>
                </a:cubicBezTo>
                <a:cubicBezTo>
                  <a:pt x="1408" y="16"/>
                  <a:pt x="1760" y="132"/>
                  <a:pt x="2112" y="248"/>
                </a:cubicBezTo>
              </a:path>
            </a:pathLst>
          </a:cu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scene3d>
            <a:camera prst="legacyPerspectiveBottom"/>
            <a:lightRig rig="legacyFlat3" dir="t"/>
          </a:scene3d>
          <a:sp3d extrusionH="887400" prstMaterial="legacyMatte">
            <a:bevelT w="13500" h="13500" prst="angle"/>
            <a:bevelB w="13500" h="13500" prst="angle"/>
            <a:extrusionClr>
              <a:schemeClr val="tx1"/>
            </a:extrusionClr>
            <a:contourClr>
              <a:schemeClr val="tx1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11273" name="WordArt 47"/>
          <p:cNvSpPr>
            <a:spLocks noChangeArrowheads="1" noChangeShapeType="1" noTextEdit="1"/>
          </p:cNvSpPr>
          <p:nvPr/>
        </p:nvSpPr>
        <p:spPr bwMode="auto">
          <a:xfrm>
            <a:off x="3843338" y="3048000"/>
            <a:ext cx="1600200" cy="16764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4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KT-CT</a:t>
            </a:r>
          </a:p>
          <a:p>
            <a:pPr algn="ctr"/>
            <a:r>
              <a:rPr lang="en-US" sz="24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Mác-Lênin</a:t>
            </a:r>
          </a:p>
          <a:p>
            <a:pPr algn="ctr"/>
            <a:r>
              <a:rPr lang="en-US" sz="24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khoa học </a:t>
            </a:r>
          </a:p>
          <a:p>
            <a:pPr algn="ctr"/>
            <a:r>
              <a:rPr lang="en-US" sz="24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và cách mạng</a:t>
            </a:r>
          </a:p>
        </p:txBody>
      </p:sp>
      <p:sp>
        <p:nvSpPr>
          <p:cNvPr id="11274" name="AutoShape 48" descr="Pink tissue paper"/>
          <p:cNvSpPr>
            <a:spLocks noChangeArrowheads="1"/>
          </p:cNvSpPr>
          <p:nvPr/>
        </p:nvSpPr>
        <p:spPr bwMode="gray">
          <a:xfrm>
            <a:off x="685800" y="914400"/>
            <a:ext cx="2438400" cy="1066800"/>
          </a:xfrm>
          <a:prstGeom prst="can">
            <a:avLst>
              <a:gd name="adj" fmla="val 25000"/>
            </a:avLst>
          </a:prstGeom>
          <a:blipFill dpi="0" rotWithShape="1">
            <a:blip r:embed="rId4"/>
            <a:srcRect/>
            <a:tile tx="0" ty="0" sx="100000" sy="100000" flip="none" algn="tl"/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Tiền đề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lý luận</a:t>
            </a:r>
          </a:p>
        </p:txBody>
      </p:sp>
      <p:sp>
        <p:nvSpPr>
          <p:cNvPr id="11275" name="WordArt 50"/>
          <p:cNvSpPr>
            <a:spLocks noChangeArrowheads="1" noChangeShapeType="1" noTextEdit="1"/>
          </p:cNvSpPr>
          <p:nvPr/>
        </p:nvSpPr>
        <p:spPr bwMode="auto">
          <a:xfrm>
            <a:off x="5905500" y="2305050"/>
            <a:ext cx="1866900" cy="6667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sz="20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Phương thức sản </a:t>
            </a:r>
          </a:p>
          <a:p>
            <a:pPr algn="ctr"/>
            <a:r>
              <a:rPr lang="vi-VN" sz="2000" kern="10">
                <a:ln w="12700">
                  <a:solidFill>
                    <a:srgbClr val="3333CC"/>
                  </a:solidFill>
                  <a:round/>
                  <a:headEnd/>
                  <a:tailEnd/>
                </a:ln>
                <a:solidFill>
                  <a:srgbClr val="B2B2B2">
                    <a:alpha val="50195"/>
                  </a:srgbClr>
                </a:solidFill>
                <a:effectLst>
                  <a:outerShdw dist="45791" dir="2021404" algn="ctr" rotWithShape="0">
                    <a:srgbClr val="9999FF"/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xuất TBCN thống trị</a:t>
            </a:r>
            <a:endParaRPr lang="en-US" sz="2000" kern="10">
              <a:ln w="12700">
                <a:solidFill>
                  <a:srgbClr val="3333CC"/>
                </a:solidFill>
                <a:round/>
                <a:headEnd/>
                <a:tailEnd/>
              </a:ln>
              <a:solidFill>
                <a:srgbClr val="B2B2B2">
                  <a:alpha val="50195"/>
                </a:srgbClr>
              </a:solidFill>
              <a:effectLst>
                <a:outerShdw dist="45791" dir="2021404" algn="ctr" rotWithShape="0">
                  <a:srgbClr val="9999FF"/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76" name="WordArt 52" descr="White marble"/>
          <p:cNvSpPr>
            <a:spLocks noChangeArrowheads="1" noChangeShapeType="1" noTextEdit="1"/>
          </p:cNvSpPr>
          <p:nvPr/>
        </p:nvSpPr>
        <p:spPr bwMode="auto">
          <a:xfrm>
            <a:off x="5867400" y="3219450"/>
            <a:ext cx="1828800" cy="74295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en-US" sz="2400" kern="10">
                <a:ln w="9525"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Giai cấp vô </a:t>
            </a:r>
          </a:p>
          <a:p>
            <a:pPr algn="ctr"/>
            <a:r>
              <a:rPr lang="en-US" sz="2400" kern="10">
                <a:ln w="9525"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sản lớn mạnh</a:t>
            </a:r>
          </a:p>
        </p:txBody>
      </p:sp>
      <p:sp>
        <p:nvSpPr>
          <p:cNvPr id="11277" name="WordArt 53"/>
          <p:cNvSpPr>
            <a:spLocks noChangeArrowheads="1" noChangeShapeType="1" noTextEdit="1"/>
          </p:cNvSpPr>
          <p:nvPr/>
        </p:nvSpPr>
        <p:spPr bwMode="auto">
          <a:xfrm>
            <a:off x="5878513" y="4114800"/>
            <a:ext cx="1905000" cy="6858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pPr algn="ctr"/>
            <a:r>
              <a:rPr lang="en-US" sz="24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Mâu thuẫn giai cấp sâu sắc</a:t>
            </a:r>
          </a:p>
        </p:txBody>
      </p:sp>
      <p:sp>
        <p:nvSpPr>
          <p:cNvPr id="11279" name="AutoShape 56" descr="Cork"/>
          <p:cNvSpPr>
            <a:spLocks noChangeArrowheads="1"/>
          </p:cNvSpPr>
          <p:nvPr/>
        </p:nvSpPr>
        <p:spPr bwMode="gray">
          <a:xfrm>
            <a:off x="6248400" y="990600"/>
            <a:ext cx="2209800" cy="990600"/>
          </a:xfrm>
          <a:prstGeom prst="can">
            <a:avLst>
              <a:gd name="adj" fmla="val 25000"/>
            </a:avLst>
          </a:prstGeom>
          <a:solidFill>
            <a:srgbClr val="FFCC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Cơ sở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thực tiễn</a:t>
            </a:r>
          </a:p>
        </p:txBody>
      </p:sp>
      <p:sp>
        <p:nvSpPr>
          <p:cNvPr id="11280" name="AutoShape 59"/>
          <p:cNvSpPr>
            <a:spLocks noChangeArrowheads="1"/>
          </p:cNvSpPr>
          <p:nvPr/>
        </p:nvSpPr>
        <p:spPr bwMode="auto">
          <a:xfrm>
            <a:off x="1371600" y="2057400"/>
            <a:ext cx="2057400" cy="2819400"/>
          </a:xfrm>
          <a:prstGeom prst="roundRect">
            <a:avLst>
              <a:gd name="adj" fmla="val 16667"/>
            </a:avLst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latin typeface="Verdana" panose="020B0604030504040204" pitchFamily="34" charset="0"/>
            </a:endParaRPr>
          </a:p>
        </p:txBody>
      </p:sp>
      <p:sp>
        <p:nvSpPr>
          <p:cNvPr id="43069" name="AutoShape 61"/>
          <p:cNvSpPr>
            <a:spLocks noChangeArrowheads="1"/>
          </p:cNvSpPr>
          <p:nvPr/>
        </p:nvSpPr>
        <p:spPr bwMode="gray">
          <a:xfrm rot="16212546" flipH="1">
            <a:off x="4421187" y="1065213"/>
            <a:ext cx="530225" cy="2057400"/>
          </a:xfrm>
          <a:prstGeom prst="rightArrow">
            <a:avLst>
              <a:gd name="adj1" fmla="val 67750"/>
              <a:gd name="adj2" fmla="val 66167"/>
            </a:avLst>
          </a:prstGeom>
          <a:gradFill rotWithShape="1">
            <a:gsLst>
              <a:gs pos="0">
                <a:schemeClr val="tx2">
                  <a:gamma/>
                  <a:shade val="46275"/>
                  <a:invGamma/>
                  <a:alpha val="12000"/>
                </a:schemeClr>
              </a:gs>
              <a:gs pos="100000">
                <a:schemeClr val="tx2"/>
              </a:gs>
            </a:gsLst>
            <a:lin ang="0" scaled="1"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11283" name="Rectangle 79"/>
          <p:cNvSpPr>
            <a:spLocks noChangeArrowheads="1"/>
          </p:cNvSpPr>
          <p:nvPr/>
        </p:nvSpPr>
        <p:spPr bwMode="auto">
          <a:xfrm>
            <a:off x="304800" y="381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Sơ lược về sự hình thành và phát triển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của môn KTCT Mác - Lênin</a:t>
            </a:r>
          </a:p>
        </p:txBody>
      </p:sp>
    </p:spTree>
  </p:cSld>
  <p:clrMapOvr>
    <a:masterClrMapping/>
  </p:clrMapOvr>
  <p:transition spd="slow">
    <p:comb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79" descr="jkarl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667" t="13333" r="26666" b="3334"/>
          <a:stretch>
            <a:fillRect/>
          </a:stretch>
        </p:blipFill>
        <p:spPr bwMode="auto">
          <a:xfrm>
            <a:off x="1114425" y="1828800"/>
            <a:ext cx="1049338" cy="1543050"/>
          </a:xfrm>
          <a:prstGeom prst="rect">
            <a:avLst/>
          </a:prstGeom>
          <a:noFill/>
          <a:ln>
            <a:noFill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15" name="Freeform 24"/>
          <p:cNvSpPr>
            <a:spLocks/>
          </p:cNvSpPr>
          <p:nvPr/>
        </p:nvSpPr>
        <p:spPr bwMode="gray">
          <a:xfrm>
            <a:off x="5816600" y="2346325"/>
            <a:ext cx="612775" cy="974725"/>
          </a:xfrm>
          <a:custGeom>
            <a:avLst/>
            <a:gdLst>
              <a:gd name="T0" fmla="*/ 2147483646 w 308"/>
              <a:gd name="T1" fmla="*/ 2147483646 h 442"/>
              <a:gd name="T2" fmla="*/ 0 w 308"/>
              <a:gd name="T3" fmla="*/ 2147483646 h 442"/>
              <a:gd name="T4" fmla="*/ 0 w 308"/>
              <a:gd name="T5" fmla="*/ 2147483646 h 442"/>
              <a:gd name="T6" fmla="*/ 2147483646 w 308"/>
              <a:gd name="T7" fmla="*/ 0 h 442"/>
              <a:gd name="T8" fmla="*/ 2147483646 w 308"/>
              <a:gd name="T9" fmla="*/ 2147483646 h 4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8"/>
              <a:gd name="T16" fmla="*/ 0 h 442"/>
              <a:gd name="T17" fmla="*/ 308 w 308"/>
              <a:gd name="T18" fmla="*/ 442 h 4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8" h="442">
                <a:moveTo>
                  <a:pt x="308" y="120"/>
                </a:moveTo>
                <a:lnTo>
                  <a:pt x="0" y="442"/>
                </a:lnTo>
                <a:lnTo>
                  <a:pt x="0" y="286"/>
                </a:lnTo>
                <a:lnTo>
                  <a:pt x="308" y="0"/>
                </a:lnTo>
                <a:lnTo>
                  <a:pt x="308" y="120"/>
                </a:lnTo>
                <a:close/>
              </a:path>
            </a:pathLst>
          </a:custGeom>
          <a:gradFill rotWithShape="1">
            <a:gsLst>
              <a:gs pos="0">
                <a:srgbClr val="230744"/>
              </a:gs>
              <a:gs pos="50000">
                <a:srgbClr val="4B1092"/>
              </a:gs>
              <a:gs pos="100000">
                <a:srgbClr val="230744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6" name="Freeform 25"/>
          <p:cNvSpPr>
            <a:spLocks/>
          </p:cNvSpPr>
          <p:nvPr/>
        </p:nvSpPr>
        <p:spPr bwMode="gray">
          <a:xfrm>
            <a:off x="2609850" y="2346325"/>
            <a:ext cx="3827463" cy="625475"/>
          </a:xfrm>
          <a:custGeom>
            <a:avLst/>
            <a:gdLst>
              <a:gd name="T0" fmla="*/ 2147483646 w 1920"/>
              <a:gd name="T1" fmla="*/ 2147483646 h 284"/>
              <a:gd name="T2" fmla="*/ 0 w 1920"/>
              <a:gd name="T3" fmla="*/ 2147483646 h 284"/>
              <a:gd name="T4" fmla="*/ 2147483646 w 1920"/>
              <a:gd name="T5" fmla="*/ 0 h 284"/>
              <a:gd name="T6" fmla="*/ 2147483646 w 1920"/>
              <a:gd name="T7" fmla="*/ 0 h 284"/>
              <a:gd name="T8" fmla="*/ 2147483646 w 1920"/>
              <a:gd name="T9" fmla="*/ 2147483646 h 28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1920"/>
              <a:gd name="T16" fmla="*/ 0 h 284"/>
              <a:gd name="T17" fmla="*/ 1920 w 1920"/>
              <a:gd name="T18" fmla="*/ 284 h 28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1920" h="284">
                <a:moveTo>
                  <a:pt x="1612" y="284"/>
                </a:moveTo>
                <a:lnTo>
                  <a:pt x="0" y="284"/>
                </a:lnTo>
                <a:lnTo>
                  <a:pt x="446" y="0"/>
                </a:lnTo>
                <a:lnTo>
                  <a:pt x="1920" y="0"/>
                </a:lnTo>
                <a:lnTo>
                  <a:pt x="1612" y="284"/>
                </a:lnTo>
                <a:close/>
              </a:path>
            </a:pathLst>
          </a:custGeom>
          <a:solidFill>
            <a:srgbClr val="A77BFF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7" name="Freeform 26"/>
          <p:cNvSpPr>
            <a:spLocks/>
          </p:cNvSpPr>
          <p:nvPr/>
        </p:nvSpPr>
        <p:spPr bwMode="gray">
          <a:xfrm>
            <a:off x="5141913" y="3309938"/>
            <a:ext cx="611187" cy="981075"/>
          </a:xfrm>
          <a:custGeom>
            <a:avLst/>
            <a:gdLst>
              <a:gd name="T0" fmla="*/ 2147483646 w 306"/>
              <a:gd name="T1" fmla="*/ 2147483646 h 444"/>
              <a:gd name="T2" fmla="*/ 0 w 306"/>
              <a:gd name="T3" fmla="*/ 2147483646 h 444"/>
              <a:gd name="T4" fmla="*/ 0 w 306"/>
              <a:gd name="T5" fmla="*/ 2147483646 h 444"/>
              <a:gd name="T6" fmla="*/ 2147483646 w 306"/>
              <a:gd name="T7" fmla="*/ 0 h 444"/>
              <a:gd name="T8" fmla="*/ 2147483646 w 306"/>
              <a:gd name="T9" fmla="*/ 2147483646 h 444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444"/>
              <a:gd name="T17" fmla="*/ 306 w 306"/>
              <a:gd name="T18" fmla="*/ 444 h 444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444">
                <a:moveTo>
                  <a:pt x="306" y="122"/>
                </a:moveTo>
                <a:lnTo>
                  <a:pt x="0" y="444"/>
                </a:lnTo>
                <a:lnTo>
                  <a:pt x="0" y="286"/>
                </a:lnTo>
                <a:lnTo>
                  <a:pt x="306" y="0"/>
                </a:lnTo>
                <a:lnTo>
                  <a:pt x="306" y="122"/>
                </a:lnTo>
                <a:close/>
              </a:path>
            </a:pathLst>
          </a:custGeom>
          <a:gradFill rotWithShape="1">
            <a:gsLst>
              <a:gs pos="0">
                <a:srgbClr val="431805"/>
              </a:gs>
              <a:gs pos="50000">
                <a:srgbClr val="90330A"/>
              </a:gs>
              <a:gs pos="100000">
                <a:srgbClr val="431805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18" name="Rectangle 30"/>
          <p:cNvSpPr>
            <a:spLocks noChangeArrowheads="1"/>
          </p:cNvSpPr>
          <p:nvPr/>
        </p:nvSpPr>
        <p:spPr bwMode="gray">
          <a:xfrm>
            <a:off x="2611438" y="2971800"/>
            <a:ext cx="3211512" cy="346075"/>
          </a:xfrm>
          <a:prstGeom prst="rect">
            <a:avLst/>
          </a:prstGeom>
          <a:gradFill rotWithShape="1">
            <a:gsLst>
              <a:gs pos="0">
                <a:srgbClr val="5D2FB9"/>
              </a:gs>
              <a:gs pos="50000">
                <a:srgbClr val="8041FF"/>
              </a:gs>
              <a:gs pos="100000">
                <a:srgbClr val="5D2FB9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3319" name="Freeform 31"/>
          <p:cNvSpPr>
            <a:spLocks/>
          </p:cNvSpPr>
          <p:nvPr/>
        </p:nvSpPr>
        <p:spPr bwMode="gray">
          <a:xfrm>
            <a:off x="1676400" y="3309938"/>
            <a:ext cx="4083050" cy="631825"/>
          </a:xfrm>
          <a:custGeom>
            <a:avLst/>
            <a:gdLst>
              <a:gd name="T0" fmla="*/ 2147483646 w 2048"/>
              <a:gd name="T1" fmla="*/ 2147483646 h 286"/>
              <a:gd name="T2" fmla="*/ 0 w 2048"/>
              <a:gd name="T3" fmla="*/ 2147483646 h 286"/>
              <a:gd name="T4" fmla="*/ 2147483646 w 2048"/>
              <a:gd name="T5" fmla="*/ 0 h 286"/>
              <a:gd name="T6" fmla="*/ 2147483646 w 2048"/>
              <a:gd name="T7" fmla="*/ 0 h 286"/>
              <a:gd name="T8" fmla="*/ 2147483646 w 2048"/>
              <a:gd name="T9" fmla="*/ 2147483646 h 28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048"/>
              <a:gd name="T16" fmla="*/ 0 h 286"/>
              <a:gd name="T17" fmla="*/ 2048 w 2048"/>
              <a:gd name="T18" fmla="*/ 286 h 28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048" h="286">
                <a:moveTo>
                  <a:pt x="1742" y="286"/>
                </a:moveTo>
                <a:lnTo>
                  <a:pt x="0" y="286"/>
                </a:lnTo>
                <a:lnTo>
                  <a:pt x="446" y="0"/>
                </a:lnTo>
                <a:lnTo>
                  <a:pt x="2048" y="0"/>
                </a:lnTo>
                <a:lnTo>
                  <a:pt x="1742" y="286"/>
                </a:lnTo>
                <a:close/>
              </a:path>
            </a:pathLst>
          </a:custGeom>
          <a:solidFill>
            <a:srgbClr val="FF9966"/>
          </a:solidFill>
          <a:ln>
            <a:noFill/>
          </a:ln>
          <a:extLst>
            <a:ext uri="{91240B29-F687-4F45-9708-019B960494DF}">
              <a14:hiddenLine xmlns:a14="http://schemas.microsoft.com/office/drawing/2010/main" w="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0" name="Rectangle 32"/>
          <p:cNvSpPr>
            <a:spLocks noChangeArrowheads="1"/>
          </p:cNvSpPr>
          <p:nvPr/>
        </p:nvSpPr>
        <p:spPr bwMode="gray">
          <a:xfrm>
            <a:off x="1677988" y="3941763"/>
            <a:ext cx="3478212" cy="344487"/>
          </a:xfrm>
          <a:prstGeom prst="rect">
            <a:avLst/>
          </a:prstGeom>
          <a:gradFill rotWithShape="1">
            <a:gsLst>
              <a:gs pos="0">
                <a:srgbClr val="A0523A"/>
              </a:gs>
              <a:gs pos="50000">
                <a:srgbClr val="DC7150"/>
              </a:gs>
              <a:gs pos="100000">
                <a:srgbClr val="A0523A"/>
              </a:gs>
            </a:gsLst>
            <a:lin ang="27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en-US" altLang="en-US" sz="1800">
              <a:solidFill>
                <a:schemeClr val="bg1"/>
              </a:solidFill>
              <a:latin typeface="Verdana" panose="020B0604030504040204" pitchFamily="34" charset="0"/>
            </a:endParaRPr>
          </a:p>
        </p:txBody>
      </p:sp>
      <p:sp>
        <p:nvSpPr>
          <p:cNvPr id="13321" name="Rectangle 45"/>
          <p:cNvSpPr>
            <a:spLocks noChangeArrowheads="1"/>
          </p:cNvSpPr>
          <p:nvPr/>
        </p:nvSpPr>
        <p:spPr bwMode="auto">
          <a:xfrm rot="-5400000">
            <a:off x="-763588" y="3049588"/>
            <a:ext cx="3432175" cy="762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1182" name="Rectangle 46"/>
          <p:cNvSpPr>
            <a:spLocks noChangeArrowheads="1"/>
          </p:cNvSpPr>
          <p:nvPr/>
        </p:nvSpPr>
        <p:spPr bwMode="auto">
          <a:xfrm>
            <a:off x="914400" y="4803775"/>
            <a:ext cx="7543800" cy="762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3323" name="Rectangle 49"/>
          <p:cNvSpPr>
            <a:spLocks noChangeArrowheads="1"/>
          </p:cNvSpPr>
          <p:nvPr/>
        </p:nvSpPr>
        <p:spPr bwMode="auto">
          <a:xfrm>
            <a:off x="990600" y="4291013"/>
            <a:ext cx="7543800" cy="762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3324" name="Rectangle 50"/>
          <p:cNvSpPr>
            <a:spLocks noChangeArrowheads="1"/>
          </p:cNvSpPr>
          <p:nvPr/>
        </p:nvSpPr>
        <p:spPr bwMode="auto">
          <a:xfrm rot="19214474" flipV="1">
            <a:off x="358775" y="2606675"/>
            <a:ext cx="5181600" cy="76200"/>
          </a:xfrm>
          <a:prstGeom prst="rect">
            <a:avLst/>
          </a:prstGeom>
          <a:gradFill rotWithShape="0">
            <a:gsLst>
              <a:gs pos="0">
                <a:srgbClr val="FF3399"/>
              </a:gs>
              <a:gs pos="25000">
                <a:srgbClr val="FF6633"/>
              </a:gs>
              <a:gs pos="50000">
                <a:srgbClr val="FFFF00"/>
              </a:gs>
              <a:gs pos="75000">
                <a:srgbClr val="01A78F"/>
              </a:gs>
              <a:gs pos="100000">
                <a:srgbClr val="3366FF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3325" name="Rectangle 51"/>
          <p:cNvSpPr>
            <a:spLocks noChangeArrowheads="1"/>
          </p:cNvSpPr>
          <p:nvPr/>
        </p:nvSpPr>
        <p:spPr bwMode="auto">
          <a:xfrm>
            <a:off x="2624330" y="3324225"/>
            <a:ext cx="239039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vi-VN" altLang="en-US" sz="1800" b="1" dirty="0" smtClean="0">
                <a:latin typeface=".VnTime" panose="020B7200000000000000" pitchFamily="34" charset="0"/>
              </a:rPr>
              <a:t>KTCT Mác- Ănghen</a:t>
            </a:r>
            <a:endParaRPr lang="en-US" altLang="en-US" sz="1800" b="1" dirty="0">
              <a:latin typeface=".VnTime" panose="020B7200000000000000" pitchFamily="34" charset="0"/>
            </a:endParaRPr>
          </a:p>
        </p:txBody>
      </p:sp>
      <p:sp>
        <p:nvSpPr>
          <p:cNvPr id="13326" name="Rectangle 52"/>
          <p:cNvSpPr>
            <a:spLocks noChangeArrowheads="1"/>
          </p:cNvSpPr>
          <p:nvPr/>
        </p:nvSpPr>
        <p:spPr bwMode="auto">
          <a:xfrm>
            <a:off x="3460750" y="2365375"/>
            <a:ext cx="3768980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vi-VN" altLang="en-US" sz="1800" b="1" dirty="0" smtClean="0">
                <a:solidFill>
                  <a:srgbClr val="FF0000"/>
                </a:solidFill>
                <a:latin typeface=".VnTime" panose="020B7200000000000000" pitchFamily="34" charset="0"/>
              </a:rPr>
              <a:t>V.I. Lênin kế thừa </a:t>
            </a:r>
            <a:r>
              <a:rPr lang="vi-VN" altLang="en-US" sz="1800" b="1" dirty="0" smtClean="0">
                <a:solidFill>
                  <a:srgbClr val="FF0000"/>
                </a:solidFill>
                <a:latin typeface=".VnTime" panose="020B7200000000000000" pitchFamily="34" charset="0"/>
              </a:rPr>
              <a:t>Và 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vi-VN" altLang="en-US" sz="1800" b="1" dirty="0" smtClean="0">
                <a:solidFill>
                  <a:srgbClr val="FF0000"/>
                </a:solidFill>
                <a:latin typeface=".VnTime" panose="020B7200000000000000" pitchFamily="34" charset="0"/>
              </a:rPr>
              <a:t>phát triển KTCT Mác-Ănghen</a:t>
            </a:r>
            <a:endParaRPr lang="en-US" altLang="en-US" sz="1800" b="1" dirty="0">
              <a:solidFill>
                <a:srgbClr val="FF0000"/>
              </a:solidFill>
              <a:latin typeface=".VnTime" panose="020B7200000000000000" pitchFamily="34" charset="0"/>
            </a:endParaRPr>
          </a:p>
        </p:txBody>
      </p:sp>
      <p:sp>
        <p:nvSpPr>
          <p:cNvPr id="13327" name="Text Box 56"/>
          <p:cNvSpPr txBox="1">
            <a:spLocks noChangeArrowheads="1"/>
          </p:cNvSpPr>
          <p:nvPr/>
        </p:nvSpPr>
        <p:spPr bwMode="auto">
          <a:xfrm>
            <a:off x="152400" y="4038600"/>
            <a:ext cx="1085850" cy="7096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.VnTime" panose="020B7200000000000000" pitchFamily="34" charset="0"/>
              </a:rPr>
              <a:t>1/2TK XVIII</a:t>
            </a:r>
          </a:p>
        </p:txBody>
      </p:sp>
      <p:sp>
        <p:nvSpPr>
          <p:cNvPr id="13328" name="Line 59"/>
          <p:cNvSpPr>
            <a:spLocks noChangeShapeType="1"/>
          </p:cNvSpPr>
          <p:nvPr/>
        </p:nvSpPr>
        <p:spPr bwMode="auto">
          <a:xfrm>
            <a:off x="4495800" y="454501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3329" name="Line 60"/>
          <p:cNvSpPr>
            <a:spLocks noChangeShapeType="1"/>
          </p:cNvSpPr>
          <p:nvPr/>
        </p:nvSpPr>
        <p:spPr bwMode="auto">
          <a:xfrm>
            <a:off x="4611688" y="4545013"/>
            <a:ext cx="0" cy="236537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r>
              <a:rPr lang="vi-VN" dirty="0" smtClean="0"/>
              <a:t>CNTB- ĐQ</a:t>
            </a:r>
            <a:endParaRPr lang="en-US" dirty="0"/>
          </a:p>
        </p:txBody>
      </p:sp>
      <p:sp>
        <p:nvSpPr>
          <p:cNvPr id="13330" name="Text Box 62"/>
          <p:cNvSpPr txBox="1">
            <a:spLocks noChangeArrowheads="1"/>
          </p:cNvSpPr>
          <p:nvPr/>
        </p:nvSpPr>
        <p:spPr bwMode="auto">
          <a:xfrm>
            <a:off x="2074863" y="4465638"/>
            <a:ext cx="1582737" cy="7096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latin typeface=".VnTime" panose="020B7200000000000000" pitchFamily="34" charset="0"/>
              </a:rPr>
              <a:t>CNTB-TDCT</a:t>
            </a:r>
          </a:p>
        </p:txBody>
      </p:sp>
      <p:sp>
        <p:nvSpPr>
          <p:cNvPr id="13332" name="WordArt 66"/>
          <p:cNvSpPr>
            <a:spLocks noChangeArrowheads="1" noChangeShapeType="1" noTextEdit="1"/>
          </p:cNvSpPr>
          <p:nvPr/>
        </p:nvSpPr>
        <p:spPr bwMode="auto">
          <a:xfrm>
            <a:off x="4191000" y="4146550"/>
            <a:ext cx="738188" cy="200025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4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XIX-XX</a:t>
            </a:r>
          </a:p>
        </p:txBody>
      </p:sp>
      <p:pic>
        <p:nvPicPr>
          <p:cNvPr id="91206" name="Picture 70" descr="monopoly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111" r="7407"/>
          <a:stretch>
            <a:fillRect/>
          </a:stretch>
        </p:blipFill>
        <p:spPr bwMode="auto">
          <a:xfrm>
            <a:off x="4648200" y="4986338"/>
            <a:ext cx="1676400" cy="1490662"/>
          </a:xfrm>
          <a:prstGeom prst="rect">
            <a:avLst/>
          </a:prstGeom>
          <a:noFill/>
          <a:ln w="57150">
            <a:pattFill prst="sphere">
              <a:fgClr>
                <a:schemeClr val="tx2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1207" name="Oval 71" descr="invisible hand"/>
          <p:cNvSpPr>
            <a:spLocks noChangeArrowheads="1"/>
          </p:cNvSpPr>
          <p:nvPr/>
        </p:nvSpPr>
        <p:spPr bwMode="auto">
          <a:xfrm>
            <a:off x="2057400" y="5029200"/>
            <a:ext cx="1905000" cy="1752600"/>
          </a:xfrm>
          <a:prstGeom prst="ellipse">
            <a:avLst/>
          </a:prstGeom>
          <a:blipFill dpi="0" rotWithShape="1">
            <a:blip r:embed="rId5"/>
            <a:srcRect/>
            <a:stretch>
              <a:fillRect/>
            </a:stretch>
          </a:blip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13335" name="WordArt 73"/>
          <p:cNvSpPr>
            <a:spLocks noChangeArrowheads="1" noChangeShapeType="1" noTextEdit="1"/>
          </p:cNvSpPr>
          <p:nvPr/>
        </p:nvSpPr>
        <p:spPr bwMode="auto">
          <a:xfrm>
            <a:off x="7010400" y="4489450"/>
            <a:ext cx="1371600" cy="2667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kern="10">
                <a:gradFill rotWithShape="1">
                  <a:gsLst>
                    <a:gs pos="0">
                      <a:srgbClr val="D6B19C"/>
                    </a:gs>
                    <a:gs pos="30000">
                      <a:srgbClr val="D49E6C"/>
                    </a:gs>
                    <a:gs pos="70000">
                      <a:srgbClr val="A65528"/>
                    </a:gs>
                    <a:gs pos="100000">
                      <a:srgbClr val="663012"/>
                    </a:gs>
                  </a:gsLst>
                  <a:lin ang="5400000" scaled="1"/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Thời kỳ quá độ</a:t>
            </a:r>
          </a:p>
        </p:txBody>
      </p:sp>
      <p:pic>
        <p:nvPicPr>
          <p:cNvPr id="91210" name="Picture 74" descr="p9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4995863"/>
            <a:ext cx="1214438" cy="1676400"/>
          </a:xfrm>
          <a:prstGeom prst="rect">
            <a:avLst/>
          </a:prstGeom>
          <a:noFill/>
          <a:ln w="571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337" name="WordArt 75"/>
          <p:cNvSpPr>
            <a:spLocks noChangeArrowheads="1" noChangeShapeType="1" noTextEdit="1"/>
          </p:cNvSpPr>
          <p:nvPr/>
        </p:nvSpPr>
        <p:spPr bwMode="auto">
          <a:xfrm>
            <a:off x="8510588" y="4495800"/>
            <a:ext cx="481012" cy="142716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PTSX</a:t>
            </a:r>
          </a:p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CSCN</a:t>
            </a:r>
          </a:p>
        </p:txBody>
      </p:sp>
      <p:sp>
        <p:nvSpPr>
          <p:cNvPr id="13338" name="Text Box 76"/>
          <p:cNvSpPr txBox="1">
            <a:spLocks noChangeArrowheads="1"/>
          </p:cNvSpPr>
          <p:nvPr/>
        </p:nvSpPr>
        <p:spPr bwMode="auto">
          <a:xfrm>
            <a:off x="1588" y="1004888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000099"/>
                </a:solidFill>
                <a:latin typeface="Times New Roman" panose="02020603050405020304" pitchFamily="18" charset="0"/>
              </a:rPr>
              <a:t>Tiến trình lịch sử</a:t>
            </a:r>
          </a:p>
        </p:txBody>
      </p:sp>
      <p:sp>
        <p:nvSpPr>
          <p:cNvPr id="91213" name="WordArt 77"/>
          <p:cNvSpPr>
            <a:spLocks noChangeArrowheads="1" noChangeShapeType="1" noTextEdit="1"/>
          </p:cNvSpPr>
          <p:nvPr/>
        </p:nvSpPr>
        <p:spPr bwMode="auto">
          <a:xfrm>
            <a:off x="3048000" y="6477000"/>
            <a:ext cx="2362200" cy="328613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36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FF3399"/>
                    </a:gs>
                    <a:gs pos="25000">
                      <a:srgbClr val="FF6633"/>
                    </a:gs>
                    <a:gs pos="50000">
                      <a:srgbClr val="FFFF00"/>
                    </a:gs>
                    <a:gs pos="75000">
                      <a:srgbClr val="01A78F"/>
                    </a:gs>
                    <a:gs pos="100000">
                      <a:srgbClr val="3366FF"/>
                    </a:gs>
                  </a:gsLst>
                  <a:lin ang="540000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Arial Black" panose="020B0A04020102020204" pitchFamily="34" charset="0"/>
              </a:rPr>
              <a:t>PTSX TBCN</a:t>
            </a:r>
          </a:p>
        </p:txBody>
      </p:sp>
      <p:pic>
        <p:nvPicPr>
          <p:cNvPr id="13340" name="Picture 80" descr="lenin1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333" t="10001" r="20000" b="3334"/>
          <a:stretch>
            <a:fillRect/>
          </a:stretch>
        </p:blipFill>
        <p:spPr bwMode="auto">
          <a:xfrm>
            <a:off x="2047875" y="1143000"/>
            <a:ext cx="1055688" cy="1371600"/>
          </a:xfrm>
          <a:prstGeom prst="rect">
            <a:avLst/>
          </a:prstGeom>
          <a:noFill/>
          <a:ln>
            <a:noFill/>
          </a:ln>
          <a:effectLst>
            <a:outerShdw dist="107763" dir="8100000" algn="ctr" rotWithShape="0">
              <a:srgbClr val="808080">
                <a:alpha val="5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341" name="Rectangle 79"/>
          <p:cNvSpPr>
            <a:spLocks noChangeArrowheads="1"/>
          </p:cNvSpPr>
          <p:nvPr/>
        </p:nvSpPr>
        <p:spPr bwMode="auto">
          <a:xfrm>
            <a:off x="304800" y="381000"/>
            <a:ext cx="7696200" cy="476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Sơ lược về sự hình thành và phát triển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rgbClr val="FFFF00"/>
                </a:solidFill>
                <a:latin typeface="Times New Roman" panose="02020603050405020304" pitchFamily="18" charset="0"/>
              </a:rPr>
              <a:t>của môn KTCT Mác - Lênin</a:t>
            </a:r>
          </a:p>
        </p:txBody>
      </p:sp>
      <p:sp>
        <p:nvSpPr>
          <p:cNvPr id="13342" name="Text Box 76"/>
          <p:cNvSpPr txBox="1">
            <a:spLocks noChangeArrowheads="1"/>
          </p:cNvSpPr>
          <p:nvPr/>
        </p:nvSpPr>
        <p:spPr bwMode="auto">
          <a:xfrm>
            <a:off x="6629400" y="3962400"/>
            <a:ext cx="2133600" cy="30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 b="1">
                <a:solidFill>
                  <a:srgbClr val="000099"/>
                </a:solidFill>
                <a:latin typeface="Times New Roman" panose="02020603050405020304" pitchFamily="18" charset="0"/>
              </a:rPr>
              <a:t>Tiến trình lịch sử</a:t>
            </a:r>
          </a:p>
        </p:txBody>
      </p:sp>
    </p:spTree>
  </p:cSld>
  <p:clrMapOvr>
    <a:masterClrMapping/>
  </p:clrMapOvr>
  <p:transition spd="slow">
    <p:wedg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911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9118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3000"/>
                                        <p:tgtEl>
                                          <p:spTgt spid="91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912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912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3000"/>
                                        <p:tgtEl>
                                          <p:spTgt spid="91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0" fill="hold"/>
                                        <p:tgtEl>
                                          <p:spTgt spid="912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0" fill="hold"/>
                                        <p:tgtEl>
                                          <p:spTgt spid="912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9" dur="3000"/>
                                        <p:tgtEl>
                                          <p:spTgt spid="912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3000" fill="hold"/>
                                        <p:tgtEl>
                                          <p:spTgt spid="912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3000" fill="hold"/>
                                        <p:tgtEl>
                                          <p:spTgt spid="912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4" dur="3000"/>
                                        <p:tgtEl>
                                          <p:spTgt spid="91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3000" fill="hold"/>
                                        <p:tgtEl>
                                          <p:spTgt spid="912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3000" fill="hold"/>
                                        <p:tgtEl>
                                          <p:spTgt spid="912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29" dur="3000"/>
                                        <p:tgtEl>
                                          <p:spTgt spid="91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1182" grpId="0" animBg="1"/>
      <p:bldP spid="9120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altLang="en-US" sz="24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Sự phát triển của khoa học kinh tế chính trị </a:t>
            </a:r>
            <a:br>
              <a:rPr lang="en-AU" altLang="en-US" sz="24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AU" altLang="en-US" sz="2400" b="1" smtClean="0">
                <a:solidFill>
                  <a:srgbClr val="FFFF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trên thế giới ngày nay</a:t>
            </a:r>
            <a:endParaRPr lang="en-US" altLang="en-US" sz="2400" b="1" smtClean="0">
              <a:solidFill>
                <a:srgbClr val="FFFF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6371471"/>
              </p:ext>
            </p:extLst>
          </p:nvPr>
        </p:nvGraphicFramePr>
        <p:xfrm>
          <a:off x="457200" y="1076325"/>
          <a:ext cx="8229600" cy="524827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386" name="Picture 53" descr="untitled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954" r="12500" b="8246"/>
          <a:stretch>
            <a:fillRect/>
          </a:stretch>
        </p:blipFill>
        <p:spPr bwMode="auto">
          <a:xfrm>
            <a:off x="4648200" y="4689475"/>
            <a:ext cx="2667000" cy="209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7" name="Rectangle 25"/>
          <p:cNvSpPr>
            <a:spLocks noChangeArrowheads="1"/>
          </p:cNvSpPr>
          <p:nvPr/>
        </p:nvSpPr>
        <p:spPr bwMode="auto">
          <a:xfrm>
            <a:off x="304800" y="381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1.2.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Đối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tượng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,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mục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đích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và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phương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pháp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nghiên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cứu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của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kinh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tế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chính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trị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Mác</a:t>
            </a:r>
            <a:r>
              <a:rPr lang="en-US" altLang="en-US" sz="2300" b="1" dirty="0">
                <a:solidFill>
                  <a:srgbClr val="FFFF00"/>
                </a:solidFill>
                <a:latin typeface="Times New Roman" panose="02020603050405020304" pitchFamily="18" charset="0"/>
              </a:rPr>
              <a:t> - </a:t>
            </a:r>
            <a:r>
              <a:rPr lang="en-US" altLang="en-US" sz="2300" b="1" dirty="0" err="1">
                <a:solidFill>
                  <a:srgbClr val="FFFF00"/>
                </a:solidFill>
                <a:latin typeface="Times New Roman" panose="02020603050405020304" pitchFamily="18" charset="0"/>
              </a:rPr>
              <a:t>Lênin</a:t>
            </a:r>
            <a:endParaRPr lang="en-US" altLang="en-US" sz="2300" b="1" dirty="0">
              <a:solidFill>
                <a:srgbClr val="FFFF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16389" name="WordArt 27"/>
          <p:cNvSpPr>
            <a:spLocks noChangeArrowheads="1" noChangeShapeType="1" noTextEdit="1"/>
          </p:cNvSpPr>
          <p:nvPr/>
        </p:nvSpPr>
        <p:spPr bwMode="auto">
          <a:xfrm>
            <a:off x="2667000" y="1219200"/>
            <a:ext cx="4410075" cy="15240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sz="3600" b="1" kern="10" spc="7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Phương thức sản xuất</a:t>
            </a:r>
          </a:p>
          <a:p>
            <a:pPr algn="ctr"/>
            <a:r>
              <a:rPr lang="vi-VN" sz="3600" b="1" kern="10" spc="7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là sự thống nhất </a:t>
            </a:r>
          </a:p>
          <a:p>
            <a:pPr algn="ctr"/>
            <a:r>
              <a:rPr lang="vi-VN" sz="3600" b="1" kern="10" spc="7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và tác động qua lại giữa</a:t>
            </a:r>
          </a:p>
          <a:p>
            <a:pPr algn="ctr"/>
            <a:r>
              <a:rPr lang="vi-VN" sz="3600" b="1" kern="10" spc="72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LLSX và QHSX</a:t>
            </a:r>
            <a:endParaRPr lang="en-US" sz="3600" b="1" kern="10" spc="720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0" name="Oval 28"/>
          <p:cNvSpPr>
            <a:spLocks noChangeArrowheads="1"/>
          </p:cNvSpPr>
          <p:nvPr/>
        </p:nvSpPr>
        <p:spPr bwMode="auto">
          <a:xfrm>
            <a:off x="533400" y="3352800"/>
            <a:ext cx="1752600" cy="914400"/>
          </a:xfrm>
          <a:prstGeom prst="ellipse">
            <a:avLst/>
          </a:prstGeom>
          <a:solidFill>
            <a:srgbClr val="969696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>
                <a:solidFill>
                  <a:srgbClr val="FFFF00"/>
                </a:solidFill>
                <a:latin typeface="Times New Roman" panose="02020603050405020304" pitchFamily="18" charset="0"/>
              </a:rPr>
              <a:t>LLSX</a:t>
            </a:r>
          </a:p>
        </p:txBody>
      </p:sp>
      <p:sp>
        <p:nvSpPr>
          <p:cNvPr id="16391" name="AutoShape 29"/>
          <p:cNvSpPr>
            <a:spLocks noChangeArrowheads="1"/>
          </p:cNvSpPr>
          <p:nvPr/>
        </p:nvSpPr>
        <p:spPr bwMode="auto">
          <a:xfrm>
            <a:off x="5029200" y="2895600"/>
            <a:ext cx="1676400" cy="1676400"/>
          </a:xfrm>
          <a:custGeom>
            <a:avLst/>
            <a:gdLst>
              <a:gd name="T0" fmla="*/ 2147483646 w 21600"/>
              <a:gd name="T1" fmla="*/ 0 h 21600"/>
              <a:gd name="T2" fmla="*/ 2147483646 w 21600"/>
              <a:gd name="T3" fmla="*/ 2147483646 h 21600"/>
              <a:gd name="T4" fmla="*/ 0 w 21600"/>
              <a:gd name="T5" fmla="*/ 2147483646 h 21600"/>
              <a:gd name="T6" fmla="*/ 2147483646 w 21600"/>
              <a:gd name="T7" fmla="*/ 2147483646 h 21600"/>
              <a:gd name="T8" fmla="*/ 2147483646 w 21600"/>
              <a:gd name="T9" fmla="*/ 2147483646 h 21600"/>
              <a:gd name="T10" fmla="*/ 2147483646 w 21600"/>
              <a:gd name="T11" fmla="*/ 2147483646 h 21600"/>
              <a:gd name="T12" fmla="*/ 2147483646 w 21600"/>
              <a:gd name="T13" fmla="*/ 2147483646 h 21600"/>
              <a:gd name="T14" fmla="*/ 2147483646 w 21600"/>
              <a:gd name="T15" fmla="*/ 2147483646 h 21600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3163 w 21600"/>
              <a:gd name="T25" fmla="*/ 3163 h 21600"/>
              <a:gd name="T26" fmla="*/ 18437 w 21600"/>
              <a:gd name="T27" fmla="*/ 18437 h 21600"/>
            </a:gdLst>
            <a:ahLst/>
            <a:cxnLst>
              <a:cxn ang="T16">
                <a:pos x="T0" y="T1"/>
              </a:cxn>
              <a:cxn ang="T17">
                <a:pos x="T2" y="T3"/>
              </a:cxn>
              <a:cxn ang="T18">
                <a:pos x="T4" y="T5"/>
              </a:cxn>
              <a:cxn ang="T19">
                <a:pos x="T6" y="T7"/>
              </a:cxn>
              <a:cxn ang="T20">
                <a:pos x="T8" y="T9"/>
              </a:cxn>
              <a:cxn ang="T21">
                <a:pos x="T10" y="T11"/>
              </a:cxn>
              <a:cxn ang="T22">
                <a:pos x="T12" y="T13"/>
              </a:cxn>
              <a:cxn ang="T23">
                <a:pos x="T14" y="T15"/>
              </a:cxn>
            </a:cxnLst>
            <a:rect l="T24" t="T25" r="T26" b="T27"/>
            <a:pathLst>
              <a:path w="21600" h="21600"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5400" y="10800"/>
                </a:moveTo>
                <a:cubicBezTo>
                  <a:pt x="5400" y="13782"/>
                  <a:pt x="7818" y="16200"/>
                  <a:pt x="10800" y="16200"/>
                </a:cubicBezTo>
                <a:cubicBezTo>
                  <a:pt x="13782" y="16200"/>
                  <a:pt x="16200" y="13782"/>
                  <a:pt x="16200" y="10800"/>
                </a:cubicBezTo>
                <a:cubicBezTo>
                  <a:pt x="16200" y="7818"/>
                  <a:pt x="13782" y="5400"/>
                  <a:pt x="10800" y="5400"/>
                </a:cubicBezTo>
                <a:cubicBezTo>
                  <a:pt x="7818" y="5400"/>
                  <a:pt x="5400" y="7818"/>
                  <a:pt x="5400" y="10800"/>
                </a:cubicBezTo>
                <a:close/>
              </a:path>
            </a:pathLst>
          </a:custGeom>
          <a:gradFill rotWithShape="1">
            <a:gsLst>
              <a:gs pos="0">
                <a:schemeClr val="accent1"/>
              </a:gs>
              <a:gs pos="100000">
                <a:schemeClr val="bg1"/>
              </a:gs>
            </a:gsLst>
            <a:lin ang="0" scaled="1"/>
          </a:gradFill>
          <a:ln w="2857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dirty="0">
                <a:solidFill>
                  <a:schemeClr val="folHlink"/>
                </a:solidFill>
                <a:latin typeface="Times New Roman" panose="02020603050405020304" pitchFamily="18" charset="0"/>
              </a:rPr>
              <a:t>QHSX</a:t>
            </a:r>
          </a:p>
        </p:txBody>
      </p:sp>
      <p:sp>
        <p:nvSpPr>
          <p:cNvPr id="16392" name="Line 30"/>
          <p:cNvSpPr>
            <a:spLocks noChangeShapeType="1"/>
          </p:cNvSpPr>
          <p:nvPr/>
        </p:nvSpPr>
        <p:spPr bwMode="auto">
          <a:xfrm>
            <a:off x="2286000" y="3962400"/>
            <a:ext cx="2590800" cy="0"/>
          </a:xfrm>
          <a:prstGeom prst="line">
            <a:avLst/>
          </a:prstGeom>
          <a:noFill/>
          <a:ln w="28575">
            <a:solidFill>
              <a:srgbClr val="99CC00"/>
            </a:solidFill>
            <a:round/>
            <a:headEnd/>
            <a:tailEnd type="triangle" w="med" len="med"/>
          </a:ln>
          <a:scene3d>
            <a:camera prst="legacyPerspectiveTop"/>
            <a:lightRig rig="legacyFlat3" dir="b"/>
          </a:scene3d>
          <a:sp3d extrusionH="887400" prstMaterial="legacyMatte">
            <a:bevelT w="13500" h="13500" prst="angle"/>
            <a:bevelB w="13500" h="13500" prst="angle"/>
            <a:extrusionClr>
              <a:srgbClr val="99CC00"/>
            </a:extrusionClr>
            <a:contourClr>
              <a:srgbClr val="99CC00"/>
            </a:contourClr>
          </a:sp3d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16393" name="Freeform 31"/>
          <p:cNvSpPr>
            <a:spLocks/>
          </p:cNvSpPr>
          <p:nvPr/>
        </p:nvSpPr>
        <p:spPr bwMode="auto">
          <a:xfrm rot="474931">
            <a:off x="2438400" y="3358090"/>
            <a:ext cx="2362200" cy="596900"/>
          </a:xfrm>
          <a:custGeom>
            <a:avLst/>
            <a:gdLst>
              <a:gd name="T0" fmla="*/ 2147483646 w 864"/>
              <a:gd name="T1" fmla="*/ 0 h 432"/>
              <a:gd name="T2" fmla="*/ 2147483646 w 864"/>
              <a:gd name="T3" fmla="*/ 2147483646 h 432"/>
              <a:gd name="T4" fmla="*/ 0 w 864"/>
              <a:gd name="T5" fmla="*/ 2147483646 h 432"/>
              <a:gd name="T6" fmla="*/ 0 60000 65536"/>
              <a:gd name="T7" fmla="*/ 0 60000 65536"/>
              <a:gd name="T8" fmla="*/ 0 60000 65536"/>
              <a:gd name="T9" fmla="*/ 0 w 864"/>
              <a:gd name="T10" fmla="*/ 0 h 432"/>
              <a:gd name="T11" fmla="*/ 864 w 864"/>
              <a:gd name="T12" fmla="*/ 432 h 432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864" h="432">
                <a:moveTo>
                  <a:pt x="864" y="0"/>
                </a:moveTo>
                <a:cubicBezTo>
                  <a:pt x="624" y="12"/>
                  <a:pt x="384" y="24"/>
                  <a:pt x="240" y="96"/>
                </a:cubicBezTo>
                <a:cubicBezTo>
                  <a:pt x="96" y="168"/>
                  <a:pt x="48" y="300"/>
                  <a:pt x="0" y="432"/>
                </a:cubicBez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scene3d>
            <a:camera prst="legacyObliqueTopRight"/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chemeClr val="tx1"/>
            </a:extrusionClr>
            <a:contourClr>
              <a:schemeClr val="tx1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flatTx/>
          </a:bodyPr>
          <a:lstStyle/>
          <a:p>
            <a:endParaRPr lang="en-US"/>
          </a:p>
        </p:txBody>
      </p:sp>
      <p:sp>
        <p:nvSpPr>
          <p:cNvPr id="16394" name="Line 32"/>
          <p:cNvSpPr>
            <a:spLocks noChangeShapeType="1"/>
          </p:cNvSpPr>
          <p:nvPr/>
        </p:nvSpPr>
        <p:spPr bwMode="auto">
          <a:xfrm>
            <a:off x="3200400" y="4038600"/>
            <a:ext cx="0" cy="4572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6395" name="WordArt 33"/>
          <p:cNvSpPr>
            <a:spLocks noChangeArrowheads="1" noChangeShapeType="1" noTextEdit="1"/>
          </p:cNvSpPr>
          <p:nvPr/>
        </p:nvSpPr>
        <p:spPr bwMode="auto">
          <a:xfrm>
            <a:off x="1447800" y="4648200"/>
            <a:ext cx="3429000" cy="5334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vi-VN" sz="3600" kern="10">
                <a:solidFill>
                  <a:srgbClr val="FF0000"/>
                </a:soli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Phương thức sản xuất xã hội</a:t>
            </a:r>
            <a:endParaRPr lang="en-US" sz="3600" kern="10">
              <a:solidFill>
                <a:srgbClr val="FF0000"/>
              </a:solidFill>
              <a:effectLst>
                <a:outerShdw dist="35921" dir="2700000" algn="ctr" rotWithShape="0">
                  <a:srgbClr val="C0C0C0">
                    <a:alpha val="79999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96" name="Text Box 34" descr="Blue tissue paper"/>
          <p:cNvSpPr txBox="1">
            <a:spLocks noChangeArrowheads="1"/>
          </p:cNvSpPr>
          <p:nvPr/>
        </p:nvSpPr>
        <p:spPr bwMode="auto">
          <a:xfrm>
            <a:off x="7315200" y="2282825"/>
            <a:ext cx="1752600" cy="4413250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tl"/>
          </a:blipFill>
          <a:ln w="38100">
            <a:pattFill prst="horzBrick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lnSpc>
                <a:spcPct val="120000"/>
              </a:lnSpc>
              <a:spcBef>
                <a:spcPct val="50000"/>
              </a:spcBef>
              <a:buClrTx/>
              <a:buFontTx/>
              <a:buNone/>
            </a:pPr>
            <a:r>
              <a:rPr lang="en-US" altLang="en-US" sz="1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V.I.Lênin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“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Kinh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tế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trị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tuyệt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nhiên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không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sự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mà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vi-VN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1800" b="1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hệ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giữa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người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với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ng­ười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trong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nghiên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cứu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chế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độ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xã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hội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altLang="en-US" sz="18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altLang="en-US" sz="18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xuất</a:t>
            </a:r>
            <a:r>
              <a:rPr lang="en-US" altLang="en-US" sz="1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” </a:t>
            </a:r>
          </a:p>
        </p:txBody>
      </p:sp>
      <p:pic>
        <p:nvPicPr>
          <p:cNvPr id="16397" name="Picture 35" descr="lenin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990600"/>
            <a:ext cx="893763" cy="1219200"/>
          </a:xfrm>
          <a:prstGeom prst="rect">
            <a:avLst/>
          </a:prstGeom>
          <a:noFill/>
          <a:ln w="38100">
            <a:pattFill prst="lgConfetti">
              <a:fgClr>
                <a:schemeClr val="bg2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d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WordArt 23" descr="Recycled paper"/>
          <p:cNvSpPr>
            <a:spLocks noChangeArrowheads="1" noChangeShapeType="1" noTextEdit="1"/>
          </p:cNvSpPr>
          <p:nvPr/>
        </p:nvSpPr>
        <p:spPr bwMode="auto">
          <a:xfrm rot="-1078907">
            <a:off x="1524000" y="1203325"/>
            <a:ext cx="8915400" cy="1066800"/>
          </a:xfrm>
          <a:prstGeom prst="rect">
            <a:avLst/>
          </a:prstGeom>
        </p:spPr>
        <p:txBody>
          <a:bodyPr wrap="none" fromWordArt="1">
            <a:prstTxWarp prst="textDeflateBottom">
              <a:avLst>
                <a:gd name="adj" fmla="val 76472"/>
              </a:avLst>
            </a:prstTxWarp>
            <a:scene3d>
              <a:camera prst="legacyPerspectiveFront">
                <a:rot lat="19799985" lon="19439992" rev="0"/>
              </a:camera>
              <a:lightRig rig="legacyNormal2" dir="t"/>
            </a:scene3d>
            <a:sp3d extrusionH="354000" prstMaterial="legacyMatte">
              <a:extrusionClr>
                <a:srgbClr val="939676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en-US" sz="2800" kern="10">
                <a:ln w="9525">
                  <a:round/>
                  <a:headEnd/>
                  <a:tailEnd/>
                </a:ln>
                <a:blipFill dpi="0" rotWithShape="0">
                  <a:blip r:embed="rId3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KTCT Mác- Lênin nghiên cứu QHSX</a:t>
            </a:r>
          </a:p>
        </p:txBody>
      </p:sp>
      <p:grpSp>
        <p:nvGrpSpPr>
          <p:cNvPr id="18435" name="Group 84"/>
          <p:cNvGrpSpPr>
            <a:grpSpLocks/>
          </p:cNvGrpSpPr>
          <p:nvPr/>
        </p:nvGrpSpPr>
        <p:grpSpPr bwMode="auto">
          <a:xfrm>
            <a:off x="928688" y="2362200"/>
            <a:ext cx="8215312" cy="2052638"/>
            <a:chOff x="460" y="1539"/>
            <a:chExt cx="5175" cy="1293"/>
          </a:xfrm>
        </p:grpSpPr>
        <p:sp>
          <p:nvSpPr>
            <p:cNvPr id="18439" name="AutoShape 25"/>
            <p:cNvSpPr>
              <a:spLocks noChangeArrowheads="1"/>
            </p:cNvSpPr>
            <p:nvPr/>
          </p:nvSpPr>
          <p:spPr bwMode="gray">
            <a:xfrm>
              <a:off x="460" y="1732"/>
              <a:ext cx="1124" cy="110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4E91D4"/>
                </a:gs>
                <a:gs pos="100000">
                  <a:srgbClr val="3477A4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grpSp>
          <p:nvGrpSpPr>
            <p:cNvPr id="18440" name="Group 31"/>
            <p:cNvGrpSpPr>
              <a:grpSpLocks/>
            </p:cNvGrpSpPr>
            <p:nvPr/>
          </p:nvGrpSpPr>
          <p:grpSpPr bwMode="auto">
            <a:xfrm>
              <a:off x="828" y="1541"/>
              <a:ext cx="334" cy="392"/>
              <a:chOff x="1289" y="587"/>
              <a:chExt cx="668" cy="647"/>
            </a:xfrm>
          </p:grpSpPr>
          <p:sp>
            <p:nvSpPr>
              <p:cNvPr id="18472" name="Oval 32"/>
              <p:cNvSpPr>
                <a:spLocks noChangeArrowheads="1"/>
              </p:cNvSpPr>
              <p:nvPr/>
            </p:nvSpPr>
            <p:spPr bwMode="gray">
              <a:xfrm>
                <a:off x="1289" y="666"/>
                <a:ext cx="668" cy="5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73" name="Oval 33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74" name="Oval 34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75" name="Oval 35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76" name="Oval 36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18441" name="Text Box 37"/>
            <p:cNvSpPr txBox="1">
              <a:spLocks noChangeArrowheads="1"/>
            </p:cNvSpPr>
            <p:nvPr/>
          </p:nvSpPr>
          <p:spPr bwMode="gray">
            <a:xfrm>
              <a:off x="896" y="15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18442" name="Text Box 38"/>
            <p:cNvSpPr txBox="1">
              <a:spLocks noChangeArrowheads="1"/>
            </p:cNvSpPr>
            <p:nvPr/>
          </p:nvSpPr>
          <p:spPr bwMode="gray">
            <a:xfrm>
              <a:off x="460" y="1967"/>
              <a:ext cx="106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Trong quá trình TSX: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SX-PP-TĐ-TD</a:t>
              </a:r>
            </a:p>
          </p:txBody>
        </p:sp>
        <p:sp>
          <p:nvSpPr>
            <p:cNvPr id="18443" name="AutoShape 41"/>
            <p:cNvSpPr>
              <a:spLocks noChangeArrowheads="1"/>
            </p:cNvSpPr>
            <p:nvPr/>
          </p:nvSpPr>
          <p:spPr bwMode="gray">
            <a:xfrm>
              <a:off x="1793" y="1737"/>
              <a:ext cx="1090" cy="1095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4" name="Oval 44"/>
            <p:cNvSpPr>
              <a:spLocks noChangeArrowheads="1"/>
            </p:cNvSpPr>
            <p:nvPr/>
          </p:nvSpPr>
          <p:spPr bwMode="gray">
            <a:xfrm>
              <a:off x="2163" y="1589"/>
              <a:ext cx="332" cy="30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5" name="Oval 45"/>
            <p:cNvSpPr>
              <a:spLocks noChangeArrowheads="1"/>
            </p:cNvSpPr>
            <p:nvPr/>
          </p:nvSpPr>
          <p:spPr bwMode="gray">
            <a:xfrm>
              <a:off x="2166" y="1541"/>
              <a:ext cx="323" cy="39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6" name="Oval 46"/>
            <p:cNvSpPr>
              <a:spLocks noChangeArrowheads="1"/>
            </p:cNvSpPr>
            <p:nvPr/>
          </p:nvSpPr>
          <p:spPr bwMode="gray">
            <a:xfrm>
              <a:off x="2170" y="1543"/>
              <a:ext cx="316" cy="38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7" name="Oval 47"/>
            <p:cNvSpPr>
              <a:spLocks noChangeArrowheads="1"/>
            </p:cNvSpPr>
            <p:nvPr/>
          </p:nvSpPr>
          <p:spPr bwMode="gray">
            <a:xfrm>
              <a:off x="2173" y="1547"/>
              <a:ext cx="300" cy="357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8" name="Oval 48"/>
            <p:cNvSpPr>
              <a:spLocks noChangeArrowheads="1"/>
            </p:cNvSpPr>
            <p:nvPr/>
          </p:nvSpPr>
          <p:spPr bwMode="gray">
            <a:xfrm>
              <a:off x="2191" y="1557"/>
              <a:ext cx="267" cy="29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49" name="Text Box 49"/>
            <p:cNvSpPr txBox="1">
              <a:spLocks noChangeArrowheads="1"/>
            </p:cNvSpPr>
            <p:nvPr/>
          </p:nvSpPr>
          <p:spPr bwMode="gray">
            <a:xfrm>
              <a:off x="2231" y="15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18450" name="Text Box 50"/>
            <p:cNvSpPr txBox="1">
              <a:spLocks noChangeArrowheads="1"/>
            </p:cNvSpPr>
            <p:nvPr/>
          </p:nvSpPr>
          <p:spPr bwMode="gray">
            <a:xfrm>
              <a:off x="1776" y="2016"/>
              <a:ext cx="106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CC0099"/>
                  </a:solidFill>
                  <a:latin typeface="Times New Roman" panose="02020603050405020304" pitchFamily="18" charset="0"/>
                </a:rPr>
                <a:t>Trong tác động qua lại với LLSX</a:t>
              </a:r>
            </a:p>
          </p:txBody>
        </p:sp>
        <p:sp>
          <p:nvSpPr>
            <p:cNvPr id="18451" name="AutoShape 54"/>
            <p:cNvSpPr>
              <a:spLocks noChangeArrowheads="1"/>
            </p:cNvSpPr>
            <p:nvPr/>
          </p:nvSpPr>
          <p:spPr bwMode="gray">
            <a:xfrm>
              <a:off x="3168" y="1732"/>
              <a:ext cx="1124" cy="110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B59F43"/>
                </a:gs>
                <a:gs pos="100000">
                  <a:srgbClr val="8F8849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52" name="AutoShape 55"/>
            <p:cNvSpPr>
              <a:spLocks noChangeArrowheads="1"/>
            </p:cNvSpPr>
            <p:nvPr/>
          </p:nvSpPr>
          <p:spPr bwMode="gray">
            <a:xfrm>
              <a:off x="3186" y="1737"/>
              <a:ext cx="1090" cy="1047"/>
            </a:xfrm>
            <a:prstGeom prst="roundRect">
              <a:avLst>
                <a:gd name="adj" fmla="val 16667"/>
              </a:avLst>
            </a:prstGeom>
            <a:solidFill>
              <a:srgbClr val="E9E0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53" name="AutoShape 57"/>
            <p:cNvSpPr>
              <a:spLocks noChangeArrowheads="1"/>
            </p:cNvSpPr>
            <p:nvPr/>
          </p:nvSpPr>
          <p:spPr bwMode="gray">
            <a:xfrm>
              <a:off x="3195" y="1739"/>
              <a:ext cx="1075" cy="44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F5CC"/>
                </a:gs>
                <a:gs pos="100000">
                  <a:srgbClr val="E9E06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grpSp>
          <p:nvGrpSpPr>
            <p:cNvPr id="18454" name="Group 58"/>
            <p:cNvGrpSpPr>
              <a:grpSpLocks/>
            </p:cNvGrpSpPr>
            <p:nvPr/>
          </p:nvGrpSpPr>
          <p:grpSpPr bwMode="auto">
            <a:xfrm>
              <a:off x="3555" y="1541"/>
              <a:ext cx="334" cy="392"/>
              <a:chOff x="1289" y="587"/>
              <a:chExt cx="668" cy="647"/>
            </a:xfrm>
          </p:grpSpPr>
          <p:sp>
            <p:nvSpPr>
              <p:cNvPr id="18467" name="Oval 59"/>
              <p:cNvSpPr>
                <a:spLocks noChangeArrowheads="1"/>
              </p:cNvSpPr>
              <p:nvPr/>
            </p:nvSpPr>
            <p:spPr bwMode="gray">
              <a:xfrm>
                <a:off x="1289" y="666"/>
                <a:ext cx="668" cy="5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68" name="Oval 60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69" name="Oval 61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70" name="Oval 62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18471" name="Oval 63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18455" name="Text Box 64"/>
            <p:cNvSpPr txBox="1">
              <a:spLocks noChangeArrowheads="1"/>
            </p:cNvSpPr>
            <p:nvPr/>
          </p:nvSpPr>
          <p:spPr bwMode="gray">
            <a:xfrm>
              <a:off x="3624" y="15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18456" name="Text Box 65"/>
            <p:cNvSpPr txBox="1">
              <a:spLocks noChangeArrowheads="1"/>
            </p:cNvSpPr>
            <p:nvPr/>
          </p:nvSpPr>
          <p:spPr bwMode="gray">
            <a:xfrm>
              <a:off x="3188" y="1986"/>
              <a:ext cx="1068" cy="7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Tác động qua lại với kiến trúc thượng tầng</a:t>
              </a:r>
            </a:p>
          </p:txBody>
        </p:sp>
        <p:sp>
          <p:nvSpPr>
            <p:cNvPr id="18457" name="AutoShape 69"/>
            <p:cNvSpPr>
              <a:spLocks noChangeArrowheads="1"/>
            </p:cNvSpPr>
            <p:nvPr/>
          </p:nvSpPr>
          <p:spPr bwMode="gray">
            <a:xfrm>
              <a:off x="4512" y="1730"/>
              <a:ext cx="1123" cy="1102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34B034"/>
                </a:gs>
                <a:gs pos="100000">
                  <a:srgbClr val="3F8B4A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58" name="AutoShape 70"/>
            <p:cNvSpPr>
              <a:spLocks noChangeArrowheads="1"/>
            </p:cNvSpPr>
            <p:nvPr/>
          </p:nvSpPr>
          <p:spPr bwMode="gray">
            <a:xfrm>
              <a:off x="4529" y="1735"/>
              <a:ext cx="1090" cy="1049"/>
            </a:xfrm>
            <a:prstGeom prst="roundRect">
              <a:avLst>
                <a:gd name="adj" fmla="val 16667"/>
              </a:avLst>
            </a:prstGeom>
            <a:solidFill>
              <a:srgbClr val="73E7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59" name="AutoShape 72"/>
            <p:cNvSpPr>
              <a:spLocks noChangeArrowheads="1"/>
            </p:cNvSpPr>
            <p:nvPr/>
          </p:nvSpPr>
          <p:spPr bwMode="gray">
            <a:xfrm>
              <a:off x="4538" y="1749"/>
              <a:ext cx="1075" cy="44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0F7D4"/>
                </a:gs>
                <a:gs pos="100000">
                  <a:srgbClr val="73E77E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0" name="Oval 73"/>
            <p:cNvSpPr>
              <a:spLocks noChangeArrowheads="1"/>
            </p:cNvSpPr>
            <p:nvPr/>
          </p:nvSpPr>
          <p:spPr bwMode="gray">
            <a:xfrm>
              <a:off x="4899" y="1587"/>
              <a:ext cx="332" cy="30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1" name="Oval 74"/>
            <p:cNvSpPr>
              <a:spLocks noChangeArrowheads="1"/>
            </p:cNvSpPr>
            <p:nvPr/>
          </p:nvSpPr>
          <p:spPr bwMode="gray">
            <a:xfrm>
              <a:off x="4902" y="1539"/>
              <a:ext cx="323" cy="39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2" name="Oval 75"/>
            <p:cNvSpPr>
              <a:spLocks noChangeArrowheads="1"/>
            </p:cNvSpPr>
            <p:nvPr/>
          </p:nvSpPr>
          <p:spPr bwMode="gray">
            <a:xfrm>
              <a:off x="4906" y="1541"/>
              <a:ext cx="316" cy="38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3" name="Oval 76"/>
            <p:cNvSpPr>
              <a:spLocks noChangeArrowheads="1"/>
            </p:cNvSpPr>
            <p:nvPr/>
          </p:nvSpPr>
          <p:spPr bwMode="gray">
            <a:xfrm>
              <a:off x="4909" y="1545"/>
              <a:ext cx="300" cy="357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4" name="Oval 77"/>
            <p:cNvSpPr>
              <a:spLocks noChangeArrowheads="1"/>
            </p:cNvSpPr>
            <p:nvPr/>
          </p:nvSpPr>
          <p:spPr bwMode="gray">
            <a:xfrm>
              <a:off x="4927" y="1555"/>
              <a:ext cx="267" cy="29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18465" name="Text Box 78"/>
            <p:cNvSpPr txBox="1">
              <a:spLocks noChangeArrowheads="1"/>
            </p:cNvSpPr>
            <p:nvPr/>
          </p:nvSpPr>
          <p:spPr bwMode="gray">
            <a:xfrm>
              <a:off x="4967" y="1594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18466" name="Text Box 79"/>
            <p:cNvSpPr txBox="1">
              <a:spLocks noChangeArrowheads="1"/>
            </p:cNvSpPr>
            <p:nvPr/>
          </p:nvSpPr>
          <p:spPr bwMode="gray">
            <a:xfrm>
              <a:off x="4552" y="2016"/>
              <a:ext cx="106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Vạch ra QLKT vận động quan hệ sản xuất</a:t>
              </a:r>
            </a:p>
          </p:txBody>
        </p:sp>
      </p:grpSp>
      <p:pic>
        <p:nvPicPr>
          <p:cNvPr id="18436" name="Picture 83" descr="untitled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525963"/>
            <a:ext cx="2362200" cy="2179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5143" name="Picture 87" descr="Nha nuoc tu san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00600" y="4859338"/>
            <a:ext cx="2286000" cy="1693862"/>
          </a:xfrm>
          <a:prstGeom prst="rect">
            <a:avLst/>
          </a:prstGeom>
          <a:noFill/>
          <a:ln w="57150">
            <a:solidFill>
              <a:srgbClr val="969696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438" name="Rectangle 25"/>
          <p:cNvSpPr>
            <a:spLocks noChangeArrowheads="1"/>
          </p:cNvSpPr>
          <p:nvPr/>
        </p:nvSpPr>
        <p:spPr bwMode="auto">
          <a:xfrm>
            <a:off x="304800" y="381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300" b="1">
                <a:solidFill>
                  <a:srgbClr val="FFFF00"/>
                </a:solidFill>
                <a:latin typeface="Times New Roman" panose="02020603050405020304" pitchFamily="18" charset="0"/>
              </a:rPr>
              <a:t>1.2. </a:t>
            </a:r>
            <a:r>
              <a:rPr lang="en-US" altLang="en-US" sz="2300" b="1">
                <a:solidFill>
                  <a:srgbClr val="FFFF00"/>
                </a:solidFill>
                <a:latin typeface="Times New Roman" panose="02020603050405020304" pitchFamily="18" charset="0"/>
              </a:rPr>
              <a:t>Đối tượng, mục đích và phương pháp nghiên cứu của kinh tế chính trị Mác - Lênin</a:t>
            </a:r>
          </a:p>
        </p:txBody>
      </p:sp>
    </p:spTree>
  </p:cSld>
  <p:clrMapOvr>
    <a:masterClrMapping/>
  </p:clrMapOvr>
  <p:transition spd="slow">
    <p:newsflash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3000" fill="hold"/>
                                        <p:tgtEl>
                                          <p:spTgt spid="451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451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9" dur="3000"/>
                                        <p:tgtEl>
                                          <p:spTgt spid="45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27" name="Rectangle 19"/>
          <p:cNvSpPr>
            <a:spLocks noChangeArrowheads="1"/>
          </p:cNvSpPr>
          <p:nvPr/>
        </p:nvSpPr>
        <p:spPr bwMode="auto">
          <a:xfrm>
            <a:off x="5105400" y="914400"/>
            <a:ext cx="4038600" cy="59436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20483" name="WordArt 5"/>
          <p:cNvSpPr>
            <a:spLocks noChangeArrowheads="1" noChangeShapeType="1" noTextEdit="1"/>
          </p:cNvSpPr>
          <p:nvPr/>
        </p:nvSpPr>
        <p:spPr bwMode="auto">
          <a:xfrm>
            <a:off x="1047750" y="968375"/>
            <a:ext cx="2990850" cy="5334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400" kern="10">
                <a:gradFill rotWithShape="1">
                  <a:gsLst>
                    <a:gs pos="0">
                      <a:srgbClr val="FFFF00"/>
                    </a:gs>
                    <a:gs pos="100000">
                      <a:srgbClr val="FF9933"/>
                    </a:gs>
                  </a:gsLst>
                  <a:path path="rect">
                    <a:fillToRect l="50000" t="50000" r="50000" b="50000"/>
                  </a:path>
                </a:gradFill>
                <a:effectLst>
                  <a:outerShdw dist="35921" dir="2700000" algn="ctr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Quy luật kinh tế</a:t>
            </a:r>
          </a:p>
        </p:txBody>
      </p:sp>
      <p:sp>
        <p:nvSpPr>
          <p:cNvPr id="20484" name="Text Box 6" descr="Papyrus"/>
          <p:cNvSpPr txBox="1">
            <a:spLocks noChangeArrowheads="1"/>
          </p:cNvSpPr>
          <p:nvPr/>
        </p:nvSpPr>
        <p:spPr bwMode="auto">
          <a:xfrm>
            <a:off x="571500" y="1517199"/>
            <a:ext cx="4495800" cy="1785104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tl"/>
          </a:blipFill>
          <a:ln w="38100">
            <a:pattFill prst="pct70">
              <a:fgClr>
                <a:schemeClr val="bg2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>
              <a:spcBef>
                <a:spcPct val="0"/>
              </a:spcBef>
              <a:buClrTx/>
              <a:buFontTx/>
              <a:buNone/>
            </a:pPr>
            <a:r>
              <a:rPr lang="vi-VN" altLang="en-US" sz="2200" b="1" dirty="0" smtClean="0">
                <a:latin typeface=".VnTime" panose="020B7200000000000000" pitchFamily="34" charset="0"/>
              </a:rPr>
              <a:t>Phản ánh những mối liên hệ bản chất, khách quan, lặp đi, lặp lại của các các hiện tượng và quá trình kinh tế</a:t>
            </a:r>
            <a:endParaRPr lang="en-US" altLang="en-US" sz="2200" b="1" dirty="0">
              <a:latin typeface=".VnTime" panose="020B7200000000000000" pitchFamily="34" charset="0"/>
            </a:endParaRPr>
          </a:p>
        </p:txBody>
      </p:sp>
      <p:pic>
        <p:nvPicPr>
          <p:cNvPr id="94215" name="Picture 7" descr="negative effect of monopoly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064" y="3434211"/>
            <a:ext cx="4136136" cy="3261069"/>
          </a:xfrm>
          <a:prstGeom prst="rect">
            <a:avLst/>
          </a:prstGeom>
          <a:noFill/>
          <a:ln w="57150">
            <a:pattFill prst="lgCheck">
              <a:fgClr>
                <a:schemeClr val="tx1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" name="Group 8"/>
          <p:cNvGrpSpPr>
            <a:grpSpLocks/>
          </p:cNvGrpSpPr>
          <p:nvPr/>
        </p:nvGrpSpPr>
        <p:grpSpPr bwMode="auto">
          <a:xfrm>
            <a:off x="533400" y="5105400"/>
            <a:ext cx="4495800" cy="1524000"/>
            <a:chOff x="3197" y="2583"/>
            <a:chExt cx="2976" cy="960"/>
          </a:xfrm>
        </p:grpSpPr>
        <p:grpSp>
          <p:nvGrpSpPr>
            <p:cNvPr id="20494" name="Group 9"/>
            <p:cNvGrpSpPr>
              <a:grpSpLocks/>
            </p:cNvGrpSpPr>
            <p:nvPr/>
          </p:nvGrpSpPr>
          <p:grpSpPr bwMode="auto">
            <a:xfrm>
              <a:off x="3197" y="2583"/>
              <a:ext cx="2976" cy="948"/>
              <a:chOff x="2269" y="7462"/>
              <a:chExt cx="7800" cy="2370"/>
            </a:xfrm>
          </p:grpSpPr>
          <p:sp>
            <p:nvSpPr>
              <p:cNvPr id="20499" name="Freeform 10"/>
              <p:cNvSpPr>
                <a:spLocks/>
              </p:cNvSpPr>
              <p:nvPr/>
            </p:nvSpPr>
            <p:spPr bwMode="auto">
              <a:xfrm>
                <a:off x="2269" y="7462"/>
                <a:ext cx="7800" cy="2117"/>
              </a:xfrm>
              <a:custGeom>
                <a:avLst/>
                <a:gdLst>
                  <a:gd name="T0" fmla="*/ 225 w 7800"/>
                  <a:gd name="T1" fmla="*/ 720 h 2117"/>
                  <a:gd name="T2" fmla="*/ 375 w 7800"/>
                  <a:gd name="T3" fmla="*/ 660 h 2117"/>
                  <a:gd name="T4" fmla="*/ 885 w 7800"/>
                  <a:gd name="T5" fmla="*/ 660 h 2117"/>
                  <a:gd name="T6" fmla="*/ 1050 w 7800"/>
                  <a:gd name="T7" fmla="*/ 780 h 2117"/>
                  <a:gd name="T8" fmla="*/ 1305 w 7800"/>
                  <a:gd name="T9" fmla="*/ 1005 h 2117"/>
                  <a:gd name="T10" fmla="*/ 1560 w 7800"/>
                  <a:gd name="T11" fmla="*/ 1305 h 2117"/>
                  <a:gd name="T12" fmla="*/ 1905 w 7800"/>
                  <a:gd name="T13" fmla="*/ 1770 h 2117"/>
                  <a:gd name="T14" fmla="*/ 2145 w 7800"/>
                  <a:gd name="T15" fmla="*/ 2100 h 2117"/>
                  <a:gd name="T16" fmla="*/ 2370 w 7800"/>
                  <a:gd name="T17" fmla="*/ 1935 h 2117"/>
                  <a:gd name="T18" fmla="*/ 2535 w 7800"/>
                  <a:gd name="T19" fmla="*/ 1590 h 2117"/>
                  <a:gd name="T20" fmla="*/ 2955 w 7800"/>
                  <a:gd name="T21" fmla="*/ 1005 h 2117"/>
                  <a:gd name="T22" fmla="*/ 3225 w 7800"/>
                  <a:gd name="T23" fmla="*/ 555 h 2117"/>
                  <a:gd name="T24" fmla="*/ 3540 w 7800"/>
                  <a:gd name="T25" fmla="*/ 465 h 2117"/>
                  <a:gd name="T26" fmla="*/ 3690 w 7800"/>
                  <a:gd name="T27" fmla="*/ 570 h 2117"/>
                  <a:gd name="T28" fmla="*/ 3870 w 7800"/>
                  <a:gd name="T29" fmla="*/ 840 h 2117"/>
                  <a:gd name="T30" fmla="*/ 3975 w 7800"/>
                  <a:gd name="T31" fmla="*/ 1005 h 2117"/>
                  <a:gd name="T32" fmla="*/ 4095 w 7800"/>
                  <a:gd name="T33" fmla="*/ 1125 h 2117"/>
                  <a:gd name="T34" fmla="*/ 4215 w 7800"/>
                  <a:gd name="T35" fmla="*/ 1020 h 2117"/>
                  <a:gd name="T36" fmla="*/ 4350 w 7800"/>
                  <a:gd name="T37" fmla="*/ 915 h 2117"/>
                  <a:gd name="T38" fmla="*/ 4425 w 7800"/>
                  <a:gd name="T39" fmla="*/ 1050 h 2117"/>
                  <a:gd name="T40" fmla="*/ 4575 w 7800"/>
                  <a:gd name="T41" fmla="*/ 1125 h 2117"/>
                  <a:gd name="T42" fmla="*/ 4770 w 7800"/>
                  <a:gd name="T43" fmla="*/ 780 h 2117"/>
                  <a:gd name="T44" fmla="*/ 5070 w 7800"/>
                  <a:gd name="T45" fmla="*/ 570 h 2117"/>
                  <a:gd name="T46" fmla="*/ 5385 w 7800"/>
                  <a:gd name="T47" fmla="*/ 345 h 2117"/>
                  <a:gd name="T48" fmla="*/ 5550 w 7800"/>
                  <a:gd name="T49" fmla="*/ 675 h 2117"/>
                  <a:gd name="T50" fmla="*/ 5760 w 7800"/>
                  <a:gd name="T51" fmla="*/ 870 h 2117"/>
                  <a:gd name="T52" fmla="*/ 5805 w 7800"/>
                  <a:gd name="T53" fmla="*/ 990 h 2117"/>
                  <a:gd name="T54" fmla="*/ 6135 w 7800"/>
                  <a:gd name="T55" fmla="*/ 1230 h 2117"/>
                  <a:gd name="T56" fmla="*/ 6510 w 7800"/>
                  <a:gd name="T57" fmla="*/ 525 h 2117"/>
                  <a:gd name="T58" fmla="*/ 7290 w 7800"/>
                  <a:gd name="T59" fmla="*/ 0 h 2117"/>
                  <a:gd name="T60" fmla="*/ 7560 w 7800"/>
                  <a:gd name="T61" fmla="*/ 585 h 2117"/>
                  <a:gd name="T62" fmla="*/ 7800 w 7800"/>
                  <a:gd name="T63" fmla="*/ 885 h 211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w 7800"/>
                  <a:gd name="T97" fmla="*/ 0 h 2117"/>
                  <a:gd name="T98" fmla="*/ 7800 w 7800"/>
                  <a:gd name="T99" fmla="*/ 2117 h 2117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T96" t="T97" r="T98" b="T99"/>
                <a:pathLst>
                  <a:path w="7800" h="2117">
                    <a:moveTo>
                      <a:pt x="0" y="825"/>
                    </a:moveTo>
                    <a:cubicBezTo>
                      <a:pt x="78" y="766"/>
                      <a:pt x="146" y="764"/>
                      <a:pt x="225" y="720"/>
                    </a:cubicBezTo>
                    <a:cubicBezTo>
                      <a:pt x="247" y="708"/>
                      <a:pt x="262" y="684"/>
                      <a:pt x="285" y="675"/>
                    </a:cubicBezTo>
                    <a:cubicBezTo>
                      <a:pt x="313" y="664"/>
                      <a:pt x="345" y="666"/>
                      <a:pt x="375" y="660"/>
                    </a:cubicBezTo>
                    <a:cubicBezTo>
                      <a:pt x="462" y="643"/>
                      <a:pt x="520" y="626"/>
                      <a:pt x="615" y="615"/>
                    </a:cubicBezTo>
                    <a:cubicBezTo>
                      <a:pt x="705" y="630"/>
                      <a:pt x="794" y="647"/>
                      <a:pt x="885" y="660"/>
                    </a:cubicBezTo>
                    <a:cubicBezTo>
                      <a:pt x="915" y="670"/>
                      <a:pt x="945" y="680"/>
                      <a:pt x="975" y="690"/>
                    </a:cubicBezTo>
                    <a:cubicBezTo>
                      <a:pt x="1012" y="702"/>
                      <a:pt x="1026" y="756"/>
                      <a:pt x="1050" y="780"/>
                    </a:cubicBezTo>
                    <a:cubicBezTo>
                      <a:pt x="1063" y="793"/>
                      <a:pt x="1080" y="800"/>
                      <a:pt x="1095" y="810"/>
                    </a:cubicBezTo>
                    <a:cubicBezTo>
                      <a:pt x="1149" y="891"/>
                      <a:pt x="1243" y="928"/>
                      <a:pt x="1305" y="1005"/>
                    </a:cubicBezTo>
                    <a:cubicBezTo>
                      <a:pt x="1328" y="1033"/>
                      <a:pt x="1335" y="1075"/>
                      <a:pt x="1365" y="1095"/>
                    </a:cubicBezTo>
                    <a:cubicBezTo>
                      <a:pt x="1453" y="1153"/>
                      <a:pt x="1490" y="1219"/>
                      <a:pt x="1560" y="1305"/>
                    </a:cubicBezTo>
                    <a:cubicBezTo>
                      <a:pt x="1789" y="1585"/>
                      <a:pt x="1659" y="1401"/>
                      <a:pt x="1815" y="1635"/>
                    </a:cubicBezTo>
                    <a:cubicBezTo>
                      <a:pt x="1845" y="1680"/>
                      <a:pt x="1869" y="1730"/>
                      <a:pt x="1905" y="1770"/>
                    </a:cubicBezTo>
                    <a:cubicBezTo>
                      <a:pt x="1945" y="1815"/>
                      <a:pt x="1990" y="1856"/>
                      <a:pt x="2025" y="1905"/>
                    </a:cubicBezTo>
                    <a:cubicBezTo>
                      <a:pt x="2070" y="1967"/>
                      <a:pt x="2145" y="2100"/>
                      <a:pt x="2145" y="2100"/>
                    </a:cubicBezTo>
                    <a:cubicBezTo>
                      <a:pt x="2282" y="2066"/>
                      <a:pt x="2231" y="2093"/>
                      <a:pt x="2310" y="2040"/>
                    </a:cubicBezTo>
                    <a:cubicBezTo>
                      <a:pt x="2356" y="1902"/>
                      <a:pt x="2279" y="2117"/>
                      <a:pt x="2370" y="1935"/>
                    </a:cubicBezTo>
                    <a:cubicBezTo>
                      <a:pt x="2413" y="1849"/>
                      <a:pt x="2425" y="1733"/>
                      <a:pt x="2475" y="1650"/>
                    </a:cubicBezTo>
                    <a:cubicBezTo>
                      <a:pt x="2490" y="1626"/>
                      <a:pt x="2516" y="1611"/>
                      <a:pt x="2535" y="1590"/>
                    </a:cubicBezTo>
                    <a:cubicBezTo>
                      <a:pt x="2581" y="1541"/>
                      <a:pt x="2631" y="1495"/>
                      <a:pt x="2670" y="1440"/>
                    </a:cubicBezTo>
                    <a:cubicBezTo>
                      <a:pt x="2771" y="1299"/>
                      <a:pt x="2861" y="1151"/>
                      <a:pt x="2955" y="1005"/>
                    </a:cubicBezTo>
                    <a:cubicBezTo>
                      <a:pt x="3031" y="888"/>
                      <a:pt x="3086" y="758"/>
                      <a:pt x="3165" y="645"/>
                    </a:cubicBezTo>
                    <a:cubicBezTo>
                      <a:pt x="3186" y="615"/>
                      <a:pt x="3191" y="566"/>
                      <a:pt x="3225" y="555"/>
                    </a:cubicBezTo>
                    <a:cubicBezTo>
                      <a:pt x="3415" y="492"/>
                      <a:pt x="3111" y="597"/>
                      <a:pt x="3315" y="510"/>
                    </a:cubicBezTo>
                    <a:cubicBezTo>
                      <a:pt x="3383" y="481"/>
                      <a:pt x="3468" y="479"/>
                      <a:pt x="3540" y="465"/>
                    </a:cubicBezTo>
                    <a:cubicBezTo>
                      <a:pt x="3575" y="470"/>
                      <a:pt x="3613" y="466"/>
                      <a:pt x="3645" y="480"/>
                    </a:cubicBezTo>
                    <a:cubicBezTo>
                      <a:pt x="3680" y="496"/>
                      <a:pt x="3672" y="545"/>
                      <a:pt x="3690" y="570"/>
                    </a:cubicBezTo>
                    <a:cubicBezTo>
                      <a:pt x="3731" y="628"/>
                      <a:pt x="3792" y="669"/>
                      <a:pt x="3825" y="735"/>
                    </a:cubicBezTo>
                    <a:cubicBezTo>
                      <a:pt x="3876" y="837"/>
                      <a:pt x="3792" y="715"/>
                      <a:pt x="3870" y="840"/>
                    </a:cubicBezTo>
                    <a:cubicBezTo>
                      <a:pt x="3924" y="926"/>
                      <a:pt x="3903" y="871"/>
                      <a:pt x="3945" y="945"/>
                    </a:cubicBezTo>
                    <a:cubicBezTo>
                      <a:pt x="3956" y="964"/>
                      <a:pt x="3961" y="988"/>
                      <a:pt x="3975" y="1005"/>
                    </a:cubicBezTo>
                    <a:cubicBezTo>
                      <a:pt x="4003" y="1038"/>
                      <a:pt x="4046" y="1054"/>
                      <a:pt x="4080" y="1080"/>
                    </a:cubicBezTo>
                    <a:cubicBezTo>
                      <a:pt x="4085" y="1095"/>
                      <a:pt x="4080" y="1119"/>
                      <a:pt x="4095" y="1125"/>
                    </a:cubicBezTo>
                    <a:cubicBezTo>
                      <a:pt x="4114" y="1133"/>
                      <a:pt x="4139" y="1124"/>
                      <a:pt x="4155" y="1110"/>
                    </a:cubicBezTo>
                    <a:cubicBezTo>
                      <a:pt x="4182" y="1086"/>
                      <a:pt x="4195" y="1050"/>
                      <a:pt x="4215" y="1020"/>
                    </a:cubicBezTo>
                    <a:cubicBezTo>
                      <a:pt x="4227" y="1002"/>
                      <a:pt x="4245" y="990"/>
                      <a:pt x="4260" y="975"/>
                    </a:cubicBezTo>
                    <a:cubicBezTo>
                      <a:pt x="4274" y="933"/>
                      <a:pt x="4274" y="890"/>
                      <a:pt x="4350" y="915"/>
                    </a:cubicBezTo>
                    <a:cubicBezTo>
                      <a:pt x="4365" y="920"/>
                      <a:pt x="4357" y="946"/>
                      <a:pt x="4365" y="960"/>
                    </a:cubicBezTo>
                    <a:cubicBezTo>
                      <a:pt x="4383" y="992"/>
                      <a:pt x="4405" y="1020"/>
                      <a:pt x="4425" y="1050"/>
                    </a:cubicBezTo>
                    <a:cubicBezTo>
                      <a:pt x="4434" y="1063"/>
                      <a:pt x="4429" y="1084"/>
                      <a:pt x="4440" y="1095"/>
                    </a:cubicBezTo>
                    <a:cubicBezTo>
                      <a:pt x="4454" y="1109"/>
                      <a:pt x="4567" y="1124"/>
                      <a:pt x="4575" y="1125"/>
                    </a:cubicBezTo>
                    <a:cubicBezTo>
                      <a:pt x="4656" y="1071"/>
                      <a:pt x="4740" y="885"/>
                      <a:pt x="4740" y="885"/>
                    </a:cubicBezTo>
                    <a:cubicBezTo>
                      <a:pt x="4741" y="881"/>
                      <a:pt x="4762" y="790"/>
                      <a:pt x="4770" y="780"/>
                    </a:cubicBezTo>
                    <a:cubicBezTo>
                      <a:pt x="4781" y="766"/>
                      <a:pt x="4800" y="761"/>
                      <a:pt x="4815" y="750"/>
                    </a:cubicBezTo>
                    <a:cubicBezTo>
                      <a:pt x="4899" y="689"/>
                      <a:pt x="4986" y="632"/>
                      <a:pt x="5070" y="570"/>
                    </a:cubicBezTo>
                    <a:cubicBezTo>
                      <a:pt x="5122" y="532"/>
                      <a:pt x="5168" y="487"/>
                      <a:pt x="5220" y="450"/>
                    </a:cubicBezTo>
                    <a:cubicBezTo>
                      <a:pt x="5273" y="412"/>
                      <a:pt x="5385" y="345"/>
                      <a:pt x="5385" y="345"/>
                    </a:cubicBezTo>
                    <a:cubicBezTo>
                      <a:pt x="5446" y="437"/>
                      <a:pt x="5407" y="374"/>
                      <a:pt x="5490" y="540"/>
                    </a:cubicBezTo>
                    <a:cubicBezTo>
                      <a:pt x="5497" y="554"/>
                      <a:pt x="5534" y="659"/>
                      <a:pt x="5550" y="675"/>
                    </a:cubicBezTo>
                    <a:cubicBezTo>
                      <a:pt x="5571" y="696"/>
                      <a:pt x="5602" y="702"/>
                      <a:pt x="5625" y="720"/>
                    </a:cubicBezTo>
                    <a:cubicBezTo>
                      <a:pt x="5667" y="752"/>
                      <a:pt x="5731" y="835"/>
                      <a:pt x="5760" y="870"/>
                    </a:cubicBezTo>
                    <a:cubicBezTo>
                      <a:pt x="5770" y="895"/>
                      <a:pt x="5781" y="920"/>
                      <a:pt x="5790" y="945"/>
                    </a:cubicBezTo>
                    <a:cubicBezTo>
                      <a:pt x="5796" y="960"/>
                      <a:pt x="5793" y="980"/>
                      <a:pt x="5805" y="990"/>
                    </a:cubicBezTo>
                    <a:cubicBezTo>
                      <a:pt x="5830" y="1012"/>
                      <a:pt x="5867" y="1017"/>
                      <a:pt x="5895" y="1035"/>
                    </a:cubicBezTo>
                    <a:cubicBezTo>
                      <a:pt x="5981" y="1090"/>
                      <a:pt x="6063" y="1158"/>
                      <a:pt x="6135" y="1230"/>
                    </a:cubicBezTo>
                    <a:cubicBezTo>
                      <a:pt x="6198" y="1104"/>
                      <a:pt x="6290" y="1005"/>
                      <a:pt x="6360" y="885"/>
                    </a:cubicBezTo>
                    <a:cubicBezTo>
                      <a:pt x="6425" y="774"/>
                      <a:pt x="6466" y="645"/>
                      <a:pt x="6510" y="525"/>
                    </a:cubicBezTo>
                    <a:cubicBezTo>
                      <a:pt x="6532" y="349"/>
                      <a:pt x="6540" y="352"/>
                      <a:pt x="6720" y="255"/>
                    </a:cubicBezTo>
                    <a:cubicBezTo>
                      <a:pt x="6943" y="134"/>
                      <a:pt x="7061" y="46"/>
                      <a:pt x="7290" y="0"/>
                    </a:cubicBezTo>
                    <a:cubicBezTo>
                      <a:pt x="7383" y="93"/>
                      <a:pt x="7457" y="328"/>
                      <a:pt x="7515" y="465"/>
                    </a:cubicBezTo>
                    <a:cubicBezTo>
                      <a:pt x="7532" y="504"/>
                      <a:pt x="7547" y="544"/>
                      <a:pt x="7560" y="585"/>
                    </a:cubicBezTo>
                    <a:cubicBezTo>
                      <a:pt x="7567" y="609"/>
                      <a:pt x="7560" y="639"/>
                      <a:pt x="7575" y="660"/>
                    </a:cubicBezTo>
                    <a:cubicBezTo>
                      <a:pt x="7631" y="736"/>
                      <a:pt x="7729" y="814"/>
                      <a:pt x="7800" y="885"/>
                    </a:cubicBezTo>
                  </a:path>
                </a:pathLst>
              </a:custGeom>
              <a:noFill/>
              <a:ln w="25400">
                <a:solidFill>
                  <a:srgbClr val="FF00FF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0500" name="Text Box 11"/>
              <p:cNvSpPr txBox="1">
                <a:spLocks noChangeArrowheads="1"/>
              </p:cNvSpPr>
              <p:nvPr/>
            </p:nvSpPr>
            <p:spPr bwMode="auto">
              <a:xfrm>
                <a:off x="2893" y="8244"/>
                <a:ext cx="144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2" tIns="45716" rIns="91432" bIns="45716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200">
                  <a:solidFill>
                    <a:srgbClr val="A50021"/>
                  </a:solidFill>
                  <a:latin typeface=".VnArial Narrow" panose="020B7200000000000000" pitchFamily="34" charset="0"/>
                </a:endParaRPr>
              </a:p>
            </p:txBody>
          </p:sp>
          <p:sp>
            <p:nvSpPr>
              <p:cNvPr id="20501" name="Text Box 12"/>
              <p:cNvSpPr txBox="1">
                <a:spLocks noChangeArrowheads="1"/>
              </p:cNvSpPr>
              <p:nvPr/>
            </p:nvSpPr>
            <p:spPr bwMode="auto">
              <a:xfrm>
                <a:off x="3905" y="9472"/>
                <a:ext cx="144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2" tIns="45716" rIns="91432" bIns="45716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200">
                  <a:solidFill>
                    <a:schemeClr val="accent1"/>
                  </a:solidFill>
                  <a:latin typeface=".VnArial Narrow" panose="020B7200000000000000" pitchFamily="34" charset="0"/>
                </a:endParaRPr>
              </a:p>
            </p:txBody>
          </p:sp>
          <p:sp>
            <p:nvSpPr>
              <p:cNvPr id="20502" name="Text Box 13"/>
              <p:cNvSpPr txBox="1">
                <a:spLocks noChangeArrowheads="1"/>
              </p:cNvSpPr>
              <p:nvPr/>
            </p:nvSpPr>
            <p:spPr bwMode="auto">
              <a:xfrm>
                <a:off x="4581" y="8464"/>
                <a:ext cx="144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2" tIns="45716" rIns="91432" bIns="45716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>
                  <a:spcBef>
                    <a:spcPts val="600"/>
                  </a:spcBef>
                  <a:spcAft>
                    <a:spcPts val="600"/>
                  </a:spcAft>
                  <a:buClrTx/>
                  <a:buFontTx/>
                  <a:buNone/>
                </a:pPr>
                <a:endParaRPr lang="en-US" altLang="en-US" sz="1200">
                  <a:solidFill>
                    <a:srgbClr val="336699"/>
                  </a:solidFill>
                  <a:latin typeface="Tahoma" panose="020B0604030504040204" pitchFamily="34" charset="0"/>
                </a:endParaRPr>
              </a:p>
            </p:txBody>
          </p:sp>
          <p:sp>
            <p:nvSpPr>
              <p:cNvPr id="20503" name="Text Box 14"/>
              <p:cNvSpPr txBox="1">
                <a:spLocks noChangeArrowheads="1"/>
              </p:cNvSpPr>
              <p:nvPr/>
            </p:nvSpPr>
            <p:spPr bwMode="auto">
              <a:xfrm>
                <a:off x="5185" y="7632"/>
                <a:ext cx="1440" cy="36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lIns="91432" tIns="45716" rIns="91432" bIns="45716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200">
                  <a:solidFill>
                    <a:srgbClr val="006600"/>
                  </a:solidFill>
                  <a:latin typeface=".VnArial Narrow" panose="020B7200000000000000" pitchFamily="34" charset="0"/>
                </a:endParaRPr>
              </a:p>
            </p:txBody>
          </p:sp>
        </p:grpSp>
        <p:sp>
          <p:nvSpPr>
            <p:cNvPr id="20495" name="WordArt 15"/>
            <p:cNvSpPr>
              <a:spLocks noChangeArrowheads="1" noChangeShapeType="1" noTextEdit="1"/>
            </p:cNvSpPr>
            <p:nvPr/>
          </p:nvSpPr>
          <p:spPr bwMode="auto">
            <a:xfrm>
              <a:off x="3773" y="3303"/>
              <a:ext cx="588" cy="24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32056"/>
                </a:avLst>
              </a:prstTxWarp>
            </a:bodyPr>
            <a:lstStyle/>
            <a:p>
              <a:pPr algn="ctr"/>
              <a:r>
                <a:rPr lang="en-US" sz="1400" kern="10">
                  <a:ln w="9525">
                    <a:solidFill>
                      <a:srgbClr val="800000"/>
                    </a:solidFill>
                    <a:round/>
                    <a:headEnd/>
                    <a:tailEnd/>
                  </a:ln>
                  <a:solidFill>
                    <a:srgbClr val="800000"/>
                  </a:solidFill>
                  <a:effectLst>
                    <a:outerShdw dist="53882" dir="2700000" algn="ctr" rotWithShape="0">
                      <a:srgbClr val="9999FF">
                        <a:alpha val="79999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Tiêu điều</a:t>
              </a:r>
            </a:p>
          </p:txBody>
        </p:sp>
        <p:sp>
          <p:nvSpPr>
            <p:cNvPr id="20496" name="WordArt 16"/>
            <p:cNvSpPr>
              <a:spLocks noChangeArrowheads="1" noChangeShapeType="1" noTextEdit="1"/>
            </p:cNvSpPr>
            <p:nvPr/>
          </p:nvSpPr>
          <p:spPr bwMode="auto">
            <a:xfrm>
              <a:off x="4013" y="2977"/>
              <a:ext cx="636" cy="23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32056"/>
                </a:avLst>
              </a:prstTxWarp>
            </a:bodyPr>
            <a:lstStyle/>
            <a:p>
              <a:pPr algn="ctr"/>
              <a:r>
                <a:rPr lang="en-US" sz="1400" kern="10">
                  <a:ln w="9525">
                    <a:solidFill>
                      <a:srgbClr val="99CC00"/>
                    </a:solidFill>
                    <a:round/>
                    <a:headEnd/>
                    <a:tailEnd/>
                  </a:ln>
                  <a:solidFill>
                    <a:srgbClr val="99CC00"/>
                  </a:solidFill>
                  <a:effectLst>
                    <a:outerShdw dist="53882" dir="2700000" algn="ctr" rotWithShape="0">
                      <a:srgbClr val="9999FF">
                        <a:alpha val="79999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Phục hồi</a:t>
              </a:r>
            </a:p>
          </p:txBody>
        </p:sp>
        <p:sp>
          <p:nvSpPr>
            <p:cNvPr id="20497" name="WordArt 17"/>
            <p:cNvSpPr>
              <a:spLocks noChangeArrowheads="1" noChangeShapeType="1" noTextEdit="1"/>
            </p:cNvSpPr>
            <p:nvPr/>
          </p:nvSpPr>
          <p:spPr bwMode="auto">
            <a:xfrm>
              <a:off x="3437" y="2631"/>
              <a:ext cx="636" cy="23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32056"/>
                </a:avLst>
              </a:prstTxWarp>
            </a:bodyPr>
            <a:lstStyle/>
            <a:p>
              <a:pPr algn="ctr"/>
              <a:r>
                <a:rPr lang="en-US" sz="1400" kern="10">
                  <a:ln w="9525">
                    <a:solidFill>
                      <a:srgbClr val="CC99FF"/>
                    </a:solidFill>
                    <a:round/>
                    <a:headEnd/>
                    <a:tailEnd/>
                  </a:ln>
                  <a:gradFill rotWithShape="1">
                    <a:gsLst>
                      <a:gs pos="0">
                        <a:srgbClr val="6600CC"/>
                      </a:gs>
                      <a:gs pos="100000">
                        <a:srgbClr val="CC00CC"/>
                      </a:gs>
                    </a:gsLst>
                    <a:lin ang="5400000" scaled="1"/>
                  </a:gradFill>
                  <a:effectLst>
                    <a:outerShdw dist="53882" dir="2700000" algn="ctr" rotWithShape="0">
                      <a:srgbClr val="9999FF">
                        <a:alpha val="79999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Khủng hoảng</a:t>
              </a:r>
            </a:p>
          </p:txBody>
        </p:sp>
        <p:sp>
          <p:nvSpPr>
            <p:cNvPr id="20498" name="WordArt 18"/>
            <p:cNvSpPr>
              <a:spLocks noChangeArrowheads="1" noChangeShapeType="1" noTextEdit="1"/>
            </p:cNvSpPr>
            <p:nvPr/>
          </p:nvSpPr>
          <p:spPr bwMode="auto">
            <a:xfrm>
              <a:off x="4337" y="2583"/>
              <a:ext cx="636" cy="230"/>
            </a:xfrm>
            <a:prstGeom prst="rect">
              <a:avLst/>
            </a:prstGeom>
          </p:spPr>
          <p:txBody>
            <a:bodyPr wrap="none" fromWordArt="1">
              <a:prstTxWarp prst="textSlantUp">
                <a:avLst>
                  <a:gd name="adj" fmla="val 32056"/>
                </a:avLst>
              </a:prstTxWarp>
            </a:bodyPr>
            <a:lstStyle/>
            <a:p>
              <a:pPr algn="ctr"/>
              <a:r>
                <a:rPr lang="vi-VN" sz="1400" kern="10">
                  <a:ln w="9525">
                    <a:solidFill>
                      <a:srgbClr val="FF0000"/>
                    </a:solidFill>
                    <a:round/>
                    <a:headEnd/>
                    <a:tailEnd/>
                  </a:ln>
                  <a:solidFill>
                    <a:srgbClr val="FF0000"/>
                  </a:solidFill>
                  <a:effectLst>
                    <a:outerShdw dist="53882" dir="2700000" algn="ctr" rotWithShape="0">
                      <a:srgbClr val="9999FF">
                        <a:alpha val="79999"/>
                      </a:srgbClr>
                    </a:outerShdw>
                  </a:effectLst>
                  <a:latin typeface="Times New Roman" panose="02020603050405020304" pitchFamily="18" charset="0"/>
                  <a:cs typeface="Times New Roman" panose="02020603050405020304" pitchFamily="18" charset="0"/>
                </a:rPr>
                <a:t>Hưng thịnh</a:t>
              </a:r>
              <a:endParaRPr lang="en-US" sz="1400" kern="10">
                <a:ln w="9525">
                  <a:solidFill>
                    <a:srgbClr val="FF0000"/>
                  </a:solidFill>
                  <a:round/>
                  <a:headEnd/>
                  <a:tailEnd/>
                </a:ln>
                <a:solidFill>
                  <a:srgbClr val="FF0000"/>
                </a:solidFill>
                <a:effectLst>
                  <a:outerShdw dist="53882" dir="2700000" algn="ctr" rotWithShape="0">
                    <a:srgbClr val="9999FF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94229" name="WordArt 21"/>
          <p:cNvSpPr>
            <a:spLocks noChangeArrowheads="1" noChangeShapeType="1" noTextEdit="1"/>
          </p:cNvSpPr>
          <p:nvPr/>
        </p:nvSpPr>
        <p:spPr bwMode="auto">
          <a:xfrm>
            <a:off x="5348288" y="914400"/>
            <a:ext cx="3719512" cy="889000"/>
          </a:xfrm>
          <a:prstGeom prst="rect">
            <a:avLst/>
          </a:prstGeom>
        </p:spPr>
        <p:txBody>
          <a:bodyPr wrap="none" fromWordArt="1">
            <a:prstTxWarp prst="textTriangle">
              <a:avLst>
                <a:gd name="adj" fmla="val 50000"/>
              </a:avLst>
            </a:prstTxWarp>
            <a:scene3d>
              <a:camera prst="legacyObliqueTopLeft"/>
              <a:lightRig rig="legacyNormal3" dir="r"/>
            </a:scene3d>
            <a:sp3d extrusionH="201600" prstMaterial="legacyMatte">
              <a:extrusionClr>
                <a:srgbClr val="0066CC"/>
              </a:extrusionClr>
              <a:contourClr>
                <a:srgbClr val="FFFFCC"/>
              </a:contourClr>
            </a:sp3d>
          </a:bodyPr>
          <a:lstStyle/>
          <a:p>
            <a:pPr algn="ctr"/>
            <a:r>
              <a:rPr lang="en-US" sz="2000" kern="10">
                <a:ln w="9525">
                  <a:round/>
                  <a:headEnd/>
                  <a:tailEnd/>
                </a:ln>
                <a:gradFill rotWithShape="1">
                  <a:gsLst>
                    <a:gs pos="0">
                      <a:srgbClr val="FFFFCC"/>
                    </a:gs>
                    <a:gs pos="100000">
                      <a:srgbClr val="FF9999"/>
                    </a:gs>
                  </a:gsLst>
                  <a:lin ang="5400000" scaled="1"/>
                </a:gradFill>
                <a:latin typeface="Times New Roman" panose="02020603050405020304" pitchFamily="18" charset="0"/>
                <a:cs typeface="Times New Roman" panose="02020603050405020304" pitchFamily="18" charset="0"/>
              </a:rPr>
              <a:t>Hoạt động của quy luật kinh tế</a:t>
            </a:r>
          </a:p>
        </p:txBody>
      </p:sp>
      <p:sp>
        <p:nvSpPr>
          <p:cNvPr id="94230" name="WordArt 22"/>
          <p:cNvSpPr>
            <a:spLocks noChangeArrowheads="1" noChangeShapeType="1" noTextEdit="1"/>
          </p:cNvSpPr>
          <p:nvPr/>
        </p:nvSpPr>
        <p:spPr bwMode="auto">
          <a:xfrm>
            <a:off x="5410200" y="2171700"/>
            <a:ext cx="685800" cy="26289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</a:bodyPr>
          <a:lstStyle/>
          <a:p>
            <a:pPr algn="ctr"/>
            <a:r>
              <a:rPr lang="en-US" sz="28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Có </a:t>
            </a:r>
          </a:p>
          <a:p>
            <a:pPr algn="ctr"/>
            <a:r>
              <a:rPr lang="en-US" sz="28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</a:p>
          <a:p>
            <a:pPr algn="ctr"/>
            <a:r>
              <a:rPr lang="en-US" sz="28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khách </a:t>
            </a:r>
          </a:p>
          <a:p>
            <a:pPr algn="ctr"/>
            <a:r>
              <a:rPr lang="en-US" sz="2800" kern="10">
                <a:ln w="12700">
                  <a:solidFill>
                    <a:srgbClr val="EAEAEA"/>
                  </a:solidFill>
                  <a:round/>
                  <a:headEnd/>
                  <a:tailEnd/>
                </a:ln>
                <a:gradFill rotWithShape="1">
                  <a:gsLst>
                    <a:gs pos="0">
                      <a:srgbClr val="A603AB"/>
                    </a:gs>
                    <a:gs pos="12000">
                      <a:srgbClr val="E81766"/>
                    </a:gs>
                    <a:gs pos="27000">
                      <a:srgbClr val="EE3F17"/>
                    </a:gs>
                    <a:gs pos="48000">
                      <a:srgbClr val="FFFF00"/>
                    </a:gs>
                    <a:gs pos="64999">
                      <a:srgbClr val="1A8D48"/>
                    </a:gs>
                    <a:gs pos="78999">
                      <a:srgbClr val="0819FB"/>
                    </a:gs>
                    <a:gs pos="100000">
                      <a:srgbClr val="A603AB"/>
                    </a:gs>
                  </a:gsLst>
                  <a:lin ang="0" scaled="1"/>
                </a:gradFill>
                <a:effectLst>
                  <a:outerShdw dist="35921" dir="2700000" sy="50000" kx="2115830" algn="bl" rotWithShape="0">
                    <a:srgbClr val="C0C0C0">
                      <a:alpha val="79999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quan</a:t>
            </a:r>
          </a:p>
        </p:txBody>
      </p:sp>
      <p:sp>
        <p:nvSpPr>
          <p:cNvPr id="94231" name="WordArt 23"/>
          <p:cNvSpPr>
            <a:spLocks noChangeArrowheads="1" noChangeShapeType="1" noTextEdit="1"/>
          </p:cNvSpPr>
          <p:nvPr/>
        </p:nvSpPr>
        <p:spPr bwMode="auto">
          <a:xfrm>
            <a:off x="6400800" y="2171700"/>
            <a:ext cx="942975" cy="2628900"/>
          </a:xfrm>
          <a:prstGeom prst="rect">
            <a:avLst/>
          </a:prstGeom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fromWordArt="1">
            <a:prstTxWarp prst="textFadeUp">
              <a:avLst>
                <a:gd name="adj" fmla="val 9991"/>
              </a:avLst>
            </a:prstTxWarp>
          </a:bodyPr>
          <a:lstStyle/>
          <a:p>
            <a:pPr algn="ctr"/>
            <a:r>
              <a:rPr lang="vi-VN" sz="2800" kern="10">
                <a:solidFill>
                  <a:srgbClr val="FFFF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Thông </a:t>
            </a:r>
          </a:p>
          <a:p>
            <a:pPr algn="ctr"/>
            <a:r>
              <a:rPr lang="vi-VN" sz="2800" kern="10">
                <a:solidFill>
                  <a:srgbClr val="FFFF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qua </a:t>
            </a:r>
          </a:p>
          <a:p>
            <a:pPr algn="ctr"/>
            <a:r>
              <a:rPr lang="vi-VN" sz="2800" kern="10">
                <a:solidFill>
                  <a:srgbClr val="FFFF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hoạt </a:t>
            </a:r>
          </a:p>
          <a:p>
            <a:pPr algn="ctr"/>
            <a:r>
              <a:rPr lang="vi-VN" sz="2800" kern="10">
                <a:solidFill>
                  <a:srgbClr val="FFFF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động </a:t>
            </a:r>
          </a:p>
          <a:p>
            <a:pPr algn="ctr"/>
            <a:r>
              <a:rPr lang="vi-VN" sz="2800" kern="10">
                <a:solidFill>
                  <a:srgbClr val="FFFF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của </a:t>
            </a:r>
          </a:p>
          <a:p>
            <a:pPr algn="ctr"/>
            <a:r>
              <a:rPr lang="vi-VN" sz="2800" kern="10">
                <a:solidFill>
                  <a:srgbClr val="FFFF00"/>
                </a:solidFill>
                <a:effectLst>
                  <a:outerShdw dist="35921" dir="2700000" sy="50000" rotWithShape="0">
                    <a:srgbClr val="875B0D">
                      <a:alpha val="70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con người</a:t>
            </a:r>
            <a:endParaRPr lang="en-US" sz="2800" kern="10">
              <a:solidFill>
                <a:srgbClr val="FFFF00"/>
              </a:solidFill>
              <a:effectLst>
                <a:outerShdw dist="35921" dir="2700000" sy="50000" rotWithShape="0">
                  <a:srgbClr val="875B0D">
                    <a:alpha val="70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233" name="WordArt 25" descr="White marble"/>
          <p:cNvSpPr>
            <a:spLocks noChangeArrowheads="1" noChangeShapeType="1" noTextEdit="1"/>
          </p:cNvSpPr>
          <p:nvPr/>
        </p:nvSpPr>
        <p:spPr bwMode="auto">
          <a:xfrm>
            <a:off x="7772400" y="2133600"/>
            <a:ext cx="990600" cy="2590800"/>
          </a:xfrm>
          <a:prstGeom prst="rect">
            <a:avLst/>
          </a:prstGeom>
        </p:spPr>
        <p:txBody>
          <a:bodyPr wrap="none" fromWordArt="1">
            <a:prstTxWarp prst="textPlain">
              <a:avLst>
                <a:gd name="adj" fmla="val 50000"/>
              </a:avLst>
            </a:prstTxWarp>
            <a:scene3d>
              <a:camera prst="legacyObliqueRight"/>
              <a:lightRig rig="legacyHarsh3" dir="t"/>
            </a:scene3d>
            <a:sp3d extrusionH="100000" prstMaterial="legacyMatte">
              <a:extrusionClr>
                <a:srgbClr val="663300"/>
              </a:extrusionClr>
              <a:contourClr>
                <a:srgbClr val="FFFFFF"/>
              </a:contourClr>
            </a:sp3d>
          </a:bodyPr>
          <a:lstStyle/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blipFill dpi="0" rotWithShape="0">
                  <a:blip r:embed="rId5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Mang </a:t>
            </a:r>
          </a:p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blipFill dpi="0" rotWithShape="0">
                  <a:blip r:embed="rId5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tính </a:t>
            </a:r>
          </a:p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blipFill dpi="0" rotWithShape="0">
                  <a:blip r:embed="rId5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lịch </a:t>
            </a:r>
          </a:p>
          <a:p>
            <a:pPr algn="ctr"/>
            <a:r>
              <a:rPr lang="en-US" sz="3600" kern="10">
                <a:ln w="9525">
                  <a:round/>
                  <a:headEnd/>
                  <a:tailEnd/>
                </a:ln>
                <a:blipFill dpi="0" rotWithShape="0">
                  <a:blip r:embed="rId5"/>
                  <a:srcRect/>
                  <a:tile tx="0" ty="0" sx="100000" sy="100000" flip="none" algn="tl"/>
                </a:blipFill>
                <a:latin typeface="Times New Roman" panose="02020603050405020304" pitchFamily="18" charset="0"/>
                <a:cs typeface="Times New Roman" panose="02020603050405020304" pitchFamily="18" charset="0"/>
              </a:rPr>
              <a:t>sử</a:t>
            </a:r>
          </a:p>
        </p:txBody>
      </p:sp>
      <p:pic>
        <p:nvPicPr>
          <p:cNvPr id="94236" name="Picture 28" descr="money_exchang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51488" y="4953000"/>
            <a:ext cx="1306512" cy="1828800"/>
          </a:xfrm>
          <a:prstGeom prst="rect">
            <a:avLst/>
          </a:prstGeom>
          <a:noFill/>
          <a:ln w="38100">
            <a:pattFill prst="horzBrick">
              <a:fgClr>
                <a:schemeClr val="bg2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4237" name="Picture 29" descr="td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16788" y="4953000"/>
            <a:ext cx="1217612" cy="1828800"/>
          </a:xfrm>
          <a:prstGeom prst="rect">
            <a:avLst/>
          </a:prstGeom>
          <a:noFill/>
          <a:ln w="38100">
            <a:pattFill prst="horzBrick">
              <a:fgClr>
                <a:schemeClr val="bg2"/>
              </a:fgClr>
              <a:bgClr>
                <a:srgbClr val="FFFFFF"/>
              </a:bgClr>
            </a:patt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493" name="Rectangle 25"/>
          <p:cNvSpPr>
            <a:spLocks noChangeArrowheads="1"/>
          </p:cNvSpPr>
          <p:nvPr/>
        </p:nvSpPr>
        <p:spPr bwMode="auto">
          <a:xfrm>
            <a:off x="304800" y="381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300" b="1">
                <a:solidFill>
                  <a:srgbClr val="FFFF00"/>
                </a:solidFill>
                <a:latin typeface="Times New Roman" panose="02020603050405020304" pitchFamily="18" charset="0"/>
              </a:rPr>
              <a:t>1.2. </a:t>
            </a:r>
            <a:r>
              <a:rPr lang="en-US" altLang="en-US" sz="2300" b="1">
                <a:solidFill>
                  <a:srgbClr val="FFFF00"/>
                </a:solidFill>
                <a:latin typeface="Times New Roman" panose="02020603050405020304" pitchFamily="18" charset="0"/>
              </a:rPr>
              <a:t>Đối tượng, mục đích và phương pháp nghiên cứu của kinh tế chính trị Mác - Lênin</a:t>
            </a:r>
          </a:p>
        </p:txBody>
      </p:sp>
    </p:spTree>
  </p:cSld>
  <p:clrMapOvr>
    <a:masterClrMapping/>
  </p:clrMapOvr>
  <p:transition spd="slow">
    <p:pull dir="l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942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942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3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3000"/>
                                        <p:tgtEl>
                                          <p:spTgt spid="942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3000" fill="hold"/>
                                        <p:tgtEl>
                                          <p:spTgt spid="942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000" fill="hold"/>
                                        <p:tgtEl>
                                          <p:spTgt spid="942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0"/>
                                        <p:tgtEl>
                                          <p:spTgt spid="942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3000" fill="hold"/>
                                        <p:tgtEl>
                                          <p:spTgt spid="942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3000" fill="hold"/>
                                        <p:tgtEl>
                                          <p:spTgt spid="942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0"/>
                                        <p:tgtEl>
                                          <p:spTgt spid="942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30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3000" fill="hold"/>
                                        <p:tgtEl>
                                          <p:spTgt spid="942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0"/>
                                        <p:tgtEl>
                                          <p:spTgt spid="942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3000" fill="hold"/>
                                        <p:tgtEl>
                                          <p:spTgt spid="942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3000" fill="hold"/>
                                        <p:tgtEl>
                                          <p:spTgt spid="942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0"/>
                                        <p:tgtEl>
                                          <p:spTgt spid="942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3000" fill="hold"/>
                                        <p:tgtEl>
                                          <p:spTgt spid="942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3000" fill="hold"/>
                                        <p:tgtEl>
                                          <p:spTgt spid="942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3000"/>
                                        <p:tgtEl>
                                          <p:spTgt spid="9423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3000" fill="hold"/>
                                        <p:tgtEl>
                                          <p:spTgt spid="942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3000" fill="hold"/>
                                        <p:tgtEl>
                                          <p:spTgt spid="942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0"/>
                                        <p:tgtEl>
                                          <p:spTgt spid="9423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3000" fill="hold"/>
                                        <p:tgtEl>
                                          <p:spTgt spid="9423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000" fill="hold"/>
                                        <p:tgtEl>
                                          <p:spTgt spid="9423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22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ext Box 4"/>
          <p:cNvSpPr txBox="1">
            <a:spLocks noChangeArrowheads="1"/>
          </p:cNvSpPr>
          <p:nvPr/>
        </p:nvSpPr>
        <p:spPr bwMode="auto">
          <a:xfrm>
            <a:off x="3581400" y="3001963"/>
            <a:ext cx="4724400" cy="1371600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lnSpc>
                <a:spcPct val="140000"/>
              </a:lnSpc>
              <a:spcBef>
                <a:spcPct val="0"/>
              </a:spcBef>
              <a:buClrTx/>
              <a:buFont typeface=".VnTime" panose="020B7200000000000000" pitchFamily="34" charset="0"/>
              <a:buChar char="-"/>
            </a:pPr>
            <a:r>
              <a:rPr lang="en-US" altLang="en-US" sz="2000" b="1">
                <a:latin typeface="Times New Roman" panose="02020603050405020304" pitchFamily="18" charset="0"/>
              </a:rPr>
              <a:t>Là hoạt động chủ quan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 typeface=".VnTime" panose="020B7200000000000000" pitchFamily="34" charset="0"/>
              <a:buChar char="-"/>
            </a:pPr>
            <a:r>
              <a:rPr lang="en-US" altLang="en-US" sz="2000" b="1">
                <a:latin typeface="Times New Roman" panose="02020603050405020304" pitchFamily="18" charset="0"/>
              </a:rPr>
              <a:t>Nhận thức vận dụng quy luật kinh tế</a:t>
            </a:r>
          </a:p>
          <a:p>
            <a:pPr>
              <a:lnSpc>
                <a:spcPct val="140000"/>
              </a:lnSpc>
              <a:spcBef>
                <a:spcPct val="0"/>
              </a:spcBef>
              <a:buClrTx/>
              <a:buFont typeface=".VnTime" panose="020B7200000000000000" pitchFamily="34" charset="0"/>
              <a:buChar char="-"/>
            </a:pPr>
            <a:r>
              <a:rPr lang="en-US" altLang="en-US" sz="2000" b="1">
                <a:latin typeface="Times New Roman" panose="02020603050405020304" pitchFamily="18" charset="0"/>
              </a:rPr>
              <a:t>Phụ thuộc trình độ nhận thức</a:t>
            </a:r>
          </a:p>
        </p:txBody>
      </p:sp>
      <p:sp>
        <p:nvSpPr>
          <p:cNvPr id="22531" name="Text Box 5"/>
          <p:cNvSpPr txBox="1">
            <a:spLocks noChangeArrowheads="1"/>
          </p:cNvSpPr>
          <p:nvPr/>
        </p:nvSpPr>
        <p:spPr bwMode="auto">
          <a:xfrm>
            <a:off x="4502150" y="5321300"/>
            <a:ext cx="3422650" cy="579438"/>
          </a:xfrm>
          <a:prstGeom prst="rect">
            <a:avLst/>
          </a:prstGeom>
          <a:solidFill>
            <a:srgbClr val="FFFFCC"/>
          </a:solidFill>
          <a:ln w="9525">
            <a:solidFill>
              <a:srgbClr val="000000"/>
            </a:solidFill>
            <a:miter lim="800000"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000" b="1">
                <a:solidFill>
                  <a:srgbClr val="000099"/>
                </a:solidFill>
                <a:latin typeface="Times New Roman" panose="02020603050405020304" pitchFamily="18" charset="0"/>
              </a:rPr>
              <a:t>Sản phẩm khách quan</a:t>
            </a:r>
          </a:p>
        </p:txBody>
      </p:sp>
      <p:sp>
        <p:nvSpPr>
          <p:cNvPr id="22532" name="Text Box 6"/>
          <p:cNvSpPr txBox="1">
            <a:spLocks noChangeArrowheads="1"/>
          </p:cNvSpPr>
          <p:nvPr/>
        </p:nvSpPr>
        <p:spPr bwMode="auto">
          <a:xfrm>
            <a:off x="1295400" y="2649538"/>
            <a:ext cx="1595438" cy="2241550"/>
          </a:xfrm>
          <a:prstGeom prst="rect">
            <a:avLst/>
          </a:prstGeom>
          <a:solidFill>
            <a:srgbClr val="FFFFCC"/>
          </a:solidFill>
          <a:ln>
            <a:noFill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Chính sách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latin typeface="Times New Roman" panose="02020603050405020304" pitchFamily="18" charset="0"/>
              </a:rPr>
              <a:t>Kinh tế</a:t>
            </a:r>
          </a:p>
        </p:txBody>
      </p:sp>
      <p:sp>
        <p:nvSpPr>
          <p:cNvPr id="22533" name="Line 7"/>
          <p:cNvSpPr>
            <a:spLocks noChangeShapeType="1"/>
          </p:cNvSpPr>
          <p:nvPr/>
        </p:nvSpPr>
        <p:spPr bwMode="auto">
          <a:xfrm>
            <a:off x="2895600" y="3763963"/>
            <a:ext cx="6096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4" name="Oval 8"/>
          <p:cNvSpPr>
            <a:spLocks noChangeArrowheads="1"/>
          </p:cNvSpPr>
          <p:nvPr/>
        </p:nvSpPr>
        <p:spPr bwMode="auto">
          <a:xfrm>
            <a:off x="1295400" y="4464050"/>
            <a:ext cx="1595438" cy="2241550"/>
          </a:xfrm>
          <a:prstGeom prst="ellips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22535" name="Line 9"/>
          <p:cNvSpPr>
            <a:spLocks noChangeShapeType="1"/>
          </p:cNvSpPr>
          <p:nvPr/>
        </p:nvSpPr>
        <p:spPr bwMode="auto">
          <a:xfrm>
            <a:off x="1295400" y="2649538"/>
            <a:ext cx="1595438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6" name="Line 10"/>
          <p:cNvSpPr>
            <a:spLocks noChangeShapeType="1"/>
          </p:cNvSpPr>
          <p:nvPr/>
        </p:nvSpPr>
        <p:spPr bwMode="auto">
          <a:xfrm>
            <a:off x="2895600" y="2649538"/>
            <a:ext cx="0" cy="22415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7" name="Line 11"/>
          <p:cNvSpPr>
            <a:spLocks noChangeShapeType="1"/>
          </p:cNvSpPr>
          <p:nvPr/>
        </p:nvSpPr>
        <p:spPr bwMode="auto">
          <a:xfrm>
            <a:off x="1295400" y="2649538"/>
            <a:ext cx="0" cy="225742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8" name="Line 12"/>
          <p:cNvSpPr>
            <a:spLocks noChangeShapeType="1"/>
          </p:cNvSpPr>
          <p:nvPr/>
        </p:nvSpPr>
        <p:spPr bwMode="auto">
          <a:xfrm>
            <a:off x="1466850" y="4891088"/>
            <a:ext cx="1254125" cy="0"/>
          </a:xfrm>
          <a:prstGeom prst="line">
            <a:avLst/>
          </a:prstGeom>
          <a:noFill/>
          <a:ln w="9525">
            <a:solidFill>
              <a:srgbClr val="0000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39" name="Line 13"/>
          <p:cNvSpPr>
            <a:spLocks noChangeShapeType="1"/>
          </p:cNvSpPr>
          <p:nvPr/>
        </p:nvSpPr>
        <p:spPr bwMode="auto">
          <a:xfrm>
            <a:off x="2720975" y="4891088"/>
            <a:ext cx="169863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0" name="Line 14"/>
          <p:cNvSpPr>
            <a:spLocks noChangeShapeType="1"/>
          </p:cNvSpPr>
          <p:nvPr/>
        </p:nvSpPr>
        <p:spPr bwMode="auto">
          <a:xfrm>
            <a:off x="1295400" y="4891088"/>
            <a:ext cx="17145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1" name="Line 15"/>
          <p:cNvSpPr>
            <a:spLocks noChangeShapeType="1"/>
          </p:cNvSpPr>
          <p:nvPr/>
        </p:nvSpPr>
        <p:spPr bwMode="auto">
          <a:xfrm>
            <a:off x="1466850" y="4464050"/>
            <a:ext cx="0" cy="854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2" name="Line 16"/>
          <p:cNvSpPr>
            <a:spLocks noChangeShapeType="1"/>
          </p:cNvSpPr>
          <p:nvPr/>
        </p:nvSpPr>
        <p:spPr bwMode="auto">
          <a:xfrm>
            <a:off x="2720975" y="4464050"/>
            <a:ext cx="0" cy="854075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3" name="Line 17"/>
          <p:cNvSpPr>
            <a:spLocks noChangeShapeType="1"/>
          </p:cNvSpPr>
          <p:nvPr/>
        </p:nvSpPr>
        <p:spPr bwMode="auto">
          <a:xfrm>
            <a:off x="2898775" y="5592763"/>
            <a:ext cx="1597025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2544" name="Text Box 18"/>
          <p:cNvSpPr txBox="1">
            <a:spLocks noChangeArrowheads="1"/>
          </p:cNvSpPr>
          <p:nvPr/>
        </p:nvSpPr>
        <p:spPr bwMode="auto">
          <a:xfrm>
            <a:off x="1352550" y="5195888"/>
            <a:ext cx="1423988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lnSpc>
                <a:spcPct val="12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en-US" sz="2400" b="1">
                <a:solidFill>
                  <a:srgbClr val="000099"/>
                </a:solidFill>
                <a:latin typeface="Times New Roman" panose="02020603050405020304" pitchFamily="18" charset="0"/>
              </a:rPr>
              <a:t>Quy luật kinh tế</a:t>
            </a:r>
          </a:p>
        </p:txBody>
      </p:sp>
      <p:pic>
        <p:nvPicPr>
          <p:cNvPr id="22545" name="Picture 19" descr="cskt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95400" y="990600"/>
            <a:ext cx="1566863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6" name="Picture 20" descr="lap ke hoach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1563" y="1389063"/>
            <a:ext cx="1417637" cy="12017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7" name="Picture 21" descr="chinh sach tai khoa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0" y="1219200"/>
            <a:ext cx="1392238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48" name="Picture 22" descr="chinh sach tien te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1143000"/>
            <a:ext cx="1190625" cy="1600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49" name="Rectangle 25"/>
          <p:cNvSpPr>
            <a:spLocks noChangeArrowheads="1"/>
          </p:cNvSpPr>
          <p:nvPr/>
        </p:nvSpPr>
        <p:spPr bwMode="auto">
          <a:xfrm>
            <a:off x="304800" y="381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300" b="1">
                <a:solidFill>
                  <a:srgbClr val="FFFF00"/>
                </a:solidFill>
                <a:latin typeface="Times New Roman" panose="02020603050405020304" pitchFamily="18" charset="0"/>
              </a:rPr>
              <a:t>1.2. </a:t>
            </a:r>
            <a:r>
              <a:rPr lang="en-US" altLang="en-US" sz="2300" b="1">
                <a:solidFill>
                  <a:srgbClr val="FFFF00"/>
                </a:solidFill>
                <a:latin typeface="Times New Roman" panose="02020603050405020304" pitchFamily="18" charset="0"/>
              </a:rPr>
              <a:t>Đối tượng, mục đích và phương pháp nghiên cứu của kinh tế chính trị Mác - Lênin</a:t>
            </a:r>
          </a:p>
        </p:txBody>
      </p:sp>
    </p:spTree>
  </p:cSld>
  <p:clrMapOvr>
    <a:masterClrMapping/>
  </p:clrMapOvr>
  <p:transition spd="slow">
    <p:wipe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332" name="Picture 52" descr="TC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736" r="4863"/>
          <a:stretch>
            <a:fillRect/>
          </a:stretch>
        </p:blipFill>
        <p:spPr bwMode="auto">
          <a:xfrm>
            <a:off x="533400" y="2263775"/>
            <a:ext cx="1447800" cy="1089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79" name="AutoShape 5"/>
          <p:cNvSpPr>
            <a:spLocks noChangeArrowheads="1"/>
          </p:cNvSpPr>
          <p:nvPr/>
        </p:nvSpPr>
        <p:spPr bwMode="gray">
          <a:xfrm>
            <a:off x="2209800" y="1933575"/>
            <a:ext cx="5105400" cy="2028825"/>
          </a:xfrm>
          <a:prstGeom prst="upArrow">
            <a:avLst>
              <a:gd name="adj1" fmla="val 56944"/>
              <a:gd name="adj2" fmla="val 50782"/>
            </a:avLst>
          </a:prstGeom>
          <a:gradFill rotWithShape="1">
            <a:gsLst>
              <a:gs pos="0">
                <a:srgbClr val="BDBFB9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7286" name="AutoShape 6"/>
          <p:cNvSpPr>
            <a:spLocks noChangeArrowheads="1"/>
          </p:cNvSpPr>
          <p:nvPr/>
        </p:nvSpPr>
        <p:spPr bwMode="gray">
          <a:xfrm>
            <a:off x="1676400" y="1143000"/>
            <a:ext cx="5791200" cy="57467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accent1">
                  <a:gamma/>
                  <a:shade val="46275"/>
                  <a:invGamma/>
                </a:schemeClr>
              </a:gs>
              <a:gs pos="50000">
                <a:schemeClr val="accent1"/>
              </a:gs>
              <a:gs pos="100000">
                <a:schemeClr val="accent1">
                  <a:gamma/>
                  <a:shade val="46275"/>
                  <a:invGamma/>
                </a:schemeClr>
              </a:gs>
            </a:gsLst>
            <a:lin ang="0" scaled="1"/>
          </a:gradFill>
          <a:ln w="38100" algn="ctr">
            <a:solidFill>
              <a:srgbClr val="FFFFFF"/>
            </a:solidFill>
            <a:round/>
            <a:headEnd/>
            <a:tailEnd/>
          </a:ln>
          <a:effectLst>
            <a:outerShdw dist="63500" dir="3187806" algn="ctr" rotWithShape="0">
              <a:srgbClr val="001D3A"/>
            </a:outerShdw>
          </a:effectLst>
        </p:spPr>
        <p:txBody>
          <a:bodyPr wrap="none" anchor="ctr"/>
          <a:lstStyle/>
          <a:p>
            <a:pPr algn="ctr" eaLnBrk="1" hangingPunct="1">
              <a:defRPr/>
            </a:pPr>
            <a:r>
              <a:rPr lang="en-US" sz="2800" b="1">
                <a:solidFill>
                  <a:srgbClr val="FFFF99"/>
                </a:solidFill>
                <a:latin typeface="Times New Roman" pitchFamily="18" charset="0"/>
              </a:rPr>
              <a:t>Bản  chất  Quy luật</a:t>
            </a:r>
          </a:p>
        </p:txBody>
      </p:sp>
      <p:sp>
        <p:nvSpPr>
          <p:cNvPr id="24581" name="Oval 9"/>
          <p:cNvSpPr>
            <a:spLocks noChangeArrowheads="1"/>
          </p:cNvSpPr>
          <p:nvPr/>
        </p:nvSpPr>
        <p:spPr bwMode="gray">
          <a:xfrm>
            <a:off x="5867400" y="4862513"/>
            <a:ext cx="1295400" cy="304800"/>
          </a:xfrm>
          <a:prstGeom prst="ellipse">
            <a:avLst/>
          </a:prstGeom>
          <a:gradFill rotWithShape="1">
            <a:gsLst>
              <a:gs pos="0">
                <a:srgbClr val="969696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7290" name="Oval 10"/>
          <p:cNvSpPr>
            <a:spLocks noChangeArrowheads="1"/>
          </p:cNvSpPr>
          <p:nvPr/>
        </p:nvSpPr>
        <p:spPr bwMode="gray">
          <a:xfrm>
            <a:off x="5715000" y="3400425"/>
            <a:ext cx="1544638" cy="1544638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57255"/>
                  <a:invGamma/>
                </a:schemeClr>
              </a:gs>
            </a:gsLst>
            <a:path path="rect">
              <a:fillToRect l="100000" t="10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291" name="Oval 11"/>
          <p:cNvSpPr>
            <a:spLocks noChangeArrowheads="1"/>
          </p:cNvSpPr>
          <p:nvPr/>
        </p:nvSpPr>
        <p:spPr bwMode="gray">
          <a:xfrm>
            <a:off x="5748338" y="3436938"/>
            <a:ext cx="1473200" cy="1474787"/>
          </a:xfrm>
          <a:prstGeom prst="ellipse">
            <a:avLst/>
          </a:prstGeom>
          <a:gradFill rotWithShape="1">
            <a:gsLst>
              <a:gs pos="0">
                <a:schemeClr val="folHlink">
                  <a:alpha val="85001"/>
                </a:schemeClr>
              </a:gs>
              <a:gs pos="100000">
                <a:schemeClr val="folHlink">
                  <a:gamma/>
                  <a:shade val="6352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292" name="Oval 12"/>
          <p:cNvSpPr>
            <a:spLocks noChangeArrowheads="1"/>
          </p:cNvSpPr>
          <p:nvPr/>
        </p:nvSpPr>
        <p:spPr bwMode="gray">
          <a:xfrm>
            <a:off x="5805488" y="3490913"/>
            <a:ext cx="1331912" cy="1331912"/>
          </a:xfrm>
          <a:prstGeom prst="ellipse">
            <a:avLst/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7254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pic>
        <p:nvPicPr>
          <p:cNvPr id="24585" name="Picture 13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748338" y="3490913"/>
            <a:ext cx="9779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6" name="Text Box 14"/>
          <p:cNvSpPr txBox="1">
            <a:spLocks noChangeArrowheads="1"/>
          </p:cNvSpPr>
          <p:nvPr/>
        </p:nvSpPr>
        <p:spPr bwMode="gray">
          <a:xfrm>
            <a:off x="5956300" y="3581400"/>
            <a:ext cx="10858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66FF33"/>
                </a:solidFill>
                <a:latin typeface="Times New Roman" panose="02020603050405020304" pitchFamily="18" charset="0"/>
              </a:rPr>
              <a:t>Phương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66FF33"/>
                </a:solidFill>
                <a:latin typeface="Times New Roman" panose="02020603050405020304" pitchFamily="18" charset="0"/>
              </a:rPr>
              <a:t>pháp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66FF33"/>
                </a:solidFill>
                <a:latin typeface="Times New Roman" panose="02020603050405020304" pitchFamily="18" charset="0"/>
              </a:rPr>
              <a:t> phân tích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66FF33"/>
                </a:solidFill>
                <a:latin typeface="Times New Roman" panose="02020603050405020304" pitchFamily="18" charset="0"/>
              </a:rPr>
              <a:t> tổng hợp</a:t>
            </a:r>
          </a:p>
        </p:txBody>
      </p:sp>
      <p:sp>
        <p:nvSpPr>
          <p:cNvPr id="24587" name="Oval 16"/>
          <p:cNvSpPr>
            <a:spLocks noChangeArrowheads="1"/>
          </p:cNvSpPr>
          <p:nvPr/>
        </p:nvSpPr>
        <p:spPr bwMode="gray">
          <a:xfrm>
            <a:off x="4114800" y="4876800"/>
            <a:ext cx="1295400" cy="304800"/>
          </a:xfrm>
          <a:prstGeom prst="ellipse">
            <a:avLst/>
          </a:prstGeom>
          <a:gradFill rotWithShape="1">
            <a:gsLst>
              <a:gs pos="0">
                <a:srgbClr val="969696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7297" name="Oval 17"/>
          <p:cNvSpPr>
            <a:spLocks noChangeArrowheads="1"/>
          </p:cNvSpPr>
          <p:nvPr/>
        </p:nvSpPr>
        <p:spPr bwMode="gray">
          <a:xfrm>
            <a:off x="3962400" y="3414713"/>
            <a:ext cx="1544638" cy="1544637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57255"/>
                  <a:invGamma/>
                </a:schemeClr>
              </a:gs>
            </a:gsLst>
            <a:path path="rect">
              <a:fillToRect l="100000" t="10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298" name="Oval 18"/>
          <p:cNvSpPr>
            <a:spLocks noChangeArrowheads="1"/>
          </p:cNvSpPr>
          <p:nvPr/>
        </p:nvSpPr>
        <p:spPr bwMode="gray">
          <a:xfrm>
            <a:off x="3995738" y="3451225"/>
            <a:ext cx="1473200" cy="1474788"/>
          </a:xfrm>
          <a:prstGeom prst="ellipse">
            <a:avLst/>
          </a:prstGeom>
          <a:gradFill rotWithShape="1">
            <a:gsLst>
              <a:gs pos="0">
                <a:schemeClr val="accent1">
                  <a:alpha val="85001"/>
                </a:schemeClr>
              </a:gs>
              <a:gs pos="100000">
                <a:schemeClr val="accent1">
                  <a:gamma/>
                  <a:shade val="6352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299" name="Oval 19"/>
          <p:cNvSpPr>
            <a:spLocks noChangeArrowheads="1"/>
          </p:cNvSpPr>
          <p:nvPr/>
        </p:nvSpPr>
        <p:spPr bwMode="gray">
          <a:xfrm>
            <a:off x="4052888" y="3505200"/>
            <a:ext cx="1331912" cy="1331913"/>
          </a:xfrm>
          <a:prstGeom prst="ellipse">
            <a:avLst/>
          </a:prstGeom>
          <a:gradFill rotWithShape="1">
            <a:gsLst>
              <a:gs pos="0">
                <a:schemeClr val="accent1"/>
              </a:gs>
              <a:gs pos="100000">
                <a:schemeClr val="accent1">
                  <a:gamma/>
                  <a:shade val="7254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pic>
        <p:nvPicPr>
          <p:cNvPr id="24591" name="Picture 20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3995738" y="3505200"/>
            <a:ext cx="9779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2" name="Text Box 21"/>
          <p:cNvSpPr txBox="1">
            <a:spLocks noChangeArrowheads="1"/>
          </p:cNvSpPr>
          <p:nvPr/>
        </p:nvSpPr>
        <p:spPr bwMode="gray">
          <a:xfrm>
            <a:off x="4102100" y="3597275"/>
            <a:ext cx="12319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Phương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pháp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Trừu tượng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FF0000"/>
                </a:solidFill>
                <a:latin typeface="Times New Roman" panose="02020603050405020304" pitchFamily="18" charset="0"/>
              </a:rPr>
              <a:t> hoá</a:t>
            </a:r>
          </a:p>
        </p:txBody>
      </p:sp>
      <p:sp>
        <p:nvSpPr>
          <p:cNvPr id="24593" name="Oval 23"/>
          <p:cNvSpPr>
            <a:spLocks noChangeArrowheads="1"/>
          </p:cNvSpPr>
          <p:nvPr/>
        </p:nvSpPr>
        <p:spPr bwMode="gray">
          <a:xfrm>
            <a:off x="2286000" y="4862513"/>
            <a:ext cx="1295400" cy="304800"/>
          </a:xfrm>
          <a:prstGeom prst="ellipse">
            <a:avLst/>
          </a:prstGeom>
          <a:gradFill rotWithShape="1">
            <a:gsLst>
              <a:gs pos="0">
                <a:srgbClr val="969696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7304" name="Oval 24"/>
          <p:cNvSpPr>
            <a:spLocks noChangeArrowheads="1"/>
          </p:cNvSpPr>
          <p:nvPr/>
        </p:nvSpPr>
        <p:spPr bwMode="gray">
          <a:xfrm>
            <a:off x="2133600" y="3400425"/>
            <a:ext cx="1544638" cy="1544638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57255"/>
                  <a:invGamma/>
                </a:schemeClr>
              </a:gs>
            </a:gsLst>
            <a:path path="rect">
              <a:fillToRect l="100000" t="10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305" name="Oval 25"/>
          <p:cNvSpPr>
            <a:spLocks noChangeArrowheads="1"/>
          </p:cNvSpPr>
          <p:nvPr/>
        </p:nvSpPr>
        <p:spPr bwMode="gray">
          <a:xfrm>
            <a:off x="2166938" y="3436938"/>
            <a:ext cx="1473200" cy="1474787"/>
          </a:xfrm>
          <a:prstGeom prst="ellipse">
            <a:avLst/>
          </a:prstGeom>
          <a:gradFill rotWithShape="1">
            <a:gsLst>
              <a:gs pos="0">
                <a:schemeClr val="hlink">
                  <a:alpha val="85001"/>
                </a:schemeClr>
              </a:gs>
              <a:gs pos="100000">
                <a:schemeClr val="hlink">
                  <a:gamma/>
                  <a:shade val="6352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306" name="Oval 26"/>
          <p:cNvSpPr>
            <a:spLocks noChangeArrowheads="1"/>
          </p:cNvSpPr>
          <p:nvPr/>
        </p:nvSpPr>
        <p:spPr bwMode="gray">
          <a:xfrm>
            <a:off x="2224088" y="3490913"/>
            <a:ext cx="1331912" cy="1331912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7254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pic>
        <p:nvPicPr>
          <p:cNvPr id="24597" name="Picture 27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2166938" y="3490913"/>
            <a:ext cx="9779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98" name="Text Box 28"/>
          <p:cNvSpPr txBox="1">
            <a:spLocks noChangeArrowheads="1"/>
          </p:cNvSpPr>
          <p:nvPr/>
        </p:nvSpPr>
        <p:spPr bwMode="gray">
          <a:xfrm>
            <a:off x="2249488" y="3579813"/>
            <a:ext cx="1279525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A50021"/>
                </a:solidFill>
                <a:latin typeface="Times New Roman" panose="02020603050405020304" pitchFamily="18" charset="0"/>
              </a:rPr>
              <a:t>Mô hình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A50021"/>
                </a:solidFill>
                <a:latin typeface="Times New Roman" panose="02020603050405020304" pitchFamily="18" charset="0"/>
              </a:rPr>
              <a:t>hoá các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A50021"/>
                </a:solidFill>
                <a:latin typeface="Times New Roman" panose="02020603050405020304" pitchFamily="18" charset="0"/>
              </a:rPr>
              <a:t>Hiện tượng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A50021"/>
                </a:solidFill>
                <a:latin typeface="Times New Roman" panose="02020603050405020304" pitchFamily="18" charset="0"/>
              </a:rPr>
              <a:t>quá trình</a:t>
            </a:r>
          </a:p>
        </p:txBody>
      </p:sp>
      <p:sp>
        <p:nvSpPr>
          <p:cNvPr id="24599" name="Oval 30"/>
          <p:cNvSpPr>
            <a:spLocks noChangeArrowheads="1"/>
          </p:cNvSpPr>
          <p:nvPr/>
        </p:nvSpPr>
        <p:spPr bwMode="gray">
          <a:xfrm>
            <a:off x="584200" y="4862513"/>
            <a:ext cx="1295400" cy="304800"/>
          </a:xfrm>
          <a:prstGeom prst="ellipse">
            <a:avLst/>
          </a:prstGeom>
          <a:gradFill rotWithShape="1">
            <a:gsLst>
              <a:gs pos="0">
                <a:srgbClr val="969696"/>
              </a:gs>
              <a:gs pos="100000">
                <a:schemeClr val="bg1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24600" name="Oval 31"/>
          <p:cNvSpPr>
            <a:spLocks noChangeArrowheads="1"/>
          </p:cNvSpPr>
          <p:nvPr/>
        </p:nvSpPr>
        <p:spPr bwMode="gray">
          <a:xfrm>
            <a:off x="474663" y="3400425"/>
            <a:ext cx="1544637" cy="1544638"/>
          </a:xfrm>
          <a:prstGeom prst="ellipse">
            <a:avLst/>
          </a:pr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24601" name="Oval 32"/>
          <p:cNvSpPr>
            <a:spLocks noChangeArrowheads="1"/>
          </p:cNvSpPr>
          <p:nvPr/>
        </p:nvSpPr>
        <p:spPr bwMode="gray">
          <a:xfrm>
            <a:off x="508000" y="3436938"/>
            <a:ext cx="1473200" cy="1474787"/>
          </a:xfrm>
          <a:prstGeom prst="ellipse">
            <a:avLst/>
          </a:prstGeom>
          <a:solidFill>
            <a:srgbClr val="333300">
              <a:alpha val="85097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24602" name="Oval 33"/>
          <p:cNvSpPr>
            <a:spLocks noChangeArrowheads="1"/>
          </p:cNvSpPr>
          <p:nvPr/>
        </p:nvSpPr>
        <p:spPr bwMode="gray">
          <a:xfrm>
            <a:off x="565150" y="3490913"/>
            <a:ext cx="1331913" cy="1331912"/>
          </a:xfrm>
          <a:prstGeom prst="ellipse">
            <a:avLst/>
          </a:prstGeom>
          <a:solidFill>
            <a:srgbClr val="3333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pic>
        <p:nvPicPr>
          <p:cNvPr id="24603" name="Picture 34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508000" y="3490913"/>
            <a:ext cx="9779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04" name="Text Box 35"/>
          <p:cNvSpPr txBox="1">
            <a:spLocks noChangeArrowheads="1"/>
          </p:cNvSpPr>
          <p:nvPr/>
        </p:nvSpPr>
        <p:spPr bwMode="gray">
          <a:xfrm>
            <a:off x="741363" y="3567113"/>
            <a:ext cx="92075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Phương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 pháp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duy vật </a:t>
            </a:r>
          </a:p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chemeClr val="bg1"/>
                </a:solidFill>
                <a:latin typeface="Times New Roman" panose="02020603050405020304" pitchFamily="18" charset="0"/>
              </a:rPr>
              <a:t>Lịch sử</a:t>
            </a:r>
          </a:p>
        </p:txBody>
      </p:sp>
      <p:sp>
        <p:nvSpPr>
          <p:cNvPr id="24605" name="Oval 36"/>
          <p:cNvSpPr>
            <a:spLocks noChangeArrowheads="1"/>
          </p:cNvSpPr>
          <p:nvPr/>
        </p:nvSpPr>
        <p:spPr bwMode="gray">
          <a:xfrm>
            <a:off x="7620000" y="4953000"/>
            <a:ext cx="1295400" cy="304800"/>
          </a:xfrm>
          <a:prstGeom prst="ellipse">
            <a:avLst/>
          </a:prstGeom>
          <a:gradFill rotWithShape="1">
            <a:gsLst>
              <a:gs pos="0">
                <a:srgbClr val="969696"/>
              </a:gs>
              <a:gs pos="100000">
                <a:srgbClr val="FFFFFF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en-US" altLang="en-US" sz="1800"/>
          </a:p>
        </p:txBody>
      </p:sp>
      <p:sp>
        <p:nvSpPr>
          <p:cNvPr id="97317" name="Oval 37"/>
          <p:cNvSpPr>
            <a:spLocks noChangeArrowheads="1"/>
          </p:cNvSpPr>
          <p:nvPr/>
        </p:nvSpPr>
        <p:spPr bwMode="gray">
          <a:xfrm>
            <a:off x="7467600" y="3490913"/>
            <a:ext cx="1544638" cy="1544637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57255"/>
                  <a:invGamma/>
                </a:schemeClr>
              </a:gs>
            </a:gsLst>
            <a:path path="rect">
              <a:fillToRect l="100000" t="100000"/>
            </a:path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318" name="Oval 38"/>
          <p:cNvSpPr>
            <a:spLocks noChangeArrowheads="1"/>
          </p:cNvSpPr>
          <p:nvPr/>
        </p:nvSpPr>
        <p:spPr bwMode="gray">
          <a:xfrm>
            <a:off x="7500938" y="3527425"/>
            <a:ext cx="1473200" cy="1474788"/>
          </a:xfrm>
          <a:prstGeom prst="ellipse">
            <a:avLst/>
          </a:prstGeom>
          <a:gradFill rotWithShape="1">
            <a:gsLst>
              <a:gs pos="0">
                <a:schemeClr val="hlink">
                  <a:alpha val="85001"/>
                </a:schemeClr>
              </a:gs>
              <a:gs pos="100000">
                <a:schemeClr val="hlink">
                  <a:gamma/>
                  <a:shade val="6352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sp>
        <p:nvSpPr>
          <p:cNvPr id="97319" name="Oval 39"/>
          <p:cNvSpPr>
            <a:spLocks noChangeArrowheads="1"/>
          </p:cNvSpPr>
          <p:nvPr/>
        </p:nvSpPr>
        <p:spPr bwMode="gray">
          <a:xfrm>
            <a:off x="7558088" y="3581400"/>
            <a:ext cx="1331912" cy="1331913"/>
          </a:xfrm>
          <a:prstGeom prst="ellipse">
            <a:avLst/>
          </a:prstGeom>
          <a:gradFill rotWithShape="1">
            <a:gsLst>
              <a:gs pos="0">
                <a:schemeClr val="hlink"/>
              </a:gs>
              <a:gs pos="100000">
                <a:schemeClr val="hlink">
                  <a:gamma/>
                  <a:shade val="72549"/>
                  <a:invGamma/>
                </a:schemeClr>
              </a:gs>
            </a:gsLst>
            <a:lin ang="2700000" scaled="1"/>
          </a:gradFill>
          <a:ln w="9525" algn="ctr">
            <a:noFill/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en-US">
              <a:latin typeface="Arial" charset="0"/>
            </a:endParaRPr>
          </a:p>
        </p:txBody>
      </p:sp>
      <p:pic>
        <p:nvPicPr>
          <p:cNvPr id="24609" name="Picture 40" descr="Picture1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gray">
          <a:xfrm>
            <a:off x="7500938" y="3581400"/>
            <a:ext cx="977900" cy="977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10" name="Text Box 41"/>
          <p:cNvSpPr txBox="1">
            <a:spLocks noChangeArrowheads="1"/>
          </p:cNvSpPr>
          <p:nvPr/>
        </p:nvSpPr>
        <p:spPr bwMode="gray">
          <a:xfrm>
            <a:off x="7696200" y="3643313"/>
            <a:ext cx="1054100" cy="1190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99"/>
                </a:solidFill>
                <a:latin typeface="Times New Roman" panose="02020603050405020304" pitchFamily="18" charset="0"/>
              </a:rPr>
              <a:t>Phương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99"/>
                </a:solidFill>
                <a:latin typeface="Times New Roman" panose="02020603050405020304" pitchFamily="18" charset="0"/>
              </a:rPr>
              <a:t>pháp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99"/>
                </a:solidFill>
                <a:latin typeface="Times New Roman" panose="02020603050405020304" pitchFamily="18" charset="0"/>
              </a:rPr>
              <a:t> điều tra 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en-US" sz="1800">
                <a:solidFill>
                  <a:srgbClr val="CC0099"/>
                </a:solidFill>
                <a:latin typeface="Times New Roman" panose="02020603050405020304" pitchFamily="18" charset="0"/>
              </a:rPr>
              <a:t>Thống kê</a:t>
            </a:r>
          </a:p>
        </p:txBody>
      </p:sp>
      <p:pic>
        <p:nvPicPr>
          <p:cNvPr id="24611" name="Picture 47" descr="truu tuong hoa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163" t="6451" r="4250" b="6451"/>
          <a:stretch>
            <a:fillRect/>
          </a:stretch>
        </p:blipFill>
        <p:spPr bwMode="auto">
          <a:xfrm>
            <a:off x="3962400" y="5105400"/>
            <a:ext cx="1428750" cy="175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2" name="Picture 49" descr="dieu tra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5286" t="6897" b="6897"/>
          <a:stretch>
            <a:fillRect/>
          </a:stretch>
        </p:blipFill>
        <p:spPr bwMode="auto">
          <a:xfrm>
            <a:off x="7624763" y="5237163"/>
            <a:ext cx="1214437" cy="1524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3" name="Picture 50" descr="tong hop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37200" y="5233988"/>
            <a:ext cx="2006600" cy="15255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614" name="Picture 51" descr="mo hinh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87" t="-3334"/>
          <a:stretch>
            <a:fillRect/>
          </a:stretch>
        </p:blipFill>
        <p:spPr bwMode="auto">
          <a:xfrm>
            <a:off x="1981200" y="5187950"/>
            <a:ext cx="1981200" cy="1593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7333" name="Picture 53" descr="1850 gat bang may hoi nuoc tai nuoc Anh"/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525" t="8311" r="4762" b="7648"/>
          <a:stretch>
            <a:fillRect/>
          </a:stretch>
        </p:blipFill>
        <p:spPr bwMode="auto">
          <a:xfrm>
            <a:off x="533400" y="5105400"/>
            <a:ext cx="1371600" cy="121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616" name="Rectangle 25"/>
          <p:cNvSpPr>
            <a:spLocks noChangeArrowheads="1"/>
          </p:cNvSpPr>
          <p:nvPr/>
        </p:nvSpPr>
        <p:spPr bwMode="auto">
          <a:xfrm>
            <a:off x="304800" y="381000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hlink"/>
              </a:buClr>
              <a:buFont typeface="Wingdings" panose="05000000000000000000" pitchFamily="2" charset="2"/>
              <a:buChar char="v"/>
              <a:defRPr sz="3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1"/>
              </a:buClr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tx1"/>
              </a:buClr>
              <a:buChar char="•"/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har char="–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GB" altLang="en-US" sz="2000" b="1">
                <a:solidFill>
                  <a:srgbClr val="FFFF00"/>
                </a:solidFill>
                <a:latin typeface="Times New Roman" panose="02020603050405020304" pitchFamily="18" charset="0"/>
              </a:rPr>
              <a:t>1.2. </a:t>
            </a:r>
            <a:r>
              <a:rPr lang="en-US" altLang="en-US" sz="2000" b="1">
                <a:solidFill>
                  <a:srgbClr val="FFFF00"/>
                </a:solidFill>
                <a:latin typeface="Times New Roman" panose="02020603050405020304" pitchFamily="18" charset="0"/>
              </a:rPr>
              <a:t>Đối tượng, mục đích và phương pháp nghiên cứu của kinh tế chính trị Mác - Lênin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973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973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973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2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3000" fill="hold"/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3000" fill="hold"/>
                                        <p:tgtEl>
                                          <p:spTgt spid="973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 prLst="gradientSize: 0.1">
                                      <p:cBhvr>
                                        <p:cTn id="14" dur="3000"/>
                                        <p:tgtEl>
                                          <p:spTgt spid="97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319088"/>
            <a:ext cx="7802563" cy="563562"/>
          </a:xfrm>
        </p:spPr>
        <p:txBody>
          <a:bodyPr/>
          <a:lstStyle/>
          <a:p>
            <a:r>
              <a:rPr lang="en-US" altLang="en-US" sz="2200" b="1" smtClean="0">
                <a:solidFill>
                  <a:srgbClr val="FFFF00"/>
                </a:solidFill>
                <a:latin typeface="Times New Roman" panose="02020603050405020304" pitchFamily="18" charset="0"/>
              </a:rPr>
              <a:t>1.3. Chức năng của KTCT Mác - Lênin</a:t>
            </a:r>
          </a:p>
        </p:txBody>
      </p:sp>
      <p:grpSp>
        <p:nvGrpSpPr>
          <p:cNvPr id="26627" name="Group 84"/>
          <p:cNvGrpSpPr>
            <a:grpSpLocks/>
          </p:cNvGrpSpPr>
          <p:nvPr/>
        </p:nvGrpSpPr>
        <p:grpSpPr bwMode="auto">
          <a:xfrm>
            <a:off x="533400" y="1371600"/>
            <a:ext cx="8215313" cy="2052638"/>
            <a:chOff x="460" y="1539"/>
            <a:chExt cx="5175" cy="1293"/>
          </a:xfrm>
        </p:grpSpPr>
        <p:sp>
          <p:nvSpPr>
            <p:cNvPr id="26629" name="AutoShape 25"/>
            <p:cNvSpPr>
              <a:spLocks noChangeArrowheads="1"/>
            </p:cNvSpPr>
            <p:nvPr/>
          </p:nvSpPr>
          <p:spPr bwMode="gray">
            <a:xfrm>
              <a:off x="460" y="1732"/>
              <a:ext cx="1124" cy="110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4E91D4"/>
                </a:gs>
                <a:gs pos="100000">
                  <a:srgbClr val="3477A4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grpSp>
          <p:nvGrpSpPr>
            <p:cNvPr id="26630" name="Group 31"/>
            <p:cNvGrpSpPr>
              <a:grpSpLocks/>
            </p:cNvGrpSpPr>
            <p:nvPr/>
          </p:nvGrpSpPr>
          <p:grpSpPr bwMode="auto">
            <a:xfrm>
              <a:off x="828" y="1541"/>
              <a:ext cx="334" cy="392"/>
              <a:chOff x="1289" y="587"/>
              <a:chExt cx="668" cy="647"/>
            </a:xfrm>
          </p:grpSpPr>
          <p:sp>
            <p:nvSpPr>
              <p:cNvPr id="26662" name="Oval 32"/>
              <p:cNvSpPr>
                <a:spLocks noChangeArrowheads="1"/>
              </p:cNvSpPr>
              <p:nvPr/>
            </p:nvSpPr>
            <p:spPr bwMode="gray">
              <a:xfrm>
                <a:off x="1289" y="666"/>
                <a:ext cx="668" cy="5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63" name="Oval 33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64" name="Oval 34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65" name="Oval 35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66" name="Oval 36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6631" name="Text Box 37"/>
            <p:cNvSpPr txBox="1">
              <a:spLocks noChangeArrowheads="1"/>
            </p:cNvSpPr>
            <p:nvPr/>
          </p:nvSpPr>
          <p:spPr bwMode="gray">
            <a:xfrm>
              <a:off x="896" y="15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26632" name="Text Box 38"/>
            <p:cNvSpPr txBox="1">
              <a:spLocks noChangeArrowheads="1"/>
            </p:cNvSpPr>
            <p:nvPr/>
          </p:nvSpPr>
          <p:spPr bwMode="gray">
            <a:xfrm>
              <a:off x="460" y="1967"/>
              <a:ext cx="10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FF00"/>
                  </a:solidFill>
                  <a:latin typeface="Times New Roman" panose="02020603050405020304" pitchFamily="18" charset="0"/>
                </a:rPr>
                <a:t>Chức năng nhận thức</a:t>
              </a:r>
            </a:p>
          </p:txBody>
        </p:sp>
        <p:sp>
          <p:nvSpPr>
            <p:cNvPr id="26633" name="AutoShape 41"/>
            <p:cNvSpPr>
              <a:spLocks noChangeArrowheads="1"/>
            </p:cNvSpPr>
            <p:nvPr/>
          </p:nvSpPr>
          <p:spPr bwMode="gray">
            <a:xfrm>
              <a:off x="1793" y="1737"/>
              <a:ext cx="1090" cy="1095"/>
            </a:xfrm>
            <a:prstGeom prst="roundRect">
              <a:avLst>
                <a:gd name="adj" fmla="val 16667"/>
              </a:avLst>
            </a:prstGeom>
            <a:solidFill>
              <a:schemeClr val="hlink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34" name="Oval 44"/>
            <p:cNvSpPr>
              <a:spLocks noChangeArrowheads="1"/>
            </p:cNvSpPr>
            <p:nvPr/>
          </p:nvSpPr>
          <p:spPr bwMode="gray">
            <a:xfrm>
              <a:off x="2163" y="1589"/>
              <a:ext cx="332" cy="30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35" name="Oval 45"/>
            <p:cNvSpPr>
              <a:spLocks noChangeArrowheads="1"/>
            </p:cNvSpPr>
            <p:nvPr/>
          </p:nvSpPr>
          <p:spPr bwMode="gray">
            <a:xfrm>
              <a:off x="2166" y="1541"/>
              <a:ext cx="323" cy="39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36" name="Oval 46"/>
            <p:cNvSpPr>
              <a:spLocks noChangeArrowheads="1"/>
            </p:cNvSpPr>
            <p:nvPr/>
          </p:nvSpPr>
          <p:spPr bwMode="gray">
            <a:xfrm>
              <a:off x="2170" y="1543"/>
              <a:ext cx="316" cy="38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37" name="Oval 47"/>
            <p:cNvSpPr>
              <a:spLocks noChangeArrowheads="1"/>
            </p:cNvSpPr>
            <p:nvPr/>
          </p:nvSpPr>
          <p:spPr bwMode="gray">
            <a:xfrm>
              <a:off x="2173" y="1547"/>
              <a:ext cx="300" cy="357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38" name="Oval 48"/>
            <p:cNvSpPr>
              <a:spLocks noChangeArrowheads="1"/>
            </p:cNvSpPr>
            <p:nvPr/>
          </p:nvSpPr>
          <p:spPr bwMode="gray">
            <a:xfrm>
              <a:off x="2191" y="1557"/>
              <a:ext cx="267" cy="29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39" name="Text Box 49"/>
            <p:cNvSpPr txBox="1">
              <a:spLocks noChangeArrowheads="1"/>
            </p:cNvSpPr>
            <p:nvPr/>
          </p:nvSpPr>
          <p:spPr bwMode="gray">
            <a:xfrm>
              <a:off x="2231" y="15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26640" name="Text Box 50"/>
            <p:cNvSpPr txBox="1">
              <a:spLocks noChangeArrowheads="1"/>
            </p:cNvSpPr>
            <p:nvPr/>
          </p:nvSpPr>
          <p:spPr bwMode="gray">
            <a:xfrm>
              <a:off x="1776" y="2016"/>
              <a:ext cx="10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CC0099"/>
                  </a:solidFill>
                  <a:latin typeface="Times New Roman" panose="02020603050405020304" pitchFamily="18" charset="0"/>
                </a:rPr>
                <a:t>Chức năng thực tiễn</a:t>
              </a:r>
            </a:p>
          </p:txBody>
        </p:sp>
        <p:sp>
          <p:nvSpPr>
            <p:cNvPr id="26641" name="AutoShape 54"/>
            <p:cNvSpPr>
              <a:spLocks noChangeArrowheads="1"/>
            </p:cNvSpPr>
            <p:nvPr/>
          </p:nvSpPr>
          <p:spPr bwMode="gray">
            <a:xfrm>
              <a:off x="3168" y="1732"/>
              <a:ext cx="1124" cy="1100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B59F43"/>
                </a:gs>
                <a:gs pos="100000">
                  <a:srgbClr val="8F8849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42" name="AutoShape 55"/>
            <p:cNvSpPr>
              <a:spLocks noChangeArrowheads="1"/>
            </p:cNvSpPr>
            <p:nvPr/>
          </p:nvSpPr>
          <p:spPr bwMode="gray">
            <a:xfrm>
              <a:off x="3186" y="1737"/>
              <a:ext cx="1090" cy="1047"/>
            </a:xfrm>
            <a:prstGeom prst="roundRect">
              <a:avLst>
                <a:gd name="adj" fmla="val 16667"/>
              </a:avLst>
            </a:prstGeom>
            <a:solidFill>
              <a:srgbClr val="E9E06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43" name="AutoShape 57"/>
            <p:cNvSpPr>
              <a:spLocks noChangeArrowheads="1"/>
            </p:cNvSpPr>
            <p:nvPr/>
          </p:nvSpPr>
          <p:spPr bwMode="gray">
            <a:xfrm>
              <a:off x="3195" y="1739"/>
              <a:ext cx="1075" cy="44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F8F5CC"/>
                </a:gs>
                <a:gs pos="100000">
                  <a:srgbClr val="E9E06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grpSp>
          <p:nvGrpSpPr>
            <p:cNvPr id="26644" name="Group 58"/>
            <p:cNvGrpSpPr>
              <a:grpSpLocks/>
            </p:cNvGrpSpPr>
            <p:nvPr/>
          </p:nvGrpSpPr>
          <p:grpSpPr bwMode="auto">
            <a:xfrm>
              <a:off x="3555" y="1541"/>
              <a:ext cx="334" cy="392"/>
              <a:chOff x="1289" y="587"/>
              <a:chExt cx="668" cy="647"/>
            </a:xfrm>
          </p:grpSpPr>
          <p:sp>
            <p:nvSpPr>
              <p:cNvPr id="26657" name="Oval 59"/>
              <p:cNvSpPr>
                <a:spLocks noChangeArrowheads="1"/>
              </p:cNvSpPr>
              <p:nvPr/>
            </p:nvSpPr>
            <p:spPr bwMode="gray">
              <a:xfrm>
                <a:off x="1289" y="666"/>
                <a:ext cx="668" cy="500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81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58" name="Oval 60"/>
              <p:cNvSpPr>
                <a:spLocks noChangeArrowheads="1"/>
              </p:cNvSpPr>
              <p:nvPr/>
            </p:nvSpPr>
            <p:spPr bwMode="gray">
              <a:xfrm>
                <a:off x="1296" y="587"/>
                <a:ext cx="646" cy="647"/>
              </a:xfrm>
              <a:prstGeom prst="ellipse">
                <a:avLst/>
              </a:prstGeom>
              <a:gradFill rotWithShape="1">
                <a:gsLst>
                  <a:gs pos="0">
                    <a:srgbClr val="636869"/>
                  </a:gs>
                  <a:gs pos="100000">
                    <a:srgbClr val="D6E1E2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59" name="Oval 61"/>
              <p:cNvSpPr>
                <a:spLocks noChangeArrowheads="1"/>
              </p:cNvSpPr>
              <p:nvPr/>
            </p:nvSpPr>
            <p:spPr bwMode="gray">
              <a:xfrm>
                <a:off x="1304" y="591"/>
                <a:ext cx="631" cy="631"/>
              </a:xfrm>
              <a:prstGeom prst="ellipse">
                <a:avLst/>
              </a:prstGeom>
              <a:gradFill rotWithShape="1">
                <a:gsLst>
                  <a:gs pos="0">
                    <a:srgbClr val="D6E1E2">
                      <a:alpha val="0"/>
                    </a:srgbClr>
                  </a:gs>
                  <a:gs pos="100000">
                    <a:srgbClr val="F1F5F5"/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60" name="Oval 62"/>
              <p:cNvSpPr>
                <a:spLocks noChangeArrowheads="1"/>
              </p:cNvSpPr>
              <p:nvPr/>
            </p:nvSpPr>
            <p:spPr bwMode="gray">
              <a:xfrm>
                <a:off x="1311" y="597"/>
                <a:ext cx="600" cy="589"/>
              </a:xfrm>
              <a:prstGeom prst="ellipse">
                <a:avLst/>
              </a:prstGeom>
              <a:gradFill rotWithShape="1">
                <a:gsLst>
                  <a:gs pos="0">
                    <a:srgbClr val="AAB2B3"/>
                  </a:gs>
                  <a:gs pos="100000">
                    <a:srgbClr val="D6E1E2">
                      <a:alpha val="48000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  <p:sp>
            <p:nvSpPr>
              <p:cNvPr id="26661" name="Oval 63"/>
              <p:cNvSpPr>
                <a:spLocks noChangeArrowheads="1"/>
              </p:cNvSpPr>
              <p:nvPr/>
            </p:nvSpPr>
            <p:spPr bwMode="gray">
              <a:xfrm>
                <a:off x="1346" y="613"/>
                <a:ext cx="533" cy="479"/>
              </a:xfrm>
              <a:prstGeom prst="ellipse">
                <a:avLst/>
              </a:prstGeom>
              <a:gradFill rotWithShape="1">
                <a:gsLst>
                  <a:gs pos="0">
                    <a:srgbClr val="FFFFFF"/>
                  </a:gs>
                  <a:gs pos="100000">
                    <a:srgbClr val="D6E1E2">
                      <a:alpha val="37999"/>
                    </a:srgbClr>
                  </a:gs>
                </a:gsLst>
                <a:lin ang="54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eaVert" wrap="none" anchor="ctr"/>
              <a:lstStyle>
                <a:lvl1pPr>
                  <a:spcBef>
                    <a:spcPct val="20000"/>
                  </a:spcBef>
                  <a:buClr>
                    <a:schemeClr val="hlink"/>
                  </a:buClr>
                  <a:buFont typeface="Wingdings" panose="05000000000000000000" pitchFamily="2" charset="2"/>
                  <a:buChar char="v"/>
                  <a:defRPr sz="32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accent1"/>
                  </a:buClr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chemeClr val="tx1"/>
                  </a:buClr>
                  <a:buChar char="•"/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endParaRPr lang="en-US" altLang="en-US" sz="1800"/>
              </a:p>
            </p:txBody>
          </p:sp>
        </p:grpSp>
        <p:sp>
          <p:nvSpPr>
            <p:cNvPr id="26645" name="Text Box 64"/>
            <p:cNvSpPr txBox="1">
              <a:spLocks noChangeArrowheads="1"/>
            </p:cNvSpPr>
            <p:nvPr/>
          </p:nvSpPr>
          <p:spPr bwMode="gray">
            <a:xfrm>
              <a:off x="3624" y="1596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26646" name="Text Box 65"/>
            <p:cNvSpPr txBox="1">
              <a:spLocks noChangeArrowheads="1"/>
            </p:cNvSpPr>
            <p:nvPr/>
          </p:nvSpPr>
          <p:spPr bwMode="gray">
            <a:xfrm>
              <a:off x="3188" y="1986"/>
              <a:ext cx="1068" cy="5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Chức năng phương pháp luận</a:t>
              </a:r>
            </a:p>
          </p:txBody>
        </p:sp>
        <p:sp>
          <p:nvSpPr>
            <p:cNvPr id="26647" name="AutoShape 69"/>
            <p:cNvSpPr>
              <a:spLocks noChangeArrowheads="1"/>
            </p:cNvSpPr>
            <p:nvPr/>
          </p:nvSpPr>
          <p:spPr bwMode="gray">
            <a:xfrm>
              <a:off x="4512" y="1730"/>
              <a:ext cx="1123" cy="1102"/>
            </a:xfrm>
            <a:prstGeom prst="roundRect">
              <a:avLst>
                <a:gd name="adj" fmla="val 17509"/>
              </a:avLst>
            </a:prstGeom>
            <a:gradFill rotWithShape="1">
              <a:gsLst>
                <a:gs pos="0">
                  <a:srgbClr val="34B034"/>
                </a:gs>
                <a:gs pos="100000">
                  <a:srgbClr val="3F8B4A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48" name="AutoShape 70"/>
            <p:cNvSpPr>
              <a:spLocks noChangeArrowheads="1"/>
            </p:cNvSpPr>
            <p:nvPr/>
          </p:nvSpPr>
          <p:spPr bwMode="gray">
            <a:xfrm>
              <a:off x="4529" y="1735"/>
              <a:ext cx="1090" cy="1049"/>
            </a:xfrm>
            <a:prstGeom prst="roundRect">
              <a:avLst>
                <a:gd name="adj" fmla="val 16667"/>
              </a:avLst>
            </a:prstGeom>
            <a:solidFill>
              <a:srgbClr val="73E77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49" name="AutoShape 72"/>
            <p:cNvSpPr>
              <a:spLocks noChangeArrowheads="1"/>
            </p:cNvSpPr>
            <p:nvPr/>
          </p:nvSpPr>
          <p:spPr bwMode="gray">
            <a:xfrm>
              <a:off x="4538" y="1749"/>
              <a:ext cx="1075" cy="446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D0F7D4"/>
                </a:gs>
                <a:gs pos="100000">
                  <a:srgbClr val="73E77E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50" name="Oval 73"/>
            <p:cNvSpPr>
              <a:spLocks noChangeArrowheads="1"/>
            </p:cNvSpPr>
            <p:nvPr/>
          </p:nvSpPr>
          <p:spPr bwMode="gray">
            <a:xfrm>
              <a:off x="4899" y="1587"/>
              <a:ext cx="332" cy="303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81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51" name="Oval 74"/>
            <p:cNvSpPr>
              <a:spLocks noChangeArrowheads="1"/>
            </p:cNvSpPr>
            <p:nvPr/>
          </p:nvSpPr>
          <p:spPr bwMode="gray">
            <a:xfrm>
              <a:off x="4902" y="1539"/>
              <a:ext cx="323" cy="392"/>
            </a:xfrm>
            <a:prstGeom prst="ellipse">
              <a:avLst/>
            </a:prstGeom>
            <a:gradFill rotWithShape="1">
              <a:gsLst>
                <a:gs pos="0">
                  <a:srgbClr val="636869"/>
                </a:gs>
                <a:gs pos="100000">
                  <a:srgbClr val="D6E1E2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52" name="Oval 75"/>
            <p:cNvSpPr>
              <a:spLocks noChangeArrowheads="1"/>
            </p:cNvSpPr>
            <p:nvPr/>
          </p:nvSpPr>
          <p:spPr bwMode="gray">
            <a:xfrm>
              <a:off x="4906" y="1541"/>
              <a:ext cx="316" cy="383"/>
            </a:xfrm>
            <a:prstGeom prst="ellipse">
              <a:avLst/>
            </a:prstGeom>
            <a:gradFill rotWithShape="1">
              <a:gsLst>
                <a:gs pos="0">
                  <a:srgbClr val="D6E1E2">
                    <a:alpha val="0"/>
                  </a:srgbClr>
                </a:gs>
                <a:gs pos="100000">
                  <a:srgbClr val="F1F5F5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53" name="Oval 76"/>
            <p:cNvSpPr>
              <a:spLocks noChangeArrowheads="1"/>
            </p:cNvSpPr>
            <p:nvPr/>
          </p:nvSpPr>
          <p:spPr bwMode="gray">
            <a:xfrm>
              <a:off x="4909" y="1545"/>
              <a:ext cx="300" cy="357"/>
            </a:xfrm>
            <a:prstGeom prst="ellipse">
              <a:avLst/>
            </a:prstGeom>
            <a:gradFill rotWithShape="1">
              <a:gsLst>
                <a:gs pos="0">
                  <a:srgbClr val="AAB2B3"/>
                </a:gs>
                <a:gs pos="100000">
                  <a:srgbClr val="D6E1E2">
                    <a:alpha val="48000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54" name="Oval 77"/>
            <p:cNvSpPr>
              <a:spLocks noChangeArrowheads="1"/>
            </p:cNvSpPr>
            <p:nvPr/>
          </p:nvSpPr>
          <p:spPr bwMode="gray">
            <a:xfrm>
              <a:off x="4927" y="1555"/>
              <a:ext cx="267" cy="290"/>
            </a:xfrm>
            <a:prstGeom prst="ellipse">
              <a:avLst/>
            </a:prstGeom>
            <a:gradFill rotWithShape="1">
              <a:gsLst>
                <a:gs pos="0">
                  <a:srgbClr val="FFFFFF"/>
                </a:gs>
                <a:gs pos="100000">
                  <a:srgbClr val="D6E1E2">
                    <a:alpha val="37999"/>
                  </a:srgbClr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eaVert" wrap="none" anchor="ctr"/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endParaRPr lang="en-US" altLang="en-US" sz="1800"/>
            </a:p>
          </p:txBody>
        </p:sp>
        <p:sp>
          <p:nvSpPr>
            <p:cNvPr id="26655" name="Text Box 78"/>
            <p:cNvSpPr txBox="1">
              <a:spLocks noChangeArrowheads="1"/>
            </p:cNvSpPr>
            <p:nvPr/>
          </p:nvSpPr>
          <p:spPr bwMode="gray">
            <a:xfrm>
              <a:off x="4967" y="1594"/>
              <a:ext cx="19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2400">
                  <a:solidFill>
                    <a:srgbClr val="000000"/>
                  </a:solidFill>
                </a:rPr>
                <a:t>*</a:t>
              </a:r>
              <a:endParaRPr lang="en-US" altLang="en-US" sz="1800"/>
            </a:p>
          </p:txBody>
        </p:sp>
        <p:sp>
          <p:nvSpPr>
            <p:cNvPr id="26656" name="Text Box 79"/>
            <p:cNvSpPr txBox="1">
              <a:spLocks noChangeArrowheads="1"/>
            </p:cNvSpPr>
            <p:nvPr/>
          </p:nvSpPr>
          <p:spPr bwMode="gray">
            <a:xfrm>
              <a:off x="4552" y="2016"/>
              <a:ext cx="1068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hlink"/>
                </a:buClr>
                <a:buFont typeface="Wingdings" panose="05000000000000000000" pitchFamily="2" charset="2"/>
                <a:buChar char="v"/>
                <a:defRPr sz="32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chemeClr val="accent1"/>
                </a:buClr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chemeClr val="tx1"/>
                </a:buClr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Chức năng </a:t>
              </a:r>
            </a:p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chemeClr val="tx2"/>
                  </a:solidFill>
                  <a:latin typeface="Times New Roman" panose="02020603050405020304" pitchFamily="18" charset="0"/>
                </a:rPr>
                <a:t>tư tưởng</a:t>
              </a:r>
            </a:p>
          </p:txBody>
        </p:sp>
      </p:grpSp>
      <p:pic>
        <p:nvPicPr>
          <p:cNvPr id="26628" name="Picture 8" descr="index_professor[1]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33800" y="3632200"/>
            <a:ext cx="2133600" cy="322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65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3400" y="1454150"/>
            <a:ext cx="8104188" cy="426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3" name="I'm BLU - Bonkedy Boinkedie (1).mp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link="rId1"/>
              </p:ext>
            </p:ext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37588" y="6324600"/>
            <a:ext cx="406400" cy="406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restart="whenNotActive" fill="hold" evtFilter="cancelBubble" nodeType="interactiveSeq">
                <p:stCondLst>
                  <p:cond evt="onClick" delay="0">
                    <p:tgtEl>
                      <p:spTgt spid="3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3" fill="hold" nodeType="clickPar">
                      <p:stCondLst>
                        <p:cond delay="0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291754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3"/>
                  </p:tgtEl>
                </p:cond>
              </p:nextCondLst>
            </p:seq>
            <p:audio>
              <p:cMediaNode vol="8000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cdb2004158l">
  <a:themeElements>
    <a:clrScheme name="cdb2004158l 1">
      <a:dk1>
        <a:srgbClr val="1D4940"/>
      </a:dk1>
      <a:lt1>
        <a:srgbClr val="FFFFFF"/>
      </a:lt1>
      <a:dk2>
        <a:srgbClr val="3F716F"/>
      </a:dk2>
      <a:lt2>
        <a:srgbClr val="C0C0C0"/>
      </a:lt2>
      <a:accent1>
        <a:srgbClr val="669E86"/>
      </a:accent1>
      <a:accent2>
        <a:srgbClr val="A2CAB4"/>
      </a:accent2>
      <a:accent3>
        <a:srgbClr val="FFFFFF"/>
      </a:accent3>
      <a:accent4>
        <a:srgbClr val="173D35"/>
      </a:accent4>
      <a:accent5>
        <a:srgbClr val="B8CCC3"/>
      </a:accent5>
      <a:accent6>
        <a:srgbClr val="92B7A3"/>
      </a:accent6>
      <a:hlink>
        <a:srgbClr val="8CA35F"/>
      </a:hlink>
      <a:folHlink>
        <a:srgbClr val="C1B05D"/>
      </a:folHlink>
    </a:clrScheme>
    <a:fontScheme name="cdb2004158l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cdb2004158l 1">
        <a:dk1>
          <a:srgbClr val="1D4940"/>
        </a:dk1>
        <a:lt1>
          <a:srgbClr val="FFFFFF"/>
        </a:lt1>
        <a:dk2>
          <a:srgbClr val="3F716F"/>
        </a:dk2>
        <a:lt2>
          <a:srgbClr val="C0C0C0"/>
        </a:lt2>
        <a:accent1>
          <a:srgbClr val="669E86"/>
        </a:accent1>
        <a:accent2>
          <a:srgbClr val="A2CAB4"/>
        </a:accent2>
        <a:accent3>
          <a:srgbClr val="FFFFFF"/>
        </a:accent3>
        <a:accent4>
          <a:srgbClr val="173D35"/>
        </a:accent4>
        <a:accent5>
          <a:srgbClr val="B8CCC3"/>
        </a:accent5>
        <a:accent6>
          <a:srgbClr val="92B7A3"/>
        </a:accent6>
        <a:hlink>
          <a:srgbClr val="8CA35F"/>
        </a:hlink>
        <a:folHlink>
          <a:srgbClr val="C1B05D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58l 2">
        <a:dk1>
          <a:srgbClr val="093575"/>
        </a:dk1>
        <a:lt1>
          <a:srgbClr val="FFFFFF"/>
        </a:lt1>
        <a:dk2>
          <a:srgbClr val="000066"/>
        </a:dk2>
        <a:lt2>
          <a:srgbClr val="808080"/>
        </a:lt2>
        <a:accent1>
          <a:srgbClr val="4B92E1"/>
        </a:accent1>
        <a:accent2>
          <a:srgbClr val="99CCFF"/>
        </a:accent2>
        <a:accent3>
          <a:srgbClr val="FFFFFF"/>
        </a:accent3>
        <a:accent4>
          <a:srgbClr val="062C63"/>
        </a:accent4>
        <a:accent5>
          <a:srgbClr val="B1C7EE"/>
        </a:accent5>
        <a:accent6>
          <a:srgbClr val="8AB9E7"/>
        </a:accent6>
        <a:hlink>
          <a:srgbClr val="0066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db2004158l 3">
        <a:dk1>
          <a:srgbClr val="0B4C5B"/>
        </a:dk1>
        <a:lt1>
          <a:srgbClr val="FFFFFF"/>
        </a:lt1>
        <a:dk2>
          <a:srgbClr val="000000"/>
        </a:dk2>
        <a:lt2>
          <a:srgbClr val="969696"/>
        </a:lt2>
        <a:accent1>
          <a:srgbClr val="E3BE05"/>
        </a:accent1>
        <a:accent2>
          <a:srgbClr val="81C200"/>
        </a:accent2>
        <a:accent3>
          <a:srgbClr val="FFFFFF"/>
        </a:accent3>
        <a:accent4>
          <a:srgbClr val="08404C"/>
        </a:accent4>
        <a:accent5>
          <a:srgbClr val="EFDBAA"/>
        </a:accent5>
        <a:accent6>
          <a:srgbClr val="74B000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cdb2004158l</Template>
  <TotalTime>1893</TotalTime>
  <Words>698</Words>
  <Application>Microsoft Office PowerPoint</Application>
  <PresentationFormat>On-screen Show (4:3)</PresentationFormat>
  <Paragraphs>160</Paragraphs>
  <Slides>14</Slides>
  <Notes>10</Notes>
  <HiddenSlides>0</HiddenSlides>
  <MMClips>1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Microsoft YaHei</vt:lpstr>
      <vt:lpstr>.VnArial Narrow</vt:lpstr>
      <vt:lpstr>.VnTime</vt:lpstr>
      <vt:lpstr>Arial</vt:lpstr>
      <vt:lpstr>Arial Black</vt:lpstr>
      <vt:lpstr>Impact</vt:lpstr>
      <vt:lpstr>Tahoma</vt:lpstr>
      <vt:lpstr>Times New Roman</vt:lpstr>
      <vt:lpstr>Verdana</vt:lpstr>
      <vt:lpstr>Wingdings</vt:lpstr>
      <vt:lpstr>cdb2004158l</vt:lpstr>
      <vt:lpstr>PowerPoint Presentation</vt:lpstr>
      <vt:lpstr>PowerPoint Presentation</vt:lpstr>
      <vt:lpstr>1.1. KTCT Mác – Lênin trong dòng chảy tư tưởng kinh tế nhân loại.</vt:lpstr>
      <vt:lpstr>PowerPoint Presentation</vt:lpstr>
      <vt:lpstr>PowerPoint Presentation</vt:lpstr>
      <vt:lpstr>PowerPoint Presentation</vt:lpstr>
      <vt:lpstr>Sự phát triển của khoa học kinh tế chính trị  trên thế giới ngày nay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1.3. Chức năng của KTCT Mác - Lênin</vt:lpstr>
      <vt:lpstr>PowerPoint Presentation</vt:lpstr>
    </vt:vector>
  </TitlesOfParts>
  <Company>National Economics Unversity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Mai Ngoc Anh</dc:creator>
  <cp:lastModifiedBy>hp</cp:lastModifiedBy>
  <cp:revision>48</cp:revision>
  <dcterms:created xsi:type="dcterms:W3CDTF">2007-03-03T02:09:54Z</dcterms:created>
  <dcterms:modified xsi:type="dcterms:W3CDTF">2021-06-19T08:31:08Z</dcterms:modified>
</cp:coreProperties>
</file>