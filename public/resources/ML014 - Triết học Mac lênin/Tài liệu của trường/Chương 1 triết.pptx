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63" r:id="rId4"/>
    <p:sldId id="266" r:id="rId5"/>
    <p:sldId id="268" r:id="rId6"/>
    <p:sldId id="269" r:id="rId7"/>
    <p:sldId id="270" r:id="rId8"/>
    <p:sldId id="271" r:id="rId9"/>
    <p:sldId id="280" r:id="rId10"/>
    <p:sldId id="279" r:id="rId11"/>
    <p:sldId id="272" r:id="rId12"/>
    <p:sldId id="273" r:id="rId13"/>
    <p:sldId id="274" r:id="rId14"/>
    <p:sldId id="281" r:id="rId15"/>
    <p:sldId id="277" r:id="rId16"/>
    <p:sldId id="278" r:id="rId17"/>
    <p:sldId id="283" r:id="rId18"/>
    <p:sldId id="284" r:id="rId19"/>
    <p:sldId id="285" r:id="rId20"/>
    <p:sldId id="286" r:id="rId21"/>
    <p:sldId id="287" r:id="rId22"/>
    <p:sldId id="288" r:id="rId23"/>
    <p:sldId id="289" r:id="rId24"/>
    <p:sldId id="290" r:id="rId25"/>
    <p:sldId id="291" r:id="rId26"/>
    <p:sldId id="292" r:id="rId27"/>
    <p:sldId id="293" r:id="rId28"/>
    <p:sldId id="294" r:id="rId29"/>
    <p:sldId id="297" r:id="rId30"/>
    <p:sldId id="296" r:id="rId31"/>
    <p:sldId id="298" r:id="rId32"/>
    <p:sldId id="299" r:id="rId33"/>
    <p:sldId id="300" r:id="rId34"/>
    <p:sldId id="301" r:id="rId35"/>
    <p:sldId id="302" r:id="rId36"/>
    <p:sldId id="303" r:id="rId37"/>
    <p:sldId id="304" r:id="rId38"/>
    <p:sldId id="305" r:id="rId39"/>
    <p:sldId id="265" r:id="rId40"/>
    <p:sldId id="307" r:id="rId41"/>
    <p:sldId id="309" r:id="rId42"/>
    <p:sldId id="308" r:id="rId43"/>
    <p:sldId id="310" r:id="rId44"/>
    <p:sldId id="312" r:id="rId45"/>
    <p:sldId id="311" r:id="rId46"/>
    <p:sldId id="313" r:id="rId47"/>
    <p:sldId id="314" r:id="rId48"/>
    <p:sldId id="315" r:id="rId49"/>
    <p:sldId id="316" r:id="rId50"/>
    <p:sldId id="317" r:id="rId51"/>
    <p:sldId id="318" r:id="rId52"/>
    <p:sldId id="262" r:id="rId5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99"/>
    <a:srgbClr val="996633"/>
    <a:srgbClr val="9A7200"/>
    <a:srgbClr val="CC9900"/>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85" autoAdjust="0"/>
    <p:restoredTop sz="94660"/>
  </p:normalViewPr>
  <p:slideViewPr>
    <p:cSldViewPr>
      <p:cViewPr varScale="1">
        <p:scale>
          <a:sx n="109" d="100"/>
          <a:sy n="109" d="100"/>
        </p:scale>
        <p:origin x="1392"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2716CEC-4EB7-4AF5-B8B4-13A4AA74F184}"/>
              </a:ext>
            </a:extLst>
          </p:cNvPr>
          <p:cNvSpPr>
            <a:spLocks noGrp="1" noChangeArrowheads="1"/>
          </p:cNvSpPr>
          <p:nvPr>
            <p:ph type="ctrTitle"/>
          </p:nvPr>
        </p:nvSpPr>
        <p:spPr>
          <a:xfrm>
            <a:off x="719138" y="2130425"/>
            <a:ext cx="7772400" cy="1470025"/>
          </a:xfrm>
        </p:spPr>
        <p:txBody>
          <a:bodyPr/>
          <a:lstStyle>
            <a:lvl1pPr>
              <a:defRPr sz="3600"/>
            </a:lvl1pPr>
          </a:lstStyle>
          <a:p>
            <a:pPr lvl="0"/>
            <a:r>
              <a:rPr lang="en-US" altLang="en-US" noProof="0"/>
              <a:t>Click to edit Master title style</a:t>
            </a:r>
          </a:p>
        </p:txBody>
      </p:sp>
      <p:sp>
        <p:nvSpPr>
          <p:cNvPr id="16387" name="Rectangle 3">
            <a:extLst>
              <a:ext uri="{FF2B5EF4-FFF2-40B4-BE49-F238E27FC236}">
                <a16:creationId xmlns:a16="http://schemas.microsoft.com/office/drawing/2014/main" id="{7A8B1175-CAAE-4DE1-9BCE-EE12E1548589}"/>
              </a:ext>
            </a:extLst>
          </p:cNvPr>
          <p:cNvSpPr>
            <a:spLocks noGrp="1" noChangeArrowheads="1"/>
          </p:cNvSpPr>
          <p:nvPr>
            <p:ph type="subTitle" idx="1"/>
          </p:nvPr>
        </p:nvSpPr>
        <p:spPr>
          <a:xfrm>
            <a:off x="1371600" y="3886200"/>
            <a:ext cx="6400800" cy="1752600"/>
          </a:xfrm>
        </p:spPr>
        <p:txBody>
          <a:bodyPr/>
          <a:lstStyle>
            <a:lvl1pPr marL="0" indent="0" algn="ctr">
              <a:buFontTx/>
              <a:buNone/>
              <a:defRPr/>
            </a:lvl1pPr>
          </a:lstStyle>
          <a:p>
            <a:pPr lvl="0"/>
            <a:r>
              <a:rPr lang="en-US" altLang="en-US" noProof="0"/>
              <a:t>Click to edit Master subtitle style</a:t>
            </a:r>
          </a:p>
        </p:txBody>
      </p:sp>
      <p:sp>
        <p:nvSpPr>
          <p:cNvPr id="16388" name="Rectangle 4">
            <a:extLst>
              <a:ext uri="{FF2B5EF4-FFF2-40B4-BE49-F238E27FC236}">
                <a16:creationId xmlns:a16="http://schemas.microsoft.com/office/drawing/2014/main" id="{4EFCFD27-3C59-440E-9355-8E61DE9E9F61}"/>
              </a:ext>
            </a:extLst>
          </p:cNvPr>
          <p:cNvSpPr>
            <a:spLocks noGrp="1" noChangeArrowheads="1"/>
          </p:cNvSpPr>
          <p:nvPr>
            <p:ph type="dt" sz="half" idx="2"/>
          </p:nvPr>
        </p:nvSpPr>
        <p:spPr>
          <a:xfrm>
            <a:off x="609600" y="6245225"/>
            <a:ext cx="1981200" cy="476250"/>
          </a:xfrm>
        </p:spPr>
        <p:txBody>
          <a:bodyPr/>
          <a:lstStyle>
            <a:lvl1pPr>
              <a:defRPr/>
            </a:lvl1pPr>
          </a:lstStyle>
          <a:p>
            <a:endParaRPr lang="en-US" altLang="en-US"/>
          </a:p>
        </p:txBody>
      </p:sp>
      <p:sp>
        <p:nvSpPr>
          <p:cNvPr id="16389" name="Rectangle 5">
            <a:extLst>
              <a:ext uri="{FF2B5EF4-FFF2-40B4-BE49-F238E27FC236}">
                <a16:creationId xmlns:a16="http://schemas.microsoft.com/office/drawing/2014/main" id="{18A37AE1-76EA-4F7C-89AE-6531C0C56B99}"/>
              </a:ext>
            </a:extLst>
          </p:cNvPr>
          <p:cNvSpPr>
            <a:spLocks noGrp="1" noChangeArrowheads="1"/>
          </p:cNvSpPr>
          <p:nvPr>
            <p:ph type="ftr" sz="quarter" idx="3"/>
          </p:nvPr>
        </p:nvSpPr>
        <p:spPr>
          <a:xfrm>
            <a:off x="3124200" y="6245225"/>
            <a:ext cx="2895600" cy="476250"/>
          </a:xfrm>
        </p:spPr>
        <p:txBody>
          <a:bodyPr/>
          <a:lstStyle>
            <a:lvl1pPr>
              <a:defRPr/>
            </a:lvl1pPr>
          </a:lstStyle>
          <a:p>
            <a:endParaRPr lang="en-US" altLang="en-US"/>
          </a:p>
        </p:txBody>
      </p:sp>
      <p:sp>
        <p:nvSpPr>
          <p:cNvPr id="16390" name="Rectangle 6">
            <a:extLst>
              <a:ext uri="{FF2B5EF4-FFF2-40B4-BE49-F238E27FC236}">
                <a16:creationId xmlns:a16="http://schemas.microsoft.com/office/drawing/2014/main" id="{E348B9C2-253F-43BD-BBE7-0B49698116D7}"/>
              </a:ext>
            </a:extLst>
          </p:cNvPr>
          <p:cNvSpPr>
            <a:spLocks noGrp="1" noChangeArrowheads="1"/>
          </p:cNvSpPr>
          <p:nvPr>
            <p:ph type="sldNum" sz="quarter" idx="4"/>
          </p:nvPr>
        </p:nvSpPr>
        <p:spPr>
          <a:xfrm>
            <a:off x="6716713" y="6230938"/>
            <a:ext cx="2133600" cy="549275"/>
          </a:xfrm>
        </p:spPr>
        <p:txBody>
          <a:bodyPr/>
          <a:lstStyle>
            <a:lvl1pPr>
              <a:defRPr/>
            </a:lvl1pPr>
          </a:lstStyle>
          <a:p>
            <a:fld id="{A15EAB53-327E-4220-A7C8-79A6407182B7}" type="slidenum">
              <a:rPr lang="en-US" altLang="en-US"/>
              <a:pPr/>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FED8-62E4-44F9-8635-073E7D21D9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4BF88E-6176-40DB-A4F0-5F9D10D14F4A}"/>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CD7C81-1B47-4037-B98B-75A1F4012D7D}"/>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15C4BD4-42E2-497A-AD54-B10928A49073}"/>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C2C080A8-4B04-4A76-AD9D-D3373B2CDFD7}"/>
              </a:ext>
            </a:extLst>
          </p:cNvPr>
          <p:cNvSpPr>
            <a:spLocks noGrp="1"/>
          </p:cNvSpPr>
          <p:nvPr>
            <p:ph type="sldNum" sz="quarter" idx="12"/>
          </p:nvPr>
        </p:nvSpPr>
        <p:spPr/>
        <p:txBody>
          <a:bodyPr/>
          <a:lstStyle>
            <a:lvl1pPr>
              <a:defRPr/>
            </a:lvl1pPr>
          </a:lstStyle>
          <a:p>
            <a:fld id="{0F4F63AB-74FF-4D4D-9C96-7E67E70BF8FF}" type="slidenum">
              <a:rPr lang="en-US" altLang="en-US"/>
              <a:pPr/>
              <a:t>‹#›</a:t>
            </a:fld>
            <a:endParaRPr lang="en-US" altLang="en-US"/>
          </a:p>
        </p:txBody>
      </p:sp>
    </p:spTree>
    <p:extLst>
      <p:ext uri="{BB962C8B-B14F-4D97-AF65-F5344CB8AC3E}">
        <p14:creationId xmlns:p14="http://schemas.microsoft.com/office/powerpoint/2010/main" val="2920515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CE863-2F38-493E-AC5F-35F839ABEA4D}"/>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71EE57-4E33-4768-BDE6-1E42E78CC47E}"/>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Date Placeholder 3">
            <a:extLst>
              <a:ext uri="{FF2B5EF4-FFF2-40B4-BE49-F238E27FC236}">
                <a16:creationId xmlns:a16="http://schemas.microsoft.com/office/drawing/2014/main" id="{71F47056-25E1-4B67-85BD-73087B72E971}"/>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F94B0AFD-04FE-4D58-8BBC-B3312F4708EF}"/>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8640AEAA-EABC-4389-89FD-1194EAE5C62C}"/>
              </a:ext>
            </a:extLst>
          </p:cNvPr>
          <p:cNvSpPr>
            <a:spLocks noGrp="1"/>
          </p:cNvSpPr>
          <p:nvPr>
            <p:ph type="sldNum" sz="quarter" idx="12"/>
          </p:nvPr>
        </p:nvSpPr>
        <p:spPr/>
        <p:txBody>
          <a:bodyPr/>
          <a:lstStyle>
            <a:lvl1pPr>
              <a:defRPr/>
            </a:lvl1pPr>
          </a:lstStyle>
          <a:p>
            <a:fld id="{0FF88ED3-DC84-4DB0-B233-29AE8689A18E}" type="slidenum">
              <a:rPr lang="en-US" altLang="en-US"/>
              <a:pPr/>
              <a:t>‹#›</a:t>
            </a:fld>
            <a:endParaRPr lang="en-US" altLang="en-US"/>
          </a:p>
        </p:txBody>
      </p:sp>
    </p:spTree>
    <p:extLst>
      <p:ext uri="{BB962C8B-B14F-4D97-AF65-F5344CB8AC3E}">
        <p14:creationId xmlns:p14="http://schemas.microsoft.com/office/powerpoint/2010/main" val="3751073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E3C47-6B83-4D40-8FFA-423CDED83F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55CE053-7F00-4D26-A49E-468074BDA09E}"/>
              </a:ext>
            </a:extLst>
          </p:cNvPr>
          <p:cNvSpPr>
            <a:spLocks noGrp="1"/>
          </p:cNvSpPr>
          <p:nvPr>
            <p:ph sz="half" idx="1"/>
          </p:nvPr>
        </p:nvSpPr>
        <p:spPr>
          <a:xfrm>
            <a:off x="609600" y="1633538"/>
            <a:ext cx="4038600" cy="4691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7BA0AC-734F-47AA-97FD-4DA7FEF918C4}"/>
              </a:ext>
            </a:extLst>
          </p:cNvPr>
          <p:cNvSpPr>
            <a:spLocks noGrp="1"/>
          </p:cNvSpPr>
          <p:nvPr>
            <p:ph sz="half" idx="2"/>
          </p:nvPr>
        </p:nvSpPr>
        <p:spPr>
          <a:xfrm>
            <a:off x="4800600" y="1633538"/>
            <a:ext cx="4038600" cy="46910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211179-6CFA-425B-9D7F-2BE02065447E}"/>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A6E626E-637B-499E-9E2C-ACC64C09C73D}"/>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177475E-6A5C-42A5-8A22-584439427149}"/>
              </a:ext>
            </a:extLst>
          </p:cNvPr>
          <p:cNvSpPr>
            <a:spLocks noGrp="1"/>
          </p:cNvSpPr>
          <p:nvPr>
            <p:ph type="sldNum" sz="quarter" idx="12"/>
          </p:nvPr>
        </p:nvSpPr>
        <p:spPr/>
        <p:txBody>
          <a:bodyPr/>
          <a:lstStyle>
            <a:lvl1pPr>
              <a:defRPr/>
            </a:lvl1pPr>
          </a:lstStyle>
          <a:p>
            <a:fld id="{3D79D017-4D2B-4917-98EC-EFDC1350D1A8}" type="slidenum">
              <a:rPr lang="en-US" altLang="en-US"/>
              <a:pPr/>
              <a:t>‹#›</a:t>
            </a:fld>
            <a:endParaRPr lang="en-US" altLang="en-US"/>
          </a:p>
        </p:txBody>
      </p:sp>
    </p:spTree>
    <p:extLst>
      <p:ext uri="{BB962C8B-B14F-4D97-AF65-F5344CB8AC3E}">
        <p14:creationId xmlns:p14="http://schemas.microsoft.com/office/powerpoint/2010/main" val="13733988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1F325-80E3-4F90-BD69-5037DB90DF26}"/>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6DC193B-2F0E-4826-9109-B6307A9C06F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4A24B64-B380-470F-9CDE-73C0D43F6775}"/>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90F4E0-0F61-4F55-8A7A-765984DF786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895C38B-8A04-4272-A3E6-393D95555544}"/>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6373DA-5867-4829-AD43-C6FCC79A803E}"/>
              </a:ext>
            </a:extLst>
          </p:cNvPr>
          <p:cNvSpPr>
            <a:spLocks noGrp="1"/>
          </p:cNvSpPr>
          <p:nvPr>
            <p:ph type="dt" sz="half"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021764FC-FDFA-416E-997C-F691587D4AF2}"/>
              </a:ext>
            </a:extLst>
          </p:cNvPr>
          <p:cNvSpPr>
            <a:spLocks noGrp="1"/>
          </p:cNvSpPr>
          <p:nvPr>
            <p:ph type="ftr" sz="quarte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27E741E6-72FD-4F69-97E8-CAC734DCE79A}"/>
              </a:ext>
            </a:extLst>
          </p:cNvPr>
          <p:cNvSpPr>
            <a:spLocks noGrp="1"/>
          </p:cNvSpPr>
          <p:nvPr>
            <p:ph type="sldNum" sz="quarter" idx="12"/>
          </p:nvPr>
        </p:nvSpPr>
        <p:spPr/>
        <p:txBody>
          <a:bodyPr/>
          <a:lstStyle>
            <a:lvl1pPr>
              <a:defRPr/>
            </a:lvl1pPr>
          </a:lstStyle>
          <a:p>
            <a:fld id="{D3F7F60C-663B-45B5-8BAA-0CD5F56CC8F6}" type="slidenum">
              <a:rPr lang="en-US" altLang="en-US"/>
              <a:pPr/>
              <a:t>‹#›</a:t>
            </a:fld>
            <a:endParaRPr lang="en-US" altLang="en-US"/>
          </a:p>
        </p:txBody>
      </p:sp>
    </p:spTree>
    <p:extLst>
      <p:ext uri="{BB962C8B-B14F-4D97-AF65-F5344CB8AC3E}">
        <p14:creationId xmlns:p14="http://schemas.microsoft.com/office/powerpoint/2010/main" val="2262112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2B71A-EE87-467A-AD67-4ECCFB0E52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EB2EF-2DBC-41CB-8232-B6E49BCBA6FA}"/>
              </a:ext>
            </a:extLst>
          </p:cNvPr>
          <p:cNvSpPr>
            <a:spLocks noGrp="1"/>
          </p:cNvSpPr>
          <p:nvPr>
            <p:ph type="dt" sz="half"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EA583847-6C7C-4715-98B9-D40636DA2722}"/>
              </a:ext>
            </a:extLst>
          </p:cNvPr>
          <p:cNvSpPr>
            <a:spLocks noGrp="1"/>
          </p:cNvSpPr>
          <p:nvPr>
            <p:ph type="ftr" sz="quarte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F0D5148-3F8F-464B-A3E1-5F680B454153}"/>
              </a:ext>
            </a:extLst>
          </p:cNvPr>
          <p:cNvSpPr>
            <a:spLocks noGrp="1"/>
          </p:cNvSpPr>
          <p:nvPr>
            <p:ph type="sldNum" sz="quarter" idx="12"/>
          </p:nvPr>
        </p:nvSpPr>
        <p:spPr/>
        <p:txBody>
          <a:bodyPr/>
          <a:lstStyle>
            <a:lvl1pPr>
              <a:defRPr/>
            </a:lvl1pPr>
          </a:lstStyle>
          <a:p>
            <a:fld id="{C49BD403-5F74-427A-8423-78614D45D9C1}" type="slidenum">
              <a:rPr lang="en-US" altLang="en-US"/>
              <a:pPr/>
              <a:t>‹#›</a:t>
            </a:fld>
            <a:endParaRPr lang="en-US" altLang="en-US"/>
          </a:p>
        </p:txBody>
      </p:sp>
    </p:spTree>
    <p:extLst>
      <p:ext uri="{BB962C8B-B14F-4D97-AF65-F5344CB8AC3E}">
        <p14:creationId xmlns:p14="http://schemas.microsoft.com/office/powerpoint/2010/main" val="1290208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0D4DB3-3677-453C-AD63-255313C4E429}"/>
              </a:ext>
            </a:extLst>
          </p:cNvPr>
          <p:cNvSpPr>
            <a:spLocks noGrp="1"/>
          </p:cNvSpPr>
          <p:nvPr>
            <p:ph type="dt" sz="half"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991E578C-2E20-4473-943A-093C5C3141E8}"/>
              </a:ext>
            </a:extLst>
          </p:cNvPr>
          <p:cNvSpPr>
            <a:spLocks noGrp="1"/>
          </p:cNvSpPr>
          <p:nvPr>
            <p:ph type="ftr" sz="quarte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FA3681F5-37CC-4FFE-98C1-BDE69E1382C8}"/>
              </a:ext>
            </a:extLst>
          </p:cNvPr>
          <p:cNvSpPr>
            <a:spLocks noGrp="1"/>
          </p:cNvSpPr>
          <p:nvPr>
            <p:ph type="sldNum" sz="quarter" idx="12"/>
          </p:nvPr>
        </p:nvSpPr>
        <p:spPr/>
        <p:txBody>
          <a:bodyPr/>
          <a:lstStyle>
            <a:lvl1pPr>
              <a:defRPr/>
            </a:lvl1pPr>
          </a:lstStyle>
          <a:p>
            <a:fld id="{A8445B6F-8FF7-4085-BE97-4B03885D15AA}" type="slidenum">
              <a:rPr lang="en-US" altLang="en-US"/>
              <a:pPr/>
              <a:t>‹#›</a:t>
            </a:fld>
            <a:endParaRPr lang="en-US" altLang="en-US"/>
          </a:p>
        </p:txBody>
      </p:sp>
    </p:spTree>
    <p:extLst>
      <p:ext uri="{BB962C8B-B14F-4D97-AF65-F5344CB8AC3E}">
        <p14:creationId xmlns:p14="http://schemas.microsoft.com/office/powerpoint/2010/main" val="30352746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10611-3704-4861-BD88-F503F43FAF86}"/>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DB25AB-F178-4E56-A78A-D3E5D8B2D9E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8C3404-B5CD-41A1-BD0C-CEB1CDB8733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8903B3B-2157-4986-A6D1-D21E38C8156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9A6720C0-253D-4EFB-8A0E-096A4FC7527B}"/>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B78D71A-2EC3-4B1C-AE98-CEF4BA88B48C}"/>
              </a:ext>
            </a:extLst>
          </p:cNvPr>
          <p:cNvSpPr>
            <a:spLocks noGrp="1"/>
          </p:cNvSpPr>
          <p:nvPr>
            <p:ph type="sldNum" sz="quarter" idx="12"/>
          </p:nvPr>
        </p:nvSpPr>
        <p:spPr/>
        <p:txBody>
          <a:bodyPr/>
          <a:lstStyle>
            <a:lvl1pPr>
              <a:defRPr/>
            </a:lvl1pPr>
          </a:lstStyle>
          <a:p>
            <a:fld id="{75A644C7-8C57-4BC2-BD31-5EE7CB8540FD}" type="slidenum">
              <a:rPr lang="en-US" altLang="en-US"/>
              <a:pPr/>
              <a:t>‹#›</a:t>
            </a:fld>
            <a:endParaRPr lang="en-US" altLang="en-US"/>
          </a:p>
        </p:txBody>
      </p:sp>
    </p:spTree>
    <p:extLst>
      <p:ext uri="{BB962C8B-B14F-4D97-AF65-F5344CB8AC3E}">
        <p14:creationId xmlns:p14="http://schemas.microsoft.com/office/powerpoint/2010/main" val="2324875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4A99F-9EE0-4942-BCEE-A1E732C0F4E1}"/>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A78B66-2785-4358-A99C-30D13EE9AD34}"/>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A38E7B7-693B-436C-ACFB-D578D6C8538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D59676D-A17F-46ED-B322-996E92CC669D}"/>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6398B656-A461-4B3F-8ECD-A1C58EEC5D5D}"/>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F705B36D-F955-462B-899C-F46A6F9E5B53}"/>
              </a:ext>
            </a:extLst>
          </p:cNvPr>
          <p:cNvSpPr>
            <a:spLocks noGrp="1"/>
          </p:cNvSpPr>
          <p:nvPr>
            <p:ph type="sldNum" sz="quarter" idx="12"/>
          </p:nvPr>
        </p:nvSpPr>
        <p:spPr/>
        <p:txBody>
          <a:bodyPr/>
          <a:lstStyle>
            <a:lvl1pPr>
              <a:defRPr/>
            </a:lvl1pPr>
          </a:lstStyle>
          <a:p>
            <a:fld id="{2B64E658-6E24-430E-B2BE-9BADE501346F}" type="slidenum">
              <a:rPr lang="en-US" altLang="en-US"/>
              <a:pPr/>
              <a:t>‹#›</a:t>
            </a:fld>
            <a:endParaRPr lang="en-US" altLang="en-US"/>
          </a:p>
        </p:txBody>
      </p:sp>
    </p:spTree>
    <p:extLst>
      <p:ext uri="{BB962C8B-B14F-4D97-AF65-F5344CB8AC3E}">
        <p14:creationId xmlns:p14="http://schemas.microsoft.com/office/powerpoint/2010/main" val="1459652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22BBF-5276-4192-BA57-B0752687F9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8C078B-EB7B-44AD-A4C2-B8DC31D9B6F6}"/>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D07DE7E-9122-41D3-A66E-3CDCBCE9C20E}"/>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AF65EA4-62DF-493C-B19B-64550981D578}"/>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64301BB-D36E-4AE2-BE8A-E50EB27CA2B1}"/>
              </a:ext>
            </a:extLst>
          </p:cNvPr>
          <p:cNvSpPr>
            <a:spLocks noGrp="1"/>
          </p:cNvSpPr>
          <p:nvPr>
            <p:ph type="sldNum" sz="quarter" idx="12"/>
          </p:nvPr>
        </p:nvSpPr>
        <p:spPr/>
        <p:txBody>
          <a:bodyPr/>
          <a:lstStyle>
            <a:lvl1pPr>
              <a:defRPr/>
            </a:lvl1pPr>
          </a:lstStyle>
          <a:p>
            <a:fld id="{8B4A5476-CA43-47FE-BA67-73FA2851AFC8}" type="slidenum">
              <a:rPr lang="en-US" altLang="en-US"/>
              <a:pPr/>
              <a:t>‹#›</a:t>
            </a:fld>
            <a:endParaRPr lang="en-US" altLang="en-US"/>
          </a:p>
        </p:txBody>
      </p:sp>
    </p:spTree>
    <p:extLst>
      <p:ext uri="{BB962C8B-B14F-4D97-AF65-F5344CB8AC3E}">
        <p14:creationId xmlns:p14="http://schemas.microsoft.com/office/powerpoint/2010/main" val="5209175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5C4325-1A15-4599-B036-9FA60518A530}"/>
              </a:ext>
            </a:extLst>
          </p:cNvPr>
          <p:cNvSpPr>
            <a:spLocks noGrp="1"/>
          </p:cNvSpPr>
          <p:nvPr>
            <p:ph type="title" orient="vert"/>
          </p:nvPr>
        </p:nvSpPr>
        <p:spPr>
          <a:xfrm>
            <a:off x="6781800" y="282575"/>
            <a:ext cx="2057400" cy="6042025"/>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792199C-8BFD-4358-9055-518928EAE0B9}"/>
              </a:ext>
            </a:extLst>
          </p:cNvPr>
          <p:cNvSpPr>
            <a:spLocks noGrp="1"/>
          </p:cNvSpPr>
          <p:nvPr>
            <p:ph type="body" orient="vert" idx="1"/>
          </p:nvPr>
        </p:nvSpPr>
        <p:spPr>
          <a:xfrm>
            <a:off x="609600" y="282575"/>
            <a:ext cx="6019800" cy="60420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4E68E-040F-4912-9B7B-725CFB7D6315}"/>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0D139E95-5F5B-4E87-9B2F-A9A70957AB00}"/>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C4FE7F3-EC17-415F-863D-DF17690ED1C0}"/>
              </a:ext>
            </a:extLst>
          </p:cNvPr>
          <p:cNvSpPr>
            <a:spLocks noGrp="1"/>
          </p:cNvSpPr>
          <p:nvPr>
            <p:ph type="sldNum" sz="quarter" idx="12"/>
          </p:nvPr>
        </p:nvSpPr>
        <p:spPr/>
        <p:txBody>
          <a:bodyPr/>
          <a:lstStyle>
            <a:lvl1pPr>
              <a:defRPr/>
            </a:lvl1pPr>
          </a:lstStyle>
          <a:p>
            <a:fld id="{74DC5CE5-D93D-42E1-A365-D1BB034BB8AD}" type="slidenum">
              <a:rPr lang="en-US" altLang="en-US"/>
              <a:pPr/>
              <a:t>‹#›</a:t>
            </a:fld>
            <a:endParaRPr lang="en-US" altLang="en-US"/>
          </a:p>
        </p:txBody>
      </p:sp>
    </p:spTree>
    <p:extLst>
      <p:ext uri="{BB962C8B-B14F-4D97-AF65-F5344CB8AC3E}">
        <p14:creationId xmlns:p14="http://schemas.microsoft.com/office/powerpoint/2010/main" val="43784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22"/>
          <p:cNvSpPr>
            <a:spLocks noChangeArrowheads="1"/>
          </p:cNvSpPr>
          <p:nvPr/>
        </p:nvSpPr>
        <p:spPr bwMode="gray">
          <a:xfrm>
            <a:off x="3132138" y="3716338"/>
            <a:ext cx="5400675" cy="1441450"/>
          </a:xfrm>
          <a:prstGeom prst="rect">
            <a:avLst/>
          </a:prstGeom>
          <a:solidFill>
            <a:schemeClr val="accent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panose="020B0604020202020204" pitchFamily="34" charset="0"/>
            </a:endParaRPr>
          </a:p>
        </p:txBody>
      </p:sp>
      <p:sp>
        <p:nvSpPr>
          <p:cNvPr id="5" name="Rectangle 19"/>
          <p:cNvSpPr>
            <a:spLocks noChangeArrowheads="1"/>
          </p:cNvSpPr>
          <p:nvPr/>
        </p:nvSpPr>
        <p:spPr bwMode="gray">
          <a:xfrm>
            <a:off x="1600200" y="3716338"/>
            <a:ext cx="1724025" cy="1441450"/>
          </a:xfrm>
          <a:prstGeom prst="rect">
            <a:avLst/>
          </a:prstGeom>
          <a:solidFill>
            <a:schemeClr val="tx2"/>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panose="020B0604020202020204" pitchFamily="34" charset="0"/>
            </a:endParaRPr>
          </a:p>
        </p:txBody>
      </p:sp>
      <p:pic>
        <p:nvPicPr>
          <p:cNvPr id="6"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gray">
          <a:xfrm>
            <a:off x="1609725" y="0"/>
            <a:ext cx="7045325" cy="371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7"/>
          <p:cNvSpPr>
            <a:spLocks noChangeArrowheads="1"/>
          </p:cNvSpPr>
          <p:nvPr/>
        </p:nvSpPr>
        <p:spPr bwMode="gray">
          <a:xfrm>
            <a:off x="8534400" y="0"/>
            <a:ext cx="609600" cy="6858000"/>
          </a:xfrm>
          <a:prstGeom prst="rect">
            <a:avLst/>
          </a:prstGeom>
          <a:solidFill>
            <a:schemeClr val="accent2"/>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panose="020B0604020202020204" pitchFamily="34" charset="0"/>
            </a:endParaRPr>
          </a:p>
        </p:txBody>
      </p:sp>
      <p:sp>
        <p:nvSpPr>
          <p:cNvPr id="8" name="Text Box 14"/>
          <p:cNvSpPr txBox="1">
            <a:spLocks noChangeArrowheads="1"/>
          </p:cNvSpPr>
          <p:nvPr/>
        </p:nvSpPr>
        <p:spPr bwMode="gray">
          <a:xfrm>
            <a:off x="152400" y="304800"/>
            <a:ext cx="1308100" cy="519113"/>
          </a:xfrm>
          <a:prstGeom prst="rect">
            <a:avLst/>
          </a:prstGeom>
          <a:noFill/>
          <a:ln w="9525">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800" b="1" i="0" u="none" strike="noStrike" kern="1200" cap="none" spc="0" normalizeH="0" baseline="0" noProof="0">
                <a:ln>
                  <a:noFill/>
                </a:ln>
                <a:solidFill>
                  <a:srgbClr val="808080"/>
                </a:solidFill>
                <a:effectLst/>
                <a:uLnTx/>
                <a:uFillTx/>
                <a:latin typeface="Verdana" pitchFamily="34" charset="0"/>
                <a:ea typeface="+mn-ea"/>
                <a:cs typeface="Arial" panose="020B0604020202020204" pitchFamily="34" charset="0"/>
              </a:rPr>
              <a:t>LOGO</a:t>
            </a:r>
          </a:p>
        </p:txBody>
      </p:sp>
      <p:sp>
        <p:nvSpPr>
          <p:cNvPr id="9" name="AutoShape 23"/>
          <p:cNvSpPr>
            <a:spLocks noChangeArrowheads="1"/>
          </p:cNvSpPr>
          <p:nvPr/>
        </p:nvSpPr>
        <p:spPr bwMode="gray">
          <a:xfrm rot="5400000">
            <a:off x="8058150" y="4164013"/>
            <a:ext cx="1420813" cy="503237"/>
          </a:xfrm>
          <a:prstGeom prst="triangle">
            <a:avLst>
              <a:gd name="adj" fmla="val 50000"/>
            </a:avLst>
          </a:prstGeom>
          <a:solidFill>
            <a:schemeClr val="accent1"/>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panose="020B0604020202020204" pitchFamily="34" charset="0"/>
            </a:endParaRPr>
          </a:p>
        </p:txBody>
      </p:sp>
      <p:sp>
        <p:nvSpPr>
          <p:cNvPr id="3075" name="Rectangle 3"/>
          <p:cNvSpPr>
            <a:spLocks noGrp="1" noChangeArrowheads="1"/>
          </p:cNvSpPr>
          <p:nvPr>
            <p:ph type="subTitle" idx="1"/>
          </p:nvPr>
        </p:nvSpPr>
        <p:spPr bwMode="gray">
          <a:xfrm>
            <a:off x="1600200" y="5229225"/>
            <a:ext cx="6858000" cy="381000"/>
          </a:xfrm>
        </p:spPr>
        <p:txBody>
          <a:bodyPr/>
          <a:lstStyle>
            <a:lvl1pPr marL="0" indent="0" algn="ctr">
              <a:buFont typeface="Wingdings" pitchFamily="2" charset="2"/>
              <a:buNone/>
              <a:defRPr sz="2400">
                <a:solidFill>
                  <a:schemeClr val="hlink"/>
                </a:solidFill>
              </a:defRPr>
            </a:lvl1pPr>
          </a:lstStyle>
          <a:p>
            <a:r>
              <a:rPr lang="en-US" smtClean="0"/>
              <a:t>Click to edit Master subtitle style</a:t>
            </a:r>
            <a:endParaRPr lang="en-US"/>
          </a:p>
        </p:txBody>
      </p:sp>
      <p:sp>
        <p:nvSpPr>
          <p:cNvPr id="3074" name="Rectangle 2"/>
          <p:cNvSpPr>
            <a:spLocks noGrp="1" noChangeArrowheads="1"/>
          </p:cNvSpPr>
          <p:nvPr>
            <p:ph type="ctrTitle"/>
          </p:nvPr>
        </p:nvSpPr>
        <p:spPr bwMode="gray">
          <a:xfrm>
            <a:off x="1676400" y="3908425"/>
            <a:ext cx="6858000" cy="1012825"/>
          </a:xfrm>
        </p:spPr>
        <p:txBody>
          <a:bodyPr/>
          <a:lstStyle>
            <a:lvl1pPr>
              <a:defRPr sz="4000">
                <a:solidFill>
                  <a:schemeClr val="bg1"/>
                </a:solidFill>
              </a:defRPr>
            </a:lvl1pPr>
          </a:lstStyle>
          <a:p>
            <a:r>
              <a:rPr lang="en-US" smtClean="0"/>
              <a:t>Click to edit Master title style</a:t>
            </a:r>
            <a:endParaRPr lang="en-US"/>
          </a:p>
        </p:txBody>
      </p:sp>
      <p:sp>
        <p:nvSpPr>
          <p:cNvPr id="10" name="Rectangle 4"/>
          <p:cNvSpPr>
            <a:spLocks noGrp="1" noChangeArrowheads="1"/>
          </p:cNvSpPr>
          <p:nvPr>
            <p:ph type="dt" sz="half" idx="10"/>
          </p:nvPr>
        </p:nvSpPr>
        <p:spPr bwMode="gray">
          <a:xfrm>
            <a:off x="457200" y="6553200"/>
            <a:ext cx="2133600" cy="168275"/>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l">
              <a:defRPr sz="1200">
                <a:solidFill>
                  <a:schemeClr val="accent2"/>
                </a:solidFill>
                <a:latin typeface="+mn-lt"/>
                <a:cs typeface="+mn-cs"/>
              </a:defRPr>
            </a:lvl1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sp>
        <p:nvSpPr>
          <p:cNvPr id="11" name="Rectangle 5"/>
          <p:cNvSpPr>
            <a:spLocks noGrp="1" noChangeArrowheads="1"/>
          </p:cNvSpPr>
          <p:nvPr>
            <p:ph type="ftr" sz="quarter" idx="11"/>
          </p:nvPr>
        </p:nvSpPr>
        <p:spPr bwMode="gray">
          <a:xfrm>
            <a:off x="3124200" y="6553200"/>
            <a:ext cx="2895600" cy="168275"/>
          </a:xfrm>
        </p:spPr>
        <p:txBody>
          <a:bodyPr/>
          <a:lstStyle>
            <a:lvl1pPr algn="ct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sp>
        <p:nvSpPr>
          <p:cNvPr id="12" name="Rectangle 6"/>
          <p:cNvSpPr>
            <a:spLocks noGrp="1" noChangeArrowheads="1"/>
          </p:cNvSpPr>
          <p:nvPr>
            <p:ph type="sldNum" sz="quarter" idx="12"/>
          </p:nvPr>
        </p:nvSpPr>
        <p:spPr bwMode="gray">
          <a:xfrm>
            <a:off x="6324600" y="6553200"/>
            <a:ext cx="2133600" cy="168275"/>
          </a:xfrm>
        </p:spPr>
        <p:txBody>
          <a:bodyPr/>
          <a:lstStyle>
            <a:lvl1pPr algn="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95541092-8E9C-4B99-B842-1B73972A57EC}"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3459312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5"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D96827C8-5059-4F6D-A4FC-6DD5455AC9CC}"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21660770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5"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0A591944-422C-452B-8455-640B8FC0332A}"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3525612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076325"/>
            <a:ext cx="3984625"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822825" y="1076325"/>
            <a:ext cx="3986213"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6"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2E33EEE5-B0F2-4770-92AA-17C6908C0D2F}"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40312011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8"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A2E4E5E7-B35E-4889-89B1-45DA1924055E}"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34284569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4"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C7EA27D4-F055-48FB-AB7E-B4F388FF220E}"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39093819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3"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7D5E48C5-3002-439A-9F5F-8E397E8EBB99}"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26426674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6"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6F9667C8-16E5-4394-9B78-0BFD39B70F9D}"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3995618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6"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5588B4E1-FED0-41B7-B015-45E40655051D}"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121989522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5"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371830AF-09C2-492B-93E1-5819B9A847AD}"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330874308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38950" y="122238"/>
            <a:ext cx="2076450" cy="62023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22238"/>
            <a:ext cx="6076950" cy="6202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5"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CBBDF20E-5F81-4D0F-8D39-89515F470E12}"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2985245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8305800" cy="563562"/>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685800" y="1076325"/>
            <a:ext cx="8123238" cy="5248275"/>
          </a:xfrm>
        </p:spPr>
        <p:txBody>
          <a:bodyPr/>
          <a:lstStyle/>
          <a:p>
            <a:pPr lvl="0"/>
            <a:r>
              <a:rPr lang="en-US" noProof="0" smtClean="0"/>
              <a:t>Click icon to add table</a:t>
            </a:r>
            <a:endParaRPr lang="en-US" noProof="0"/>
          </a:p>
        </p:txBody>
      </p:sp>
      <p:sp>
        <p:nvSpPr>
          <p:cNvPr id="4"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5"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44307363-1327-46DB-8819-4349EE63280B}"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28165855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chart" preserve="1">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8305800" cy="563562"/>
          </a:xfrm>
        </p:spPr>
        <p:txBody>
          <a:bodyPr/>
          <a:lstStyle/>
          <a:p>
            <a:r>
              <a:rPr lang="en-US" smtClean="0"/>
              <a:t>Click to edit Master title style</a:t>
            </a:r>
            <a:endParaRPr lang="en-US"/>
          </a:p>
        </p:txBody>
      </p:sp>
      <p:sp>
        <p:nvSpPr>
          <p:cNvPr id="3" name="Chart Placeholder 2"/>
          <p:cNvSpPr>
            <a:spLocks noGrp="1"/>
          </p:cNvSpPr>
          <p:nvPr>
            <p:ph type="chart" idx="1"/>
          </p:nvPr>
        </p:nvSpPr>
        <p:spPr>
          <a:xfrm>
            <a:off x="685800" y="1076325"/>
            <a:ext cx="8123238" cy="5248275"/>
          </a:xfrm>
        </p:spPr>
        <p:txBody>
          <a:bodyPr/>
          <a:lstStyle/>
          <a:p>
            <a:pPr lvl="0"/>
            <a:endParaRPr lang="en-US" noProof="0"/>
          </a:p>
        </p:txBody>
      </p:sp>
      <p:sp>
        <p:nvSpPr>
          <p:cNvPr id="4"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5"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33F6345C-0A25-4316-9264-802626EBF5CE}"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2371639128"/>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122238"/>
            <a:ext cx="8305800" cy="62023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5"/>
          <p:cNvSpPr>
            <a:spLocks noGrp="1" noChangeArrowheads="1"/>
          </p:cNvSpPr>
          <p:nvPr>
            <p:ph type="ftr" sz="quarter" idx="10"/>
          </p:nvPr>
        </p:nvSpPr>
        <p:spPr>
          <a:ln/>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4" name="Rectangle 6"/>
          <p:cNvSpPr>
            <a:spLocks noGrp="1" noChangeArrowheads="1"/>
          </p:cNvSpPr>
          <p:nvPr>
            <p:ph type="sldNum" sz="quarter" idx="11"/>
          </p:nvPr>
        </p:nvSpPr>
        <p:spPr>
          <a:ln/>
        </p:spPr>
        <p:txBody>
          <a:bodyPr/>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2E794BB5-598B-464E-90DE-BBD23F1BA36B}"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Tree>
    <p:extLst>
      <p:ext uri="{BB962C8B-B14F-4D97-AF65-F5344CB8AC3E}">
        <p14:creationId xmlns:p14="http://schemas.microsoft.com/office/powerpoint/2010/main" val="3748141731"/>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1405D41-0CC5-41DF-A29F-0509945FC107}"/>
              </a:ext>
            </a:extLst>
          </p:cNvPr>
          <p:cNvSpPr>
            <a:spLocks noGrp="1" noChangeArrowheads="1"/>
          </p:cNvSpPr>
          <p:nvPr>
            <p:ph type="title"/>
          </p:nvPr>
        </p:nvSpPr>
        <p:spPr bwMode="auto">
          <a:xfrm>
            <a:off x="1752600" y="282575"/>
            <a:ext cx="7086600" cy="944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E07D3DA-2B85-42CC-8062-8B65F67586B0}"/>
              </a:ext>
            </a:extLst>
          </p:cNvPr>
          <p:cNvSpPr>
            <a:spLocks noGrp="1" noChangeArrowheads="1"/>
          </p:cNvSpPr>
          <p:nvPr>
            <p:ph type="body" idx="1"/>
          </p:nvPr>
        </p:nvSpPr>
        <p:spPr bwMode="auto">
          <a:xfrm>
            <a:off x="609600" y="1633538"/>
            <a:ext cx="8229600" cy="4691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E07E20C1-4C65-4624-AA2D-747E84F1D3CB}"/>
              </a:ext>
            </a:extLst>
          </p:cNvPr>
          <p:cNvSpPr>
            <a:spLocks noGrp="1" noChangeArrowheads="1"/>
          </p:cNvSpPr>
          <p:nvPr>
            <p:ph type="dt" sz="half" idx="2"/>
          </p:nvPr>
        </p:nvSpPr>
        <p:spPr bwMode="auto">
          <a:xfrm>
            <a:off x="609600" y="6278563"/>
            <a:ext cx="1981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en-US"/>
          </a:p>
        </p:txBody>
      </p:sp>
      <p:sp>
        <p:nvSpPr>
          <p:cNvPr id="1029" name="Rectangle 5">
            <a:extLst>
              <a:ext uri="{FF2B5EF4-FFF2-40B4-BE49-F238E27FC236}">
                <a16:creationId xmlns:a16="http://schemas.microsoft.com/office/drawing/2014/main" id="{DF6370B7-BED3-4B38-A932-BD0A5880CB44}"/>
              </a:ext>
            </a:extLst>
          </p:cNvPr>
          <p:cNvSpPr>
            <a:spLocks noGrp="1" noChangeArrowheads="1"/>
          </p:cNvSpPr>
          <p:nvPr>
            <p:ph type="ftr" sz="quarter" idx="3"/>
          </p:nvPr>
        </p:nvSpPr>
        <p:spPr bwMode="auto">
          <a:xfrm>
            <a:off x="2719388" y="62833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en-US"/>
          </a:p>
        </p:txBody>
      </p:sp>
      <p:sp>
        <p:nvSpPr>
          <p:cNvPr id="1030" name="Rectangle 6">
            <a:extLst>
              <a:ext uri="{FF2B5EF4-FFF2-40B4-BE49-F238E27FC236}">
                <a16:creationId xmlns:a16="http://schemas.microsoft.com/office/drawing/2014/main" id="{848F6441-6898-4A31-A185-8673B9B54ACB}"/>
              </a:ext>
            </a:extLst>
          </p:cNvPr>
          <p:cNvSpPr>
            <a:spLocks noGrp="1" noChangeArrowheads="1"/>
          </p:cNvSpPr>
          <p:nvPr>
            <p:ph type="sldNum" sz="quarter" idx="4"/>
          </p:nvPr>
        </p:nvSpPr>
        <p:spPr bwMode="auto">
          <a:xfrm>
            <a:off x="6705600" y="6226175"/>
            <a:ext cx="213360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306FFC55-A7E0-43C6-B48A-D297196E04B7}"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spcBef>
          <a:spcPct val="0"/>
        </a:spcBef>
        <a:spcAft>
          <a:spcPct val="0"/>
        </a:spcAft>
        <a:defRPr sz="3200" b="1" kern="1200">
          <a:solidFill>
            <a:srgbClr val="996633"/>
          </a:solidFill>
          <a:latin typeface="+mj-lt"/>
          <a:ea typeface="+mj-ea"/>
          <a:cs typeface="+mj-cs"/>
        </a:defRPr>
      </a:lvl1pPr>
      <a:lvl2pPr algn="l" rtl="0" fontAlgn="base">
        <a:spcBef>
          <a:spcPct val="0"/>
        </a:spcBef>
        <a:spcAft>
          <a:spcPct val="0"/>
        </a:spcAft>
        <a:defRPr sz="3200" b="1">
          <a:solidFill>
            <a:srgbClr val="996633"/>
          </a:solidFill>
          <a:latin typeface="Arial" panose="020B0604020202020204" pitchFamily="34" charset="0"/>
        </a:defRPr>
      </a:lvl2pPr>
      <a:lvl3pPr algn="l" rtl="0" fontAlgn="base">
        <a:spcBef>
          <a:spcPct val="0"/>
        </a:spcBef>
        <a:spcAft>
          <a:spcPct val="0"/>
        </a:spcAft>
        <a:defRPr sz="3200" b="1">
          <a:solidFill>
            <a:srgbClr val="996633"/>
          </a:solidFill>
          <a:latin typeface="Arial" panose="020B0604020202020204" pitchFamily="34" charset="0"/>
        </a:defRPr>
      </a:lvl3pPr>
      <a:lvl4pPr algn="l" rtl="0" fontAlgn="base">
        <a:spcBef>
          <a:spcPct val="0"/>
        </a:spcBef>
        <a:spcAft>
          <a:spcPct val="0"/>
        </a:spcAft>
        <a:defRPr sz="3200" b="1">
          <a:solidFill>
            <a:srgbClr val="996633"/>
          </a:solidFill>
          <a:latin typeface="Arial" panose="020B0604020202020204" pitchFamily="34" charset="0"/>
        </a:defRPr>
      </a:lvl4pPr>
      <a:lvl5pPr algn="l" rtl="0" fontAlgn="base">
        <a:spcBef>
          <a:spcPct val="0"/>
        </a:spcBef>
        <a:spcAft>
          <a:spcPct val="0"/>
        </a:spcAft>
        <a:defRPr sz="3200" b="1">
          <a:solidFill>
            <a:srgbClr val="996633"/>
          </a:solidFill>
          <a:latin typeface="Arial" panose="020B0604020202020204" pitchFamily="34" charset="0"/>
        </a:defRPr>
      </a:lvl5pPr>
      <a:lvl6pPr marL="457200" algn="l" rtl="0" fontAlgn="base">
        <a:spcBef>
          <a:spcPct val="0"/>
        </a:spcBef>
        <a:spcAft>
          <a:spcPct val="0"/>
        </a:spcAft>
        <a:defRPr sz="3200" b="1">
          <a:solidFill>
            <a:srgbClr val="996633"/>
          </a:solidFill>
          <a:latin typeface="Arial" panose="020B0604020202020204" pitchFamily="34" charset="0"/>
        </a:defRPr>
      </a:lvl6pPr>
      <a:lvl7pPr marL="914400" algn="l" rtl="0" fontAlgn="base">
        <a:spcBef>
          <a:spcPct val="0"/>
        </a:spcBef>
        <a:spcAft>
          <a:spcPct val="0"/>
        </a:spcAft>
        <a:defRPr sz="3200" b="1">
          <a:solidFill>
            <a:srgbClr val="996633"/>
          </a:solidFill>
          <a:latin typeface="Arial" panose="020B0604020202020204" pitchFamily="34" charset="0"/>
        </a:defRPr>
      </a:lvl7pPr>
      <a:lvl8pPr marL="1371600" algn="l" rtl="0" fontAlgn="base">
        <a:spcBef>
          <a:spcPct val="0"/>
        </a:spcBef>
        <a:spcAft>
          <a:spcPct val="0"/>
        </a:spcAft>
        <a:defRPr sz="3200" b="1">
          <a:solidFill>
            <a:srgbClr val="996633"/>
          </a:solidFill>
          <a:latin typeface="Arial" panose="020B0604020202020204" pitchFamily="34" charset="0"/>
        </a:defRPr>
      </a:lvl8pPr>
      <a:lvl9pPr marL="1828800" algn="l" rtl="0" fontAlgn="base">
        <a:spcBef>
          <a:spcPct val="0"/>
        </a:spcBef>
        <a:spcAft>
          <a:spcPct val="0"/>
        </a:spcAft>
        <a:defRPr sz="3200" b="1">
          <a:solidFill>
            <a:srgbClr val="996633"/>
          </a:solidFill>
          <a:latin typeface="Arial" panose="020B0604020202020204" pitchFamily="34" charset="0"/>
        </a:defRPr>
      </a:lvl9pPr>
    </p:titleStyle>
    <p:bodyStyle>
      <a:lvl1pPr marL="342900" indent="-342900" algn="l" rtl="0" fontAlgn="base">
        <a:spcBef>
          <a:spcPct val="20000"/>
        </a:spcBef>
        <a:spcAft>
          <a:spcPct val="0"/>
        </a:spcAft>
        <a:buChar char="•"/>
        <a:defRPr sz="2900" kern="1200">
          <a:solidFill>
            <a:srgbClr val="000066"/>
          </a:solidFill>
          <a:latin typeface="+mn-lt"/>
          <a:ea typeface="+mn-ea"/>
          <a:cs typeface="+mn-cs"/>
        </a:defRPr>
      </a:lvl1pPr>
      <a:lvl2pPr marL="742950" indent="-285750" algn="l" rtl="0" fontAlgn="base">
        <a:spcBef>
          <a:spcPct val="20000"/>
        </a:spcBef>
        <a:spcAft>
          <a:spcPct val="0"/>
        </a:spcAft>
        <a:buChar char="–"/>
        <a:defRPr sz="2600" kern="1200">
          <a:solidFill>
            <a:srgbClr val="000066"/>
          </a:solidFill>
          <a:latin typeface="+mn-lt"/>
          <a:ea typeface="+mn-ea"/>
          <a:cs typeface="+mn-cs"/>
        </a:defRPr>
      </a:lvl2pPr>
      <a:lvl3pPr marL="1143000" indent="-228600" algn="l" rtl="0" fontAlgn="base">
        <a:spcBef>
          <a:spcPct val="20000"/>
        </a:spcBef>
        <a:spcAft>
          <a:spcPct val="0"/>
        </a:spcAft>
        <a:buChar char="•"/>
        <a:defRPr sz="2200" kern="1200">
          <a:solidFill>
            <a:srgbClr val="000066"/>
          </a:solidFill>
          <a:latin typeface="+mn-lt"/>
          <a:ea typeface="+mn-ea"/>
          <a:cs typeface="+mn-cs"/>
        </a:defRPr>
      </a:lvl3pPr>
      <a:lvl4pPr marL="1600200" indent="-228600" algn="l" rtl="0" fontAlgn="base">
        <a:spcBef>
          <a:spcPct val="20000"/>
        </a:spcBef>
        <a:spcAft>
          <a:spcPct val="0"/>
        </a:spcAft>
        <a:buChar char="–"/>
        <a:defRPr kern="1200">
          <a:solidFill>
            <a:srgbClr val="000066"/>
          </a:solidFill>
          <a:latin typeface="+mn-lt"/>
          <a:ea typeface="+mn-ea"/>
          <a:cs typeface="+mn-cs"/>
        </a:defRPr>
      </a:lvl4pPr>
      <a:lvl5pPr marL="2057400" indent="-228600" algn="l" rtl="0" fontAlgn="base">
        <a:spcBef>
          <a:spcPct val="20000"/>
        </a:spcBef>
        <a:spcAft>
          <a:spcPct val="0"/>
        </a:spcAft>
        <a:buChar char="»"/>
        <a:defRPr kern="1200">
          <a:solidFill>
            <a:srgbClr val="00006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5"/>
          <p:cNvSpPr>
            <a:spLocks noChangeArrowheads="1"/>
          </p:cNvSpPr>
          <p:nvPr/>
        </p:nvSpPr>
        <p:spPr bwMode="gray">
          <a:xfrm>
            <a:off x="0" y="-9525"/>
            <a:ext cx="9144000" cy="847725"/>
          </a:xfrm>
          <a:prstGeom prst="rect">
            <a:avLst/>
          </a:prstGeom>
          <a:gradFill rotWithShape="1">
            <a:gsLst>
              <a:gs pos="0">
                <a:schemeClr val="accent2">
                  <a:gamma/>
                  <a:shade val="46275"/>
                  <a:invGamma/>
                </a:schemeClr>
              </a:gs>
              <a:gs pos="100000">
                <a:schemeClr val="accent2"/>
              </a:gs>
            </a:gsLst>
            <a:lin ang="0" scaled="1"/>
          </a:gra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panose="020B0604020202020204" pitchFamily="34" charset="0"/>
            </a:endParaRPr>
          </a:p>
        </p:txBody>
      </p:sp>
      <p:sp>
        <p:nvSpPr>
          <p:cNvPr id="1040" name="Rectangle 16"/>
          <p:cNvSpPr>
            <a:spLocks noChangeArrowheads="1"/>
          </p:cNvSpPr>
          <p:nvPr/>
        </p:nvSpPr>
        <p:spPr bwMode="gray">
          <a:xfrm>
            <a:off x="8964613" y="836613"/>
            <a:ext cx="179387" cy="5832475"/>
          </a:xfrm>
          <a:prstGeom prst="rect">
            <a:avLst/>
          </a:prstGeom>
          <a:gradFill rotWithShape="1">
            <a:gsLst>
              <a:gs pos="0">
                <a:schemeClr val="accent2"/>
              </a:gs>
              <a:gs pos="100000">
                <a:schemeClr val="tx2"/>
              </a:gs>
            </a:gsLst>
            <a:lin ang="5400000" scaled="1"/>
          </a:gra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panose="020B0604020202020204" pitchFamily="34" charset="0"/>
            </a:endParaRPr>
          </a:p>
        </p:txBody>
      </p:sp>
      <p:sp>
        <p:nvSpPr>
          <p:cNvPr id="1041" name="Rectangle 17"/>
          <p:cNvSpPr>
            <a:spLocks noChangeArrowheads="1"/>
          </p:cNvSpPr>
          <p:nvPr/>
        </p:nvSpPr>
        <p:spPr bwMode="gray">
          <a:xfrm>
            <a:off x="0" y="836613"/>
            <a:ext cx="611188" cy="6034087"/>
          </a:xfrm>
          <a:prstGeom prst="rect">
            <a:avLst/>
          </a:prstGeom>
          <a:gradFill rotWithShape="1">
            <a:gsLst>
              <a:gs pos="0">
                <a:schemeClr val="accent1"/>
              </a:gs>
              <a:gs pos="100000">
                <a:schemeClr val="tx2"/>
              </a:gs>
            </a:gsLst>
            <a:lin ang="5400000" scaled="1"/>
          </a:gra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panose="020B0604020202020204" pitchFamily="34" charset="0"/>
            </a:endParaRPr>
          </a:p>
        </p:txBody>
      </p:sp>
      <p:sp>
        <p:nvSpPr>
          <p:cNvPr id="1042" name="Rectangle 18"/>
          <p:cNvSpPr>
            <a:spLocks noChangeArrowheads="1"/>
          </p:cNvSpPr>
          <p:nvPr/>
        </p:nvSpPr>
        <p:spPr bwMode="gray">
          <a:xfrm>
            <a:off x="611188" y="6467475"/>
            <a:ext cx="8532812" cy="404813"/>
          </a:xfrm>
          <a:prstGeom prst="rect">
            <a:avLst/>
          </a:prstGeom>
          <a:solidFill>
            <a:schemeClr val="tx2"/>
          </a:solidFill>
          <a:ln w="9525">
            <a:noFill/>
            <a:miter lim="800000"/>
            <a:headEnd/>
            <a:tailEnd/>
          </a:ln>
          <a:effec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charset="0"/>
              <a:ea typeface="+mn-ea"/>
              <a:cs typeface="Arial" panose="020B0604020202020204" pitchFamily="34" charset="0"/>
            </a:endParaRPr>
          </a:p>
        </p:txBody>
      </p:sp>
      <p:sp>
        <p:nvSpPr>
          <p:cNvPr id="1030" name="Rectangle 3"/>
          <p:cNvSpPr>
            <a:spLocks noGrp="1" noChangeArrowheads="1"/>
          </p:cNvSpPr>
          <p:nvPr>
            <p:ph type="body" idx="1"/>
          </p:nvPr>
        </p:nvSpPr>
        <p:spPr bwMode="auto">
          <a:xfrm>
            <a:off x="685800" y="1076325"/>
            <a:ext cx="8123238"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9" name="Rectangle 5"/>
          <p:cNvSpPr>
            <a:spLocks noGrp="1" noChangeArrowheads="1"/>
          </p:cNvSpPr>
          <p:nvPr>
            <p:ph type="ftr" sz="quarter" idx="3"/>
          </p:nvPr>
        </p:nvSpPr>
        <p:spPr bwMode="auto">
          <a:xfrm>
            <a:off x="6096000" y="6461125"/>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accent2"/>
                </a:solidFill>
                <a:latin typeface="+mn-lt"/>
                <a:cs typeface="+mn-cs"/>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a:ea typeface="+mn-ea"/>
                <a:cs typeface="+mn-cs"/>
              </a:rPr>
              <a:t>Company Logo</a:t>
            </a:r>
          </a:p>
        </p:txBody>
      </p:sp>
      <p:sp>
        <p:nvSpPr>
          <p:cNvPr id="2" name="Rectangle 6"/>
          <p:cNvSpPr>
            <a:spLocks noGrp="1" noChangeArrowheads="1"/>
          </p:cNvSpPr>
          <p:nvPr>
            <p:ph type="sldNum" sz="quarter" idx="4"/>
          </p:nvPr>
        </p:nvSpPr>
        <p:spPr bwMode="auto">
          <a:xfrm>
            <a:off x="3810000" y="6461125"/>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accent2"/>
                </a:solidFill>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tabLst/>
              <a:defRPr/>
            </a:pPr>
            <a:fld id="{6BF9AB6C-6900-40A2-8D91-C2F34B88B7E4}" type="slidenum">
              <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rPr>
              <a:pPr marL="0" marR="0" lvl="0" indent="0" algn="ctr" defTabSz="914400" rtl="0" eaLnBrk="1" fontAlgn="base" latinLnBrk="0" hangingPunct="1">
                <a:lnSpc>
                  <a:spcPct val="100000"/>
                </a:lnSpc>
                <a:spcBef>
                  <a:spcPct val="0"/>
                </a:spcBef>
                <a:spcAft>
                  <a:spcPct val="0"/>
                </a:spcAft>
                <a:buClrTx/>
                <a:buSzTx/>
                <a:buFontTx/>
                <a:buNone/>
                <a:tabLst/>
                <a:defRPr/>
              </a:pPr>
              <a:t>‹#›</a:t>
            </a:fld>
            <a:endParaRPr kumimoji="0" lang="en-US" altLang="en-US" sz="1200" b="0" i="0" u="none" strike="noStrike" kern="1200" cap="none" spc="0" normalizeH="0" baseline="0" noProof="0" smtClean="0">
              <a:ln>
                <a:noFill/>
              </a:ln>
              <a:solidFill>
                <a:srgbClr val="7C4D36"/>
              </a:solidFill>
              <a:effectLst/>
              <a:uLnTx/>
              <a:uFillTx/>
              <a:latin typeface="Verdana" panose="020B0604030504040204" pitchFamily="34" charset="0"/>
              <a:ea typeface="+mn-ea"/>
              <a:cs typeface="Arial" panose="020B0604020202020204" pitchFamily="34" charset="0"/>
            </a:endParaRPr>
          </a:p>
        </p:txBody>
      </p:sp>
      <p:sp>
        <p:nvSpPr>
          <p:cNvPr id="1033" name="Rectangle 2"/>
          <p:cNvSpPr>
            <a:spLocks noGrp="1" noChangeArrowheads="1"/>
          </p:cNvSpPr>
          <p:nvPr>
            <p:ph type="title"/>
          </p:nvPr>
        </p:nvSpPr>
        <p:spPr bwMode="white">
          <a:xfrm>
            <a:off x="609600" y="122238"/>
            <a:ext cx="8305800" cy="56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pic>
        <p:nvPicPr>
          <p:cNvPr id="3082" name="Picture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4763"/>
            <a:ext cx="596900" cy="841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5" name="Text Box 21"/>
          <p:cNvSpPr txBox="1">
            <a:spLocks noChangeArrowheads="1"/>
          </p:cNvSpPr>
          <p:nvPr/>
        </p:nvSpPr>
        <p:spPr bwMode="auto">
          <a:xfrm rot="16200000">
            <a:off x="-598487" y="5419725"/>
            <a:ext cx="1992312" cy="274638"/>
          </a:xfrm>
          <a:prstGeom prst="rect">
            <a:avLst/>
          </a:prstGeom>
          <a:noFill/>
          <a:ln w="9525">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7C4D36"/>
                </a:solidFill>
                <a:effectLst/>
                <a:uLnTx/>
                <a:uFillTx/>
                <a:latin typeface="Verdana" pitchFamily="34" charset="0"/>
                <a:ea typeface="+mn-ea"/>
                <a:cs typeface="Arial" panose="020B0604020202020204" pitchFamily="34" charset="0"/>
              </a:rPr>
              <a:t>www.themegallery.com</a:t>
            </a:r>
          </a:p>
        </p:txBody>
      </p:sp>
    </p:spTree>
    <p:extLst>
      <p:ext uri="{BB962C8B-B14F-4D97-AF65-F5344CB8AC3E}">
        <p14:creationId xmlns:p14="http://schemas.microsoft.com/office/powerpoint/2010/main" val="19476100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033"/>
                                        </p:tgtEl>
                                        <p:attrNameLst>
                                          <p:attrName>style.visibility</p:attrName>
                                        </p:attrNameLst>
                                      </p:cBhvr>
                                      <p:to>
                                        <p:strVal val="visible"/>
                                      </p:to>
                                    </p:set>
                                    <p:anim calcmode="lin" valueType="num">
                                      <p:cBhvr>
                                        <p:cTn id="7" dur="500" fill="hold"/>
                                        <p:tgtEl>
                                          <p:spTgt spid="1033"/>
                                        </p:tgtEl>
                                        <p:attrNameLst>
                                          <p:attrName>ppt_w</p:attrName>
                                        </p:attrNameLst>
                                      </p:cBhvr>
                                      <p:tavLst>
                                        <p:tav tm="0">
                                          <p:val>
                                            <p:fltVal val="0"/>
                                          </p:val>
                                        </p:tav>
                                        <p:tav tm="100000">
                                          <p:val>
                                            <p:strVal val="#ppt_w"/>
                                          </p:val>
                                        </p:tav>
                                      </p:tavLst>
                                    </p:anim>
                                    <p:anim calcmode="lin" valueType="num">
                                      <p:cBhvr>
                                        <p:cTn id="8" dur="500" fill="hold"/>
                                        <p:tgtEl>
                                          <p:spTgt spid="1033"/>
                                        </p:tgtEl>
                                        <p:attrNameLst>
                                          <p:attrName>ppt_h</p:attrName>
                                        </p:attrNameLst>
                                      </p:cBhvr>
                                      <p:tavLst>
                                        <p:tav tm="0">
                                          <p:val>
                                            <p:fltVal val="0"/>
                                          </p:val>
                                        </p:tav>
                                        <p:tav tm="100000">
                                          <p:val>
                                            <p:strVal val="#ppt_h"/>
                                          </p:val>
                                        </p:tav>
                                      </p:tavLst>
                                    </p:anim>
                                    <p:animEffect transition="in" filter="fade">
                                      <p:cBhvr>
                                        <p:cTn id="9" dur="500"/>
                                        <p:tgtEl>
                                          <p:spTgt spid="1033"/>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1030">
                                            <p:txEl>
                                              <p:pRg st="0" end="0"/>
                                            </p:txEl>
                                          </p:spTgt>
                                        </p:tgtEl>
                                        <p:attrNameLst>
                                          <p:attrName>style.visibility</p:attrName>
                                        </p:attrNameLst>
                                      </p:cBhvr>
                                      <p:to>
                                        <p:strVal val="visible"/>
                                      </p:to>
                                    </p:set>
                                    <p:animEffect transition="in" filter="fade">
                                      <p:cBhvr>
                                        <p:cTn id="14" dur="1000">
                                          <p:stCondLst>
                                            <p:cond delay="0"/>
                                          </p:stCondLst>
                                        </p:cTn>
                                        <p:tgtEl>
                                          <p:spTgt spid="1030">
                                            <p:txEl>
                                              <p:pRg st="0" end="0"/>
                                            </p:txEl>
                                          </p:spTgt>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30">
                                            <p:txEl>
                                              <p:pRg st="1" end="1"/>
                                            </p:txEl>
                                          </p:spTgt>
                                        </p:tgtEl>
                                        <p:attrNameLst>
                                          <p:attrName>style.visibility</p:attrName>
                                        </p:attrNameLst>
                                      </p:cBhvr>
                                      <p:to>
                                        <p:strVal val="visible"/>
                                      </p:to>
                                    </p:set>
                                    <p:animEffect transition="in" filter="fade">
                                      <p:cBhvr>
                                        <p:cTn id="17" dur="1000">
                                          <p:stCondLst>
                                            <p:cond delay="0"/>
                                          </p:stCondLst>
                                        </p:cTn>
                                        <p:tgtEl>
                                          <p:spTgt spid="1030">
                                            <p:txEl>
                                              <p:pRg st="1" end="1"/>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030">
                                            <p:txEl>
                                              <p:pRg st="2" end="2"/>
                                            </p:txEl>
                                          </p:spTgt>
                                        </p:tgtEl>
                                        <p:attrNameLst>
                                          <p:attrName>style.visibility</p:attrName>
                                        </p:attrNameLst>
                                      </p:cBhvr>
                                      <p:to>
                                        <p:strVal val="visible"/>
                                      </p:to>
                                    </p:set>
                                    <p:animEffect transition="in" filter="fade">
                                      <p:cBhvr>
                                        <p:cTn id="20" dur="1000">
                                          <p:stCondLst>
                                            <p:cond delay="0"/>
                                          </p:stCondLst>
                                        </p:cTn>
                                        <p:tgtEl>
                                          <p:spTgt spid="1030">
                                            <p:txEl>
                                              <p:pRg st="2" end="2"/>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30">
                                            <p:txEl>
                                              <p:pRg st="3" end="3"/>
                                            </p:txEl>
                                          </p:spTgt>
                                        </p:tgtEl>
                                        <p:attrNameLst>
                                          <p:attrName>style.visibility</p:attrName>
                                        </p:attrNameLst>
                                      </p:cBhvr>
                                      <p:to>
                                        <p:strVal val="visible"/>
                                      </p:to>
                                    </p:set>
                                    <p:animEffect transition="in" filter="fade">
                                      <p:cBhvr>
                                        <p:cTn id="23" dur="1000">
                                          <p:stCondLst>
                                            <p:cond delay="0"/>
                                          </p:stCondLst>
                                        </p:cTn>
                                        <p:tgtEl>
                                          <p:spTgt spid="1030">
                                            <p:txEl>
                                              <p:pRg st="3" end="3"/>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30">
                                            <p:txEl>
                                              <p:pRg st="4" end="4"/>
                                            </p:txEl>
                                          </p:spTgt>
                                        </p:tgtEl>
                                        <p:attrNameLst>
                                          <p:attrName>style.visibility</p:attrName>
                                        </p:attrNameLst>
                                      </p:cBhvr>
                                      <p:to>
                                        <p:strVal val="visible"/>
                                      </p:to>
                                    </p:set>
                                    <p:animEffect transition="in" filter="fade">
                                      <p:cBhvr>
                                        <p:cTn id="26" dur="1000">
                                          <p:stCondLst>
                                            <p:cond delay="0"/>
                                          </p:stCondLst>
                                        </p:cTn>
                                        <p:tgtEl>
                                          <p:spTgt spid="10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0" grpId="0" build="p">
        <p:tmplLst>
          <p:tmpl lvl="1">
            <p:tnLst>
              <p:par>
                <p:cTn presetID="10" presetClass="entr" presetSubtype="0" fill="hold" nodeType="clickEffect">
                  <p:stCondLst>
                    <p:cond delay="0"/>
                  </p:stCondLst>
                  <p:childTnLst>
                    <p:set>
                      <p:cBhvr>
                        <p:cTn dur="1" fill="hold">
                          <p:stCondLst>
                            <p:cond delay="0"/>
                          </p:stCondLst>
                        </p:cTn>
                        <p:tgtEl>
                          <p:spTgt spid="1030"/>
                        </p:tgtEl>
                        <p:attrNameLst>
                          <p:attrName>style.visibility</p:attrName>
                        </p:attrNameLst>
                      </p:cBhvr>
                      <p:to>
                        <p:strVal val="visible"/>
                      </p:to>
                    </p:set>
                    <p:animEffect transition="in" filter="fade">
                      <p:cBhvr>
                        <p:cTn dur="1000">
                          <p:stCondLst>
                            <p:cond delay="0"/>
                          </p:stCondLst>
                        </p:cTn>
                        <p:tgtEl>
                          <p:spTgt spid="1030"/>
                        </p:tgtEl>
                      </p:cBhvr>
                    </p:animEffect>
                  </p:childTnLst>
                </p:cTn>
              </p:par>
            </p:tnLst>
          </p:tmpl>
          <p:tmpl lvl="2">
            <p:tnLst>
              <p:par>
                <p:cTn presetID="10" presetClass="entr" presetSubtype="0" fill="hold" nodeType="withEffect">
                  <p:stCondLst>
                    <p:cond delay="0"/>
                  </p:stCondLst>
                  <p:childTnLst>
                    <p:set>
                      <p:cBhvr>
                        <p:cTn dur="1" fill="hold">
                          <p:stCondLst>
                            <p:cond delay="0"/>
                          </p:stCondLst>
                        </p:cTn>
                        <p:tgtEl>
                          <p:spTgt spid="1030"/>
                        </p:tgtEl>
                        <p:attrNameLst>
                          <p:attrName>style.visibility</p:attrName>
                        </p:attrNameLst>
                      </p:cBhvr>
                      <p:to>
                        <p:strVal val="visible"/>
                      </p:to>
                    </p:set>
                    <p:animEffect transition="in" filter="fade">
                      <p:cBhvr>
                        <p:cTn dur="1000">
                          <p:stCondLst>
                            <p:cond delay="0"/>
                          </p:stCondLst>
                        </p:cTn>
                        <p:tgtEl>
                          <p:spTgt spid="1030"/>
                        </p:tgtEl>
                      </p:cBhvr>
                    </p:animEffect>
                  </p:childTnLst>
                </p:cTn>
              </p:par>
            </p:tnLst>
          </p:tmpl>
          <p:tmpl lvl="3">
            <p:tnLst>
              <p:par>
                <p:cTn presetID="10" presetClass="entr" presetSubtype="0" fill="hold" nodeType="withEffect">
                  <p:stCondLst>
                    <p:cond delay="0"/>
                  </p:stCondLst>
                  <p:childTnLst>
                    <p:set>
                      <p:cBhvr>
                        <p:cTn dur="1" fill="hold">
                          <p:stCondLst>
                            <p:cond delay="0"/>
                          </p:stCondLst>
                        </p:cTn>
                        <p:tgtEl>
                          <p:spTgt spid="1030"/>
                        </p:tgtEl>
                        <p:attrNameLst>
                          <p:attrName>style.visibility</p:attrName>
                        </p:attrNameLst>
                      </p:cBhvr>
                      <p:to>
                        <p:strVal val="visible"/>
                      </p:to>
                    </p:set>
                    <p:animEffect transition="in" filter="fade">
                      <p:cBhvr>
                        <p:cTn dur="1000">
                          <p:stCondLst>
                            <p:cond delay="0"/>
                          </p:stCondLst>
                        </p:cTn>
                        <p:tgtEl>
                          <p:spTgt spid="1030"/>
                        </p:tgtEl>
                      </p:cBhvr>
                    </p:animEffect>
                  </p:childTnLst>
                </p:cTn>
              </p:par>
            </p:tnLst>
          </p:tmpl>
          <p:tmpl lvl="4">
            <p:tnLst>
              <p:par>
                <p:cTn presetID="10" presetClass="entr" presetSubtype="0" fill="hold" nodeType="withEffect">
                  <p:stCondLst>
                    <p:cond delay="0"/>
                  </p:stCondLst>
                  <p:childTnLst>
                    <p:set>
                      <p:cBhvr>
                        <p:cTn dur="1" fill="hold">
                          <p:stCondLst>
                            <p:cond delay="0"/>
                          </p:stCondLst>
                        </p:cTn>
                        <p:tgtEl>
                          <p:spTgt spid="1030"/>
                        </p:tgtEl>
                        <p:attrNameLst>
                          <p:attrName>style.visibility</p:attrName>
                        </p:attrNameLst>
                      </p:cBhvr>
                      <p:to>
                        <p:strVal val="visible"/>
                      </p:to>
                    </p:set>
                    <p:animEffect transition="in" filter="fade">
                      <p:cBhvr>
                        <p:cTn dur="1000">
                          <p:stCondLst>
                            <p:cond delay="0"/>
                          </p:stCondLst>
                        </p:cTn>
                        <p:tgtEl>
                          <p:spTgt spid="1030"/>
                        </p:tgtEl>
                      </p:cBhvr>
                    </p:animEffect>
                  </p:childTnLst>
                </p:cTn>
              </p:par>
            </p:tnLst>
          </p:tmpl>
          <p:tmpl lvl="5">
            <p:tnLst>
              <p:par>
                <p:cTn presetID="10" presetClass="entr" presetSubtype="0" fill="hold" nodeType="withEffect">
                  <p:stCondLst>
                    <p:cond delay="0"/>
                  </p:stCondLst>
                  <p:childTnLst>
                    <p:set>
                      <p:cBhvr>
                        <p:cTn dur="1" fill="hold">
                          <p:stCondLst>
                            <p:cond delay="0"/>
                          </p:stCondLst>
                        </p:cTn>
                        <p:tgtEl>
                          <p:spTgt spid="1030"/>
                        </p:tgtEl>
                        <p:attrNameLst>
                          <p:attrName>style.visibility</p:attrName>
                        </p:attrNameLst>
                      </p:cBhvr>
                      <p:to>
                        <p:strVal val="visible"/>
                      </p:to>
                    </p:set>
                    <p:animEffect transition="in" filter="fade">
                      <p:cBhvr>
                        <p:cTn dur="1000">
                          <p:stCondLst>
                            <p:cond delay="0"/>
                          </p:stCondLst>
                        </p:cTn>
                        <p:tgtEl>
                          <p:spTgt spid="1030"/>
                        </p:tgtEl>
                      </p:cBhvr>
                    </p:animEffect>
                  </p:childTnLst>
                </p:cTn>
              </p:par>
            </p:tnLst>
          </p:tmpl>
        </p:tmplLst>
      </p:bldP>
      <p:bldP spid="1033" grpId="0"/>
    </p:bldLst>
  </p:timing>
  <p:hf sldNum="0" hdr="0" dt="0"/>
  <p:txStyles>
    <p:titleStyle>
      <a:lvl1pPr algn="ctr" rtl="0" eaLnBrk="0" fontAlgn="base" hangingPunct="0">
        <a:spcBef>
          <a:spcPct val="0"/>
        </a:spcBef>
        <a:spcAft>
          <a:spcPct val="0"/>
        </a:spcAft>
        <a:defRPr sz="3200" b="1">
          <a:solidFill>
            <a:schemeClr val="tx2"/>
          </a:solidFill>
          <a:latin typeface="+mj-lt"/>
          <a:ea typeface="+mj-ea"/>
          <a:cs typeface="+mj-cs"/>
        </a:defRPr>
      </a:lvl1pPr>
      <a:lvl2pPr algn="ctr" rtl="0" eaLnBrk="0" fontAlgn="base" hangingPunct="0">
        <a:spcBef>
          <a:spcPct val="0"/>
        </a:spcBef>
        <a:spcAft>
          <a:spcPct val="0"/>
        </a:spcAft>
        <a:defRPr sz="3200" b="1">
          <a:solidFill>
            <a:schemeClr val="tx2"/>
          </a:solidFill>
          <a:latin typeface="Verdana" pitchFamily="34" charset="0"/>
        </a:defRPr>
      </a:lvl2pPr>
      <a:lvl3pPr algn="ctr" rtl="0" eaLnBrk="0" fontAlgn="base" hangingPunct="0">
        <a:spcBef>
          <a:spcPct val="0"/>
        </a:spcBef>
        <a:spcAft>
          <a:spcPct val="0"/>
        </a:spcAft>
        <a:defRPr sz="3200" b="1">
          <a:solidFill>
            <a:schemeClr val="tx2"/>
          </a:solidFill>
          <a:latin typeface="Verdana" pitchFamily="34" charset="0"/>
        </a:defRPr>
      </a:lvl3pPr>
      <a:lvl4pPr algn="ctr" rtl="0" eaLnBrk="0" fontAlgn="base" hangingPunct="0">
        <a:spcBef>
          <a:spcPct val="0"/>
        </a:spcBef>
        <a:spcAft>
          <a:spcPct val="0"/>
        </a:spcAft>
        <a:defRPr sz="3200" b="1">
          <a:solidFill>
            <a:schemeClr val="tx2"/>
          </a:solidFill>
          <a:latin typeface="Verdana" pitchFamily="34" charset="0"/>
        </a:defRPr>
      </a:lvl4pPr>
      <a:lvl5pPr algn="ctr" rtl="0" eaLnBrk="0" fontAlgn="base" hangingPunct="0">
        <a:spcBef>
          <a:spcPct val="0"/>
        </a:spcBef>
        <a:spcAft>
          <a:spcPct val="0"/>
        </a:spcAft>
        <a:defRPr sz="3200" b="1">
          <a:solidFill>
            <a:schemeClr val="tx2"/>
          </a:solidFill>
          <a:latin typeface="Verdana" pitchFamily="34" charset="0"/>
        </a:defRPr>
      </a:lvl5pPr>
      <a:lvl6pPr marL="457200" algn="ctr" rtl="0" eaLnBrk="1" fontAlgn="base" hangingPunct="1">
        <a:spcBef>
          <a:spcPct val="0"/>
        </a:spcBef>
        <a:spcAft>
          <a:spcPct val="0"/>
        </a:spcAft>
        <a:defRPr sz="3200" b="1">
          <a:solidFill>
            <a:schemeClr val="tx2"/>
          </a:solidFill>
          <a:latin typeface="Verdana" pitchFamily="34" charset="0"/>
        </a:defRPr>
      </a:lvl6pPr>
      <a:lvl7pPr marL="914400" algn="ctr" rtl="0" eaLnBrk="1" fontAlgn="base" hangingPunct="1">
        <a:spcBef>
          <a:spcPct val="0"/>
        </a:spcBef>
        <a:spcAft>
          <a:spcPct val="0"/>
        </a:spcAft>
        <a:defRPr sz="3200" b="1">
          <a:solidFill>
            <a:schemeClr val="tx2"/>
          </a:solidFill>
          <a:latin typeface="Verdana" pitchFamily="34" charset="0"/>
        </a:defRPr>
      </a:lvl7pPr>
      <a:lvl8pPr marL="1371600" algn="ctr" rtl="0" eaLnBrk="1" fontAlgn="base" hangingPunct="1">
        <a:spcBef>
          <a:spcPct val="0"/>
        </a:spcBef>
        <a:spcAft>
          <a:spcPct val="0"/>
        </a:spcAft>
        <a:defRPr sz="3200" b="1">
          <a:solidFill>
            <a:schemeClr val="tx2"/>
          </a:solidFill>
          <a:latin typeface="Verdana" pitchFamily="34" charset="0"/>
        </a:defRPr>
      </a:lvl8pPr>
      <a:lvl9pPr marL="1828800" algn="ctr" rtl="0" eaLnBrk="1" fontAlgn="base" hangingPunct="1">
        <a:spcBef>
          <a:spcPct val="0"/>
        </a:spcBef>
        <a:spcAft>
          <a:spcPct val="0"/>
        </a:spcAft>
        <a:defRPr sz="3200" b="1">
          <a:solidFill>
            <a:schemeClr val="tx2"/>
          </a:solidFill>
          <a:latin typeface="Verdana"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accent2"/>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Arial" charset="0"/>
        </a:defRPr>
      </a:lvl2pPr>
      <a:lvl3pPr marL="1143000" indent="-228600" algn="l" rtl="0" eaLnBrk="0" fontAlgn="base" hangingPunct="0">
        <a:spcBef>
          <a:spcPct val="20000"/>
        </a:spcBef>
        <a:spcAft>
          <a:spcPct val="0"/>
        </a:spcAft>
        <a:buClr>
          <a:schemeClr val="tx1"/>
        </a:buClr>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Arial" charset="0"/>
        </a:defRPr>
      </a:lvl6pPr>
      <a:lvl7pPr marL="2971800" indent="-228600" algn="l" rtl="0" eaLnBrk="1" fontAlgn="base" hangingPunct="1">
        <a:spcBef>
          <a:spcPct val="20000"/>
        </a:spcBef>
        <a:spcAft>
          <a:spcPct val="0"/>
        </a:spcAft>
        <a:buChar char="»"/>
        <a:defRPr sz="2000">
          <a:solidFill>
            <a:schemeClr val="tx1"/>
          </a:solidFill>
          <a:latin typeface="Arial" charset="0"/>
        </a:defRPr>
      </a:lvl7pPr>
      <a:lvl8pPr marL="3429000" indent="-228600" algn="l" rtl="0" eaLnBrk="1" fontAlgn="base" hangingPunct="1">
        <a:spcBef>
          <a:spcPct val="20000"/>
        </a:spcBef>
        <a:spcAft>
          <a:spcPct val="0"/>
        </a:spcAft>
        <a:buChar char="»"/>
        <a:defRPr sz="2000">
          <a:solidFill>
            <a:schemeClr val="tx1"/>
          </a:solidFill>
          <a:latin typeface="Arial" charset="0"/>
        </a:defRPr>
      </a:lvl8pPr>
      <a:lvl9pPr marL="3886200" indent="-228600" algn="l" rtl="0" eaLnBrk="1" fontAlgn="base" hangingPunct="1">
        <a:spcBef>
          <a:spcPct val="20000"/>
        </a:spcBef>
        <a:spcAft>
          <a:spcPct val="0"/>
        </a:spcAft>
        <a:buChar char="»"/>
        <a:defRPr sz="2000">
          <a:solidFill>
            <a:schemeClr val="tx1"/>
          </a:solidFill>
          <a:latin typeface="Arial"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http://ru.wikipedia.org/wiki/%D0%A4%D0%B0%D0%BB%D0%B5%D1%81_%D0%9C%D0%B8%D0%BB%D0%B5%D1%82%D1%81%D0%BA%D0%B8%D0%B9" TargetMode="Externa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en.wikipedia.org/wiki/File:Frans_Hals_-_Portret_van_Ren%C3%A9_Descartes.jpg" TargetMode="External"/><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5" Type="http://schemas.openxmlformats.org/officeDocument/2006/relationships/image" Target="../media/image25.png"/><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3.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CDA1651-B184-4C83-9729-35D701BE495A}"/>
              </a:ext>
            </a:extLst>
          </p:cNvPr>
          <p:cNvSpPr>
            <a:spLocks noGrp="1" noChangeArrowheads="1"/>
          </p:cNvSpPr>
          <p:nvPr>
            <p:ph type="ctrTitle"/>
          </p:nvPr>
        </p:nvSpPr>
        <p:spPr>
          <a:xfrm>
            <a:off x="719138" y="381000"/>
            <a:ext cx="7772400" cy="1371600"/>
          </a:xfrm>
        </p:spPr>
        <p:txBody>
          <a:bodyPr/>
          <a:lstStyle/>
          <a:p>
            <a:pPr algn="ctr"/>
            <a:r>
              <a:rPr lang="vi-VN" altLang="en-US" dirty="0"/>
              <a:t> </a:t>
            </a:r>
            <a:r>
              <a:rPr lang="vi-VN" altLang="en-US" dirty="0" smtClean="0"/>
              <a:t>Chương 1</a:t>
            </a:r>
            <a:r>
              <a:rPr lang="vi-VN" altLang="en-US" dirty="0"/>
              <a:t/>
            </a:r>
            <a:br>
              <a:rPr lang="vi-VN" altLang="en-US" dirty="0"/>
            </a:br>
            <a:r>
              <a:rPr lang="vi-VN" altLang="en-US" dirty="0"/>
              <a:t>Triết học và vai trò của </a:t>
            </a:r>
            <a:r>
              <a:rPr lang="en-US" altLang="en-US" dirty="0" smtClean="0"/>
              <a:t/>
            </a:r>
            <a:br>
              <a:rPr lang="en-US" altLang="en-US" dirty="0" smtClean="0"/>
            </a:br>
            <a:r>
              <a:rPr lang="vi-VN" altLang="en-US" dirty="0" smtClean="0"/>
              <a:t>Triết </a:t>
            </a:r>
            <a:r>
              <a:rPr lang="vi-VN" altLang="en-US" dirty="0"/>
              <a:t>học trong đời sống xã hội</a:t>
            </a:r>
            <a:br>
              <a:rPr lang="vi-VN" altLang="en-US" dirty="0"/>
            </a:br>
            <a:endParaRPr lang="en-US" altLang="en-US" dirty="0"/>
          </a:p>
        </p:txBody>
      </p:sp>
      <p:sp>
        <p:nvSpPr>
          <p:cNvPr id="2051" name="Rectangle 3">
            <a:extLst>
              <a:ext uri="{FF2B5EF4-FFF2-40B4-BE49-F238E27FC236}">
                <a16:creationId xmlns:a16="http://schemas.microsoft.com/office/drawing/2014/main" id="{80E355BD-3478-446D-BADE-5B579DF2FF15}"/>
              </a:ext>
            </a:extLst>
          </p:cNvPr>
          <p:cNvSpPr>
            <a:spLocks noGrp="1" noChangeArrowheads="1"/>
          </p:cNvSpPr>
          <p:nvPr>
            <p:ph type="subTitle" idx="1"/>
          </p:nvPr>
        </p:nvSpPr>
        <p:spPr>
          <a:xfrm>
            <a:off x="76200" y="1600200"/>
            <a:ext cx="8839200" cy="4953000"/>
          </a:xfrm>
        </p:spPr>
        <p:txBody>
          <a:bodyPr/>
          <a:lstStyle/>
          <a:p>
            <a:pPr algn="just"/>
            <a:r>
              <a:rPr lang="vi-VN" dirty="0"/>
              <a:t> </a:t>
            </a:r>
            <a:r>
              <a:rPr lang="en-US" dirty="0">
                <a:solidFill>
                  <a:srgbClr val="FF0000"/>
                </a:solidFill>
              </a:rPr>
              <a:t>I</a:t>
            </a:r>
            <a:r>
              <a:rPr lang="en-US" dirty="0" smtClean="0">
                <a:solidFill>
                  <a:srgbClr val="FF0000"/>
                </a:solidFill>
              </a:rPr>
              <a:t>. </a:t>
            </a:r>
            <a:r>
              <a:rPr lang="vi-VN" dirty="0" smtClean="0">
                <a:solidFill>
                  <a:srgbClr val="FF0000"/>
                </a:solidFill>
              </a:rPr>
              <a:t>Triết học </a:t>
            </a:r>
            <a:r>
              <a:rPr lang="vi-VN" dirty="0">
                <a:solidFill>
                  <a:srgbClr val="FF0000"/>
                </a:solidFill>
              </a:rPr>
              <a:t>và vấn đề cơ bản của triết </a:t>
            </a:r>
            <a:r>
              <a:rPr lang="vi-VN" dirty="0" smtClean="0">
                <a:solidFill>
                  <a:srgbClr val="FF0000"/>
                </a:solidFill>
              </a:rPr>
              <a:t>học</a:t>
            </a:r>
            <a:endParaRPr lang="en-US" dirty="0" smtClean="0">
              <a:solidFill>
                <a:srgbClr val="FF0000"/>
              </a:solidFill>
            </a:endParaRPr>
          </a:p>
          <a:p>
            <a:pPr marL="971550" lvl="1" indent="-514350" algn="just">
              <a:buFont typeface="+mj-lt"/>
              <a:buAutoNum type="arabicPeriod"/>
            </a:pPr>
            <a:r>
              <a:rPr lang="vi-VN" dirty="0" smtClean="0"/>
              <a:t>Khái lược </a:t>
            </a:r>
            <a:r>
              <a:rPr lang="vi-VN" dirty="0"/>
              <a:t>về triết </a:t>
            </a:r>
            <a:r>
              <a:rPr lang="vi-VN" dirty="0" smtClean="0"/>
              <a:t>học</a:t>
            </a:r>
            <a:endParaRPr lang="en-US" dirty="0" smtClean="0"/>
          </a:p>
          <a:p>
            <a:pPr marL="971550" lvl="1" indent="-514350" algn="just">
              <a:buFont typeface="+mj-lt"/>
              <a:buAutoNum type="arabicPeriod"/>
            </a:pPr>
            <a:r>
              <a:rPr lang="en-US" dirty="0" err="1" smtClean="0"/>
              <a:t>Vấn</a:t>
            </a:r>
            <a:r>
              <a:rPr lang="en-US" dirty="0" smtClean="0"/>
              <a:t> </a:t>
            </a:r>
            <a:r>
              <a:rPr lang="en-US" dirty="0" err="1" smtClean="0"/>
              <a:t>đề</a:t>
            </a:r>
            <a:r>
              <a:rPr lang="en-US" dirty="0" smtClean="0"/>
              <a:t> </a:t>
            </a:r>
            <a:r>
              <a:rPr lang="en-US" dirty="0" err="1" smtClean="0"/>
              <a:t>cơ</a:t>
            </a:r>
            <a:r>
              <a:rPr lang="en-US" dirty="0" smtClean="0"/>
              <a:t> </a:t>
            </a:r>
            <a:r>
              <a:rPr lang="en-US" dirty="0" err="1" smtClean="0"/>
              <a:t>bản</a:t>
            </a:r>
            <a:r>
              <a:rPr lang="en-US" dirty="0" smtClean="0"/>
              <a:t> </a:t>
            </a:r>
            <a:r>
              <a:rPr lang="en-US" dirty="0" err="1" smtClean="0"/>
              <a:t>của</a:t>
            </a:r>
            <a:r>
              <a:rPr lang="en-US" dirty="0" smtClean="0"/>
              <a:t> TH</a:t>
            </a:r>
          </a:p>
          <a:p>
            <a:pPr marL="971550" lvl="1" indent="-514350" algn="just">
              <a:buFont typeface="+mj-lt"/>
              <a:buAutoNum type="arabicPeriod"/>
            </a:pPr>
            <a:r>
              <a:rPr lang="en-US" dirty="0" err="1" smtClean="0"/>
              <a:t>Biện</a:t>
            </a:r>
            <a:r>
              <a:rPr lang="en-US" dirty="0" smtClean="0"/>
              <a:t> </a:t>
            </a:r>
            <a:r>
              <a:rPr lang="en-US" dirty="0" err="1" smtClean="0"/>
              <a:t>chứng</a:t>
            </a:r>
            <a:r>
              <a:rPr lang="en-US" dirty="0" smtClean="0"/>
              <a:t> </a:t>
            </a:r>
            <a:r>
              <a:rPr lang="en-US" dirty="0" err="1" smtClean="0"/>
              <a:t>và</a:t>
            </a:r>
            <a:r>
              <a:rPr lang="en-US" dirty="0" smtClean="0"/>
              <a:t> </a:t>
            </a:r>
            <a:r>
              <a:rPr lang="en-US" dirty="0" err="1" smtClean="0"/>
              <a:t>siêu</a:t>
            </a:r>
            <a:r>
              <a:rPr lang="en-US" dirty="0" smtClean="0"/>
              <a:t> </a:t>
            </a:r>
            <a:r>
              <a:rPr lang="en-US" dirty="0" err="1" smtClean="0"/>
              <a:t>hình</a:t>
            </a:r>
            <a:endParaRPr lang="en-US" dirty="0" smtClean="0"/>
          </a:p>
          <a:p>
            <a:r>
              <a:rPr lang="en-US" dirty="0" smtClean="0">
                <a:solidFill>
                  <a:srgbClr val="FF0000"/>
                </a:solidFill>
              </a:rPr>
              <a:t>II. </a:t>
            </a:r>
            <a:r>
              <a:rPr lang="en-US" dirty="0" err="1" smtClean="0">
                <a:solidFill>
                  <a:srgbClr val="FF0000"/>
                </a:solidFill>
              </a:rPr>
              <a:t>Triết</a:t>
            </a:r>
            <a:r>
              <a:rPr lang="en-US" dirty="0" smtClean="0">
                <a:solidFill>
                  <a:srgbClr val="FF0000"/>
                </a:solidFill>
              </a:rPr>
              <a:t> </a:t>
            </a:r>
            <a:r>
              <a:rPr lang="en-US" dirty="0" err="1" smtClean="0">
                <a:solidFill>
                  <a:srgbClr val="FF0000"/>
                </a:solidFill>
              </a:rPr>
              <a:t>học</a:t>
            </a:r>
            <a:r>
              <a:rPr lang="en-US" dirty="0" smtClean="0">
                <a:solidFill>
                  <a:srgbClr val="FF0000"/>
                </a:solidFill>
              </a:rPr>
              <a:t> </a:t>
            </a:r>
            <a:r>
              <a:rPr lang="en-US" dirty="0" err="1" smtClean="0">
                <a:solidFill>
                  <a:srgbClr val="FF0000"/>
                </a:solidFill>
              </a:rPr>
              <a:t>Mác</a:t>
            </a:r>
            <a:r>
              <a:rPr lang="en-US" dirty="0" smtClean="0">
                <a:solidFill>
                  <a:srgbClr val="FF0000"/>
                </a:solidFill>
              </a:rPr>
              <a:t> – </a:t>
            </a:r>
            <a:r>
              <a:rPr lang="en-US" dirty="0" err="1" smtClean="0">
                <a:solidFill>
                  <a:srgbClr val="FF0000"/>
                </a:solidFill>
              </a:rPr>
              <a:t>Lênin</a:t>
            </a:r>
            <a:r>
              <a:rPr lang="en-US" dirty="0" smtClean="0">
                <a:solidFill>
                  <a:srgbClr val="FF0000"/>
                </a:solidFill>
              </a:rPr>
              <a:t> </a:t>
            </a:r>
            <a:r>
              <a:rPr lang="en-US" dirty="0" err="1" smtClean="0">
                <a:solidFill>
                  <a:srgbClr val="FF0000"/>
                </a:solidFill>
              </a:rPr>
              <a:t>và</a:t>
            </a:r>
            <a:r>
              <a:rPr lang="en-US" dirty="0" smtClean="0">
                <a:solidFill>
                  <a:srgbClr val="FF0000"/>
                </a:solidFill>
              </a:rPr>
              <a:t> </a:t>
            </a:r>
            <a:r>
              <a:rPr lang="en-US" dirty="0" err="1" smtClean="0">
                <a:solidFill>
                  <a:srgbClr val="FF0000"/>
                </a:solidFill>
              </a:rPr>
              <a:t>vai</a:t>
            </a:r>
            <a:r>
              <a:rPr lang="en-US" dirty="0" smtClean="0">
                <a:solidFill>
                  <a:srgbClr val="FF0000"/>
                </a:solidFill>
              </a:rPr>
              <a:t> </a:t>
            </a:r>
            <a:r>
              <a:rPr lang="en-US" dirty="0" err="1" smtClean="0">
                <a:solidFill>
                  <a:srgbClr val="FF0000"/>
                </a:solidFill>
              </a:rPr>
              <a:t>trò</a:t>
            </a:r>
            <a:r>
              <a:rPr lang="en-US" dirty="0" smtClean="0">
                <a:solidFill>
                  <a:srgbClr val="FF0000"/>
                </a:solidFill>
              </a:rPr>
              <a:t> </a:t>
            </a:r>
            <a:r>
              <a:rPr lang="en-US" dirty="0" err="1" smtClean="0">
                <a:solidFill>
                  <a:srgbClr val="FF0000"/>
                </a:solidFill>
              </a:rPr>
              <a:t>của</a:t>
            </a:r>
            <a:r>
              <a:rPr lang="en-US" dirty="0" smtClean="0">
                <a:solidFill>
                  <a:srgbClr val="FF0000"/>
                </a:solidFill>
              </a:rPr>
              <a:t> </a:t>
            </a:r>
            <a:r>
              <a:rPr lang="en-US" dirty="0" err="1" smtClean="0">
                <a:solidFill>
                  <a:srgbClr val="FF0000"/>
                </a:solidFill>
              </a:rPr>
              <a:t>nó</a:t>
            </a:r>
            <a:r>
              <a:rPr lang="en-US" dirty="0" smtClean="0">
                <a:solidFill>
                  <a:srgbClr val="FF0000"/>
                </a:solidFill>
              </a:rPr>
              <a:t> </a:t>
            </a:r>
            <a:r>
              <a:rPr lang="vi-VN" altLang="en-US" dirty="0" smtClean="0">
                <a:solidFill>
                  <a:srgbClr val="FF0000"/>
                </a:solidFill>
              </a:rPr>
              <a:t>trong</a:t>
            </a:r>
            <a:endParaRPr lang="en-US" altLang="en-US" dirty="0" smtClean="0">
              <a:solidFill>
                <a:srgbClr val="FF0000"/>
              </a:solidFill>
            </a:endParaRPr>
          </a:p>
          <a:p>
            <a:pPr algn="just"/>
            <a:r>
              <a:rPr lang="vi-VN" altLang="en-US" dirty="0" smtClean="0">
                <a:solidFill>
                  <a:srgbClr val="FF0000"/>
                </a:solidFill>
              </a:rPr>
              <a:t>đời sống xã hội</a:t>
            </a:r>
            <a:endParaRPr lang="vi-VN" dirty="0" smtClean="0">
              <a:solidFill>
                <a:srgbClr val="FF0000"/>
              </a:solidFill>
            </a:endParaRPr>
          </a:p>
          <a:p>
            <a:pPr marL="971550" lvl="1" indent="-514350" algn="just">
              <a:buFont typeface="+mj-lt"/>
              <a:buAutoNum type="arabicPeriod"/>
            </a:pPr>
            <a:r>
              <a:rPr lang="en-US" dirty="0" err="1" smtClean="0"/>
              <a:t>Sự</a:t>
            </a:r>
            <a:r>
              <a:rPr lang="en-US" dirty="0" smtClean="0"/>
              <a:t> </a:t>
            </a:r>
            <a:r>
              <a:rPr lang="en-US" dirty="0" err="1" smtClean="0"/>
              <a:t>ra</a:t>
            </a:r>
            <a:r>
              <a:rPr lang="en-US" dirty="0" smtClean="0"/>
              <a:t> </a:t>
            </a:r>
            <a:r>
              <a:rPr lang="en-US" dirty="0" err="1" smtClean="0"/>
              <a:t>đời</a:t>
            </a:r>
            <a:r>
              <a:rPr lang="en-US" dirty="0" smtClean="0"/>
              <a:t> </a:t>
            </a:r>
            <a:r>
              <a:rPr lang="en-US" dirty="0" err="1" smtClean="0"/>
              <a:t>và</a:t>
            </a:r>
            <a:r>
              <a:rPr lang="en-US" dirty="0" smtClean="0"/>
              <a:t> </a:t>
            </a:r>
            <a:r>
              <a:rPr lang="en-US" dirty="0" err="1" smtClean="0"/>
              <a:t>phát</a:t>
            </a:r>
            <a:r>
              <a:rPr lang="en-US" dirty="0" smtClean="0"/>
              <a:t> </a:t>
            </a:r>
            <a:r>
              <a:rPr lang="en-US" dirty="0" err="1" smtClean="0"/>
              <a:t>triển</a:t>
            </a:r>
            <a:endParaRPr lang="en-US" dirty="0" smtClean="0"/>
          </a:p>
          <a:p>
            <a:pPr marL="971550" lvl="1" indent="-514350" algn="just">
              <a:buFont typeface="+mj-lt"/>
              <a:buAutoNum type="arabicPeriod"/>
            </a:pPr>
            <a:r>
              <a:rPr lang="en-US" dirty="0" err="1" smtClean="0"/>
              <a:t>Đối</a:t>
            </a:r>
            <a:r>
              <a:rPr lang="en-US" dirty="0" smtClean="0"/>
              <a:t> </a:t>
            </a:r>
            <a:r>
              <a:rPr lang="en-US" dirty="0" err="1" smtClean="0"/>
              <a:t>tượng</a:t>
            </a:r>
            <a:r>
              <a:rPr lang="en-US" dirty="0" smtClean="0"/>
              <a:t> </a:t>
            </a:r>
            <a:r>
              <a:rPr lang="en-US" dirty="0" err="1" smtClean="0"/>
              <a:t>chức</a:t>
            </a:r>
            <a:r>
              <a:rPr lang="en-US" dirty="0" smtClean="0"/>
              <a:t> </a:t>
            </a:r>
            <a:r>
              <a:rPr lang="en-US" dirty="0" err="1" smtClean="0"/>
              <a:t>năng</a:t>
            </a:r>
            <a:endParaRPr lang="en-US" dirty="0" smtClean="0"/>
          </a:p>
          <a:p>
            <a:pPr marL="971550" lvl="1" indent="-514350" algn="just">
              <a:buFont typeface="+mj-lt"/>
              <a:buAutoNum type="arabicPeriod"/>
            </a:pPr>
            <a:r>
              <a:rPr lang="en-US" dirty="0" err="1" smtClean="0"/>
              <a:t>Vai</a:t>
            </a:r>
            <a:r>
              <a:rPr lang="en-US" dirty="0" smtClean="0"/>
              <a:t> </a:t>
            </a:r>
            <a:r>
              <a:rPr lang="en-US" dirty="0" err="1" smtClean="0"/>
              <a:t>trò</a:t>
            </a:r>
            <a:r>
              <a:rPr lang="en-US" dirty="0" smtClean="0"/>
              <a:t> </a:t>
            </a:r>
            <a:r>
              <a:rPr lang="en-US" dirty="0" err="1"/>
              <a:t>của</a:t>
            </a:r>
            <a:r>
              <a:rPr lang="en-US" dirty="0"/>
              <a:t> </a:t>
            </a:r>
            <a:r>
              <a:rPr lang="en-US" dirty="0" err="1"/>
              <a:t>Triết</a:t>
            </a:r>
            <a:r>
              <a:rPr lang="en-US" dirty="0"/>
              <a:t> </a:t>
            </a:r>
            <a:r>
              <a:rPr lang="en-US" dirty="0" err="1"/>
              <a:t>học</a:t>
            </a:r>
            <a:r>
              <a:rPr lang="en-US" dirty="0"/>
              <a:t> </a:t>
            </a:r>
            <a:r>
              <a:rPr lang="en-US" dirty="0" err="1" smtClean="0"/>
              <a:t>Mác</a:t>
            </a:r>
            <a:r>
              <a:rPr lang="en-US" dirty="0" smtClean="0"/>
              <a:t>–</a:t>
            </a:r>
            <a:r>
              <a:rPr lang="en-US" dirty="0" err="1" smtClean="0"/>
              <a:t>Lênin</a:t>
            </a:r>
            <a:r>
              <a:rPr lang="en-US" dirty="0" smtClean="0"/>
              <a:t> </a:t>
            </a:r>
            <a:r>
              <a:rPr lang="vi-VN" altLang="en-US" dirty="0"/>
              <a:t>trong đời sống </a:t>
            </a:r>
            <a:r>
              <a:rPr lang="en-US" altLang="en-US" dirty="0" smtClean="0"/>
              <a:t>XH</a:t>
            </a:r>
            <a:endParaRPr lang="vi-VN" dirty="0"/>
          </a:p>
          <a:p>
            <a:endParaRPr lang="en-US" dirty="0" smtClean="0"/>
          </a:p>
          <a:p>
            <a:r>
              <a:rPr lang="vi-VN" dirty="0"/>
              <a:t/>
            </a:r>
            <a:br>
              <a:rPr lang="vi-VN" dirty="0"/>
            </a:br>
            <a:r>
              <a:rPr lang="vi-VN" dirty="0"/>
              <a:t/>
            </a:r>
            <a:br>
              <a:rPr lang="vi-VN" dirty="0"/>
            </a:br>
            <a:endParaRPr lang="en-US" altLang="en-US" dirty="0"/>
          </a:p>
        </p:txBody>
      </p:sp>
      <p:sp>
        <p:nvSpPr>
          <p:cNvPr id="2053" name="Text Box 5">
            <a:extLst>
              <a:ext uri="{FF2B5EF4-FFF2-40B4-BE49-F238E27FC236}">
                <a16:creationId xmlns:a16="http://schemas.microsoft.com/office/drawing/2014/main" id="{3D1CE68C-65F7-4C8C-AB01-78D31225A9F1}"/>
              </a:ext>
            </a:extLst>
          </p:cNvPr>
          <p:cNvSpPr txBox="1">
            <a:spLocks noChangeArrowheads="1"/>
          </p:cNvSpPr>
          <p:nvPr/>
        </p:nvSpPr>
        <p:spPr bwMode="auto">
          <a:xfrm>
            <a:off x="609600" y="6430963"/>
            <a:ext cx="3505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200" b="1" i="1">
                <a:solidFill>
                  <a:srgbClr val="000066"/>
                </a:solidFill>
              </a:rPr>
              <a:t>Phần dành cho đơn vị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1">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5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51">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5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D09A8D8C-80F7-440C-BEF1-9EFA4CBAAA33}"/>
              </a:ext>
            </a:extLst>
          </p:cNvPr>
          <p:cNvSpPr>
            <a:spLocks noGrp="1" noChangeArrowheads="1"/>
          </p:cNvSpPr>
          <p:nvPr>
            <p:ph type="title"/>
          </p:nvPr>
        </p:nvSpPr>
        <p:spPr>
          <a:xfrm>
            <a:off x="2133600" y="282575"/>
            <a:ext cx="6705600" cy="784225"/>
          </a:xfrm>
        </p:spPr>
        <p:txBody>
          <a:bodyPr/>
          <a:lstStyle/>
          <a:p>
            <a:r>
              <a:rPr lang="en-US" altLang="en-US" dirty="0" smtClean="0"/>
              <a:t>1. </a:t>
            </a:r>
            <a:r>
              <a:rPr lang="vi-VN" altLang="en-US" dirty="0" smtClean="0"/>
              <a:t>Khái </a:t>
            </a:r>
            <a:r>
              <a:rPr lang="vi-VN" altLang="en-US" dirty="0"/>
              <a:t>lược vềTriết </a:t>
            </a:r>
            <a:r>
              <a:rPr lang="vi-VN" altLang="en-US" dirty="0" smtClean="0"/>
              <a:t>học</a:t>
            </a:r>
            <a:r>
              <a:rPr lang="en-US" altLang="en-US" dirty="0" smtClean="0"/>
              <a:t/>
            </a:r>
            <a:br>
              <a:rPr lang="en-US" altLang="en-US" dirty="0" smtClean="0"/>
            </a:br>
            <a:r>
              <a:rPr lang="en-US" sz="2000" dirty="0" err="1" smtClean="0">
                <a:solidFill>
                  <a:srgbClr val="FF0000"/>
                </a:solidFill>
              </a:rPr>
              <a:t>Nguồn</a:t>
            </a:r>
            <a:r>
              <a:rPr lang="en-US" sz="2000" dirty="0" smtClean="0">
                <a:solidFill>
                  <a:srgbClr val="FF0000"/>
                </a:solidFill>
              </a:rPr>
              <a:t> </a:t>
            </a:r>
            <a:r>
              <a:rPr lang="en-US" sz="2000" dirty="0" err="1">
                <a:solidFill>
                  <a:srgbClr val="FF0000"/>
                </a:solidFill>
              </a:rPr>
              <a:t>gốc</a:t>
            </a:r>
            <a:r>
              <a:rPr lang="en-US" sz="2000" dirty="0">
                <a:solidFill>
                  <a:srgbClr val="FF0000"/>
                </a:solidFill>
              </a:rPr>
              <a:t> </a:t>
            </a:r>
            <a:r>
              <a:rPr lang="en-US" sz="2000" dirty="0" err="1">
                <a:solidFill>
                  <a:srgbClr val="FF0000"/>
                </a:solidFill>
              </a:rPr>
              <a:t>của</a:t>
            </a:r>
            <a:r>
              <a:rPr lang="en-US" sz="2000" dirty="0">
                <a:solidFill>
                  <a:srgbClr val="FF0000"/>
                </a:solidFill>
              </a:rPr>
              <a:t> </a:t>
            </a:r>
            <a:r>
              <a:rPr lang="en-US" sz="2000" dirty="0" err="1">
                <a:solidFill>
                  <a:srgbClr val="FF0000"/>
                </a:solidFill>
              </a:rPr>
              <a:t>triết</a:t>
            </a:r>
            <a:r>
              <a:rPr lang="en-US" sz="2000" dirty="0">
                <a:solidFill>
                  <a:srgbClr val="FF0000"/>
                </a:solidFill>
              </a:rPr>
              <a:t> </a:t>
            </a:r>
            <a:r>
              <a:rPr lang="en-US" sz="2000" dirty="0" err="1">
                <a:solidFill>
                  <a:srgbClr val="FF0000"/>
                </a:solidFill>
              </a:rPr>
              <a:t>học</a:t>
            </a:r>
            <a:r>
              <a:rPr lang="en-US" dirty="0"/>
              <a:t/>
            </a:r>
            <a:br>
              <a:rPr lang="en-US" dirty="0"/>
            </a:br>
            <a:endParaRPr lang="en-US" altLang="en-US" dirty="0"/>
          </a:p>
        </p:txBody>
      </p:sp>
      <p:sp>
        <p:nvSpPr>
          <p:cNvPr id="25603" name="Rectangle 3">
            <a:extLst>
              <a:ext uri="{FF2B5EF4-FFF2-40B4-BE49-F238E27FC236}">
                <a16:creationId xmlns:a16="http://schemas.microsoft.com/office/drawing/2014/main" id="{2EE127BF-401A-4C36-A14A-872ADB44AB18}"/>
              </a:ext>
            </a:extLst>
          </p:cNvPr>
          <p:cNvSpPr>
            <a:spLocks noGrp="1" noChangeArrowheads="1"/>
          </p:cNvSpPr>
          <p:nvPr>
            <p:ph type="body" idx="1"/>
          </p:nvPr>
        </p:nvSpPr>
        <p:spPr>
          <a:xfrm>
            <a:off x="152400" y="1371600"/>
            <a:ext cx="8839200" cy="5181600"/>
          </a:xfrm>
        </p:spPr>
        <p:txBody>
          <a:bodyPr/>
          <a:lstStyle/>
          <a:p>
            <a:r>
              <a:rPr lang="vi-VN" dirty="0">
                <a:solidFill>
                  <a:srgbClr val="FF0000"/>
                </a:solidFill>
              </a:rPr>
              <a:t>Triết học ra đời </a:t>
            </a:r>
            <a:r>
              <a:rPr lang="vi-VN" dirty="0" smtClean="0">
                <a:solidFill>
                  <a:srgbClr val="FF0000"/>
                </a:solidFill>
              </a:rPr>
              <a:t>ở</a:t>
            </a:r>
            <a:r>
              <a:rPr lang="en-US" dirty="0" smtClean="0">
                <a:solidFill>
                  <a:srgbClr val="FF0000"/>
                </a:solidFill>
              </a:rPr>
              <a:t> </a:t>
            </a:r>
            <a:r>
              <a:rPr lang="vi-VN" dirty="0" smtClean="0">
                <a:solidFill>
                  <a:srgbClr val="FF0000"/>
                </a:solidFill>
              </a:rPr>
              <a:t>cả</a:t>
            </a:r>
            <a:r>
              <a:rPr lang="en-US" dirty="0" smtClean="0">
                <a:solidFill>
                  <a:srgbClr val="FF0000"/>
                </a:solidFill>
              </a:rPr>
              <a:t> </a:t>
            </a:r>
            <a:r>
              <a:rPr lang="vi-VN" dirty="0" smtClean="0">
                <a:solidFill>
                  <a:srgbClr val="FF0000"/>
                </a:solidFill>
              </a:rPr>
              <a:t>phương </a:t>
            </a:r>
            <a:r>
              <a:rPr lang="vi-VN" dirty="0">
                <a:solidFill>
                  <a:srgbClr val="FF0000"/>
                </a:solidFill>
              </a:rPr>
              <a:t>Đông và phương Tây gần </a:t>
            </a:r>
            <a:r>
              <a:rPr lang="vi-VN" dirty="0" smtClean="0">
                <a:solidFill>
                  <a:srgbClr val="FF0000"/>
                </a:solidFill>
              </a:rPr>
              <a:t>như</a:t>
            </a:r>
            <a:r>
              <a:rPr lang="en-US" dirty="0" smtClean="0">
                <a:solidFill>
                  <a:srgbClr val="FF0000"/>
                </a:solidFill>
              </a:rPr>
              <a:t> </a:t>
            </a:r>
            <a:r>
              <a:rPr lang="vi-VN" dirty="0" smtClean="0">
                <a:solidFill>
                  <a:srgbClr val="FF0000"/>
                </a:solidFill>
              </a:rPr>
              <a:t>cùng </a:t>
            </a:r>
            <a:r>
              <a:rPr lang="vi-VN" dirty="0">
                <a:solidFill>
                  <a:srgbClr val="FF0000"/>
                </a:solidFill>
              </a:rPr>
              <a:t>một thời gian </a:t>
            </a:r>
            <a:r>
              <a:rPr lang="vi-VN" dirty="0" smtClean="0">
                <a:solidFill>
                  <a:srgbClr val="FF0000"/>
                </a:solidFill>
              </a:rPr>
              <a:t>(</a:t>
            </a:r>
            <a:r>
              <a:rPr lang="vi-VN" dirty="0">
                <a:solidFill>
                  <a:srgbClr val="FF0000"/>
                </a:solidFill>
              </a:rPr>
              <a:t>khoảng </a:t>
            </a:r>
            <a:r>
              <a:rPr lang="en-US" dirty="0" smtClean="0">
                <a:solidFill>
                  <a:srgbClr val="FF0000"/>
                </a:solidFill>
              </a:rPr>
              <a:t>TK </a:t>
            </a:r>
            <a:r>
              <a:rPr lang="vi-VN" dirty="0" smtClean="0">
                <a:solidFill>
                  <a:srgbClr val="FF0000"/>
                </a:solidFill>
              </a:rPr>
              <a:t>VIII </a:t>
            </a:r>
            <a:r>
              <a:rPr lang="en-US" dirty="0" smtClean="0">
                <a:solidFill>
                  <a:srgbClr val="FF0000"/>
                </a:solidFill>
              </a:rPr>
              <a:t>- </a:t>
            </a:r>
            <a:r>
              <a:rPr lang="vi-VN" dirty="0" smtClean="0">
                <a:solidFill>
                  <a:srgbClr val="FF0000"/>
                </a:solidFill>
              </a:rPr>
              <a:t>VI tr</a:t>
            </a:r>
            <a:r>
              <a:rPr lang="en-US" dirty="0" smtClean="0">
                <a:solidFill>
                  <a:srgbClr val="FF0000"/>
                </a:solidFill>
              </a:rPr>
              <a:t>CN</a:t>
            </a:r>
            <a:r>
              <a:rPr lang="vi-VN" dirty="0" smtClean="0">
                <a:solidFill>
                  <a:srgbClr val="FF0000"/>
                </a:solidFill>
              </a:rPr>
              <a:t>) Trung </a:t>
            </a:r>
            <a:r>
              <a:rPr lang="vi-VN" dirty="0">
                <a:solidFill>
                  <a:srgbClr val="FF0000"/>
                </a:solidFill>
              </a:rPr>
              <a:t>Quốc, </a:t>
            </a:r>
            <a:r>
              <a:rPr lang="en-US" dirty="0" smtClean="0">
                <a:solidFill>
                  <a:srgbClr val="FF0000"/>
                </a:solidFill>
              </a:rPr>
              <a:t>Ấ</a:t>
            </a:r>
            <a:r>
              <a:rPr lang="vi-VN" dirty="0" smtClean="0">
                <a:solidFill>
                  <a:srgbClr val="FF0000"/>
                </a:solidFill>
              </a:rPr>
              <a:t>n </a:t>
            </a:r>
            <a:r>
              <a:rPr lang="vi-VN" dirty="0">
                <a:solidFill>
                  <a:srgbClr val="FF0000"/>
                </a:solidFill>
              </a:rPr>
              <a:t>Độ, Hy </a:t>
            </a:r>
            <a:r>
              <a:rPr lang="vi-VN" dirty="0" smtClean="0">
                <a:solidFill>
                  <a:srgbClr val="FF0000"/>
                </a:solidFill>
              </a:rPr>
              <a:t>Lạp</a:t>
            </a:r>
            <a:endParaRPr lang="en-US" dirty="0" smtClean="0">
              <a:solidFill>
                <a:srgbClr val="FF0000"/>
              </a:solidFill>
            </a:endParaRPr>
          </a:p>
          <a:p>
            <a:endParaRPr lang="en-US" dirty="0" smtClean="0"/>
          </a:p>
          <a:p>
            <a:endParaRPr lang="en-US" dirty="0" smtClean="0"/>
          </a:p>
          <a:p>
            <a:endParaRPr lang="en-US" dirty="0" smtClean="0"/>
          </a:p>
          <a:p>
            <a:endParaRPr lang="en-US" dirty="0" smtClean="0"/>
          </a:p>
          <a:p>
            <a:r>
              <a:rPr lang="en-US" dirty="0" smtClean="0"/>
              <a:t>TH </a:t>
            </a:r>
            <a:r>
              <a:rPr lang="en-US" dirty="0" err="1" smtClean="0"/>
              <a:t>ra</a:t>
            </a:r>
            <a:r>
              <a:rPr lang="en-US" dirty="0" smtClean="0"/>
              <a:t> </a:t>
            </a:r>
            <a:r>
              <a:rPr lang="en-US" dirty="0" err="1"/>
              <a:t>đời</a:t>
            </a:r>
            <a:r>
              <a:rPr lang="en-US" dirty="0"/>
              <a:t> </a:t>
            </a:r>
            <a:r>
              <a:rPr lang="en-US" dirty="0" err="1"/>
              <a:t>không</a:t>
            </a:r>
            <a:r>
              <a:rPr lang="en-US" dirty="0"/>
              <a:t> </a:t>
            </a:r>
            <a:r>
              <a:rPr lang="en-US" dirty="0" err="1"/>
              <a:t>phải</a:t>
            </a:r>
            <a:r>
              <a:rPr lang="en-US" dirty="0"/>
              <a:t> </a:t>
            </a:r>
            <a:r>
              <a:rPr lang="en-US" dirty="0" err="1"/>
              <a:t>ngẫu</a:t>
            </a:r>
            <a:r>
              <a:rPr lang="en-US" dirty="0"/>
              <a:t> </a:t>
            </a:r>
            <a:r>
              <a:rPr lang="en-US" dirty="0" err="1"/>
              <a:t>nhiên</a:t>
            </a:r>
            <a:r>
              <a:rPr lang="en-US" dirty="0"/>
              <a:t> </a:t>
            </a:r>
            <a:r>
              <a:rPr lang="en-US" dirty="0" err="1"/>
              <a:t>mà</a:t>
            </a:r>
            <a:r>
              <a:rPr lang="en-US" dirty="0"/>
              <a:t> </a:t>
            </a:r>
            <a:r>
              <a:rPr lang="en-US" dirty="0" err="1"/>
              <a:t>có</a:t>
            </a:r>
            <a:r>
              <a:rPr lang="en-US" dirty="0"/>
              <a:t> </a:t>
            </a:r>
            <a:r>
              <a:rPr lang="en-US" dirty="0" err="1"/>
              <a:t>nguồn</a:t>
            </a:r>
            <a:r>
              <a:rPr lang="en-US" dirty="0"/>
              <a:t> </a:t>
            </a:r>
            <a:r>
              <a:rPr lang="en-US" dirty="0" err="1"/>
              <a:t>gốc</a:t>
            </a:r>
            <a:r>
              <a:rPr lang="en-US" dirty="0"/>
              <a:t> </a:t>
            </a:r>
            <a:r>
              <a:rPr lang="en-US" dirty="0" err="1"/>
              <a:t>từ</a:t>
            </a:r>
            <a:r>
              <a:rPr lang="en-US" dirty="0"/>
              <a:t> </a:t>
            </a:r>
            <a:r>
              <a:rPr lang="en-US" dirty="0" err="1" smtClean="0"/>
              <a:t>thực</a:t>
            </a:r>
            <a:r>
              <a:rPr lang="en-US" dirty="0" smtClean="0"/>
              <a:t> </a:t>
            </a:r>
            <a:r>
              <a:rPr lang="en-US" dirty="0" err="1"/>
              <a:t>tế</a:t>
            </a:r>
            <a:r>
              <a:rPr lang="en-US" dirty="0"/>
              <a:t> </a:t>
            </a:r>
            <a:r>
              <a:rPr lang="en-US" dirty="0" err="1"/>
              <a:t>tồn</a:t>
            </a:r>
            <a:r>
              <a:rPr lang="en-US" dirty="0"/>
              <a:t> </a:t>
            </a:r>
            <a:r>
              <a:rPr lang="en-US" dirty="0" err="1"/>
              <a:t>tại</a:t>
            </a:r>
            <a:r>
              <a:rPr lang="en-US" dirty="0"/>
              <a:t> </a:t>
            </a:r>
            <a:r>
              <a:rPr lang="en-US" dirty="0" err="1"/>
              <a:t>xã</a:t>
            </a:r>
            <a:r>
              <a:rPr lang="en-US" dirty="0"/>
              <a:t> </a:t>
            </a:r>
            <a:r>
              <a:rPr lang="en-US" dirty="0" err="1" smtClean="0"/>
              <a:t>hội</a:t>
            </a:r>
            <a:r>
              <a:rPr lang="en-US" dirty="0"/>
              <a:t> </a:t>
            </a:r>
            <a:r>
              <a:rPr lang="en-US" dirty="0" err="1" smtClean="0"/>
              <a:t>và</a:t>
            </a:r>
            <a:r>
              <a:rPr lang="en-US" dirty="0" smtClean="0"/>
              <a:t> </a:t>
            </a:r>
            <a:r>
              <a:rPr lang="en-US" dirty="0" err="1" smtClean="0"/>
              <a:t>trình</a:t>
            </a:r>
            <a:r>
              <a:rPr lang="en-US" dirty="0" smtClean="0"/>
              <a:t> </a:t>
            </a:r>
            <a:r>
              <a:rPr lang="en-US" dirty="0" err="1"/>
              <a:t>độ</a:t>
            </a:r>
            <a:r>
              <a:rPr lang="en-US" dirty="0"/>
              <a:t> </a:t>
            </a:r>
            <a:r>
              <a:rPr lang="en-US" dirty="0" err="1" smtClean="0"/>
              <a:t>phát</a:t>
            </a:r>
            <a:r>
              <a:rPr lang="en-US" dirty="0" smtClean="0"/>
              <a:t> </a:t>
            </a:r>
            <a:r>
              <a:rPr lang="en-US" dirty="0" err="1"/>
              <a:t>triển</a:t>
            </a:r>
            <a:r>
              <a:rPr lang="en-US" dirty="0"/>
              <a:t> </a:t>
            </a:r>
            <a:r>
              <a:rPr lang="en-US" dirty="0" err="1"/>
              <a:t>văn</a:t>
            </a:r>
            <a:r>
              <a:rPr lang="en-US" dirty="0"/>
              <a:t> minh </a:t>
            </a:r>
            <a:r>
              <a:rPr lang="en-US" dirty="0" err="1" smtClean="0"/>
              <a:t>nhân</a:t>
            </a:r>
            <a:r>
              <a:rPr lang="en-US" dirty="0" smtClean="0"/>
              <a:t> </a:t>
            </a:r>
            <a:r>
              <a:rPr lang="en-US" dirty="0" err="1" smtClean="0"/>
              <a:t>loại</a:t>
            </a:r>
            <a:endParaRPr lang="en-US" dirty="0" smtClean="0"/>
          </a:p>
          <a:p>
            <a:r>
              <a:rPr lang="en-US" dirty="0" smtClean="0"/>
              <a:t>TH </a:t>
            </a:r>
            <a:r>
              <a:rPr lang="en-US" dirty="0" err="1" smtClean="0"/>
              <a:t>có</a:t>
            </a:r>
            <a:r>
              <a:rPr lang="en-US" dirty="0" smtClean="0"/>
              <a:t> </a:t>
            </a:r>
            <a:r>
              <a:rPr lang="en-US" dirty="0" err="1"/>
              <a:t>nguồn</a:t>
            </a:r>
            <a:r>
              <a:rPr lang="en-US" dirty="0"/>
              <a:t> </a:t>
            </a:r>
            <a:r>
              <a:rPr lang="en-US" dirty="0" err="1" smtClean="0"/>
              <a:t>gốc</a:t>
            </a:r>
            <a:r>
              <a:rPr lang="en-US" dirty="0" smtClean="0"/>
              <a:t> </a:t>
            </a:r>
            <a:r>
              <a:rPr lang="en-US" dirty="0" err="1"/>
              <a:t>nhận</a:t>
            </a:r>
            <a:r>
              <a:rPr lang="en-US" dirty="0"/>
              <a:t> </a:t>
            </a:r>
            <a:r>
              <a:rPr lang="en-US" dirty="0" err="1"/>
              <a:t>thức</a:t>
            </a:r>
            <a:r>
              <a:rPr lang="en-US" dirty="0"/>
              <a:t> </a:t>
            </a:r>
            <a:r>
              <a:rPr lang="en-US" dirty="0" err="1"/>
              <a:t>và</a:t>
            </a:r>
            <a:r>
              <a:rPr lang="en-US" dirty="0"/>
              <a:t> </a:t>
            </a:r>
            <a:r>
              <a:rPr lang="en-US" dirty="0" err="1"/>
              <a:t>nguồn</a:t>
            </a:r>
            <a:r>
              <a:rPr lang="en-US" dirty="0"/>
              <a:t> </a:t>
            </a:r>
            <a:r>
              <a:rPr lang="en-US" dirty="0" err="1"/>
              <a:t>gốc</a:t>
            </a:r>
            <a:r>
              <a:rPr lang="en-US" dirty="0"/>
              <a:t> </a:t>
            </a:r>
            <a:r>
              <a:rPr lang="en-US" dirty="0" err="1"/>
              <a:t>xã</a:t>
            </a:r>
            <a:r>
              <a:rPr lang="en-US" dirty="0"/>
              <a:t> </a:t>
            </a:r>
            <a:r>
              <a:rPr lang="en-US" dirty="0" err="1"/>
              <a:t>hội</a:t>
            </a:r>
            <a:endParaRPr lang="en-US" dirty="0"/>
          </a:p>
          <a:p>
            <a:pPr marL="0" indent="0">
              <a:buNone/>
            </a:pPr>
            <a:r>
              <a:rPr lang="en-US" dirty="0"/>
              <a:t/>
            </a:r>
            <a:br>
              <a:rPr lang="en-US" dirty="0"/>
            </a:br>
            <a:r>
              <a:rPr lang="en-US" dirty="0"/>
              <a:t/>
            </a:r>
            <a:br>
              <a:rPr lang="en-US" dirty="0"/>
            </a:br>
            <a:endParaRPr lang="en-US" altLang="en-US" dirty="0"/>
          </a:p>
        </p:txBody>
      </p:sp>
      <p:pic>
        <p:nvPicPr>
          <p:cNvPr id="2" name="Picture 1"/>
          <p:cNvPicPr>
            <a:picLocks noChangeAspect="1"/>
          </p:cNvPicPr>
          <p:nvPr/>
        </p:nvPicPr>
        <p:blipFill>
          <a:blip r:embed="rId2"/>
          <a:stretch>
            <a:fillRect/>
          </a:stretch>
        </p:blipFill>
        <p:spPr>
          <a:xfrm>
            <a:off x="3109332" y="2895599"/>
            <a:ext cx="2628900" cy="1743075"/>
          </a:xfrm>
          <a:prstGeom prst="rect">
            <a:avLst/>
          </a:prstGeom>
        </p:spPr>
      </p:pic>
      <p:pic>
        <p:nvPicPr>
          <p:cNvPr id="3" name="Picture 2"/>
          <p:cNvPicPr>
            <a:picLocks noChangeAspect="1"/>
          </p:cNvPicPr>
          <p:nvPr/>
        </p:nvPicPr>
        <p:blipFill>
          <a:blip r:embed="rId3"/>
          <a:stretch>
            <a:fillRect/>
          </a:stretch>
        </p:blipFill>
        <p:spPr>
          <a:xfrm>
            <a:off x="339764" y="2895600"/>
            <a:ext cx="2619375" cy="1743075"/>
          </a:xfrm>
          <a:prstGeom prst="rect">
            <a:avLst/>
          </a:prstGeom>
        </p:spPr>
      </p:pic>
      <p:pic>
        <p:nvPicPr>
          <p:cNvPr id="4" name="Picture 3"/>
          <p:cNvPicPr>
            <a:picLocks noChangeAspect="1"/>
          </p:cNvPicPr>
          <p:nvPr/>
        </p:nvPicPr>
        <p:blipFill>
          <a:blip r:embed="rId4"/>
          <a:stretch>
            <a:fillRect/>
          </a:stretch>
        </p:blipFill>
        <p:spPr>
          <a:xfrm>
            <a:off x="5888425" y="2895600"/>
            <a:ext cx="2724150" cy="167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560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560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82575"/>
            <a:ext cx="7086600" cy="555625"/>
          </a:xfrm>
        </p:spPr>
        <p:txBody>
          <a:bodyPr/>
          <a:lstStyle/>
          <a:p>
            <a:r>
              <a:rPr lang="en-US" dirty="0" err="1">
                <a:solidFill>
                  <a:srgbClr val="FF0000"/>
                </a:solidFill>
              </a:rPr>
              <a:t>Nguồn</a:t>
            </a:r>
            <a:r>
              <a:rPr lang="en-US" dirty="0">
                <a:solidFill>
                  <a:srgbClr val="FF0000"/>
                </a:solidFill>
              </a:rPr>
              <a:t> </a:t>
            </a:r>
            <a:r>
              <a:rPr lang="en-US" dirty="0" err="1">
                <a:solidFill>
                  <a:srgbClr val="FF0000"/>
                </a:solidFill>
              </a:rPr>
              <a:t>gốc</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triết</a:t>
            </a:r>
            <a:r>
              <a:rPr lang="en-US" dirty="0">
                <a:solidFill>
                  <a:srgbClr val="FF0000"/>
                </a:solidFill>
              </a:rPr>
              <a:t> </a:t>
            </a:r>
            <a:r>
              <a:rPr lang="en-US" dirty="0" err="1">
                <a:solidFill>
                  <a:srgbClr val="FF0000"/>
                </a:solidFill>
              </a:rPr>
              <a:t>học</a:t>
            </a:r>
            <a:endParaRPr lang="en-US" dirty="0"/>
          </a:p>
        </p:txBody>
      </p:sp>
      <p:sp>
        <p:nvSpPr>
          <p:cNvPr id="3" name="Content Placeholder 2"/>
          <p:cNvSpPr>
            <a:spLocks noGrp="1"/>
          </p:cNvSpPr>
          <p:nvPr>
            <p:ph idx="1"/>
          </p:nvPr>
        </p:nvSpPr>
        <p:spPr>
          <a:xfrm>
            <a:off x="609600" y="1295400"/>
            <a:ext cx="8229600" cy="5029200"/>
          </a:xfrm>
        </p:spPr>
        <p:txBody>
          <a:bodyPr/>
          <a:lstStyle/>
          <a:p>
            <a:r>
              <a:rPr lang="en-US" dirty="0" err="1" smtClean="0"/>
              <a:t>Nguồn</a:t>
            </a:r>
            <a:r>
              <a:rPr lang="en-US" dirty="0" smtClean="0"/>
              <a:t> </a:t>
            </a:r>
            <a:r>
              <a:rPr lang="en-US" dirty="0" err="1" smtClean="0"/>
              <a:t>gốc</a:t>
            </a:r>
            <a:r>
              <a:rPr lang="en-US" dirty="0" smtClean="0"/>
              <a:t> </a:t>
            </a:r>
            <a:r>
              <a:rPr lang="en-US" dirty="0" err="1"/>
              <a:t>nhận</a:t>
            </a:r>
            <a:r>
              <a:rPr lang="en-US" dirty="0"/>
              <a:t> </a:t>
            </a:r>
            <a:r>
              <a:rPr lang="en-US" dirty="0" err="1" smtClean="0"/>
              <a:t>thức</a:t>
            </a:r>
            <a:r>
              <a:rPr lang="en-US" dirty="0" smtClean="0"/>
              <a:t>:</a:t>
            </a:r>
          </a:p>
          <a:p>
            <a:r>
              <a:rPr lang="vi-VN" dirty="0">
                <a:solidFill>
                  <a:srgbClr val="FF0000"/>
                </a:solidFill>
              </a:rPr>
              <a:t>Triết học xuất hiện khi kho tàng tri thức của loài người đã hình thành được vốn hiểu biết nhất </a:t>
            </a:r>
            <a:r>
              <a:rPr lang="vi-VN" dirty="0" smtClean="0">
                <a:solidFill>
                  <a:srgbClr val="FF0000"/>
                </a:solidFill>
              </a:rPr>
              <a:t>định</a:t>
            </a:r>
            <a:r>
              <a:rPr lang="en-US" dirty="0" smtClean="0">
                <a:solidFill>
                  <a:srgbClr val="FF0000"/>
                </a:solidFill>
              </a:rPr>
              <a:t>,</a:t>
            </a:r>
          </a:p>
          <a:p>
            <a:r>
              <a:rPr lang="vi-VN" dirty="0" smtClean="0"/>
              <a:t>Tư duy </a:t>
            </a:r>
            <a:r>
              <a:rPr lang="vi-VN" dirty="0"/>
              <a:t>của con người đã đạt đến trình độ có khả năng rút ra được cái </a:t>
            </a:r>
            <a:r>
              <a:rPr lang="vi-VN" dirty="0" smtClean="0"/>
              <a:t>chung</a:t>
            </a:r>
            <a:r>
              <a:rPr lang="en-US" dirty="0" smtClean="0"/>
              <a:t>, </a:t>
            </a:r>
            <a:r>
              <a:rPr lang="en-US" dirty="0" err="1" smtClean="0"/>
              <a:t>tư</a:t>
            </a:r>
            <a:r>
              <a:rPr lang="en-US" dirty="0" smtClean="0"/>
              <a:t> </a:t>
            </a:r>
            <a:r>
              <a:rPr lang="en-US" dirty="0" err="1" smtClean="0"/>
              <a:t>duy</a:t>
            </a:r>
            <a:r>
              <a:rPr lang="en-US" dirty="0" smtClean="0"/>
              <a:t> </a:t>
            </a:r>
            <a:r>
              <a:rPr lang="en-US" dirty="0" err="1" smtClean="0"/>
              <a:t>trừu</a:t>
            </a:r>
            <a:r>
              <a:rPr lang="en-US" dirty="0" smtClean="0"/>
              <a:t> </a:t>
            </a:r>
            <a:r>
              <a:rPr lang="en-US" dirty="0" err="1" smtClean="0"/>
              <a:t>tượng</a:t>
            </a:r>
            <a:endParaRPr lang="vi-VN" dirty="0"/>
          </a:p>
          <a:p>
            <a:r>
              <a:rPr lang="vi-VN" dirty="0"/>
              <a:t/>
            </a:r>
            <a:br>
              <a:rPr lang="vi-VN" dirty="0"/>
            </a:br>
            <a:endParaRPr lang="en-US" dirty="0"/>
          </a:p>
        </p:txBody>
      </p:sp>
      <p:pic>
        <p:nvPicPr>
          <p:cNvPr id="4" name="Picture 3"/>
          <p:cNvPicPr>
            <a:picLocks noChangeAspect="1"/>
          </p:cNvPicPr>
          <p:nvPr/>
        </p:nvPicPr>
        <p:blipFill>
          <a:blip r:embed="rId2"/>
          <a:stretch>
            <a:fillRect/>
          </a:stretch>
        </p:blipFill>
        <p:spPr>
          <a:xfrm>
            <a:off x="2209800" y="4191000"/>
            <a:ext cx="2362200" cy="2524125"/>
          </a:xfrm>
          <a:prstGeom prst="rect">
            <a:avLst/>
          </a:prstGeom>
        </p:spPr>
      </p:pic>
      <p:pic>
        <p:nvPicPr>
          <p:cNvPr id="5" name="Picture 4"/>
          <p:cNvPicPr>
            <a:picLocks noChangeAspect="1"/>
          </p:cNvPicPr>
          <p:nvPr/>
        </p:nvPicPr>
        <p:blipFill>
          <a:blip r:embed="rId3"/>
          <a:stretch>
            <a:fillRect/>
          </a:stretch>
        </p:blipFill>
        <p:spPr>
          <a:xfrm>
            <a:off x="5295900" y="4191000"/>
            <a:ext cx="3238500" cy="2285999"/>
          </a:xfrm>
          <a:prstGeom prst="rect">
            <a:avLst/>
          </a:prstGeom>
        </p:spPr>
      </p:pic>
    </p:spTree>
    <p:extLst>
      <p:ext uri="{BB962C8B-B14F-4D97-AF65-F5344CB8AC3E}">
        <p14:creationId xmlns:p14="http://schemas.microsoft.com/office/powerpoint/2010/main" val="327496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507" name="Rectangle 11"/>
          <p:cNvSpPr>
            <a:spLocks noChangeArrowheads="1"/>
          </p:cNvSpPr>
          <p:nvPr/>
        </p:nvSpPr>
        <p:spPr bwMode="auto">
          <a:xfrm>
            <a:off x="777875" y="2062163"/>
            <a:ext cx="4291013" cy="576262"/>
          </a:xfrm>
          <a:prstGeom prst="rect">
            <a:avLst/>
          </a:prstGeom>
          <a:noFill/>
          <a:ln w="57150">
            <a:solidFill>
              <a:srgbClr val="9900CC"/>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smtClean="0">
                <a:ln>
                  <a:noFill/>
                </a:ln>
                <a:solidFill>
                  <a:srgbClr val="CC0099"/>
                </a:solidFill>
                <a:effectLst/>
                <a:uLnTx/>
                <a:uFillTx/>
                <a:latin typeface="Arial" panose="020B0604020202020204" pitchFamily="34" charset="0"/>
                <a:ea typeface="+mn-ea"/>
                <a:cs typeface="Arial" panose="020B0604020202020204" pitchFamily="34" charset="0"/>
              </a:rPr>
              <a:t>NGẠC NHIÊN NẢY SINH</a:t>
            </a:r>
          </a:p>
        </p:txBody>
      </p:sp>
      <p:sp>
        <p:nvSpPr>
          <p:cNvPr id="234508" name="Rectangle 12"/>
          <p:cNvSpPr>
            <a:spLocks noChangeArrowheads="1"/>
          </p:cNvSpPr>
          <p:nvPr/>
        </p:nvSpPr>
        <p:spPr bwMode="auto">
          <a:xfrm>
            <a:off x="6316663" y="4832350"/>
            <a:ext cx="2046287" cy="636588"/>
          </a:xfrm>
          <a:prstGeom prst="rect">
            <a:avLst/>
          </a:prstGeom>
          <a:noFill/>
          <a:ln w="57150">
            <a:solidFill>
              <a:srgbClr val="9900CC"/>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9B9D53"/>
              </a:buClr>
              <a:buSzTx/>
              <a:buFont typeface="Wingdings" panose="05000000000000000000" pitchFamily="2" charset="2"/>
              <a:buNone/>
              <a:tabLst/>
              <a:defRPr/>
            </a:pPr>
            <a:r>
              <a:rPr kumimoji="0" lang="en-US" altLang="en-US" sz="3200" b="1" i="0" u="none" strike="noStrike" kern="1200" cap="none" spc="0" normalizeH="0" baseline="0" noProof="0" smtClean="0">
                <a:ln>
                  <a:noFill/>
                </a:ln>
                <a:solidFill>
                  <a:srgbClr val="003399"/>
                </a:solidFill>
                <a:effectLst/>
                <a:uLnTx/>
                <a:uFillTx/>
                <a:latin typeface="Arial" panose="020B0604020202020204" pitchFamily="34" charset="0"/>
                <a:ea typeface="+mn-ea"/>
                <a:cs typeface="Arial" panose="020B0604020202020204" pitchFamily="34" charset="0"/>
              </a:rPr>
              <a:t>TRIẾT LÝ</a:t>
            </a:r>
          </a:p>
        </p:txBody>
      </p:sp>
      <p:sp>
        <p:nvSpPr>
          <p:cNvPr id="9220" name="Rectangle 13"/>
          <p:cNvSpPr>
            <a:spLocks noChangeArrowheads="1"/>
          </p:cNvSpPr>
          <p:nvPr/>
        </p:nvSpPr>
        <p:spPr bwMode="auto">
          <a:xfrm>
            <a:off x="1840870" y="31750"/>
            <a:ext cx="586231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3200" b="1" i="0" u="none" strike="noStrike" kern="1200" cap="none" spc="0" normalizeH="0" baseline="0" noProof="0" dirty="0" err="1" smtClean="0">
                <a:ln>
                  <a:noFill/>
                </a:ln>
                <a:solidFill>
                  <a:srgbClr val="FFFF00"/>
                </a:solidFill>
                <a:effectLst/>
                <a:uLnTx/>
                <a:uFillTx/>
                <a:latin typeface="Arial" panose="020B0604020202020204" pitchFamily="34" charset="0"/>
                <a:ea typeface="+mn-ea"/>
                <a:cs typeface="Arial" panose="020B0604020202020204" pitchFamily="34" charset="0"/>
              </a:rPr>
              <a:t>Triết</a:t>
            </a:r>
            <a:r>
              <a:rPr kumimoji="0" lang="en-US" altLang="en-US" sz="3200" b="1" i="0"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3200" b="1" i="0" u="none" strike="noStrike" kern="1200" cap="none" spc="0" normalizeH="0" baseline="0" noProof="0" dirty="0" err="1" smtClean="0">
                <a:ln>
                  <a:noFill/>
                </a:ln>
                <a:solidFill>
                  <a:srgbClr val="FFFF00"/>
                </a:solidFill>
                <a:effectLst/>
                <a:uLnTx/>
                <a:uFillTx/>
                <a:latin typeface="Arial" panose="020B0604020202020204" pitchFamily="34" charset="0"/>
                <a:ea typeface="+mn-ea"/>
                <a:cs typeface="Arial" panose="020B0604020202020204" pitchFamily="34" charset="0"/>
              </a:rPr>
              <a:t>lý</a:t>
            </a:r>
            <a:r>
              <a:rPr kumimoji="0" lang="en-US" altLang="en-US" sz="3200" b="1" i="0"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3200" b="1" i="0" u="none" strike="noStrike" kern="1200" cap="none" spc="0" normalizeH="0" baseline="0" noProof="0" dirty="0" err="1" smtClean="0">
                <a:ln>
                  <a:noFill/>
                </a:ln>
                <a:solidFill>
                  <a:srgbClr val="FFFF00"/>
                </a:solidFill>
                <a:effectLst/>
                <a:uLnTx/>
                <a:uFillTx/>
                <a:latin typeface="Arial" panose="020B0604020202020204" pitchFamily="34" charset="0"/>
                <a:ea typeface="+mn-ea"/>
                <a:cs typeface="Arial" panose="020B0604020202020204" pitchFamily="34" charset="0"/>
              </a:rPr>
              <a:t>bắt</a:t>
            </a:r>
            <a:r>
              <a:rPr kumimoji="0" lang="en-US" altLang="en-US" sz="3200" b="1" i="0"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3200" b="1" i="0" u="none" strike="noStrike" kern="1200" cap="none" spc="0" normalizeH="0" baseline="0" noProof="0" dirty="0" err="1" smtClean="0">
                <a:ln>
                  <a:noFill/>
                </a:ln>
                <a:solidFill>
                  <a:srgbClr val="FFFF00"/>
                </a:solidFill>
                <a:effectLst/>
                <a:uLnTx/>
                <a:uFillTx/>
                <a:latin typeface="Arial" panose="020B0604020202020204" pitchFamily="34" charset="0"/>
                <a:ea typeface="+mn-ea"/>
                <a:cs typeface="Arial" panose="020B0604020202020204" pitchFamily="34" charset="0"/>
              </a:rPr>
              <a:t>đầu</a:t>
            </a:r>
            <a:r>
              <a:rPr kumimoji="0" lang="en-US" altLang="en-US" sz="3200" b="1" i="0"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3200" b="1" i="0" u="none" strike="noStrike" kern="1200" cap="none" spc="0" normalizeH="0" baseline="0" noProof="0" dirty="0" err="1" smtClean="0">
                <a:ln>
                  <a:noFill/>
                </a:ln>
                <a:solidFill>
                  <a:srgbClr val="FFFF00"/>
                </a:solidFill>
                <a:effectLst/>
                <a:uLnTx/>
                <a:uFillTx/>
                <a:latin typeface="Arial" panose="020B0604020202020204" pitchFamily="34" charset="0"/>
                <a:ea typeface="+mn-ea"/>
                <a:cs typeface="Arial" panose="020B0604020202020204" pitchFamily="34" charset="0"/>
              </a:rPr>
              <a:t>như</a:t>
            </a:r>
            <a:r>
              <a:rPr kumimoji="0" lang="en-US" altLang="en-US" sz="3200" b="1" i="0"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3200" b="1" i="0" u="none" strike="noStrike" kern="1200" cap="none" spc="0" normalizeH="0" baseline="0" noProof="0" dirty="0" err="1" smtClean="0">
                <a:ln>
                  <a:noFill/>
                </a:ln>
                <a:solidFill>
                  <a:srgbClr val="FFFF00"/>
                </a:solidFill>
                <a:effectLst/>
                <a:uLnTx/>
                <a:uFillTx/>
                <a:latin typeface="Arial" panose="020B0604020202020204" pitchFamily="34" charset="0"/>
                <a:ea typeface="+mn-ea"/>
                <a:cs typeface="Arial" panose="020B0604020202020204" pitchFamily="34" charset="0"/>
              </a:rPr>
              <a:t>thế</a:t>
            </a:r>
            <a:r>
              <a:rPr kumimoji="0" lang="en-US" altLang="en-US" sz="3200" b="1" i="0"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3200" b="1" i="0" u="none" strike="noStrike" kern="1200" cap="none" spc="0" normalizeH="0" baseline="0" noProof="0" dirty="0" err="1" smtClean="0">
                <a:ln>
                  <a:noFill/>
                </a:ln>
                <a:solidFill>
                  <a:srgbClr val="FFFF00"/>
                </a:solidFill>
                <a:effectLst/>
                <a:uLnTx/>
                <a:uFillTx/>
                <a:latin typeface="Arial" panose="020B0604020202020204" pitchFamily="34" charset="0"/>
                <a:ea typeface="+mn-ea"/>
                <a:cs typeface="Arial" panose="020B0604020202020204" pitchFamily="34" charset="0"/>
              </a:rPr>
              <a:t>nào</a:t>
            </a:r>
            <a:r>
              <a:rPr kumimoji="0" lang="en-US" altLang="en-US" sz="1600" b="1" i="0" u="none" strike="noStrike" kern="1200" cap="none" spc="0" normalizeH="0" baseline="0" noProof="0" dirty="0" smtClean="0">
                <a:ln>
                  <a:noFill/>
                </a:ln>
                <a:solidFill>
                  <a:srgbClr val="DDC981"/>
                </a:solidFill>
                <a:effectLst/>
                <a:uLnTx/>
                <a:uFillTx/>
                <a:latin typeface="Arial" panose="020B0604020202020204" pitchFamily="34" charset="0"/>
                <a:ea typeface="+mn-ea"/>
                <a:cs typeface="Arial" panose="020B0604020202020204" pitchFamily="34" charset="0"/>
              </a:rPr>
              <a:t> </a:t>
            </a:r>
            <a:r>
              <a:rPr kumimoji="0" lang="en-US" altLang="en-US" sz="3200" b="1" i="0" u="none" strike="noStrike" kern="1200" cap="none" spc="0" normalizeH="0" baseline="0" noProof="0" dirty="0" smtClean="0">
                <a:ln>
                  <a:noFill/>
                </a:ln>
                <a:solidFill>
                  <a:srgbClr val="FFFF00"/>
                </a:solidFill>
                <a:effectLst/>
                <a:uLnTx/>
                <a:uFillTx/>
                <a:latin typeface="Arial" panose="020B0604020202020204" pitchFamily="34" charset="0"/>
                <a:ea typeface="+mn-ea"/>
                <a:cs typeface="Arial" panose="020B0604020202020204" pitchFamily="34" charset="0"/>
              </a:rPr>
              <a:t>?</a:t>
            </a:r>
          </a:p>
        </p:txBody>
      </p:sp>
      <p:sp>
        <p:nvSpPr>
          <p:cNvPr id="234510" name="Line 14"/>
          <p:cNvSpPr>
            <a:spLocks noChangeShapeType="1"/>
          </p:cNvSpPr>
          <p:nvPr/>
        </p:nvSpPr>
        <p:spPr bwMode="auto">
          <a:xfrm>
            <a:off x="5029200" y="2667000"/>
            <a:ext cx="1295400" cy="2133600"/>
          </a:xfrm>
          <a:prstGeom prst="line">
            <a:avLst/>
          </a:prstGeom>
          <a:noFill/>
          <a:ln w="57150">
            <a:solidFill>
              <a:srgbClr val="9900CC"/>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34513" name="Text Box 17"/>
          <p:cNvSpPr txBox="1">
            <a:spLocks noChangeArrowheads="1"/>
          </p:cNvSpPr>
          <p:nvPr/>
        </p:nvSpPr>
        <p:spPr bwMode="auto">
          <a:xfrm>
            <a:off x="1295400" y="1143000"/>
            <a:ext cx="2362200" cy="701675"/>
          </a:xfrm>
          <a:prstGeom prst="rect">
            <a:avLst/>
          </a:prstGeom>
          <a:solidFill>
            <a:srgbClr val="FF0000"/>
          </a:solidFill>
          <a:ln>
            <a:solidFill>
              <a:srgbClr val="FF0000"/>
            </a:solidFill>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4000" b="0" i="0" u="none" strike="noStrike" kern="1200" cap="none" spc="0" normalizeH="0" baseline="0" noProof="0" dirty="0">
                <a:ln>
                  <a:noFill/>
                </a:ln>
                <a:solidFill>
                  <a:srgbClr val="FEF9E2"/>
                </a:solidFill>
                <a:effectLst/>
                <a:uLnTx/>
                <a:uFillTx/>
                <a:latin typeface="Verdana"/>
                <a:ea typeface="+mn-ea"/>
                <a:cs typeface="+mn-cs"/>
              </a:rPr>
              <a:t>Aristotle</a:t>
            </a:r>
          </a:p>
        </p:txBody>
      </p:sp>
    </p:spTree>
    <p:extLst>
      <p:ext uri="{BB962C8B-B14F-4D97-AF65-F5344CB8AC3E}">
        <p14:creationId xmlns:p14="http://schemas.microsoft.com/office/powerpoint/2010/main" val="21436894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34507"/>
                                        </p:tgtEl>
                                        <p:attrNameLst>
                                          <p:attrName>style.visibility</p:attrName>
                                        </p:attrNameLst>
                                      </p:cBhvr>
                                      <p:to>
                                        <p:strVal val="visible"/>
                                      </p:to>
                                    </p:set>
                                    <p:animEffect transition="in" filter="checkerboard(across)">
                                      <p:cBhvr>
                                        <p:cTn id="7" dur="500"/>
                                        <p:tgtEl>
                                          <p:spTgt spid="2345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34510"/>
                                        </p:tgtEl>
                                        <p:attrNameLst>
                                          <p:attrName>style.visibility</p:attrName>
                                        </p:attrNameLst>
                                      </p:cBhvr>
                                      <p:to>
                                        <p:strVal val="visible"/>
                                      </p:to>
                                    </p:set>
                                    <p:animEffect transition="in" filter="checkerboard(across)">
                                      <p:cBhvr>
                                        <p:cTn id="12" dur="500"/>
                                        <p:tgtEl>
                                          <p:spTgt spid="234510"/>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234508"/>
                                        </p:tgtEl>
                                        <p:attrNameLst>
                                          <p:attrName>style.visibility</p:attrName>
                                        </p:attrNameLst>
                                      </p:cBhvr>
                                      <p:to>
                                        <p:strVal val="visible"/>
                                      </p:to>
                                    </p:set>
                                    <p:animEffect transition="in" filter="checkerboard(across)">
                                      <p:cBhvr>
                                        <p:cTn id="15" dur="500"/>
                                        <p:tgtEl>
                                          <p:spTgt spid="2345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7" grpId="0" animBg="1"/>
      <p:bldP spid="23450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09600" y="0"/>
            <a:ext cx="8305800" cy="838200"/>
          </a:xfrm>
        </p:spPr>
        <p:txBody>
          <a:bodyPr/>
          <a:lstStyle/>
          <a:p>
            <a:pPr eaLnBrk="1" hangingPunct="1"/>
            <a:r>
              <a:rPr lang="en-US" altLang="en-US" sz="2400" smtClean="0">
                <a:solidFill>
                  <a:srgbClr val="FFFF00"/>
                </a:solidFill>
              </a:rPr>
              <a:t>Hình thức triết lý sơ khai nhất thể hiện ở tư duy huyền thoại</a:t>
            </a:r>
            <a:r>
              <a:rPr lang="en-US" altLang="en-US" smtClean="0"/>
              <a:t> </a:t>
            </a:r>
          </a:p>
        </p:txBody>
      </p:sp>
      <p:sp>
        <p:nvSpPr>
          <p:cNvPr id="10243" name="Rectangle 3"/>
          <p:cNvSpPr>
            <a:spLocks noGrp="1" noChangeArrowheads="1"/>
          </p:cNvSpPr>
          <p:nvPr>
            <p:ph type="body" idx="1"/>
          </p:nvPr>
        </p:nvSpPr>
        <p:spPr>
          <a:xfrm>
            <a:off x="914400" y="1143000"/>
            <a:ext cx="7696200" cy="4953000"/>
          </a:xfrm>
          <a:solidFill>
            <a:srgbClr val="9900CC"/>
          </a:solidFill>
        </p:spPr>
        <p:txBody>
          <a:bodyPr/>
          <a:lstStyle/>
          <a:p>
            <a:pPr algn="just" eaLnBrk="1" hangingPunct="1"/>
            <a:r>
              <a:rPr lang="en-US" altLang="en-US" smtClean="0">
                <a:solidFill>
                  <a:schemeClr val="bg1"/>
                </a:solidFill>
              </a:rPr>
              <a:t>Thần thoại – sự đối thoại đầu tiên, hoang tưởng của con người với thế giới xung quanh. </a:t>
            </a:r>
          </a:p>
          <a:p>
            <a:pPr algn="just" eaLnBrk="1" hangingPunct="1"/>
            <a:r>
              <a:rPr lang="en-US" altLang="en-US" smtClean="0">
                <a:solidFill>
                  <a:schemeClr val="bg1"/>
                </a:solidFill>
              </a:rPr>
              <a:t>Nhưng bản thân thần thoại cũng trải qua lịch sử lâu dài; thần thoại phát triển lại báo trước sự khủng hoảng của tư duy huyền thoại. Càng trưởng thành về nhận thức, con người càng làm gần mình với các vị thần, nhân hóa hình ảnh thần.</a:t>
            </a:r>
            <a:r>
              <a:rPr lang="en-US" altLang="en-US" smtClean="0"/>
              <a:t> </a:t>
            </a:r>
          </a:p>
        </p:txBody>
      </p:sp>
    </p:spTree>
    <p:extLst>
      <p:ext uri="{BB962C8B-B14F-4D97-AF65-F5344CB8AC3E}">
        <p14:creationId xmlns:p14="http://schemas.microsoft.com/office/powerpoint/2010/main" val="3664302648"/>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5" descr="200px-Re-Horakht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914400"/>
            <a:ext cx="1905000"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Rectangle 6"/>
          <p:cNvSpPr>
            <a:spLocks noChangeArrowheads="1"/>
          </p:cNvSpPr>
          <p:nvPr/>
        </p:nvSpPr>
        <p:spPr bwMode="auto">
          <a:xfrm rot="5400000">
            <a:off x="5291137" y="2633663"/>
            <a:ext cx="31654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600" b="1" i="0" u="none" strike="noStrike" kern="1200" cap="none" spc="0" normalizeH="0" baseline="0" noProof="0" smtClean="0">
                <a:ln>
                  <a:noFill/>
                </a:ln>
                <a:solidFill>
                  <a:srgbClr val="9900CC"/>
                </a:solidFill>
                <a:effectLst/>
                <a:uLnTx/>
                <a:uFillTx/>
                <a:latin typeface="Arial" panose="020B0604020202020204" pitchFamily="34" charset="0"/>
                <a:ea typeface="+mn-ea"/>
                <a:cs typeface="Arial" panose="020B0604020202020204" pitchFamily="34" charset="0"/>
              </a:rPr>
              <a:t>Thần Ra-Amun - thần Mặt Trời </a:t>
            </a:r>
          </a:p>
        </p:txBody>
      </p:sp>
      <p:sp>
        <p:nvSpPr>
          <p:cNvPr id="11268" name="Rectangle 9"/>
          <p:cNvSpPr>
            <a:spLocks noChangeArrowheads="1"/>
          </p:cNvSpPr>
          <p:nvPr/>
        </p:nvSpPr>
        <p:spPr bwMode="auto">
          <a:xfrm>
            <a:off x="1752600" y="1676400"/>
            <a:ext cx="4038600"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smtClean="0">
                <a:ln>
                  <a:noFill/>
                </a:ln>
                <a:solidFill>
                  <a:srgbClr val="9900CC"/>
                </a:solidFill>
                <a:effectLst/>
                <a:uLnTx/>
                <a:uFillTx/>
                <a:latin typeface="Arial" panose="020B0604020202020204" pitchFamily="34" charset="0"/>
                <a:ea typeface="+mn-ea"/>
                <a:cs typeface="Arial" panose="020B0604020202020204" pitchFamily="34" charset="0"/>
              </a:rPr>
              <a:t>Hình thức triết lý đầu tiên, xét như nỗ lực tìm lời đáp về thế giới, bắt đầu từ những </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smtClean="0">
                <a:ln>
                  <a:noFill/>
                </a:ln>
                <a:solidFill>
                  <a:srgbClr val="9900CC"/>
                </a:solidFill>
                <a:effectLst/>
                <a:uLnTx/>
                <a:uFillTx/>
                <a:latin typeface="Arial" panose="020B0604020202020204" pitchFamily="34" charset="0"/>
                <a:ea typeface="+mn-ea"/>
                <a:cs typeface="Arial" panose="020B0604020202020204" pitchFamily="34" charset="0"/>
              </a:rPr>
              <a:t>câu chuyện thần thọai </a:t>
            </a:r>
          </a:p>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altLang="en-US" sz="2800" b="1" i="0" u="none" strike="noStrike" kern="1200" cap="none" spc="0" normalizeH="0" baseline="0" noProof="0" smtClean="0">
                <a:ln>
                  <a:noFill/>
                </a:ln>
                <a:solidFill>
                  <a:srgbClr val="9900CC"/>
                </a:solidFill>
                <a:effectLst/>
                <a:uLnTx/>
                <a:uFillTx/>
                <a:latin typeface="Arial" panose="020B0604020202020204" pitchFamily="34" charset="0"/>
                <a:ea typeface="+mn-ea"/>
                <a:cs typeface="Arial" panose="020B0604020202020204" pitchFamily="34" charset="0"/>
              </a:rPr>
              <a:t>– phần cốt lõi</a:t>
            </a:r>
            <a:r>
              <a:rPr kumimoji="0" lang="en-US" altLang="en-US" sz="2800" b="1" i="0" u="none" strike="noStrike" kern="1200" cap="none" spc="0" normalizeH="0" baseline="0" noProof="0" smtClean="0">
                <a:ln>
                  <a:noFill/>
                </a:ln>
                <a:solidFill>
                  <a:srgbClr val="7C4D36"/>
                </a:solidFill>
                <a:effectLst/>
                <a:uLnTx/>
                <a:uFillTx/>
                <a:latin typeface="Arial" panose="020B0604020202020204" pitchFamily="34" charset="0"/>
                <a:ea typeface="+mn-ea"/>
                <a:cs typeface="Arial" panose="020B0604020202020204" pitchFamily="34" charset="0"/>
              </a:rPr>
              <a:t> </a:t>
            </a:r>
            <a:r>
              <a:rPr kumimoji="0" lang="en-US" altLang="en-US" sz="2800" b="1" i="0" u="none" strike="noStrike" kern="1200" cap="none" spc="0" normalizeH="0" baseline="0" noProof="0" smtClean="0">
                <a:ln>
                  <a:noFill/>
                </a:ln>
                <a:solidFill>
                  <a:srgbClr val="9900CC"/>
                </a:solidFill>
                <a:effectLst/>
                <a:uLnTx/>
                <a:uFillTx/>
                <a:latin typeface="Arial" panose="020B0604020202020204" pitchFamily="34" charset="0"/>
                <a:ea typeface="+mn-ea"/>
                <a:cs typeface="Arial" panose="020B0604020202020204" pitchFamily="34" charset="0"/>
              </a:rPr>
              <a:t>của hình thức tư duy huyền thoại</a:t>
            </a: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600" b="1" i="0" u="none" strike="noStrike" kern="1200" cap="none" spc="0" normalizeH="0" baseline="0" noProof="0" smtClean="0">
              <a:ln>
                <a:noFill/>
              </a:ln>
              <a:solidFill>
                <a:srgbClr val="7C4D36"/>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375226633"/>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5791200" y="914400"/>
            <a:ext cx="2895600" cy="5334000"/>
          </a:xfrm>
          <a:ln w="38100">
            <a:solidFill>
              <a:srgbClr val="333399"/>
            </a:solidFill>
            <a:miter lim="800000"/>
            <a:headEnd/>
            <a:tailEnd/>
          </a:ln>
        </p:spPr>
        <p:txBody>
          <a:bodyPr/>
          <a:lstStyle/>
          <a:p>
            <a:pPr eaLnBrk="1" hangingPunct="1"/>
            <a:r>
              <a:rPr lang="en-US" altLang="en-US" sz="2400" smtClean="0">
                <a:solidFill>
                  <a:srgbClr val="0000FF"/>
                </a:solidFill>
                <a:latin typeface="Arial" panose="020B0604020202020204" pitchFamily="34" charset="0"/>
              </a:rPr>
              <a:t>Nhưng bản thân thần thoại cũng trải qua lịch sử lâu dài; thần thoại phát triển lại báo trước sự khủng hoảng của tư duy huyền thoại. Càng trưởng thành về nhận thức, con người càng làm gần mình với các vị thần, nhân hóa hình ảnh thần.</a:t>
            </a:r>
            <a:r>
              <a:rPr lang="en-US" altLang="en-US" sz="1800" b="0" smtClean="0">
                <a:solidFill>
                  <a:srgbClr val="0000FF"/>
                </a:solidFill>
                <a:latin typeface="Arial" panose="020B0604020202020204" pitchFamily="34" charset="0"/>
              </a:rPr>
              <a:t> </a:t>
            </a:r>
          </a:p>
        </p:txBody>
      </p:sp>
      <p:sp>
        <p:nvSpPr>
          <p:cNvPr id="12291" name="Rectangle 3"/>
          <p:cNvSpPr>
            <a:spLocks noChangeArrowheads="1"/>
          </p:cNvSpPr>
          <p:nvPr/>
        </p:nvSpPr>
        <p:spPr bwMode="auto">
          <a:xfrm>
            <a:off x="609600" y="914400"/>
            <a:ext cx="2057400" cy="5241925"/>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C40A1C"/>
                </a:solidFill>
                <a:effectLst/>
                <a:uLnTx/>
                <a:uFillTx/>
                <a:latin typeface="Arial" panose="020B0604020202020204" pitchFamily="34" charset="0"/>
                <a:ea typeface="+mn-ea"/>
                <a:cs typeface="Arial" panose="020B0604020202020204" pitchFamily="34" charset="0"/>
              </a:rPr>
              <a:t>Mỗi dân tộc trên thế giới,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C40A1C"/>
                </a:solidFill>
                <a:effectLst/>
                <a:uLnTx/>
                <a:uFillTx/>
                <a:latin typeface="Arial" panose="020B0604020202020204" pitchFamily="34" charset="0"/>
                <a:ea typeface="+mn-ea"/>
                <a:cs typeface="Arial" panose="020B0604020202020204" pitchFamily="34" charset="0"/>
              </a:rPr>
              <a:t>trong thời sơ khai của mình,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C40A1C"/>
                </a:solidFill>
                <a:effectLst/>
                <a:uLnTx/>
                <a:uFillTx/>
                <a:latin typeface="Arial" panose="020B0604020202020204" pitchFamily="34" charset="0"/>
                <a:ea typeface="+mn-ea"/>
                <a:cs typeface="Arial" panose="020B0604020202020204" pitchFamily="34" charset="0"/>
              </a:rPr>
              <a:t>đều sử dụng các hình tượng,</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C40A1C"/>
                </a:solidFill>
                <a:effectLst/>
                <a:uLnTx/>
                <a:uFillTx/>
                <a:latin typeface="Arial" panose="020B0604020202020204" pitchFamily="34" charset="0"/>
                <a:ea typeface="+mn-ea"/>
                <a:cs typeface="Arial" panose="020B0604020202020204" pitchFamily="34" charset="0"/>
              </a:rPr>
              <a:t> biểu tượng siêu nhiên</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C40A1C"/>
                </a:solidFill>
                <a:effectLst/>
                <a:uLnTx/>
                <a:uFillTx/>
                <a:latin typeface="Arial" panose="020B0604020202020204" pitchFamily="34" charset="0"/>
                <a:ea typeface="+mn-ea"/>
                <a:cs typeface="Arial" panose="020B0604020202020204" pitchFamily="34" charset="0"/>
              </a:rPr>
              <a:t> để bày tỏ một triết lý sống</a:t>
            </a:r>
          </a:p>
        </p:txBody>
      </p:sp>
      <p:sp>
        <p:nvSpPr>
          <p:cNvPr id="12292" name="Rectangle 4"/>
          <p:cNvSpPr>
            <a:spLocks noChangeArrowheads="1"/>
          </p:cNvSpPr>
          <p:nvPr/>
        </p:nvSpPr>
        <p:spPr bwMode="auto">
          <a:xfrm>
            <a:off x="2819400" y="1447800"/>
            <a:ext cx="2819400" cy="915988"/>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smtClean="0">
                <a:ln>
                  <a:noFill/>
                </a:ln>
                <a:solidFill>
                  <a:srgbClr val="065A0E"/>
                </a:solidFill>
                <a:effectLst/>
                <a:uLnTx/>
                <a:uFillTx/>
                <a:latin typeface="Arial" panose="020B0604020202020204" pitchFamily="34" charset="0"/>
                <a:ea typeface="+mn-ea"/>
                <a:cs typeface="Arial" panose="020B0604020202020204" pitchFamily="34" charset="0"/>
              </a:rPr>
              <a:t>Thần sấm, thần gió, thần mưa, thần trụ trời v.v..</a:t>
            </a:r>
          </a:p>
        </p:txBody>
      </p:sp>
      <p:sp>
        <p:nvSpPr>
          <p:cNvPr id="12293" name="Rectangle 5"/>
          <p:cNvSpPr>
            <a:spLocks noChangeArrowheads="1"/>
          </p:cNvSpPr>
          <p:nvPr/>
        </p:nvSpPr>
        <p:spPr bwMode="auto">
          <a:xfrm>
            <a:off x="2971800" y="4648200"/>
            <a:ext cx="2819400" cy="915988"/>
          </a:xfrm>
          <a:prstGeom prst="rect">
            <a:avLst/>
          </a:prstGeom>
          <a:noFill/>
          <a:ln>
            <a:noFill/>
          </a:ln>
          <a:effectLst>
            <a:prstShdw prst="shdw12">
              <a:schemeClr val="bg2">
                <a:alpha val="50000"/>
              </a:scheme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800" b="1" i="0" u="none" strike="noStrike" kern="1200" cap="none" spc="0" normalizeH="0" baseline="0" noProof="0" smtClean="0">
                <a:ln>
                  <a:noFill/>
                </a:ln>
                <a:solidFill>
                  <a:srgbClr val="006600"/>
                </a:solidFill>
                <a:effectLst/>
                <a:uLnTx/>
                <a:uFillTx/>
                <a:latin typeface="Arial" panose="020B0604020202020204" pitchFamily="34" charset="0"/>
                <a:ea typeface="+mn-ea"/>
                <a:cs typeface="Arial" panose="020B0604020202020204" pitchFamily="34" charset="0"/>
              </a:rPr>
              <a:t>Thần là biểu tượng của những siêu việt thể tuyệt đối</a:t>
            </a:r>
          </a:p>
        </p:txBody>
      </p:sp>
      <p:sp>
        <p:nvSpPr>
          <p:cNvPr id="12294" name="AutoShape 6"/>
          <p:cNvSpPr>
            <a:spLocks noChangeArrowheads="1"/>
          </p:cNvSpPr>
          <p:nvPr/>
        </p:nvSpPr>
        <p:spPr bwMode="auto">
          <a:xfrm rot="-6002329">
            <a:off x="3953669" y="2066131"/>
            <a:ext cx="706438" cy="2365375"/>
          </a:xfrm>
          <a:prstGeom prst="curvedRightArrow">
            <a:avLst>
              <a:gd name="adj1" fmla="val 66966"/>
              <a:gd name="adj2" fmla="val 133932"/>
              <a:gd name="adj3" fmla="val 33333"/>
            </a:avLst>
          </a:prstGeom>
          <a:solidFill>
            <a:srgbClr val="2B08AA"/>
          </a:solidFill>
          <a:ln w="9525">
            <a:solidFill>
              <a:srgbClr val="FF0000"/>
            </a:solidFill>
            <a:miter lim="800000"/>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78188412"/>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rgbClr val="FF0000"/>
                </a:solidFill>
              </a:rPr>
              <a:t>Các</a:t>
            </a:r>
            <a:r>
              <a:rPr lang="en-US" dirty="0" smtClean="0">
                <a:solidFill>
                  <a:srgbClr val="FF0000"/>
                </a:solidFill>
              </a:rPr>
              <a:t> </a:t>
            </a:r>
            <a:r>
              <a:rPr lang="en-US" dirty="0" err="1" smtClean="0">
                <a:solidFill>
                  <a:srgbClr val="FF0000"/>
                </a:solidFill>
              </a:rPr>
              <a:t>hình</a:t>
            </a:r>
            <a:r>
              <a:rPr lang="en-US" dirty="0" smtClean="0">
                <a:solidFill>
                  <a:srgbClr val="FF0000"/>
                </a:solidFill>
              </a:rPr>
              <a:t> </a:t>
            </a:r>
            <a:r>
              <a:rPr lang="en-US" dirty="0" err="1" smtClean="0">
                <a:solidFill>
                  <a:srgbClr val="FF0000"/>
                </a:solidFill>
              </a:rPr>
              <a:t>thái</a:t>
            </a:r>
            <a:r>
              <a:rPr lang="en-US" dirty="0" smtClean="0">
                <a:solidFill>
                  <a:srgbClr val="FF0000"/>
                </a:solidFill>
              </a:rPr>
              <a:t> </a:t>
            </a:r>
            <a:r>
              <a:rPr lang="en-US" dirty="0" err="1" smtClean="0">
                <a:solidFill>
                  <a:srgbClr val="FF0000"/>
                </a:solidFill>
              </a:rPr>
              <a:t>thế</a:t>
            </a:r>
            <a:r>
              <a:rPr lang="en-US" dirty="0" smtClean="0">
                <a:solidFill>
                  <a:srgbClr val="FF0000"/>
                </a:solidFill>
              </a:rPr>
              <a:t> </a:t>
            </a:r>
            <a:r>
              <a:rPr lang="en-US" dirty="0" err="1" smtClean="0">
                <a:solidFill>
                  <a:srgbClr val="FF0000"/>
                </a:solidFill>
              </a:rPr>
              <a:t>giới</a:t>
            </a:r>
            <a:r>
              <a:rPr lang="en-US" dirty="0" smtClean="0">
                <a:solidFill>
                  <a:srgbClr val="FF0000"/>
                </a:solidFill>
              </a:rPr>
              <a:t> </a:t>
            </a:r>
            <a:r>
              <a:rPr lang="en-US" dirty="0" err="1" smtClean="0">
                <a:solidFill>
                  <a:srgbClr val="FF0000"/>
                </a:solidFill>
              </a:rPr>
              <a:t>quan</a:t>
            </a:r>
            <a:endParaRPr lang="en-US" dirty="0"/>
          </a:p>
        </p:txBody>
      </p:sp>
      <p:sp>
        <p:nvSpPr>
          <p:cNvPr id="3" name="Content Placeholder 2"/>
          <p:cNvSpPr>
            <a:spLocks noGrp="1"/>
          </p:cNvSpPr>
          <p:nvPr>
            <p:ph idx="1"/>
          </p:nvPr>
        </p:nvSpPr>
        <p:spPr>
          <a:xfrm>
            <a:off x="228600" y="1076325"/>
            <a:ext cx="8580438" cy="5248275"/>
          </a:xfrm>
        </p:spPr>
        <p:txBody>
          <a:bodyPr/>
          <a:lstStyle/>
          <a:p>
            <a:r>
              <a:rPr lang="en-US" dirty="0" err="1" smtClean="0"/>
              <a:t>Thế</a:t>
            </a:r>
            <a:r>
              <a:rPr lang="en-US" dirty="0" smtClean="0"/>
              <a:t> </a:t>
            </a:r>
            <a:r>
              <a:rPr lang="en-US" dirty="0" err="1" smtClean="0"/>
              <a:t>giới</a:t>
            </a:r>
            <a:r>
              <a:rPr lang="en-US" dirty="0" smtClean="0"/>
              <a:t> </a:t>
            </a:r>
            <a:r>
              <a:rPr lang="en-US" dirty="0" err="1" smtClean="0"/>
              <a:t>quan</a:t>
            </a:r>
            <a:r>
              <a:rPr lang="en-US" dirty="0" smtClean="0"/>
              <a:t> </a:t>
            </a:r>
            <a:r>
              <a:rPr lang="en-US" dirty="0" err="1" smtClean="0"/>
              <a:t>thần</a:t>
            </a:r>
            <a:r>
              <a:rPr lang="en-US" dirty="0" smtClean="0"/>
              <a:t> </a:t>
            </a:r>
            <a:r>
              <a:rPr lang="en-US" dirty="0" err="1" smtClean="0"/>
              <a:t>thoại</a:t>
            </a:r>
            <a:endParaRPr lang="en-US" dirty="0" smtClean="0"/>
          </a:p>
          <a:p>
            <a:endParaRPr lang="en-US" dirty="0"/>
          </a:p>
          <a:p>
            <a:endParaRPr lang="en-US" dirty="0" smtClean="0"/>
          </a:p>
          <a:p>
            <a:r>
              <a:rPr lang="en-US" dirty="0" err="1" smtClean="0"/>
              <a:t>Thế</a:t>
            </a:r>
            <a:r>
              <a:rPr lang="en-US" dirty="0" smtClean="0"/>
              <a:t> </a:t>
            </a:r>
            <a:r>
              <a:rPr lang="en-US" dirty="0" err="1" smtClean="0"/>
              <a:t>giới</a:t>
            </a:r>
            <a:r>
              <a:rPr lang="en-US" dirty="0" smtClean="0"/>
              <a:t> </a:t>
            </a:r>
            <a:r>
              <a:rPr lang="en-US" dirty="0" err="1" smtClean="0"/>
              <a:t>quan</a:t>
            </a:r>
            <a:r>
              <a:rPr lang="en-US" dirty="0" smtClean="0"/>
              <a:t> </a:t>
            </a:r>
            <a:r>
              <a:rPr lang="en-US" dirty="0" err="1" smtClean="0"/>
              <a:t>tôn</a:t>
            </a:r>
            <a:r>
              <a:rPr lang="en-US" dirty="0" smtClean="0"/>
              <a:t> </a:t>
            </a:r>
            <a:r>
              <a:rPr lang="en-US" dirty="0" err="1" smtClean="0"/>
              <a:t>giáo</a:t>
            </a:r>
            <a:endParaRPr lang="en-US" dirty="0" smtClean="0"/>
          </a:p>
          <a:p>
            <a:endParaRPr lang="en-US" dirty="0" smtClean="0"/>
          </a:p>
          <a:p>
            <a:endParaRPr lang="en-US" dirty="0"/>
          </a:p>
          <a:p>
            <a:endParaRPr lang="en-US" dirty="0"/>
          </a:p>
          <a:p>
            <a:endParaRPr lang="en-US" dirty="0" smtClean="0"/>
          </a:p>
          <a:p>
            <a:r>
              <a:rPr lang="en-US" dirty="0" err="1" smtClean="0"/>
              <a:t>Thế</a:t>
            </a:r>
            <a:r>
              <a:rPr lang="en-US" dirty="0" smtClean="0"/>
              <a:t> </a:t>
            </a:r>
            <a:r>
              <a:rPr lang="en-US" dirty="0" err="1" smtClean="0"/>
              <a:t>giới</a:t>
            </a:r>
            <a:r>
              <a:rPr lang="en-US" dirty="0" smtClean="0"/>
              <a:t> </a:t>
            </a:r>
            <a:r>
              <a:rPr lang="en-US" dirty="0" err="1" smtClean="0"/>
              <a:t>quan</a:t>
            </a:r>
            <a:r>
              <a:rPr lang="en-US" dirty="0" smtClean="0"/>
              <a:t> </a:t>
            </a:r>
            <a:r>
              <a:rPr lang="en-US" dirty="0" err="1" smtClean="0"/>
              <a:t>khoa</a:t>
            </a:r>
            <a:r>
              <a:rPr lang="en-US" dirty="0" smtClean="0"/>
              <a:t> </a:t>
            </a:r>
            <a:r>
              <a:rPr lang="en-US" dirty="0" err="1" smtClean="0"/>
              <a:t>học</a:t>
            </a:r>
            <a:endParaRPr lang="en-US" dirty="0" smtClean="0"/>
          </a:p>
          <a:p>
            <a:r>
              <a:rPr lang="en-US" dirty="0" err="1" smtClean="0"/>
              <a:t>triết</a:t>
            </a:r>
            <a:r>
              <a:rPr lang="en-US" dirty="0" smtClean="0"/>
              <a:t> </a:t>
            </a:r>
            <a:r>
              <a:rPr lang="en-US" dirty="0" err="1" smtClean="0"/>
              <a:t>học</a:t>
            </a:r>
            <a:endParaRPr lang="en-US" dirty="0"/>
          </a:p>
        </p:txBody>
      </p:sp>
      <p:pic>
        <p:nvPicPr>
          <p:cNvPr id="4" name="Picture 3"/>
          <p:cNvPicPr>
            <a:picLocks noChangeAspect="1"/>
          </p:cNvPicPr>
          <p:nvPr/>
        </p:nvPicPr>
        <p:blipFill>
          <a:blip r:embed="rId2"/>
          <a:stretch>
            <a:fillRect/>
          </a:stretch>
        </p:blipFill>
        <p:spPr>
          <a:xfrm>
            <a:off x="5562600" y="838200"/>
            <a:ext cx="3505200" cy="2514600"/>
          </a:xfrm>
          <a:prstGeom prst="rect">
            <a:avLst/>
          </a:prstGeom>
        </p:spPr>
      </p:pic>
      <p:pic>
        <p:nvPicPr>
          <p:cNvPr id="5" name="Picture 4"/>
          <p:cNvPicPr>
            <a:picLocks noChangeAspect="1"/>
          </p:cNvPicPr>
          <p:nvPr/>
        </p:nvPicPr>
        <p:blipFill>
          <a:blip r:embed="rId3"/>
          <a:stretch>
            <a:fillRect/>
          </a:stretch>
        </p:blipFill>
        <p:spPr>
          <a:xfrm>
            <a:off x="2703745" y="3019425"/>
            <a:ext cx="2895600" cy="2209800"/>
          </a:xfrm>
          <a:prstGeom prst="rect">
            <a:avLst/>
          </a:prstGeom>
        </p:spPr>
      </p:pic>
      <p:pic>
        <p:nvPicPr>
          <p:cNvPr id="6" name="Picture 5"/>
          <p:cNvPicPr>
            <a:picLocks noChangeAspect="1"/>
          </p:cNvPicPr>
          <p:nvPr/>
        </p:nvPicPr>
        <p:blipFill>
          <a:blip r:embed="rId4"/>
          <a:stretch>
            <a:fillRect/>
          </a:stretch>
        </p:blipFill>
        <p:spPr>
          <a:xfrm>
            <a:off x="5867400" y="3743325"/>
            <a:ext cx="3200399" cy="2971800"/>
          </a:xfrm>
          <a:prstGeom prst="rect">
            <a:avLst/>
          </a:prstGeom>
        </p:spPr>
      </p:pic>
    </p:spTree>
    <p:extLst>
      <p:ext uri="{BB962C8B-B14F-4D97-AF65-F5344CB8AC3E}">
        <p14:creationId xmlns:p14="http://schemas.microsoft.com/office/powerpoint/2010/main" val="16677454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Nguồn</a:t>
            </a:r>
            <a:r>
              <a:rPr lang="en-US" dirty="0">
                <a:solidFill>
                  <a:srgbClr val="FF0000"/>
                </a:solidFill>
              </a:rPr>
              <a:t> </a:t>
            </a:r>
            <a:r>
              <a:rPr lang="en-US" dirty="0" err="1">
                <a:solidFill>
                  <a:srgbClr val="FF0000"/>
                </a:solidFill>
              </a:rPr>
              <a:t>gốc</a:t>
            </a:r>
            <a:r>
              <a:rPr lang="en-US" dirty="0">
                <a:solidFill>
                  <a:srgbClr val="FF0000"/>
                </a:solidFill>
              </a:rPr>
              <a:t> </a:t>
            </a:r>
            <a:r>
              <a:rPr lang="en-US" dirty="0" err="1">
                <a:solidFill>
                  <a:srgbClr val="FF0000"/>
                </a:solidFill>
              </a:rPr>
              <a:t>của</a:t>
            </a:r>
            <a:r>
              <a:rPr lang="en-US" dirty="0">
                <a:solidFill>
                  <a:srgbClr val="FF0000"/>
                </a:solidFill>
              </a:rPr>
              <a:t> </a:t>
            </a:r>
            <a:r>
              <a:rPr lang="en-US" dirty="0" err="1">
                <a:solidFill>
                  <a:srgbClr val="FF0000"/>
                </a:solidFill>
              </a:rPr>
              <a:t>triết</a:t>
            </a:r>
            <a:r>
              <a:rPr lang="en-US" dirty="0">
                <a:solidFill>
                  <a:srgbClr val="FF0000"/>
                </a:solidFill>
              </a:rPr>
              <a:t> </a:t>
            </a:r>
            <a:r>
              <a:rPr lang="en-US" dirty="0" err="1">
                <a:solidFill>
                  <a:srgbClr val="FF0000"/>
                </a:solidFill>
              </a:rPr>
              <a:t>học</a:t>
            </a:r>
            <a:endParaRPr lang="en-US" dirty="0"/>
          </a:p>
        </p:txBody>
      </p:sp>
      <p:sp>
        <p:nvSpPr>
          <p:cNvPr id="3" name="Content Placeholder 2"/>
          <p:cNvSpPr>
            <a:spLocks noGrp="1"/>
          </p:cNvSpPr>
          <p:nvPr>
            <p:ph idx="1"/>
          </p:nvPr>
        </p:nvSpPr>
        <p:spPr/>
        <p:txBody>
          <a:bodyPr/>
          <a:lstStyle/>
          <a:p>
            <a:r>
              <a:rPr lang="en-US" dirty="0" err="1" smtClean="0"/>
              <a:t>Nguồn</a:t>
            </a:r>
            <a:r>
              <a:rPr lang="en-US" dirty="0" smtClean="0"/>
              <a:t> </a:t>
            </a:r>
            <a:r>
              <a:rPr lang="en-US" dirty="0" err="1" smtClean="0"/>
              <a:t>gốc</a:t>
            </a:r>
            <a:r>
              <a:rPr lang="en-US" dirty="0" smtClean="0"/>
              <a:t> </a:t>
            </a:r>
            <a:r>
              <a:rPr lang="en-US" dirty="0" err="1" smtClean="0"/>
              <a:t>xã</a:t>
            </a:r>
            <a:r>
              <a:rPr lang="en-US" dirty="0" smtClean="0"/>
              <a:t> </a:t>
            </a:r>
            <a:r>
              <a:rPr lang="en-US" dirty="0" err="1" smtClean="0"/>
              <a:t>hội</a:t>
            </a:r>
            <a:endParaRPr lang="en-US" dirty="0" smtClean="0"/>
          </a:p>
          <a:p>
            <a:pPr marL="254635" marR="144780" indent="396875" algn="just">
              <a:lnSpc>
                <a:spcPct val="107000"/>
              </a:lnSpc>
              <a:spcBef>
                <a:spcPts val="705"/>
              </a:spcBef>
              <a:spcAft>
                <a:spcPts val="0"/>
              </a:spcAft>
            </a:pPr>
            <a:r>
              <a:rPr lang="vi-VN" dirty="0">
                <a:latin typeface="Times New Roman" panose="02020603050405020304" pitchFamily="18" charset="0"/>
                <a:ea typeface="Times New Roman" panose="02020603050405020304" pitchFamily="18" charset="0"/>
              </a:rPr>
              <a:t>Lao động đã phát triển đến mức có sự phân công lao động thành lao động trí óc và lao động chân tay</a:t>
            </a:r>
            <a:r>
              <a:rPr lang="vi-VN" dirty="0" smtClean="0">
                <a:latin typeface="Times New Roman" panose="02020603050405020304" pitchFamily="18" charset="0"/>
                <a:ea typeface="Times New Roman" panose="02020603050405020304" pitchFamily="18" charset="0"/>
              </a:rPr>
              <a:t>,</a:t>
            </a:r>
            <a:endParaRPr lang="en-US" dirty="0" smtClean="0">
              <a:latin typeface="Times New Roman" panose="02020603050405020304" pitchFamily="18" charset="0"/>
              <a:ea typeface="Times New Roman" panose="02020603050405020304" pitchFamily="18" charset="0"/>
            </a:endParaRPr>
          </a:p>
          <a:p>
            <a:pPr marL="254635" marR="144780" indent="396875" algn="just">
              <a:lnSpc>
                <a:spcPct val="107000"/>
              </a:lnSpc>
              <a:spcBef>
                <a:spcPts val="705"/>
              </a:spcBef>
              <a:spcAft>
                <a:spcPts val="0"/>
              </a:spcAft>
            </a:pPr>
            <a:r>
              <a:rPr lang="vi-VN" dirty="0" smtClean="0">
                <a:latin typeface="Times New Roman" panose="02020603050405020304" pitchFamily="18" charset="0"/>
                <a:ea typeface="Times New Roman" panose="02020603050405020304" pitchFamily="18" charset="0"/>
              </a:rPr>
              <a:t> Xã hội </a:t>
            </a:r>
            <a:r>
              <a:rPr lang="vi-VN" dirty="0">
                <a:latin typeface="Times New Roman" panose="02020603050405020304" pitchFamily="18" charset="0"/>
                <a:ea typeface="Times New Roman" panose="02020603050405020304" pitchFamily="18" charset="0"/>
              </a:rPr>
              <a:t>phân chia thành hai giai cấp cơ bản đối lập nhau là giai cấp chủ nô và giai cấp nô lệ. Giai cấp thống trị có điều kiện nghiên cứu triết học. </a:t>
            </a:r>
            <a:endParaRPr lang="en-US" dirty="0" smtClean="0">
              <a:latin typeface="Times New Roman" panose="02020603050405020304" pitchFamily="18" charset="0"/>
              <a:ea typeface="Times New Roman" panose="02020603050405020304" pitchFamily="18" charset="0"/>
            </a:endParaRPr>
          </a:p>
          <a:p>
            <a:pPr marL="254635" marR="144780" indent="396875" algn="just">
              <a:lnSpc>
                <a:spcPct val="107000"/>
              </a:lnSpc>
              <a:spcBef>
                <a:spcPts val="705"/>
              </a:spcBef>
              <a:spcAft>
                <a:spcPts val="0"/>
              </a:spcAft>
            </a:pPr>
            <a:r>
              <a:rPr lang="vi-VN" dirty="0" smtClean="0">
                <a:latin typeface="Times New Roman" panose="02020603050405020304" pitchFamily="18" charset="0"/>
                <a:ea typeface="Times New Roman" panose="02020603050405020304" pitchFamily="18" charset="0"/>
              </a:rPr>
              <a:t>Bởi </a:t>
            </a:r>
            <a:r>
              <a:rPr lang="vi-VN" dirty="0">
                <a:latin typeface="Times New Roman" panose="02020603050405020304" pitchFamily="18" charset="0"/>
                <a:ea typeface="Times New Roman" panose="02020603050405020304" pitchFamily="18" charset="0"/>
              </a:rPr>
              <a:t>vậy ngay từ khi Triết học xuất hiện đã tự mang trong mình tính giai cấp, phục vụ cho lợi ích của những giai cấp, những lực lượng xã hội nhất định.</a:t>
            </a:r>
            <a:endParaRPr lang="en-US" dirty="0">
              <a:latin typeface="Times New Roman" panose="02020603050405020304" pitchFamily="18" charset="0"/>
              <a:ea typeface="Times New Roman" panose="02020603050405020304" pitchFamily="18" charset="0"/>
            </a:endParaRPr>
          </a:p>
          <a:p>
            <a:endParaRPr lang="en-US" dirty="0" smtClean="0"/>
          </a:p>
          <a:p>
            <a:endParaRPr lang="en-US" dirty="0"/>
          </a:p>
        </p:txBody>
      </p:sp>
    </p:spTree>
    <p:extLst>
      <p:ext uri="{BB962C8B-B14F-4D97-AF65-F5344CB8AC3E}">
        <p14:creationId xmlns:p14="http://schemas.microsoft.com/office/powerpoint/2010/main" val="101460816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9600" y="122238"/>
            <a:ext cx="4267200" cy="563562"/>
          </a:xfrm>
        </p:spPr>
        <p:txBody>
          <a:bodyPr/>
          <a:lstStyle/>
          <a:p>
            <a:pPr eaLnBrk="1" hangingPunct="1"/>
            <a:r>
              <a:rPr lang="en-US" altLang="en-US" sz="2400" dirty="0" smtClean="0">
                <a:solidFill>
                  <a:schemeClr val="bg1"/>
                </a:solidFill>
              </a:rPr>
              <a:t> </a:t>
            </a:r>
            <a:r>
              <a:rPr lang="en-US" altLang="en-US" sz="2400" dirty="0" err="1" smtClean="0">
                <a:solidFill>
                  <a:schemeClr val="bg1"/>
                </a:solidFill>
              </a:rPr>
              <a:t>Thuật</a:t>
            </a:r>
            <a:r>
              <a:rPr lang="en-US" altLang="en-US" sz="2400" dirty="0" smtClean="0">
                <a:solidFill>
                  <a:schemeClr val="bg1"/>
                </a:solidFill>
              </a:rPr>
              <a:t> </a:t>
            </a:r>
            <a:r>
              <a:rPr lang="en-US" altLang="en-US" sz="2400" dirty="0" err="1" smtClean="0">
                <a:solidFill>
                  <a:schemeClr val="bg1"/>
                </a:solidFill>
              </a:rPr>
              <a:t>ngữ</a:t>
            </a:r>
            <a:r>
              <a:rPr lang="en-US" altLang="en-US" sz="2400" dirty="0" smtClean="0">
                <a:solidFill>
                  <a:schemeClr val="bg1"/>
                </a:solidFill>
              </a:rPr>
              <a:t> “</a:t>
            </a:r>
            <a:r>
              <a:rPr lang="en-US" altLang="en-US" sz="2400" dirty="0" err="1" smtClean="0">
                <a:solidFill>
                  <a:schemeClr val="bg1"/>
                </a:solidFill>
              </a:rPr>
              <a:t>triết</a:t>
            </a:r>
            <a:r>
              <a:rPr lang="en-US" altLang="en-US" sz="2400" dirty="0" smtClean="0">
                <a:solidFill>
                  <a:schemeClr val="bg1"/>
                </a:solidFill>
              </a:rPr>
              <a:t> </a:t>
            </a:r>
            <a:r>
              <a:rPr lang="en-US" altLang="en-US" sz="2400" dirty="0" err="1" smtClean="0">
                <a:solidFill>
                  <a:schemeClr val="bg1"/>
                </a:solidFill>
              </a:rPr>
              <a:t>học</a:t>
            </a:r>
            <a:r>
              <a:rPr lang="en-US" altLang="en-US" sz="2400" b="0" dirty="0" smtClean="0">
                <a:solidFill>
                  <a:srgbClr val="66FF66"/>
                </a:solidFill>
              </a:rPr>
              <a:t>”</a:t>
            </a:r>
          </a:p>
        </p:txBody>
      </p:sp>
      <p:sp>
        <p:nvSpPr>
          <p:cNvPr id="13315" name="Rectangle 3"/>
          <p:cNvSpPr>
            <a:spLocks noGrp="1" noChangeArrowheads="1"/>
          </p:cNvSpPr>
          <p:nvPr>
            <p:ph type="body" idx="1"/>
          </p:nvPr>
        </p:nvSpPr>
        <p:spPr>
          <a:xfrm>
            <a:off x="838200" y="1676400"/>
            <a:ext cx="7772400" cy="3648075"/>
          </a:xfrm>
        </p:spPr>
        <p:txBody>
          <a:bodyPr/>
          <a:lstStyle/>
          <a:p>
            <a:pPr algn="just" eaLnBrk="1" hangingPunct="1">
              <a:spcBef>
                <a:spcPct val="0"/>
              </a:spcBef>
              <a:buClrTx/>
              <a:buFontTx/>
              <a:buChar char="•"/>
            </a:pPr>
            <a:r>
              <a:rPr lang="en-US" altLang="en-US" sz="2400" u="sng" smtClean="0">
                <a:solidFill>
                  <a:srgbClr val="2B08AA"/>
                </a:solidFill>
                <a:latin typeface="Arial" panose="020B0604020202020204" pitchFamily="34" charset="0"/>
                <a:cs typeface="Arial" panose="020B0604020202020204" pitchFamily="34" charset="0"/>
              </a:rPr>
              <a:t>Thuật ngữ</a:t>
            </a:r>
            <a:r>
              <a:rPr lang="en-US" altLang="en-US" sz="2400" smtClean="0">
                <a:solidFill>
                  <a:srgbClr val="2B08AA"/>
                </a:solidFill>
                <a:latin typeface="Arial" panose="020B0604020202020204" pitchFamily="34" charset="0"/>
                <a:cs typeface="Arial" panose="020B0604020202020204" pitchFamily="34" charset="0"/>
              </a:rPr>
              <a:t> “Triết học” (philosophia = </a:t>
            </a:r>
            <a:r>
              <a:rPr lang="vi-VN" altLang="en-US" sz="2400" smtClean="0">
                <a:solidFill>
                  <a:srgbClr val="2B08AA"/>
                </a:solidFill>
                <a:latin typeface="Arial" panose="020B0604020202020204" pitchFamily="34" charset="0"/>
                <a:cs typeface="Arial" panose="020B0604020202020204" pitchFamily="34" charset="0"/>
              </a:rPr>
              <a:t>kết hợp </a:t>
            </a:r>
            <a:r>
              <a:rPr lang="ru-RU" altLang="en-US" sz="2400" smtClean="0">
                <a:solidFill>
                  <a:srgbClr val="2B08AA"/>
                </a:solidFill>
                <a:latin typeface="Arial" panose="020B0604020202020204" pitchFamily="34" charset="0"/>
                <a:cs typeface="Arial" panose="020B0604020202020204" pitchFamily="34" charset="0"/>
              </a:rPr>
              <a:t>φιλέω</a:t>
            </a:r>
            <a:r>
              <a:rPr lang="en-US" altLang="en-US" sz="2400" smtClean="0">
                <a:solidFill>
                  <a:srgbClr val="2B08AA"/>
                </a:solidFill>
                <a:latin typeface="Arial" panose="020B0604020202020204" pitchFamily="34" charset="0"/>
                <a:cs typeface="Arial" panose="020B0604020202020204" pitchFamily="34" charset="0"/>
              </a:rPr>
              <a:t> phileo và </a:t>
            </a:r>
            <a:r>
              <a:rPr lang="ru-RU" altLang="en-US" sz="2400" smtClean="0">
                <a:solidFill>
                  <a:srgbClr val="2B08AA"/>
                </a:solidFill>
                <a:latin typeface="Arial" panose="020B0604020202020204" pitchFamily="34" charset="0"/>
                <a:cs typeface="Arial" panose="020B0604020202020204" pitchFamily="34" charset="0"/>
              </a:rPr>
              <a:t>σοφία</a:t>
            </a:r>
            <a:r>
              <a:rPr lang="en-US" altLang="en-US" sz="2400" smtClean="0">
                <a:solidFill>
                  <a:srgbClr val="2B08AA"/>
                </a:solidFill>
                <a:latin typeface="Arial" panose="020B0604020202020204" pitchFamily="34" charset="0"/>
                <a:cs typeface="Arial" panose="020B0604020202020204" pitchFamily="34" charset="0"/>
              </a:rPr>
              <a:t>  sophia – thông thái </a:t>
            </a:r>
            <a:r>
              <a:rPr lang="en-US" altLang="en-US" sz="2400" smtClean="0">
                <a:solidFill>
                  <a:srgbClr val="2B08AA"/>
                </a:solidFill>
                <a:latin typeface="Arial" panose="020B0604020202020204" pitchFamily="34" charset="0"/>
                <a:cs typeface="Arial" panose="020B0604020202020204" pitchFamily="34" charset="0"/>
                <a:sym typeface="Wingdings" panose="05000000000000000000" pitchFamily="2" charset="2"/>
              </a:rPr>
              <a:t> </a:t>
            </a:r>
            <a:r>
              <a:rPr lang="en-US" altLang="en-US" sz="2400" smtClean="0">
                <a:solidFill>
                  <a:srgbClr val="2B08AA"/>
                </a:solidFill>
                <a:latin typeface="Arial" panose="020B0604020202020204" pitchFamily="34" charset="0"/>
                <a:cs typeface="Arial" panose="020B0604020202020204" pitchFamily="34" charset="0"/>
              </a:rPr>
              <a:t>“yêu thích sự thông thái”, “yêu mến sự thông thái”, “khát vọng vươn đến sự thông thái”. Pythagoras và Heraklitos là những người gọi mình như philosophos (khác sophos). Nghĩa rộng: quá trình tìm kiếm, khám phá chân lý. Nhà triết học đầu tiên của thế giới phương Tây là Thales</a:t>
            </a:r>
            <a:r>
              <a:rPr lang="en-US" altLang="en-US" sz="2400" smtClean="0">
                <a:solidFill>
                  <a:srgbClr val="2B08AA"/>
                </a:solidFill>
                <a:latin typeface="Times New Roman" panose="02020603050405020304" pitchFamily="18" charset="0"/>
                <a:cs typeface="Times New Roman" panose="02020603050405020304" pitchFamily="18" charset="0"/>
              </a:rPr>
              <a:t> (</a:t>
            </a:r>
            <a:r>
              <a:rPr lang="en-US" altLang="en-US" sz="2400" smtClean="0">
                <a:solidFill>
                  <a:srgbClr val="2B08AA"/>
                </a:solidFill>
              </a:rPr>
              <a:t>Θαλῆς ὁ Μιλήσιος, 624 – 546 TCN).</a:t>
            </a:r>
          </a:p>
          <a:p>
            <a:pPr algn="just" eaLnBrk="1" hangingPunct="1">
              <a:spcBef>
                <a:spcPct val="0"/>
              </a:spcBef>
              <a:buClrTx/>
              <a:buFontTx/>
              <a:buNone/>
            </a:pPr>
            <a:r>
              <a:rPr lang="en-US" altLang="en-US" sz="2400" smtClean="0">
                <a:solidFill>
                  <a:srgbClr val="2B08AA"/>
                </a:solidFill>
              </a:rPr>
              <a:t>    </a:t>
            </a:r>
          </a:p>
        </p:txBody>
      </p:sp>
    </p:spTree>
    <p:extLst>
      <p:ext uri="{BB962C8B-B14F-4D97-AF65-F5344CB8AC3E}">
        <p14:creationId xmlns:p14="http://schemas.microsoft.com/office/powerpoint/2010/main" val="1411309597"/>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link="rId2"/>
          <a:srcRect/>
          <a:tile tx="0" ty="0" sx="100000" sy="100000" flip="none" algn="tl"/>
        </a:blipFill>
        <a:effectLst/>
      </p:bgPr>
    </p:bg>
    <p:spTree>
      <p:nvGrpSpPr>
        <p:cNvPr id="1" name=""/>
        <p:cNvGrpSpPr/>
        <p:nvPr/>
      </p:nvGrpSpPr>
      <p:grpSpPr>
        <a:xfrm>
          <a:off x="0" y="0"/>
          <a:ext cx="0" cy="0"/>
          <a:chOff x="0" y="0"/>
          <a:chExt cx="0" cy="0"/>
        </a:xfrm>
      </p:grpSpPr>
      <p:pic>
        <p:nvPicPr>
          <p:cNvPr id="14338" name="Picture 5" descr="Thal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00200"/>
            <a:ext cx="2608263" cy="3352800"/>
          </a:xfrm>
          <a:prstGeom prst="rect">
            <a:avLst/>
          </a:prstGeom>
          <a:noFill/>
          <a:ln w="28575">
            <a:solidFill>
              <a:srgbClr val="A50021"/>
            </a:solidFill>
            <a:miter lim="800000"/>
            <a:headEnd/>
            <a:tailEnd/>
          </a:ln>
          <a:extLst>
            <a:ext uri="{909E8E84-426E-40DD-AFC4-6F175D3DCCD1}">
              <a14:hiddenFill xmlns:a14="http://schemas.microsoft.com/office/drawing/2010/main">
                <a:solidFill>
                  <a:srgbClr val="FFFFFF"/>
                </a:solidFill>
              </a14:hiddenFill>
            </a:ext>
          </a:extLst>
        </p:spPr>
      </p:pic>
      <p:sp>
        <p:nvSpPr>
          <p:cNvPr id="14339" name="Rectangle 6"/>
          <p:cNvSpPr>
            <a:spLocks noChangeArrowheads="1"/>
          </p:cNvSpPr>
          <p:nvPr/>
        </p:nvSpPr>
        <p:spPr bwMode="auto">
          <a:xfrm>
            <a:off x="762000" y="5105400"/>
            <a:ext cx="2787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800" b="1" i="0" u="none" strike="noStrike" kern="1200" cap="none" spc="0" normalizeH="0" baseline="0" noProof="0" smtClean="0">
                <a:ln>
                  <a:noFill/>
                </a:ln>
                <a:solidFill>
                  <a:srgbClr val="A50021"/>
                </a:solidFill>
                <a:effectLst/>
                <a:uLnTx/>
                <a:uFillTx/>
                <a:latin typeface="Arial" panose="020B0604020202020204" pitchFamily="34" charset="0"/>
                <a:ea typeface="+mn-ea"/>
                <a:cs typeface="Arial" panose="020B0604020202020204" pitchFamily="34" charset="0"/>
              </a:rPr>
              <a:t>640/624 — 548/545 TCN</a:t>
            </a:r>
            <a:r>
              <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rPr>
              <a:t> </a:t>
            </a:r>
          </a:p>
        </p:txBody>
      </p:sp>
      <p:sp>
        <p:nvSpPr>
          <p:cNvPr id="14340" name="Rectangle 7"/>
          <p:cNvSpPr>
            <a:spLocks noChangeArrowheads="1"/>
          </p:cNvSpPr>
          <p:nvPr/>
        </p:nvSpPr>
        <p:spPr bwMode="auto">
          <a:xfrm>
            <a:off x="1295400" y="0"/>
            <a:ext cx="730726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15870"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1" i="0" u="none" strike="noStrike" kern="1200" cap="none" spc="0" normalizeH="0" baseline="0" noProof="0" smtClean="0">
                <a:ln>
                  <a:noFill/>
                </a:ln>
                <a:solidFill>
                  <a:srgbClr val="FFFF00"/>
                </a:solidFill>
                <a:effectLst/>
                <a:uLnTx/>
                <a:uFillTx/>
                <a:latin typeface="Arial" panose="020B0604020202020204" pitchFamily="34" charset="0"/>
                <a:ea typeface="+mn-ea"/>
                <a:cs typeface="Arial" panose="020B0604020202020204" pitchFamily="34" charset="0"/>
              </a:rPr>
              <a:t>THALES – NHÀ TRIẾT HỌC ĐẦU TIÊN CỦA PHƯƠNG TÂY</a:t>
            </a:r>
            <a:r>
              <a:rPr kumimoji="0" lang="en-US" altLang="en-US" sz="2400" b="1" i="0" u="none" strike="noStrike" kern="1200" cap="none" spc="0" normalizeH="0" baseline="0" noProof="0" smtClean="0">
                <a:ln>
                  <a:noFill/>
                </a:ln>
                <a:solidFill>
                  <a:srgbClr val="FFFF00"/>
                </a:solidFill>
                <a:effectLst/>
                <a:uLnTx/>
                <a:uFillTx/>
                <a:latin typeface="Arial" panose="020B0604020202020204" pitchFamily="34" charset="0"/>
                <a:ea typeface="+mn-ea"/>
                <a:cs typeface="Arial" panose="020B0604020202020204" pitchFamily="34" charset="0"/>
              </a:rPr>
              <a:t> </a:t>
            </a:r>
            <a:r>
              <a:rPr kumimoji="0" lang="en-US" altLang="en-US" sz="3200" b="1" i="0" u="none" strike="noStrike" kern="1200" cap="none" spc="0" normalizeH="0" baseline="0" noProof="0" smtClean="0">
                <a:ln>
                  <a:noFill/>
                </a:ln>
                <a:solidFill>
                  <a:srgbClr val="FFFF00"/>
                </a:solidFill>
                <a:effectLst/>
                <a:uLnTx/>
                <a:uFillTx/>
                <a:latin typeface="Arial" panose="020B0604020202020204" pitchFamily="34" charset="0"/>
                <a:ea typeface="+mn-ea"/>
                <a:cs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smtClean="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14341" name="Rectangle 8"/>
          <p:cNvSpPr>
            <a:spLocks noChangeArrowheads="1"/>
          </p:cNvSpPr>
          <p:nvPr/>
        </p:nvSpPr>
        <p:spPr bwMode="auto">
          <a:xfrm>
            <a:off x="4419600" y="1676400"/>
            <a:ext cx="3810000" cy="3416300"/>
          </a:xfrm>
          <a:prstGeom prst="rect">
            <a:avLst/>
          </a:prstGeom>
          <a:noFill/>
          <a:ln w="28575">
            <a:solidFill>
              <a:srgbClr val="A50021"/>
            </a:solid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A50021"/>
                </a:solidFill>
                <a:effectLst/>
                <a:uLnTx/>
                <a:uFillTx/>
                <a:latin typeface="Arial" panose="020B0604020202020204" pitchFamily="34" charset="0"/>
                <a:ea typeface="+mn-ea"/>
                <a:cs typeface="Arial" panose="020B0604020202020204" pitchFamily="34" charset="0"/>
              </a:rPr>
              <a:t>Đại diện của triết học</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A50021"/>
                </a:solidFill>
                <a:effectLst/>
                <a:uLnTx/>
                <a:uFillTx/>
                <a:latin typeface="Arial" panose="020B0604020202020204" pitchFamily="34" charset="0"/>
                <a:ea typeface="+mn-ea"/>
                <a:cs typeface="Arial" panose="020B0604020202020204" pitchFamily="34" charset="0"/>
              </a:rPr>
              <a:t> tự nhiên xứ Ionia và</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A50021"/>
                </a:solidFill>
                <a:effectLst/>
                <a:uLnTx/>
                <a:uFillTx/>
                <a:latin typeface="Arial" panose="020B0604020202020204" pitchFamily="34" charset="0"/>
                <a:ea typeface="+mn-ea"/>
                <a:cs typeface="Arial" panose="020B0604020202020204" pitchFamily="34" charset="0"/>
              </a:rPr>
              <a:t> người sáng lập trường phái Miletos, mà từ đó bắt đầu lịch sử khoa học châu Âu.</a:t>
            </a:r>
          </a:p>
          <a:p>
            <a:pPr marL="0" marR="0" lvl="0" indent="0" algn="just" defTabSz="914400" rtl="0" eaLnBrk="0" fontAlgn="base" latinLnBrk="0" hangingPunct="0">
              <a:lnSpc>
                <a:spcPct val="100000"/>
              </a:lnSpc>
              <a:spcBef>
                <a:spcPct val="0"/>
              </a:spcBef>
              <a:spcAft>
                <a:spcPct val="0"/>
              </a:spcAft>
              <a:buClrTx/>
              <a:buSzTx/>
              <a:buFontTx/>
              <a:buNone/>
              <a:tabLst/>
              <a:defRPr/>
            </a:pPr>
            <a:r>
              <a:rPr kumimoji="0" lang="en-US" altLang="en-US" sz="2400" b="1" i="0" u="none" strike="noStrike" kern="1200" cap="none" spc="0" normalizeH="0" baseline="0" noProof="0" smtClean="0">
                <a:ln>
                  <a:noFill/>
                </a:ln>
                <a:solidFill>
                  <a:srgbClr val="A50021"/>
                </a:solidFill>
                <a:effectLst/>
                <a:uLnTx/>
                <a:uFillTx/>
                <a:latin typeface="Arial" panose="020B0604020202020204" pitchFamily="34" charset="0"/>
                <a:ea typeface="+mn-ea"/>
                <a:cs typeface="Arial" panose="020B0604020202020204" pitchFamily="34" charset="0"/>
              </a:rPr>
              <a:t>Tên tuổi của Thales gắn liền với lý thuyết hình học</a:t>
            </a:r>
          </a:p>
        </p:txBody>
      </p:sp>
    </p:spTree>
    <p:extLst>
      <p:ext uri="{BB962C8B-B14F-4D97-AF65-F5344CB8AC3E}">
        <p14:creationId xmlns:p14="http://schemas.microsoft.com/office/powerpoint/2010/main" val="3887285771"/>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US" altLang="en-US" dirty="0" smtClean="0">
                <a:solidFill>
                  <a:schemeClr val="bg1"/>
                </a:solidFill>
                <a:latin typeface="Times New Roman" panose="02020603050405020304" pitchFamily="18" charset="0"/>
                <a:cs typeface="Times New Roman" panose="02020603050405020304" pitchFamily="18" charset="0"/>
              </a:rPr>
              <a:t> </a:t>
            </a:r>
            <a:r>
              <a:rPr lang="en-US" altLang="en-US" dirty="0" err="1" smtClean="0">
                <a:solidFill>
                  <a:schemeClr val="bg1"/>
                </a:solidFill>
                <a:latin typeface="VNI-Times" pitchFamily="2" charset="0"/>
                <a:cs typeface="Times New Roman" panose="02020603050405020304" pitchFamily="18" charset="0"/>
              </a:rPr>
              <a:t>Định</a:t>
            </a:r>
            <a:r>
              <a:rPr lang="en-US" altLang="en-US" dirty="0" smtClean="0">
                <a:solidFill>
                  <a:schemeClr val="bg1"/>
                </a:solidFill>
                <a:latin typeface="VNI-Times" pitchFamily="2" charset="0"/>
                <a:cs typeface="Times New Roman" panose="02020603050405020304" pitchFamily="18" charset="0"/>
              </a:rPr>
              <a:t> </a:t>
            </a:r>
            <a:r>
              <a:rPr lang="en-US" altLang="en-US" dirty="0" err="1" smtClean="0">
                <a:solidFill>
                  <a:schemeClr val="bg1"/>
                </a:solidFill>
                <a:latin typeface="VNI-Times" pitchFamily="2" charset="0"/>
                <a:cs typeface="Times New Roman" panose="02020603050405020304" pitchFamily="18" charset="0"/>
              </a:rPr>
              <a:t>nghĩa</a:t>
            </a:r>
            <a:r>
              <a:rPr lang="en-US" altLang="en-US" dirty="0" smtClean="0">
                <a:solidFill>
                  <a:schemeClr val="bg1"/>
                </a:solidFill>
                <a:latin typeface="VNI-Times" pitchFamily="2" charset="0"/>
                <a:cs typeface="Times New Roman" panose="02020603050405020304" pitchFamily="18" charset="0"/>
              </a:rPr>
              <a:t>, </a:t>
            </a:r>
            <a:r>
              <a:rPr lang="en-US" altLang="en-US" dirty="0" err="1" smtClean="0">
                <a:solidFill>
                  <a:schemeClr val="bg1"/>
                </a:solidFill>
                <a:latin typeface="Arial Unicode MS" pitchFamily="34" charset="-128"/>
                <a:cs typeface="Times New Roman" panose="02020603050405020304" pitchFamily="18" charset="0"/>
              </a:rPr>
              <a:t>đ</a:t>
            </a:r>
            <a:r>
              <a:rPr lang="en-US" altLang="en-US" dirty="0" err="1" smtClean="0">
                <a:solidFill>
                  <a:schemeClr val="bg1"/>
                </a:solidFill>
                <a:latin typeface="VNI-Times" pitchFamily="2" charset="0"/>
                <a:cs typeface="Times New Roman" panose="02020603050405020304" pitchFamily="18" charset="0"/>
              </a:rPr>
              <a:t>ối</a:t>
            </a:r>
            <a:r>
              <a:rPr lang="en-US" altLang="en-US" dirty="0" smtClean="0">
                <a:solidFill>
                  <a:schemeClr val="bg1"/>
                </a:solidFill>
                <a:latin typeface="VNI-Times" pitchFamily="2" charset="0"/>
                <a:cs typeface="Times New Roman" panose="02020603050405020304" pitchFamily="18" charset="0"/>
              </a:rPr>
              <a:t> </a:t>
            </a:r>
            <a:r>
              <a:rPr lang="en-US" altLang="en-US" dirty="0" err="1" smtClean="0">
                <a:solidFill>
                  <a:schemeClr val="bg1"/>
                </a:solidFill>
                <a:latin typeface="VNI-Times" pitchFamily="2" charset="0"/>
                <a:cs typeface="Times New Roman" panose="02020603050405020304" pitchFamily="18" charset="0"/>
              </a:rPr>
              <a:t>tượng</a:t>
            </a:r>
            <a:endParaRPr lang="en-US" altLang="en-US" dirty="0" smtClean="0">
              <a:solidFill>
                <a:schemeClr val="bg1"/>
              </a:solidFill>
              <a:latin typeface="VNI-Times" pitchFamily="2" charset="0"/>
              <a:cs typeface="Times New Roman" panose="02020603050405020304" pitchFamily="18" charset="0"/>
            </a:endParaRPr>
          </a:p>
        </p:txBody>
      </p:sp>
      <p:sp>
        <p:nvSpPr>
          <p:cNvPr id="15363" name="Content Placeholder 2"/>
          <p:cNvSpPr>
            <a:spLocks noGrp="1"/>
          </p:cNvSpPr>
          <p:nvPr>
            <p:ph idx="1"/>
          </p:nvPr>
        </p:nvSpPr>
        <p:spPr/>
        <p:txBody>
          <a:bodyPr/>
          <a:lstStyle/>
          <a:p>
            <a:pPr marL="0" indent="457200" algn="just" eaLnBrk="1" hangingPunct="1">
              <a:spcBef>
                <a:spcPct val="0"/>
              </a:spcBef>
              <a:buClrTx/>
              <a:buFontTx/>
              <a:buNone/>
            </a:pPr>
            <a:r>
              <a:rPr lang="en-US" altLang="en-US" sz="2400" smtClean="0">
                <a:solidFill>
                  <a:srgbClr val="000066"/>
                </a:solidFill>
                <a:latin typeface="Arial" panose="020B0604020202020204" pitchFamily="34" charset="0"/>
                <a:cs typeface="Arial" panose="020B0604020202020204" pitchFamily="34" charset="0"/>
              </a:rPr>
              <a:t>Triết học là học thuyết (tư duy lí luận) về những vấn đề và những nguyên lý chung nhất của GIỚI TỰ NHIÊN, XÃ HỘI và TƯ DUY CON NGƯỜI, mối quan hệ giữa con người với con người và với thế giới xung quanh, vị trí của con người trong thế giới</a:t>
            </a:r>
          </a:p>
          <a:p>
            <a:pPr marL="0" indent="457200" algn="just" eaLnBrk="1" hangingPunct="1">
              <a:spcBef>
                <a:spcPct val="0"/>
              </a:spcBef>
              <a:buClrTx/>
              <a:buFontTx/>
              <a:buNone/>
            </a:pPr>
            <a:r>
              <a:rPr lang="en-US" altLang="en-US" sz="2400" smtClean="0">
                <a:solidFill>
                  <a:srgbClr val="3F9901"/>
                </a:solidFill>
                <a:latin typeface="Arial" panose="020B0604020202020204" pitchFamily="34" charset="0"/>
                <a:cs typeface="Arial" panose="020B0604020202020204" pitchFamily="34" charset="0"/>
              </a:rPr>
              <a:t>* </a:t>
            </a:r>
            <a:r>
              <a:rPr lang="en-US" altLang="en-US" sz="2400" u="sng" smtClean="0">
                <a:solidFill>
                  <a:srgbClr val="3F9901"/>
                </a:solidFill>
                <a:latin typeface="Arial" panose="020B0604020202020204" pitchFamily="34" charset="0"/>
                <a:cs typeface="Arial" panose="020B0604020202020204" pitchFamily="34" charset="0"/>
              </a:rPr>
              <a:t>Định nghĩa khác</a:t>
            </a:r>
            <a:r>
              <a:rPr lang="en-US" altLang="en-US" sz="2400" smtClean="0">
                <a:solidFill>
                  <a:srgbClr val="3F9901"/>
                </a:solidFill>
                <a:latin typeface="Arial" panose="020B0604020202020204" pitchFamily="34" charset="0"/>
                <a:cs typeface="Arial" panose="020B0604020202020204" pitchFamily="34" charset="0"/>
              </a:rPr>
              <a:t>: </a:t>
            </a:r>
          </a:p>
          <a:p>
            <a:pPr marL="0" indent="457200" algn="just" eaLnBrk="1" hangingPunct="1">
              <a:spcBef>
                <a:spcPct val="0"/>
              </a:spcBef>
              <a:buClrTx/>
              <a:buFontTx/>
              <a:buNone/>
            </a:pPr>
            <a:r>
              <a:rPr lang="en-US" altLang="en-US" sz="2400" smtClean="0">
                <a:solidFill>
                  <a:srgbClr val="333399"/>
                </a:solidFill>
                <a:latin typeface="Arial" panose="020B0604020202020204" pitchFamily="34" charset="0"/>
                <a:cs typeface="Arial" panose="020B0604020202020204" pitchFamily="34" charset="0"/>
              </a:rPr>
              <a:t>- Một hình thái đặc thù của ý thức xã hội </a:t>
            </a:r>
          </a:p>
          <a:p>
            <a:pPr marL="0" indent="457200" algn="just" eaLnBrk="1" hangingPunct="1">
              <a:spcBef>
                <a:spcPct val="0"/>
              </a:spcBef>
              <a:buClrTx/>
              <a:buFontTx/>
              <a:buNone/>
            </a:pPr>
            <a:r>
              <a:rPr lang="en-US" altLang="en-US" sz="2400" smtClean="0">
                <a:solidFill>
                  <a:srgbClr val="3F9901"/>
                </a:solidFill>
                <a:latin typeface="Arial" panose="020B0604020202020204" pitchFamily="34" charset="0"/>
                <a:cs typeface="Arial" panose="020B0604020202020204" pitchFamily="34" charset="0"/>
              </a:rPr>
              <a:t>- Dạng nhận thức tổng quát;</a:t>
            </a:r>
          </a:p>
          <a:p>
            <a:pPr marL="0" indent="457200" algn="just" eaLnBrk="1" hangingPunct="1">
              <a:spcBef>
                <a:spcPct val="0"/>
              </a:spcBef>
              <a:buClrTx/>
              <a:buFontTx/>
              <a:buNone/>
            </a:pPr>
            <a:r>
              <a:rPr lang="en-US" altLang="en-US" sz="2400" smtClean="0">
                <a:solidFill>
                  <a:srgbClr val="333399"/>
                </a:solidFill>
                <a:latin typeface="Arial" panose="020B0604020202020204" pitchFamily="34" charset="0"/>
                <a:cs typeface="Arial" panose="020B0604020202020204" pitchFamily="34" charset="0"/>
              </a:rPr>
              <a:t>- Khoa học chung nhất về những tính quy luật của tự nhiên, xã hội và tư duy</a:t>
            </a:r>
            <a:endParaRPr lang="en-US" altLang="en-US" smtClean="0">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spTree>
    <p:extLst>
      <p:ext uri="{BB962C8B-B14F-4D97-AF65-F5344CB8AC3E}">
        <p14:creationId xmlns:p14="http://schemas.microsoft.com/office/powerpoint/2010/main" val="2726192560"/>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i="1" dirty="0"/>
              <a:t>Đối tượng của Triết học; </a:t>
            </a:r>
            <a:endParaRPr lang="en-US" dirty="0"/>
          </a:p>
        </p:txBody>
      </p:sp>
      <p:sp>
        <p:nvSpPr>
          <p:cNvPr id="3" name="Content Placeholder 2"/>
          <p:cNvSpPr>
            <a:spLocks noGrp="1"/>
          </p:cNvSpPr>
          <p:nvPr>
            <p:ph idx="1"/>
          </p:nvPr>
        </p:nvSpPr>
        <p:spPr/>
        <p:txBody>
          <a:bodyPr/>
          <a:lstStyle/>
          <a:p>
            <a:pPr marL="342900" lvl="3" indent="-342900">
              <a:buClr>
                <a:schemeClr val="hlink"/>
              </a:buClr>
              <a:buFont typeface="Wingdings" panose="05000000000000000000" pitchFamily="2" charset="2"/>
              <a:buChar char="v"/>
            </a:pPr>
            <a:r>
              <a:rPr lang="vi-VN" sz="3200" b="1" i="1" dirty="0" smtClean="0"/>
              <a:t>Sự </a:t>
            </a:r>
            <a:r>
              <a:rPr lang="vi-VN" sz="3200" b="1" i="1" dirty="0"/>
              <a:t>biến đổi đối tượng triết học qua các giai đoạn lịch sử</a:t>
            </a:r>
            <a:endParaRPr lang="en-US" sz="3200" b="1" i="1" dirty="0"/>
          </a:p>
          <a:p>
            <a:r>
              <a:rPr lang="en-US" dirty="0" err="1" smtClean="0"/>
              <a:t>Cổ</a:t>
            </a:r>
            <a:r>
              <a:rPr lang="en-US" dirty="0" smtClean="0"/>
              <a:t> </a:t>
            </a:r>
            <a:r>
              <a:rPr lang="en-US" dirty="0" err="1" smtClean="0"/>
              <a:t>đại</a:t>
            </a:r>
            <a:endParaRPr lang="en-US" dirty="0" smtClean="0"/>
          </a:p>
          <a:p>
            <a:r>
              <a:rPr lang="en-US" dirty="0" err="1" smtClean="0"/>
              <a:t>Trung</a:t>
            </a:r>
            <a:r>
              <a:rPr lang="en-US" dirty="0" smtClean="0"/>
              <a:t> </a:t>
            </a:r>
            <a:r>
              <a:rPr lang="en-US" dirty="0" err="1" smtClean="0"/>
              <a:t>cổ</a:t>
            </a:r>
            <a:endParaRPr lang="en-US" dirty="0" smtClean="0"/>
          </a:p>
          <a:p>
            <a:r>
              <a:rPr lang="en-US" dirty="0" err="1" smtClean="0"/>
              <a:t>Cận</a:t>
            </a:r>
            <a:r>
              <a:rPr lang="en-US" dirty="0" smtClean="0"/>
              <a:t> </a:t>
            </a:r>
            <a:r>
              <a:rPr lang="en-US" dirty="0" err="1" smtClean="0"/>
              <a:t>đại</a:t>
            </a:r>
            <a:endParaRPr lang="en-US" dirty="0" smtClean="0"/>
          </a:p>
          <a:p>
            <a:r>
              <a:rPr lang="en-US" dirty="0" err="1" smtClean="0"/>
              <a:t>Hiện</a:t>
            </a:r>
            <a:r>
              <a:rPr lang="en-US" dirty="0" smtClean="0"/>
              <a:t> </a:t>
            </a:r>
            <a:r>
              <a:rPr lang="en-US" dirty="0" err="1" smtClean="0"/>
              <a:t>đại</a:t>
            </a:r>
            <a:endParaRPr lang="en-US" dirty="0" smtClean="0"/>
          </a:p>
          <a:p>
            <a:pPr marL="254635" marR="144145" algn="just">
              <a:spcBef>
                <a:spcPts val="595"/>
              </a:spcBef>
              <a:spcAft>
                <a:spcPts val="0"/>
              </a:spcAft>
            </a:pPr>
            <a:r>
              <a:rPr lang="vi-VN" i="1" dirty="0">
                <a:solidFill>
                  <a:srgbClr val="FF0000"/>
                </a:solidFill>
                <a:latin typeface="Times New Roman" panose="02020603050405020304" pitchFamily="18" charset="0"/>
                <a:ea typeface="Times New Roman" panose="02020603050405020304" pitchFamily="18" charset="0"/>
              </a:rPr>
              <a:t>Tóm lại, cái chung trong các học thuyết Triết học từ cổ tới kim là nghiên cứu những vấn đề chung nhất của giới tự nhiên, của xã hội và con người, mối quan hệ của con người nói chung, của tư duy con người nói riêng với thế giới xung quanh.</a:t>
            </a:r>
            <a:endParaRPr lang="en-US" i="1" dirty="0">
              <a:solidFill>
                <a:srgbClr val="FF0000"/>
              </a:solidFill>
              <a:latin typeface="Times New Roman" panose="02020603050405020304" pitchFamily="18" charset="0"/>
              <a:ea typeface="Times New Roman" panose="02020603050405020304" pitchFamily="18" charset="0"/>
            </a:endParaRPr>
          </a:p>
          <a:p>
            <a:endParaRPr lang="en-US" dirty="0"/>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spTree>
    <p:extLst>
      <p:ext uri="{BB962C8B-B14F-4D97-AF65-F5344CB8AC3E}">
        <p14:creationId xmlns:p14="http://schemas.microsoft.com/office/powerpoint/2010/main" val="236503416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tabLst>
                <a:tab pos="1600200" algn="l"/>
              </a:tabLst>
            </a:pPr>
            <a:r>
              <a:rPr lang="en-US" altLang="en-US" sz="4000" dirty="0" err="1" smtClean="0">
                <a:solidFill>
                  <a:srgbClr val="FFFFB3"/>
                </a:solidFill>
                <a:latin typeface="Times New Roman" panose="02020603050405020304" pitchFamily="18" charset="0"/>
                <a:cs typeface="Times New Roman" panose="02020603050405020304" pitchFamily="18" charset="0"/>
              </a:rPr>
              <a:t>Triết</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học</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và</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thế</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giới</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quan</a:t>
            </a:r>
            <a:endParaRPr lang="en-US" altLang="en-US" sz="4000" dirty="0" smtClean="0">
              <a:solidFill>
                <a:srgbClr val="FFFFB3"/>
              </a:solidFill>
            </a:endParaRPr>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sp>
        <p:nvSpPr>
          <p:cNvPr id="18436" name="Rectangle 4"/>
          <p:cNvSpPr>
            <a:spLocks noChangeArrowheads="1"/>
          </p:cNvSpPr>
          <p:nvPr/>
        </p:nvSpPr>
        <p:spPr bwMode="auto">
          <a:xfrm>
            <a:off x="762000" y="1143000"/>
            <a:ext cx="7391400" cy="478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Char char="q"/>
              <a:tabLst/>
              <a:defRPr/>
            </a:pPr>
            <a:r>
              <a:rPr kumimoji="0" lang="en-US" altLang="en-US" sz="2800" b="1" i="0" u="none" strike="noStrike" kern="1200" cap="none" spc="0" normalizeH="0" baseline="0" noProof="0" smtClean="0">
                <a:ln>
                  <a:noFill/>
                </a:ln>
                <a:solidFill>
                  <a:srgbClr val="333399"/>
                </a:solidFill>
                <a:effectLst/>
                <a:uLnTx/>
                <a:uFillTx/>
                <a:latin typeface="VNI-Times" pitchFamily="2" charset="0"/>
                <a:ea typeface="+mn-ea"/>
                <a:cs typeface="Arial" panose="020B0604020202020204" pitchFamily="34" charset="0"/>
              </a:rPr>
              <a:t>Moïi trieát hoïc ñeàu laø theá giôùi quan. Khaùi nieäm “theá giôùi quan” roäng hôn khaùi nieäm “trieát hoïc”, nghóa laø trieát hoïc cuõng laø moät daïng theá giôùi quan, coù theå so saùnh vôùi caùc theá giôùi quan khaùc nhö theá giôùi quan thaàn thoaïi, theá giôùi quan ngheä thuaät, theá giôùi quan toân giaùo.</a:t>
            </a: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Char char="q"/>
              <a:tabLst/>
              <a:defRPr/>
            </a:pPr>
            <a:endParaRPr kumimoji="0" lang="en-US" altLang="en-US" sz="2800" b="1" i="0" u="none" strike="noStrike" kern="1200" cap="none" spc="0" normalizeH="0" baseline="0" noProof="0" smtClean="0">
              <a:ln>
                <a:noFill/>
              </a:ln>
              <a:solidFill>
                <a:srgbClr val="333399"/>
              </a:solidFill>
              <a:effectLst/>
              <a:uLnTx/>
              <a:uFillTx/>
              <a:latin typeface="VNI-Times" pitchFamily="2" charset="0"/>
              <a:ea typeface="+mn-ea"/>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Char char="q"/>
              <a:tabLst/>
              <a:defRPr/>
            </a:pPr>
            <a:r>
              <a:rPr kumimoji="0" lang="en-US" altLang="en-US" sz="2800" b="1" i="0" u="none" strike="noStrike" kern="1200" cap="none" spc="0" normalizeH="0" baseline="0" noProof="0" smtClean="0">
                <a:ln>
                  <a:noFill/>
                </a:ln>
                <a:solidFill>
                  <a:srgbClr val="333399"/>
                </a:solidFill>
                <a:effectLst/>
                <a:uLnTx/>
                <a:uFillTx/>
                <a:latin typeface="VNI-Times" pitchFamily="2" charset="0"/>
                <a:ea typeface="+mn-ea"/>
                <a:cs typeface="Arial" panose="020B0604020202020204" pitchFamily="34" charset="0"/>
              </a:rPr>
              <a:t>ÔÛ phöông dieän lòch söû theá giôùi quan trieát hoïc xuaát hieän muoän hôn thaàn thoaïi vaø toân giaùo</a:t>
            </a:r>
            <a:endParaRPr kumimoji="0" lang="en-US" altLang="en-US" sz="2800" b="0" i="0" u="none" strike="noStrike" kern="1200" cap="none" spc="0" normalizeH="0" baseline="0" noProof="0" smtClean="0">
              <a:ln>
                <a:noFill/>
              </a:ln>
              <a:solidFill>
                <a:srgbClr val="333399"/>
              </a:solidFill>
              <a:effectLst/>
              <a:uLnTx/>
              <a:uFillTx/>
              <a:latin typeface="VNI-Times" pitchFamily="2" charset="0"/>
              <a:ea typeface="+mn-ea"/>
              <a:cs typeface="Arial" panose="020B0604020202020204" pitchFamily="34" charset="0"/>
            </a:endParaRPr>
          </a:p>
        </p:txBody>
      </p:sp>
    </p:spTree>
    <p:extLst>
      <p:ext uri="{BB962C8B-B14F-4D97-AF65-F5344CB8AC3E}">
        <p14:creationId xmlns:p14="http://schemas.microsoft.com/office/powerpoint/2010/main" val="1520263002"/>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Triết</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học</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và</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thế</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giới</a:t>
            </a:r>
            <a:r>
              <a:rPr lang="en-US" altLang="en-US" sz="4000" dirty="0" smtClean="0">
                <a:solidFill>
                  <a:srgbClr val="FFFFB3"/>
                </a:solidFill>
                <a:latin typeface="Times New Roman" panose="02020603050405020304" pitchFamily="18" charset="0"/>
                <a:cs typeface="Times New Roman" panose="02020603050405020304" pitchFamily="18" charset="0"/>
              </a:rPr>
              <a:t> </a:t>
            </a:r>
            <a:r>
              <a:rPr lang="en-US" altLang="en-US" sz="4000" dirty="0" err="1" smtClean="0">
                <a:solidFill>
                  <a:srgbClr val="FFFFB3"/>
                </a:solidFill>
                <a:latin typeface="Times New Roman" panose="02020603050405020304" pitchFamily="18" charset="0"/>
                <a:cs typeface="Times New Roman" panose="02020603050405020304" pitchFamily="18" charset="0"/>
              </a:rPr>
              <a:t>quan</a:t>
            </a:r>
            <a:endParaRPr lang="en-US" altLang="en-US" sz="4000" dirty="0" smtClean="0">
              <a:solidFill>
                <a:srgbClr val="FFFFB3"/>
              </a:solidFill>
            </a:endParaRPr>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sp>
        <p:nvSpPr>
          <p:cNvPr id="19460" name="Rectangle 4"/>
          <p:cNvSpPr>
            <a:spLocks noChangeArrowheads="1"/>
          </p:cNvSpPr>
          <p:nvPr/>
        </p:nvSpPr>
        <p:spPr bwMode="auto">
          <a:xfrm>
            <a:off x="914400" y="1143000"/>
            <a:ext cx="7391400" cy="496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Char char="q"/>
              <a:tabLst/>
              <a:defRPr/>
            </a:pP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Trieát</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hoïc</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laø</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caáp</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ñoä</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cao</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nhaát</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cuûa</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theá</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giôùi</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quan</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laø</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heä</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thoáng</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caùc</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quan</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ñieåm</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lyù</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luaän</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chung</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nhaát</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veà</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theá</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giôùi</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vaø</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vò</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trí</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cuûa</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con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ngöôøi</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trong</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theá</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r>
              <a:rPr kumimoji="0" lang="en-US" altLang="en-US" sz="3200" b="1" i="0" u="none" strike="noStrike" kern="1200" cap="none" spc="0" normalizeH="0" baseline="0" noProof="0" dirty="0" err="1" smtClean="0">
                <a:ln>
                  <a:noFill/>
                </a:ln>
                <a:solidFill>
                  <a:srgbClr val="333399"/>
                </a:solidFill>
                <a:effectLst/>
                <a:uLnTx/>
                <a:uFillTx/>
                <a:latin typeface="VNI-Times" pitchFamily="2" charset="0"/>
                <a:ea typeface="+mn-ea"/>
                <a:cs typeface="Times New Roman" panose="02020603050405020304" pitchFamily="18" charset="0"/>
              </a:rPr>
              <a:t>giôùi</a:t>
            </a:r>
            <a:r>
              <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rPr>
              <a:t>. </a:t>
            </a:r>
          </a:p>
          <a:p>
            <a:pPr marL="0" marR="0" lvl="0" indent="0" algn="just" defTabSz="914400" rtl="0" eaLnBrk="1" fontAlgn="base" latinLnBrk="0" hangingPunct="1">
              <a:lnSpc>
                <a:spcPct val="100000"/>
              </a:lnSpc>
              <a:spcBef>
                <a:spcPct val="0"/>
              </a:spcBef>
              <a:spcAft>
                <a:spcPct val="0"/>
              </a:spcAft>
              <a:buClrTx/>
              <a:buSzTx/>
              <a:buFontTx/>
              <a:buNone/>
              <a:tabLst/>
              <a:defRPr/>
            </a:pPr>
            <a:endParaRPr kumimoji="0" lang="en-US" altLang="en-US" sz="3200" b="1" i="0" u="none" strike="noStrike" kern="1200" cap="none" spc="0" normalizeH="0" baseline="0" noProof="0" dirty="0" smtClean="0">
              <a:ln>
                <a:noFill/>
              </a:ln>
              <a:solidFill>
                <a:srgbClr val="333399"/>
              </a:solidFill>
              <a:effectLst/>
              <a:uLnTx/>
              <a:uFillTx/>
              <a:latin typeface="VNI-Times" pitchFamily="2" charset="0"/>
              <a:ea typeface="+mn-ea"/>
              <a:cs typeface="Times New Roman" panose="02020603050405020304" pitchFamily="18" charset="0"/>
            </a:endParaRPr>
          </a:p>
          <a:p>
            <a:pPr marL="0" marR="0" lvl="0" indent="0" algn="just" defTabSz="914400" rtl="0" eaLnBrk="1" fontAlgn="base" latinLnBrk="0" hangingPunct="1">
              <a:lnSpc>
                <a:spcPct val="100000"/>
              </a:lnSpc>
              <a:spcBef>
                <a:spcPct val="0"/>
              </a:spcBef>
              <a:spcAft>
                <a:spcPct val="0"/>
              </a:spcAft>
              <a:buClrTx/>
              <a:buSzTx/>
              <a:buFont typeface="Wingdings" panose="05000000000000000000" pitchFamily="2" charset="2"/>
              <a:buChar char="q"/>
              <a:tabLst/>
              <a:defRPr/>
            </a:pP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Trieát</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hoïc</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laø</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haït</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nhaân</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lyù</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luaän</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cuûa</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theá</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giôùi</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quan</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noù</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coù</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chöùc</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naêng</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tìm</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hieåu</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vaø</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vaïch</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ra</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yù</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nghóa</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hôïp</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lyù</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vaø</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caùc</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quy</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luaät</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phoå</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bieán</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cuûa</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söï</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toàn</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taïi</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vaø</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phaùt</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trieån</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cuûa</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theá</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giôùi</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vaø</a:t>
            </a:r>
            <a:r>
              <a:rPr kumimoji="0" lang="en-US" altLang="en-US" sz="32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 con </a:t>
            </a:r>
            <a:r>
              <a:rPr kumimoji="0" lang="en-US" altLang="en-US" sz="3200" b="1" i="0" u="none" strike="noStrike" kern="1200" cap="none" spc="0" normalizeH="0" baseline="0" noProof="0" dirty="0" err="1"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ngöôøi</a:t>
            </a:r>
            <a:r>
              <a:rPr kumimoji="0" lang="en-US" altLang="en-US" sz="2800" b="1" i="0" u="none" strike="noStrike" kern="1200" cap="none" spc="0" normalizeH="0" baseline="0" noProof="0" dirty="0" smtClean="0">
                <a:ln>
                  <a:noFill/>
                </a:ln>
                <a:solidFill>
                  <a:srgbClr val="FF0000"/>
                </a:solidFill>
                <a:effectLst/>
                <a:uLnTx/>
                <a:uFillTx/>
                <a:latin typeface="VNI-Times" pitchFamily="2" charset="0"/>
                <a:ea typeface="+mn-ea"/>
                <a:cs typeface="Times New Roman" panose="02020603050405020304" pitchFamily="18" charset="0"/>
                <a:sym typeface="Wingdings" panose="05000000000000000000" pitchFamily="2" charset="2"/>
              </a:rPr>
              <a:t>.</a:t>
            </a:r>
          </a:p>
        </p:txBody>
      </p:sp>
    </p:spTree>
    <p:extLst>
      <p:ext uri="{BB962C8B-B14F-4D97-AF65-F5344CB8AC3E}">
        <p14:creationId xmlns:p14="http://schemas.microsoft.com/office/powerpoint/2010/main" val="180221532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09600" y="122238"/>
            <a:ext cx="8305800" cy="792162"/>
          </a:xfrm>
        </p:spPr>
        <p:txBody>
          <a:bodyPr/>
          <a:lstStyle/>
          <a:p>
            <a:pPr eaLnBrk="1" hangingPunct="1"/>
            <a:r>
              <a:rPr lang="en-US" altLang="en-US" dirty="0">
                <a:solidFill>
                  <a:srgbClr val="FFC000"/>
                </a:solidFill>
                <a:latin typeface="VNI-Times" pitchFamily="2" charset="0"/>
                <a:cs typeface="Times New Roman" panose="02020603050405020304" pitchFamily="18" charset="0"/>
              </a:rPr>
              <a:t>2 </a:t>
            </a:r>
            <a:r>
              <a:rPr lang="en-US" altLang="en-US" dirty="0" smtClean="0">
                <a:solidFill>
                  <a:srgbClr val="FFC000"/>
                </a:solidFill>
                <a:latin typeface="VNI-Times" pitchFamily="2" charset="0"/>
                <a:cs typeface="Times New Roman" panose="02020603050405020304" pitchFamily="18" charset="0"/>
              </a:rPr>
              <a:t>. </a:t>
            </a:r>
            <a:r>
              <a:rPr lang="en-US" altLang="en-US" dirty="0" err="1" smtClean="0">
                <a:solidFill>
                  <a:srgbClr val="FFC000"/>
                </a:solidFill>
                <a:latin typeface="VNI-Times" pitchFamily="2" charset="0"/>
                <a:cs typeface="Times New Roman" panose="02020603050405020304" pitchFamily="18" charset="0"/>
              </a:rPr>
              <a:t>Vaán</a:t>
            </a:r>
            <a:r>
              <a:rPr lang="en-US" altLang="en-US" dirty="0" smtClean="0">
                <a:solidFill>
                  <a:srgbClr val="FFC000"/>
                </a:solidFill>
                <a:latin typeface="VNI-Times" pitchFamily="2" charset="0"/>
                <a:cs typeface="Times New Roman" panose="02020603050405020304" pitchFamily="18" charset="0"/>
              </a:rPr>
              <a:t> </a:t>
            </a:r>
            <a:r>
              <a:rPr lang="en-US" altLang="en-US" dirty="0" err="1">
                <a:solidFill>
                  <a:srgbClr val="FFC000"/>
                </a:solidFill>
                <a:latin typeface="VNI-Times" pitchFamily="2" charset="0"/>
                <a:cs typeface="Times New Roman" panose="02020603050405020304" pitchFamily="18" charset="0"/>
              </a:rPr>
              <a:t>ñeà</a:t>
            </a:r>
            <a:r>
              <a:rPr lang="en-US" altLang="en-US" dirty="0">
                <a:solidFill>
                  <a:srgbClr val="FFC000"/>
                </a:solidFill>
                <a:latin typeface="VNI-Times" pitchFamily="2" charset="0"/>
                <a:cs typeface="Times New Roman" panose="02020603050405020304" pitchFamily="18" charset="0"/>
              </a:rPr>
              <a:t> </a:t>
            </a:r>
            <a:r>
              <a:rPr lang="en-US" altLang="en-US" dirty="0" err="1">
                <a:solidFill>
                  <a:srgbClr val="FFC000"/>
                </a:solidFill>
                <a:latin typeface="VNI-Times" pitchFamily="2" charset="0"/>
                <a:cs typeface="Times New Roman" panose="02020603050405020304" pitchFamily="18" charset="0"/>
              </a:rPr>
              <a:t>cô</a:t>
            </a:r>
            <a:r>
              <a:rPr lang="en-US" altLang="en-US" dirty="0">
                <a:solidFill>
                  <a:srgbClr val="FFC000"/>
                </a:solidFill>
                <a:latin typeface="VNI-Times" pitchFamily="2" charset="0"/>
                <a:cs typeface="Times New Roman" panose="02020603050405020304" pitchFamily="18" charset="0"/>
              </a:rPr>
              <a:t> </a:t>
            </a:r>
            <a:r>
              <a:rPr lang="en-US" altLang="en-US" dirty="0" err="1" smtClean="0">
                <a:solidFill>
                  <a:srgbClr val="FFC000"/>
                </a:solidFill>
                <a:latin typeface="VNI-Times" pitchFamily="2" charset="0"/>
                <a:cs typeface="Times New Roman" panose="02020603050405020304" pitchFamily="18" charset="0"/>
              </a:rPr>
              <a:t>baûn</a:t>
            </a:r>
            <a:r>
              <a:rPr lang="en-US" altLang="en-US" dirty="0" smtClean="0">
                <a:solidFill>
                  <a:srgbClr val="FFC000"/>
                </a:solidFill>
                <a:latin typeface="VNI-Times" pitchFamily="2" charset="0"/>
                <a:cs typeface="Times New Roman" panose="02020603050405020304" pitchFamily="18" charset="0"/>
              </a:rPr>
              <a:t> </a:t>
            </a:r>
            <a:r>
              <a:rPr lang="en-US" altLang="en-US" dirty="0" err="1">
                <a:solidFill>
                  <a:srgbClr val="FFC000"/>
                </a:solidFill>
                <a:latin typeface="VNI-Times" pitchFamily="2" charset="0"/>
                <a:cs typeface="Times New Roman" panose="02020603050405020304" pitchFamily="18" charset="0"/>
              </a:rPr>
              <a:t>cuûa</a:t>
            </a:r>
            <a:r>
              <a:rPr lang="en-US" altLang="en-US" dirty="0">
                <a:solidFill>
                  <a:srgbClr val="FFC000"/>
                </a:solidFill>
                <a:latin typeface="VNI-Times" pitchFamily="2" charset="0"/>
                <a:cs typeface="Times New Roman" panose="02020603050405020304" pitchFamily="18" charset="0"/>
              </a:rPr>
              <a:t> </a:t>
            </a:r>
            <a:r>
              <a:rPr lang="en-US" altLang="en-US" dirty="0" err="1">
                <a:solidFill>
                  <a:srgbClr val="FFC000"/>
                </a:solidFill>
                <a:latin typeface="VNI-Times" pitchFamily="2" charset="0"/>
                <a:cs typeface="Times New Roman" panose="02020603050405020304" pitchFamily="18" charset="0"/>
              </a:rPr>
              <a:t>trieát</a:t>
            </a:r>
            <a:r>
              <a:rPr lang="en-US" altLang="en-US" dirty="0">
                <a:solidFill>
                  <a:srgbClr val="FFC000"/>
                </a:solidFill>
                <a:latin typeface="VNI-Times" pitchFamily="2" charset="0"/>
                <a:cs typeface="Times New Roman" panose="02020603050405020304" pitchFamily="18" charset="0"/>
              </a:rPr>
              <a:t> </a:t>
            </a:r>
            <a:r>
              <a:rPr lang="en-US" altLang="en-US" dirty="0" err="1" smtClean="0">
                <a:solidFill>
                  <a:srgbClr val="FFC000"/>
                </a:solidFill>
                <a:latin typeface="VNI-Times" pitchFamily="2" charset="0"/>
                <a:cs typeface="Times New Roman" panose="02020603050405020304" pitchFamily="18" charset="0"/>
              </a:rPr>
              <a:t>hoïc</a:t>
            </a:r>
            <a:endParaRPr lang="en-US" altLang="en-US" sz="2000" dirty="0" smtClean="0">
              <a:solidFill>
                <a:srgbClr val="FFC000"/>
              </a:solidFill>
            </a:endParaRPr>
          </a:p>
        </p:txBody>
      </p:sp>
      <p:sp>
        <p:nvSpPr>
          <p:cNvPr id="21507" name="Rectangle 3"/>
          <p:cNvSpPr>
            <a:spLocks noGrp="1" noChangeArrowheads="1"/>
          </p:cNvSpPr>
          <p:nvPr>
            <p:ph type="body" idx="1"/>
          </p:nvPr>
        </p:nvSpPr>
        <p:spPr>
          <a:xfrm>
            <a:off x="304800" y="1076325"/>
            <a:ext cx="8504238" cy="5476875"/>
          </a:xfrm>
        </p:spPr>
        <p:txBody>
          <a:bodyPr/>
          <a:lstStyle/>
          <a:p>
            <a:pPr marL="0" indent="0" eaLnBrk="1" hangingPunct="1">
              <a:buNone/>
            </a:pPr>
            <a:r>
              <a:rPr lang="en-US" altLang="en-US" dirty="0" smtClean="0">
                <a:solidFill>
                  <a:srgbClr val="FF0000"/>
                </a:solidFill>
              </a:rPr>
              <a:t>HỆ THỐNG CÁC V/Đ TRIẾT HỌC:</a:t>
            </a:r>
            <a:endParaRPr lang="en-US" altLang="en-US" dirty="0" smtClean="0">
              <a:solidFill>
                <a:schemeClr val="tx1"/>
              </a:solidFill>
            </a:endParaRPr>
          </a:p>
          <a:p>
            <a:pPr marL="933450" lvl="1" indent="-533400" eaLnBrk="1" hangingPunct="1">
              <a:buFont typeface="Wingdings" panose="05000000000000000000" pitchFamily="2" charset="2"/>
              <a:buAutoNum type="alphaUcParenR"/>
            </a:pPr>
            <a:r>
              <a:rPr lang="en-US" altLang="en-US" dirty="0" err="1" smtClean="0">
                <a:solidFill>
                  <a:srgbClr val="FF0000"/>
                </a:solidFill>
              </a:rPr>
              <a:t>bản</a:t>
            </a:r>
            <a:r>
              <a:rPr lang="en-US" altLang="en-US" dirty="0" smtClean="0">
                <a:solidFill>
                  <a:srgbClr val="FF0000"/>
                </a:solidFill>
              </a:rPr>
              <a:t> </a:t>
            </a:r>
            <a:r>
              <a:rPr lang="en-US" altLang="en-US" dirty="0" err="1" smtClean="0">
                <a:solidFill>
                  <a:srgbClr val="FF0000"/>
                </a:solidFill>
              </a:rPr>
              <a:t>thể</a:t>
            </a:r>
            <a:r>
              <a:rPr lang="en-US" altLang="en-US" dirty="0" smtClean="0">
                <a:solidFill>
                  <a:srgbClr val="FF0000"/>
                </a:solidFill>
              </a:rPr>
              <a:t> </a:t>
            </a:r>
            <a:r>
              <a:rPr lang="en-US" altLang="en-US" dirty="0" err="1" smtClean="0">
                <a:solidFill>
                  <a:srgbClr val="FF0000"/>
                </a:solidFill>
              </a:rPr>
              <a:t>luận</a:t>
            </a:r>
            <a:r>
              <a:rPr lang="en-US" altLang="en-US" dirty="0" smtClean="0">
                <a:solidFill>
                  <a:srgbClr val="FF0000"/>
                </a:solidFill>
              </a:rPr>
              <a:t>: v/đ </a:t>
            </a:r>
            <a:r>
              <a:rPr lang="en-US" altLang="en-US" dirty="0" err="1" smtClean="0">
                <a:solidFill>
                  <a:srgbClr val="FF0000"/>
                </a:solidFill>
              </a:rPr>
              <a:t>tồn</a:t>
            </a:r>
            <a:r>
              <a:rPr lang="en-US" altLang="en-US" dirty="0" smtClean="0">
                <a:solidFill>
                  <a:srgbClr val="FF0000"/>
                </a:solidFill>
              </a:rPr>
              <a:t> </a:t>
            </a:r>
            <a:r>
              <a:rPr lang="en-US" altLang="en-US" dirty="0" err="1" smtClean="0">
                <a:solidFill>
                  <a:srgbClr val="FF0000"/>
                </a:solidFill>
              </a:rPr>
              <a:t>tại</a:t>
            </a:r>
            <a:r>
              <a:rPr lang="en-US" altLang="en-US" dirty="0" smtClean="0">
                <a:solidFill>
                  <a:schemeClr val="tx1"/>
                </a:solidFill>
              </a:rPr>
              <a:t> </a:t>
            </a:r>
          </a:p>
          <a:p>
            <a:pPr marL="933450" lvl="1" indent="-533400" eaLnBrk="1" hangingPunct="1">
              <a:buFont typeface="Wingdings" panose="05000000000000000000" pitchFamily="2" charset="2"/>
              <a:buAutoNum type="alphaUcParenR"/>
            </a:pPr>
            <a:r>
              <a:rPr lang="en-US" altLang="en-US" dirty="0" err="1" smtClean="0">
                <a:solidFill>
                  <a:schemeClr val="tx1"/>
                </a:solidFill>
              </a:rPr>
              <a:t>nhận</a:t>
            </a:r>
            <a:r>
              <a:rPr lang="en-US" altLang="en-US" dirty="0" smtClean="0">
                <a:solidFill>
                  <a:schemeClr val="tx1"/>
                </a:solidFill>
              </a:rPr>
              <a:t> </a:t>
            </a:r>
            <a:r>
              <a:rPr lang="en-US" altLang="en-US" dirty="0" err="1" smtClean="0">
                <a:solidFill>
                  <a:schemeClr val="tx1"/>
                </a:solidFill>
              </a:rPr>
              <a:t>thức</a:t>
            </a:r>
            <a:r>
              <a:rPr lang="en-US" altLang="en-US" dirty="0" smtClean="0">
                <a:solidFill>
                  <a:schemeClr val="tx1"/>
                </a:solidFill>
              </a:rPr>
              <a:t> </a:t>
            </a:r>
            <a:r>
              <a:rPr lang="en-US" altLang="en-US" dirty="0" err="1" smtClean="0">
                <a:solidFill>
                  <a:schemeClr val="tx1"/>
                </a:solidFill>
              </a:rPr>
              <a:t>luận</a:t>
            </a:r>
            <a:r>
              <a:rPr lang="en-US" altLang="en-US" dirty="0" smtClean="0">
                <a:solidFill>
                  <a:schemeClr val="tx1"/>
                </a:solidFill>
              </a:rPr>
              <a:t>: </a:t>
            </a:r>
            <a:r>
              <a:rPr lang="en-US" altLang="en-US" dirty="0" err="1" smtClean="0">
                <a:solidFill>
                  <a:schemeClr val="tx1"/>
                </a:solidFill>
              </a:rPr>
              <a:t>nguồn</a:t>
            </a:r>
            <a:r>
              <a:rPr lang="en-US" altLang="en-US" dirty="0" smtClean="0">
                <a:solidFill>
                  <a:schemeClr val="tx1"/>
                </a:solidFill>
              </a:rPr>
              <a:t> </a:t>
            </a:r>
            <a:r>
              <a:rPr lang="en-US" altLang="en-US" dirty="0" err="1" smtClean="0">
                <a:solidFill>
                  <a:schemeClr val="tx1"/>
                </a:solidFill>
              </a:rPr>
              <a:t>gốc</a:t>
            </a:r>
            <a:r>
              <a:rPr lang="en-US" altLang="en-US" dirty="0" smtClean="0">
                <a:solidFill>
                  <a:schemeClr val="tx1"/>
                </a:solidFill>
              </a:rPr>
              <a:t>, </a:t>
            </a:r>
            <a:r>
              <a:rPr lang="en-US" altLang="en-US" dirty="0" err="1" smtClean="0">
                <a:solidFill>
                  <a:schemeClr val="tx1"/>
                </a:solidFill>
              </a:rPr>
              <a:t>bản</a:t>
            </a:r>
            <a:r>
              <a:rPr lang="en-US" altLang="en-US" dirty="0" smtClean="0">
                <a:solidFill>
                  <a:schemeClr val="tx1"/>
                </a:solidFill>
              </a:rPr>
              <a:t> </a:t>
            </a:r>
            <a:r>
              <a:rPr lang="en-US" altLang="en-US" dirty="0" err="1" smtClean="0">
                <a:solidFill>
                  <a:schemeClr val="tx1"/>
                </a:solidFill>
              </a:rPr>
              <a:t>chất</a:t>
            </a:r>
            <a:r>
              <a:rPr lang="en-US" altLang="en-US" dirty="0" smtClean="0">
                <a:solidFill>
                  <a:schemeClr val="tx1"/>
                </a:solidFill>
              </a:rPr>
              <a:t> </a:t>
            </a:r>
            <a:r>
              <a:rPr lang="en-US" altLang="en-US" dirty="0" err="1" smtClean="0">
                <a:solidFill>
                  <a:schemeClr val="tx1"/>
                </a:solidFill>
              </a:rPr>
              <a:t>nhận</a:t>
            </a:r>
            <a:r>
              <a:rPr lang="en-US" altLang="en-US" dirty="0" smtClean="0">
                <a:solidFill>
                  <a:schemeClr val="tx1"/>
                </a:solidFill>
              </a:rPr>
              <a:t> </a:t>
            </a:r>
            <a:r>
              <a:rPr lang="en-US" altLang="en-US" dirty="0" err="1" smtClean="0">
                <a:solidFill>
                  <a:schemeClr val="tx1"/>
                </a:solidFill>
              </a:rPr>
              <a:t>thức</a:t>
            </a:r>
            <a:r>
              <a:rPr lang="en-US" altLang="en-US" dirty="0" smtClean="0">
                <a:solidFill>
                  <a:schemeClr val="tx1"/>
                </a:solidFill>
              </a:rPr>
              <a:t>, </a:t>
            </a:r>
            <a:r>
              <a:rPr lang="en-US" altLang="en-US" dirty="0" err="1" smtClean="0">
                <a:solidFill>
                  <a:schemeClr val="tx1"/>
                </a:solidFill>
              </a:rPr>
              <a:t>chân</a:t>
            </a:r>
            <a:r>
              <a:rPr lang="en-US" altLang="en-US" dirty="0" smtClean="0">
                <a:solidFill>
                  <a:schemeClr val="tx1"/>
                </a:solidFill>
              </a:rPr>
              <a:t> </a:t>
            </a:r>
            <a:r>
              <a:rPr lang="en-US" altLang="en-US" dirty="0" err="1" smtClean="0">
                <a:solidFill>
                  <a:schemeClr val="tx1"/>
                </a:solidFill>
              </a:rPr>
              <a:t>lý</a:t>
            </a:r>
            <a:r>
              <a:rPr lang="en-US" altLang="en-US" dirty="0" smtClean="0">
                <a:solidFill>
                  <a:schemeClr val="tx1"/>
                </a:solidFill>
              </a:rPr>
              <a:t>…</a:t>
            </a:r>
          </a:p>
          <a:p>
            <a:pPr marL="933450" lvl="1" indent="-533400" eaLnBrk="1" hangingPunct="1">
              <a:buFont typeface="Wingdings" panose="05000000000000000000" pitchFamily="2" charset="2"/>
              <a:buAutoNum type="alphaUcParenR"/>
            </a:pPr>
            <a:r>
              <a:rPr lang="en-US" altLang="en-US" dirty="0" err="1" smtClean="0">
                <a:solidFill>
                  <a:srgbClr val="FF0000"/>
                </a:solidFill>
              </a:rPr>
              <a:t>phương</a:t>
            </a:r>
            <a:r>
              <a:rPr lang="en-US" altLang="en-US" dirty="0" smtClean="0">
                <a:solidFill>
                  <a:srgbClr val="FF0000"/>
                </a:solidFill>
              </a:rPr>
              <a:t> </a:t>
            </a:r>
            <a:r>
              <a:rPr lang="en-US" altLang="en-US" dirty="0" err="1" smtClean="0">
                <a:solidFill>
                  <a:srgbClr val="FF0000"/>
                </a:solidFill>
              </a:rPr>
              <a:t>pháp</a:t>
            </a:r>
            <a:r>
              <a:rPr lang="en-US" altLang="en-US" dirty="0" smtClean="0">
                <a:solidFill>
                  <a:srgbClr val="FF0000"/>
                </a:solidFill>
              </a:rPr>
              <a:t> </a:t>
            </a:r>
            <a:r>
              <a:rPr lang="en-US" altLang="en-US" dirty="0" err="1" smtClean="0">
                <a:solidFill>
                  <a:srgbClr val="FF0000"/>
                </a:solidFill>
              </a:rPr>
              <a:t>luận</a:t>
            </a:r>
            <a:r>
              <a:rPr lang="en-US" altLang="en-US" dirty="0" smtClean="0">
                <a:solidFill>
                  <a:srgbClr val="FF0000"/>
                </a:solidFill>
              </a:rPr>
              <a:t>: </a:t>
            </a:r>
            <a:r>
              <a:rPr lang="en-US" altLang="en-US" dirty="0" err="1" smtClean="0">
                <a:solidFill>
                  <a:srgbClr val="FF0000"/>
                </a:solidFill>
              </a:rPr>
              <a:t>biện</a:t>
            </a:r>
            <a:r>
              <a:rPr lang="en-US" altLang="en-US" dirty="0" smtClean="0">
                <a:solidFill>
                  <a:srgbClr val="FF0000"/>
                </a:solidFill>
              </a:rPr>
              <a:t> </a:t>
            </a:r>
            <a:r>
              <a:rPr lang="en-US" altLang="en-US" dirty="0" err="1" smtClean="0">
                <a:solidFill>
                  <a:srgbClr val="FF0000"/>
                </a:solidFill>
              </a:rPr>
              <a:t>chứng</a:t>
            </a:r>
            <a:r>
              <a:rPr lang="en-US" altLang="en-US" dirty="0" smtClean="0">
                <a:solidFill>
                  <a:srgbClr val="FF0000"/>
                </a:solidFill>
              </a:rPr>
              <a:t> – </a:t>
            </a:r>
            <a:r>
              <a:rPr lang="en-US" altLang="en-US" dirty="0" err="1" smtClean="0">
                <a:solidFill>
                  <a:srgbClr val="FF0000"/>
                </a:solidFill>
              </a:rPr>
              <a:t>siêu</a:t>
            </a:r>
            <a:r>
              <a:rPr lang="en-US" altLang="en-US" dirty="0" smtClean="0">
                <a:solidFill>
                  <a:srgbClr val="FF0000"/>
                </a:solidFill>
              </a:rPr>
              <a:t> </a:t>
            </a:r>
            <a:r>
              <a:rPr lang="en-US" altLang="en-US" dirty="0" err="1" smtClean="0">
                <a:solidFill>
                  <a:srgbClr val="FF0000"/>
                </a:solidFill>
              </a:rPr>
              <a:t>hình</a:t>
            </a:r>
            <a:r>
              <a:rPr lang="en-US" altLang="en-US" dirty="0" smtClean="0">
                <a:solidFill>
                  <a:srgbClr val="FF0000"/>
                </a:solidFill>
              </a:rPr>
              <a:t>, </a:t>
            </a:r>
            <a:r>
              <a:rPr lang="en-US" altLang="en-US" dirty="0" err="1" smtClean="0">
                <a:solidFill>
                  <a:srgbClr val="FF0000"/>
                </a:solidFill>
              </a:rPr>
              <a:t>quy</a:t>
            </a:r>
            <a:r>
              <a:rPr lang="en-US" altLang="en-US" dirty="0" smtClean="0">
                <a:solidFill>
                  <a:srgbClr val="FF0000"/>
                </a:solidFill>
              </a:rPr>
              <a:t> </a:t>
            </a:r>
            <a:r>
              <a:rPr lang="en-US" altLang="en-US" dirty="0" err="1" smtClean="0">
                <a:solidFill>
                  <a:srgbClr val="FF0000"/>
                </a:solidFill>
              </a:rPr>
              <a:t>nạp</a:t>
            </a:r>
            <a:r>
              <a:rPr lang="en-US" altLang="en-US" dirty="0" smtClean="0">
                <a:solidFill>
                  <a:srgbClr val="FF0000"/>
                </a:solidFill>
              </a:rPr>
              <a:t> – </a:t>
            </a:r>
            <a:r>
              <a:rPr lang="en-US" altLang="en-US" dirty="0" err="1" smtClean="0">
                <a:solidFill>
                  <a:srgbClr val="FF0000"/>
                </a:solidFill>
              </a:rPr>
              <a:t>diễn</a:t>
            </a:r>
            <a:r>
              <a:rPr lang="en-US" altLang="en-US" dirty="0" smtClean="0">
                <a:solidFill>
                  <a:srgbClr val="FF0000"/>
                </a:solidFill>
              </a:rPr>
              <a:t> </a:t>
            </a:r>
            <a:r>
              <a:rPr lang="en-US" altLang="en-US" dirty="0" err="1" smtClean="0">
                <a:solidFill>
                  <a:srgbClr val="FF0000"/>
                </a:solidFill>
              </a:rPr>
              <a:t>dịch</a:t>
            </a:r>
            <a:r>
              <a:rPr lang="en-US" altLang="en-US" dirty="0" smtClean="0">
                <a:solidFill>
                  <a:srgbClr val="FF0000"/>
                </a:solidFill>
              </a:rPr>
              <a:t>, </a:t>
            </a:r>
            <a:r>
              <a:rPr lang="en-US" altLang="en-US" dirty="0" err="1" smtClean="0">
                <a:solidFill>
                  <a:srgbClr val="FF0000"/>
                </a:solidFill>
              </a:rPr>
              <a:t>lôgíc</a:t>
            </a:r>
            <a:r>
              <a:rPr lang="en-US" altLang="en-US" dirty="0" smtClean="0">
                <a:solidFill>
                  <a:srgbClr val="FF0000"/>
                </a:solidFill>
              </a:rPr>
              <a:t> – </a:t>
            </a:r>
            <a:r>
              <a:rPr lang="en-US" altLang="en-US" dirty="0" err="1" smtClean="0">
                <a:solidFill>
                  <a:srgbClr val="FF0000"/>
                </a:solidFill>
              </a:rPr>
              <a:t>lịch</a:t>
            </a:r>
            <a:r>
              <a:rPr lang="en-US" altLang="en-US" dirty="0" smtClean="0">
                <a:solidFill>
                  <a:srgbClr val="FF0000"/>
                </a:solidFill>
              </a:rPr>
              <a:t> </a:t>
            </a:r>
            <a:r>
              <a:rPr lang="en-US" altLang="en-US" dirty="0" err="1" smtClean="0">
                <a:solidFill>
                  <a:srgbClr val="FF0000"/>
                </a:solidFill>
              </a:rPr>
              <a:t>sử</a:t>
            </a:r>
            <a:r>
              <a:rPr lang="en-US" altLang="en-US" dirty="0" smtClean="0">
                <a:solidFill>
                  <a:srgbClr val="FF0000"/>
                </a:solidFill>
              </a:rPr>
              <a:t>…</a:t>
            </a:r>
          </a:p>
          <a:p>
            <a:pPr marL="933450" lvl="1" indent="-533400" eaLnBrk="1" hangingPunct="1">
              <a:buFont typeface="Wingdings" panose="05000000000000000000" pitchFamily="2" charset="2"/>
              <a:buAutoNum type="alphaUcParenR"/>
            </a:pPr>
            <a:r>
              <a:rPr lang="en-US" altLang="en-US" dirty="0" err="1" smtClean="0">
                <a:solidFill>
                  <a:schemeClr val="tx1"/>
                </a:solidFill>
              </a:rPr>
              <a:t>nhân</a:t>
            </a:r>
            <a:r>
              <a:rPr lang="en-US" altLang="en-US" dirty="0" smtClean="0">
                <a:solidFill>
                  <a:schemeClr val="tx1"/>
                </a:solidFill>
              </a:rPr>
              <a:t> </a:t>
            </a:r>
            <a:r>
              <a:rPr lang="en-US" altLang="en-US" dirty="0" err="1" smtClean="0">
                <a:solidFill>
                  <a:schemeClr val="tx1"/>
                </a:solidFill>
              </a:rPr>
              <a:t>sinh</a:t>
            </a:r>
            <a:r>
              <a:rPr lang="en-US" altLang="en-US" dirty="0" smtClean="0">
                <a:solidFill>
                  <a:schemeClr val="tx1"/>
                </a:solidFill>
              </a:rPr>
              <a:t> – </a:t>
            </a:r>
            <a:r>
              <a:rPr lang="en-US" altLang="en-US" dirty="0" err="1" smtClean="0">
                <a:solidFill>
                  <a:schemeClr val="tx1"/>
                </a:solidFill>
              </a:rPr>
              <a:t>xã</a:t>
            </a:r>
            <a:r>
              <a:rPr lang="en-US" altLang="en-US" dirty="0" smtClean="0">
                <a:solidFill>
                  <a:schemeClr val="tx1"/>
                </a:solidFill>
              </a:rPr>
              <a:t> </a:t>
            </a:r>
            <a:r>
              <a:rPr lang="en-US" altLang="en-US" dirty="0" err="1" smtClean="0">
                <a:solidFill>
                  <a:schemeClr val="tx1"/>
                </a:solidFill>
              </a:rPr>
              <a:t>hội</a:t>
            </a:r>
            <a:r>
              <a:rPr lang="en-US" altLang="en-US" dirty="0" smtClean="0">
                <a:solidFill>
                  <a:schemeClr val="tx1"/>
                </a:solidFill>
              </a:rPr>
              <a:t>: con </a:t>
            </a:r>
            <a:r>
              <a:rPr lang="en-US" altLang="en-US" dirty="0" err="1" smtClean="0">
                <a:solidFill>
                  <a:schemeClr val="tx1"/>
                </a:solidFill>
              </a:rPr>
              <a:t>người</a:t>
            </a:r>
            <a:r>
              <a:rPr lang="en-US" altLang="en-US" dirty="0" smtClean="0">
                <a:solidFill>
                  <a:schemeClr val="tx1"/>
                </a:solidFill>
              </a:rPr>
              <a:t> </a:t>
            </a:r>
            <a:r>
              <a:rPr lang="en-US" altLang="en-US" dirty="0" err="1" smtClean="0">
                <a:solidFill>
                  <a:schemeClr val="tx1"/>
                </a:solidFill>
              </a:rPr>
              <a:t>và</a:t>
            </a:r>
            <a:r>
              <a:rPr lang="en-US" altLang="en-US" dirty="0" smtClean="0">
                <a:solidFill>
                  <a:schemeClr val="tx1"/>
                </a:solidFill>
              </a:rPr>
              <a:t> </a:t>
            </a:r>
            <a:r>
              <a:rPr lang="en-US" altLang="en-US" dirty="0" err="1" smtClean="0">
                <a:solidFill>
                  <a:schemeClr val="tx1"/>
                </a:solidFill>
              </a:rPr>
              <a:t>chuẩn</a:t>
            </a:r>
            <a:r>
              <a:rPr lang="en-US" altLang="en-US" dirty="0" smtClean="0">
                <a:solidFill>
                  <a:schemeClr val="tx1"/>
                </a:solidFill>
              </a:rPr>
              <a:t> </a:t>
            </a:r>
            <a:r>
              <a:rPr lang="en-US" altLang="en-US" dirty="0" err="1" smtClean="0">
                <a:solidFill>
                  <a:schemeClr val="tx1"/>
                </a:solidFill>
              </a:rPr>
              <a:t>mực</a:t>
            </a:r>
            <a:r>
              <a:rPr lang="en-US" altLang="en-US" dirty="0" smtClean="0">
                <a:solidFill>
                  <a:schemeClr val="tx1"/>
                </a:solidFill>
              </a:rPr>
              <a:t>, </a:t>
            </a:r>
            <a:r>
              <a:rPr lang="en-US" altLang="en-US" dirty="0" err="1" smtClean="0">
                <a:solidFill>
                  <a:schemeClr val="tx1"/>
                </a:solidFill>
              </a:rPr>
              <a:t>thiết</a:t>
            </a:r>
            <a:r>
              <a:rPr lang="en-US" altLang="en-US" dirty="0" smtClean="0">
                <a:solidFill>
                  <a:schemeClr val="tx1"/>
                </a:solidFill>
              </a:rPr>
              <a:t> </a:t>
            </a:r>
            <a:r>
              <a:rPr lang="en-US" altLang="en-US" dirty="0" err="1" smtClean="0">
                <a:solidFill>
                  <a:schemeClr val="tx1"/>
                </a:solidFill>
              </a:rPr>
              <a:t>chế</a:t>
            </a:r>
            <a:r>
              <a:rPr lang="en-US" altLang="en-US" dirty="0" smtClean="0">
                <a:solidFill>
                  <a:schemeClr val="tx1"/>
                </a:solidFill>
              </a:rPr>
              <a:t> </a:t>
            </a:r>
            <a:r>
              <a:rPr lang="en-US" altLang="en-US" dirty="0" err="1" smtClean="0">
                <a:solidFill>
                  <a:schemeClr val="tx1"/>
                </a:solidFill>
              </a:rPr>
              <a:t>dành</a:t>
            </a:r>
            <a:r>
              <a:rPr lang="en-US" altLang="en-US" dirty="0" smtClean="0">
                <a:solidFill>
                  <a:schemeClr val="tx1"/>
                </a:solidFill>
              </a:rPr>
              <a:t> </a:t>
            </a:r>
            <a:r>
              <a:rPr lang="en-US" altLang="en-US" dirty="0" err="1" smtClean="0">
                <a:solidFill>
                  <a:schemeClr val="tx1"/>
                </a:solidFill>
              </a:rPr>
              <a:t>cho</a:t>
            </a:r>
            <a:r>
              <a:rPr lang="en-US" altLang="en-US" dirty="0" smtClean="0">
                <a:solidFill>
                  <a:schemeClr val="tx1"/>
                </a:solidFill>
              </a:rPr>
              <a:t> CN</a:t>
            </a:r>
          </a:p>
          <a:p>
            <a:pPr marL="933450" lvl="1" indent="-533400" eaLnBrk="1" hangingPunct="1">
              <a:buFont typeface="Wingdings" panose="05000000000000000000" pitchFamily="2" charset="2"/>
              <a:buAutoNum type="alphaUcParenR"/>
            </a:pPr>
            <a:r>
              <a:rPr lang="en-US" altLang="en-US" dirty="0" err="1" smtClean="0">
                <a:solidFill>
                  <a:srgbClr val="FF0000"/>
                </a:solidFill>
              </a:rPr>
              <a:t>Giá</a:t>
            </a:r>
            <a:r>
              <a:rPr lang="en-US" altLang="en-US" dirty="0" smtClean="0">
                <a:solidFill>
                  <a:srgbClr val="FF0000"/>
                </a:solidFill>
              </a:rPr>
              <a:t> </a:t>
            </a:r>
            <a:r>
              <a:rPr lang="en-US" altLang="en-US" dirty="0" err="1" smtClean="0">
                <a:solidFill>
                  <a:srgbClr val="FF0000"/>
                </a:solidFill>
              </a:rPr>
              <a:t>trị</a:t>
            </a:r>
            <a:r>
              <a:rPr lang="en-US" altLang="en-US" dirty="0" smtClean="0">
                <a:solidFill>
                  <a:srgbClr val="FF0000"/>
                </a:solidFill>
              </a:rPr>
              <a:t> </a:t>
            </a:r>
            <a:r>
              <a:rPr lang="en-US" altLang="en-US" dirty="0" err="1" smtClean="0">
                <a:solidFill>
                  <a:srgbClr val="FF0000"/>
                </a:solidFill>
              </a:rPr>
              <a:t>luận</a:t>
            </a:r>
            <a:r>
              <a:rPr lang="en-US" altLang="en-US" dirty="0" smtClean="0">
                <a:solidFill>
                  <a:srgbClr val="FF0000"/>
                </a:solidFill>
              </a:rPr>
              <a:t>: </a:t>
            </a:r>
            <a:r>
              <a:rPr lang="en-US" altLang="en-US" dirty="0" err="1" smtClean="0">
                <a:solidFill>
                  <a:srgbClr val="FF0000"/>
                </a:solidFill>
              </a:rPr>
              <a:t>điều</a:t>
            </a:r>
            <a:r>
              <a:rPr lang="en-US" altLang="en-US" dirty="0" smtClean="0">
                <a:solidFill>
                  <a:srgbClr val="FF0000"/>
                </a:solidFill>
              </a:rPr>
              <a:t> </a:t>
            </a:r>
            <a:r>
              <a:rPr lang="en-US" altLang="en-US" dirty="0" err="1" smtClean="0">
                <a:solidFill>
                  <a:srgbClr val="FF0000"/>
                </a:solidFill>
              </a:rPr>
              <a:t>gì</a:t>
            </a:r>
            <a:r>
              <a:rPr lang="en-US" altLang="en-US" dirty="0" smtClean="0">
                <a:solidFill>
                  <a:srgbClr val="FF0000"/>
                </a:solidFill>
              </a:rPr>
              <a:t> </a:t>
            </a:r>
            <a:r>
              <a:rPr lang="en-US" altLang="en-US" dirty="0" err="1" smtClean="0">
                <a:solidFill>
                  <a:srgbClr val="FF0000"/>
                </a:solidFill>
              </a:rPr>
              <a:t>cần</a:t>
            </a:r>
            <a:r>
              <a:rPr lang="en-US" altLang="en-US" dirty="0" smtClean="0">
                <a:solidFill>
                  <a:srgbClr val="FF0000"/>
                </a:solidFill>
              </a:rPr>
              <a:t> </a:t>
            </a:r>
            <a:r>
              <a:rPr lang="en-US" altLang="en-US" dirty="0" err="1" smtClean="0">
                <a:solidFill>
                  <a:srgbClr val="FF0000"/>
                </a:solidFill>
              </a:rPr>
              <a:t>thiết</a:t>
            </a:r>
            <a:r>
              <a:rPr lang="en-US" altLang="en-US" dirty="0" smtClean="0">
                <a:solidFill>
                  <a:srgbClr val="FF0000"/>
                </a:solidFill>
              </a:rPr>
              <a:t> </a:t>
            </a:r>
            <a:r>
              <a:rPr lang="en-US" altLang="en-US" dirty="0" err="1" smtClean="0">
                <a:solidFill>
                  <a:srgbClr val="FF0000"/>
                </a:solidFill>
              </a:rPr>
              <a:t>cho</a:t>
            </a:r>
            <a:r>
              <a:rPr lang="en-US" altLang="en-US" dirty="0" smtClean="0">
                <a:solidFill>
                  <a:srgbClr val="FF0000"/>
                </a:solidFill>
              </a:rPr>
              <a:t> CN? </a:t>
            </a:r>
          </a:p>
          <a:p>
            <a:pPr marL="533400" indent="-533400" eaLnBrk="1" hangingPunct="1"/>
            <a:endParaRPr lang="en-US" altLang="en-US" dirty="0" smtClean="0">
              <a:solidFill>
                <a:srgbClr val="FF0000"/>
              </a:solidFill>
            </a:endParaRPr>
          </a:p>
        </p:txBody>
      </p:sp>
    </p:spTree>
    <p:extLst>
      <p:ext uri="{BB962C8B-B14F-4D97-AF65-F5344CB8AC3E}">
        <p14:creationId xmlns:p14="http://schemas.microsoft.com/office/powerpoint/2010/main" val="1461465592"/>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en-US" sz="2000" dirty="0" err="1" smtClean="0">
                <a:solidFill>
                  <a:schemeClr val="bg1"/>
                </a:solidFill>
              </a:rPr>
              <a:t>Quan</a:t>
            </a:r>
            <a:r>
              <a:rPr lang="en-US" altLang="en-US" sz="2000" dirty="0" smtClean="0">
                <a:solidFill>
                  <a:schemeClr val="bg1"/>
                </a:solidFill>
              </a:rPr>
              <a:t> </a:t>
            </a:r>
            <a:r>
              <a:rPr lang="en-US" altLang="en-US" sz="2000" dirty="0" err="1" smtClean="0">
                <a:solidFill>
                  <a:schemeClr val="bg1"/>
                </a:solidFill>
              </a:rPr>
              <a:t>niệm</a:t>
            </a:r>
            <a:r>
              <a:rPr lang="en-US" altLang="en-US" sz="2000" dirty="0" smtClean="0">
                <a:solidFill>
                  <a:schemeClr val="bg1"/>
                </a:solidFill>
              </a:rPr>
              <a:t> </a:t>
            </a:r>
            <a:r>
              <a:rPr lang="en-US" altLang="en-US" sz="2000" dirty="0" err="1" smtClean="0">
                <a:solidFill>
                  <a:schemeClr val="bg1"/>
                </a:solidFill>
              </a:rPr>
              <a:t>của</a:t>
            </a:r>
            <a:r>
              <a:rPr lang="en-US" altLang="en-US" sz="2000" dirty="0" smtClean="0">
                <a:solidFill>
                  <a:schemeClr val="bg1"/>
                </a:solidFill>
              </a:rPr>
              <a:t> </a:t>
            </a:r>
            <a:r>
              <a:rPr lang="en-US" altLang="en-US" sz="2000" dirty="0" err="1" smtClean="0">
                <a:solidFill>
                  <a:schemeClr val="bg1"/>
                </a:solidFill>
              </a:rPr>
              <a:t>Ph.Ăngghen</a:t>
            </a:r>
            <a:r>
              <a:rPr lang="en-US" altLang="en-US" sz="2000" dirty="0" smtClean="0">
                <a:solidFill>
                  <a:schemeClr val="bg1"/>
                </a:solidFill>
              </a:rPr>
              <a:t> (</a:t>
            </a:r>
            <a:r>
              <a:rPr lang="en-US" altLang="en-US" sz="2000" dirty="0" err="1" smtClean="0">
                <a:solidFill>
                  <a:schemeClr val="bg1"/>
                </a:solidFill>
              </a:rPr>
              <a:t>F.Engels</a:t>
            </a:r>
            <a:r>
              <a:rPr lang="en-US" altLang="en-US" sz="2000" dirty="0" smtClean="0">
                <a:solidFill>
                  <a:schemeClr val="bg1"/>
                </a:solidFill>
              </a:rPr>
              <a:t>)</a:t>
            </a:r>
            <a:br>
              <a:rPr lang="en-US" altLang="en-US" sz="2000" dirty="0" smtClean="0">
                <a:solidFill>
                  <a:schemeClr val="bg1"/>
                </a:solidFill>
              </a:rPr>
            </a:br>
            <a:r>
              <a:rPr lang="en-US" altLang="en-US" sz="2000" dirty="0" smtClean="0">
                <a:solidFill>
                  <a:schemeClr val="bg1"/>
                </a:solidFill>
              </a:rPr>
              <a:t> </a:t>
            </a:r>
            <a:r>
              <a:rPr lang="en-US" altLang="en-US" sz="2000" dirty="0" err="1" smtClean="0">
                <a:solidFill>
                  <a:schemeClr val="bg1"/>
                </a:solidFill>
              </a:rPr>
              <a:t>về</a:t>
            </a:r>
            <a:r>
              <a:rPr lang="en-US" altLang="en-US" sz="2000" dirty="0" smtClean="0">
                <a:solidFill>
                  <a:schemeClr val="bg1"/>
                </a:solidFill>
              </a:rPr>
              <a:t> </a:t>
            </a:r>
            <a:r>
              <a:rPr lang="en-US" altLang="en-US" sz="2000" dirty="0" err="1" smtClean="0">
                <a:solidFill>
                  <a:schemeClr val="bg1"/>
                </a:solidFill>
              </a:rPr>
              <a:t>vấn</a:t>
            </a:r>
            <a:r>
              <a:rPr lang="en-US" altLang="en-US" sz="2000" dirty="0" smtClean="0">
                <a:solidFill>
                  <a:schemeClr val="bg1"/>
                </a:solidFill>
              </a:rPr>
              <a:t> </a:t>
            </a:r>
            <a:r>
              <a:rPr lang="en-US" altLang="en-US" sz="2000" dirty="0" err="1" smtClean="0">
                <a:solidFill>
                  <a:schemeClr val="bg1"/>
                </a:solidFill>
              </a:rPr>
              <a:t>đề</a:t>
            </a:r>
            <a:r>
              <a:rPr lang="en-US" altLang="en-US" sz="2000" dirty="0" smtClean="0">
                <a:solidFill>
                  <a:schemeClr val="bg1"/>
                </a:solidFill>
              </a:rPr>
              <a:t>  </a:t>
            </a:r>
            <a:r>
              <a:rPr lang="en-US" altLang="en-US" sz="2000" dirty="0" err="1" smtClean="0">
                <a:solidFill>
                  <a:schemeClr val="bg1"/>
                </a:solidFill>
              </a:rPr>
              <a:t>cơ</a:t>
            </a:r>
            <a:r>
              <a:rPr lang="en-US" altLang="en-US" sz="2000" dirty="0" smtClean="0">
                <a:solidFill>
                  <a:schemeClr val="bg1"/>
                </a:solidFill>
              </a:rPr>
              <a:t> </a:t>
            </a:r>
            <a:r>
              <a:rPr lang="en-US" altLang="en-US" sz="2000" dirty="0" err="1" smtClean="0">
                <a:solidFill>
                  <a:schemeClr val="bg1"/>
                </a:solidFill>
              </a:rPr>
              <a:t>bản</a:t>
            </a:r>
            <a:r>
              <a:rPr lang="en-US" altLang="en-US" sz="2000" dirty="0" smtClean="0">
                <a:solidFill>
                  <a:schemeClr val="bg1"/>
                </a:solidFill>
              </a:rPr>
              <a:t> </a:t>
            </a:r>
            <a:r>
              <a:rPr lang="en-US" altLang="en-US" sz="2000" dirty="0" err="1" smtClean="0">
                <a:solidFill>
                  <a:schemeClr val="bg1"/>
                </a:solidFill>
              </a:rPr>
              <a:t>của</a:t>
            </a:r>
            <a:r>
              <a:rPr lang="en-US" altLang="en-US" sz="2000" dirty="0" smtClean="0">
                <a:solidFill>
                  <a:schemeClr val="bg1"/>
                </a:solidFill>
              </a:rPr>
              <a:t> </a:t>
            </a:r>
            <a:r>
              <a:rPr lang="en-US" altLang="en-US" sz="2000" dirty="0" err="1" smtClean="0">
                <a:solidFill>
                  <a:schemeClr val="bg1"/>
                </a:solidFill>
              </a:rPr>
              <a:t>triết</a:t>
            </a:r>
            <a:r>
              <a:rPr lang="en-US" altLang="en-US" sz="2000" dirty="0" smtClean="0">
                <a:solidFill>
                  <a:schemeClr val="bg1"/>
                </a:solidFill>
              </a:rPr>
              <a:t> </a:t>
            </a:r>
            <a:r>
              <a:rPr lang="en-US" altLang="en-US" sz="2000" dirty="0" err="1" smtClean="0">
                <a:solidFill>
                  <a:schemeClr val="bg1"/>
                </a:solidFill>
              </a:rPr>
              <a:t>học</a:t>
            </a:r>
            <a:endParaRPr lang="en-US" altLang="en-US" sz="2000" dirty="0" smtClean="0">
              <a:solidFill>
                <a:schemeClr val="bg1"/>
              </a:solidFill>
            </a:endParaRPr>
          </a:p>
        </p:txBody>
      </p:sp>
      <p:sp>
        <p:nvSpPr>
          <p:cNvPr id="22531" name="Rectangle 4"/>
          <p:cNvSpPr>
            <a:spLocks noChangeArrowheads="1"/>
          </p:cNvSpPr>
          <p:nvPr/>
        </p:nvSpPr>
        <p:spPr bwMode="auto">
          <a:xfrm>
            <a:off x="1676400" y="990600"/>
            <a:ext cx="6096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2400" b="1">
                <a:solidFill>
                  <a:srgbClr val="FF0000"/>
                </a:solidFill>
              </a:rPr>
              <a:t>Vấn đề cơ bản của triết học</a:t>
            </a:r>
          </a:p>
          <a:p>
            <a:pPr lvl="1" eaLnBrk="1" hangingPunct="1"/>
            <a:r>
              <a:rPr lang="en-US" altLang="en-US" sz="2400" b="1">
                <a:solidFill>
                  <a:srgbClr val="FF0000"/>
                </a:solidFill>
                <a:sym typeface="Wingdings" panose="05000000000000000000" pitchFamily="2" charset="2"/>
              </a:rPr>
              <a:t>Quan hệ v/c - yt, tt (v/c) – td, tn – tt … </a:t>
            </a:r>
          </a:p>
        </p:txBody>
      </p:sp>
      <p:sp>
        <p:nvSpPr>
          <p:cNvPr id="22532" name="AutoShape 5"/>
          <p:cNvSpPr>
            <a:spLocks noChangeArrowheads="1"/>
          </p:cNvSpPr>
          <p:nvPr/>
        </p:nvSpPr>
        <p:spPr bwMode="auto">
          <a:xfrm rot="2324518">
            <a:off x="4827588" y="2214563"/>
            <a:ext cx="1171575" cy="152400"/>
          </a:xfrm>
          <a:prstGeom prst="rightArrow">
            <a:avLst>
              <a:gd name="adj1" fmla="val 50000"/>
              <a:gd name="adj2" fmla="val 192188"/>
            </a:avLst>
          </a:prstGeom>
          <a:solidFill>
            <a:schemeClr val="accent1"/>
          </a:solidFill>
          <a:ln w="9525">
            <a:solidFill>
              <a:srgbClr val="339933"/>
            </a:solidFill>
            <a:miter lim="800000"/>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solidFill>
                <a:srgbClr val="FF0000"/>
              </a:solidFill>
            </a:endParaRPr>
          </a:p>
        </p:txBody>
      </p:sp>
      <p:sp>
        <p:nvSpPr>
          <p:cNvPr id="22533" name="AutoShape 6"/>
          <p:cNvSpPr>
            <a:spLocks noChangeArrowheads="1"/>
          </p:cNvSpPr>
          <p:nvPr/>
        </p:nvSpPr>
        <p:spPr bwMode="auto">
          <a:xfrm rot="-2153963">
            <a:off x="3241675" y="2190750"/>
            <a:ext cx="1176338" cy="163513"/>
          </a:xfrm>
          <a:prstGeom prst="leftArrow">
            <a:avLst>
              <a:gd name="adj1" fmla="val 50000"/>
              <a:gd name="adj2" fmla="val 179854"/>
            </a:avLst>
          </a:prstGeom>
          <a:solidFill>
            <a:schemeClr val="accent1"/>
          </a:solidFill>
          <a:ln w="9525">
            <a:solidFill>
              <a:srgbClr val="FF0000"/>
            </a:solidFill>
            <a:miter lim="800000"/>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2534" name="Oval 7"/>
          <p:cNvSpPr>
            <a:spLocks noChangeArrowheads="1"/>
          </p:cNvSpPr>
          <p:nvPr/>
        </p:nvSpPr>
        <p:spPr bwMode="auto">
          <a:xfrm>
            <a:off x="914400" y="2667000"/>
            <a:ext cx="3657600" cy="1676400"/>
          </a:xfrm>
          <a:prstGeom prst="ellipse">
            <a:avLst/>
          </a:prstGeom>
          <a:solidFill>
            <a:srgbClr val="FFFF00"/>
          </a:solidFill>
          <a:ln w="9525">
            <a:solidFill>
              <a:srgbClr val="339933"/>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rgbClr val="339933"/>
                </a:solidFill>
              </a:rPr>
              <a:t>Vật chất – ý thức</a:t>
            </a:r>
          </a:p>
          <a:p>
            <a:pPr eaLnBrk="1" hangingPunct="1"/>
            <a:r>
              <a:rPr lang="en-US" altLang="en-US" sz="2000" b="1">
                <a:solidFill>
                  <a:srgbClr val="339933"/>
                </a:solidFill>
              </a:rPr>
              <a:t>Cơ sở, nền tảng, quyết định?</a:t>
            </a:r>
            <a:r>
              <a:rPr lang="en-US" altLang="en-US">
                <a:solidFill>
                  <a:srgbClr val="339933"/>
                </a:solidFill>
              </a:rPr>
              <a:t> </a:t>
            </a:r>
          </a:p>
        </p:txBody>
      </p:sp>
      <p:sp>
        <p:nvSpPr>
          <p:cNvPr id="22535" name="Oval 8"/>
          <p:cNvSpPr>
            <a:spLocks noChangeArrowheads="1"/>
          </p:cNvSpPr>
          <p:nvPr/>
        </p:nvSpPr>
        <p:spPr bwMode="auto">
          <a:xfrm>
            <a:off x="5410200" y="2590800"/>
            <a:ext cx="3048000" cy="1447800"/>
          </a:xfrm>
          <a:prstGeom prst="ellipse">
            <a:avLst/>
          </a:prstGeom>
          <a:solidFill>
            <a:srgbClr val="FF0000"/>
          </a:soli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2000" b="1">
                <a:solidFill>
                  <a:schemeClr val="bg1"/>
                </a:solidFill>
              </a:rPr>
              <a:t>Khả năng nhận thức</a:t>
            </a:r>
          </a:p>
          <a:p>
            <a:pPr eaLnBrk="1" hangingPunct="1"/>
            <a:r>
              <a:rPr lang="en-US" altLang="en-US" sz="2000" b="1">
                <a:solidFill>
                  <a:schemeClr val="bg1"/>
                </a:solidFill>
              </a:rPr>
              <a:t>Thế giới</a:t>
            </a:r>
          </a:p>
        </p:txBody>
      </p:sp>
      <p:sp>
        <p:nvSpPr>
          <p:cNvPr id="22536" name="Line 9"/>
          <p:cNvSpPr>
            <a:spLocks noChangeShapeType="1"/>
          </p:cNvSpPr>
          <p:nvPr/>
        </p:nvSpPr>
        <p:spPr bwMode="auto">
          <a:xfrm flipH="1">
            <a:off x="1143000" y="4191000"/>
            <a:ext cx="685800" cy="60960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37" name="Line 10"/>
          <p:cNvSpPr>
            <a:spLocks noChangeShapeType="1"/>
          </p:cNvSpPr>
          <p:nvPr/>
        </p:nvSpPr>
        <p:spPr bwMode="auto">
          <a:xfrm>
            <a:off x="3352800" y="4267200"/>
            <a:ext cx="457200" cy="609600"/>
          </a:xfrm>
          <a:prstGeom prst="line">
            <a:avLst/>
          </a:prstGeom>
          <a:noFill/>
          <a:ln w="57150">
            <a:solidFill>
              <a:srgbClr val="33993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38" name="Oval 11"/>
          <p:cNvSpPr>
            <a:spLocks noChangeArrowheads="1"/>
          </p:cNvSpPr>
          <p:nvPr/>
        </p:nvSpPr>
        <p:spPr bwMode="auto">
          <a:xfrm>
            <a:off x="685800" y="4800600"/>
            <a:ext cx="1066800" cy="914400"/>
          </a:xfrm>
          <a:prstGeom prst="ellipse">
            <a:avLst/>
          </a:prstGeom>
          <a:solidFill>
            <a:srgbClr val="FF0000"/>
          </a:soli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4000" b="1">
                <a:solidFill>
                  <a:schemeClr val="bg1"/>
                </a:solidFill>
              </a:rPr>
              <a:t>DV</a:t>
            </a:r>
          </a:p>
        </p:txBody>
      </p:sp>
      <p:sp>
        <p:nvSpPr>
          <p:cNvPr id="22539" name="Oval 12"/>
          <p:cNvSpPr>
            <a:spLocks noChangeArrowheads="1"/>
          </p:cNvSpPr>
          <p:nvPr/>
        </p:nvSpPr>
        <p:spPr bwMode="auto">
          <a:xfrm>
            <a:off x="3124200" y="4876800"/>
            <a:ext cx="1143000" cy="914400"/>
          </a:xfrm>
          <a:prstGeom prst="ellipse">
            <a:avLst/>
          </a:prstGeom>
          <a:solidFill>
            <a:srgbClr val="FFFF00"/>
          </a:soli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4000" b="1">
                <a:solidFill>
                  <a:srgbClr val="FF0000"/>
                </a:solidFill>
              </a:rPr>
              <a:t>DT</a:t>
            </a:r>
          </a:p>
        </p:txBody>
      </p:sp>
      <p:sp>
        <p:nvSpPr>
          <p:cNvPr id="22540" name="Text Box 13"/>
          <p:cNvSpPr txBox="1">
            <a:spLocks noChangeArrowheads="1"/>
          </p:cNvSpPr>
          <p:nvPr/>
        </p:nvSpPr>
        <p:spPr bwMode="auto">
          <a:xfrm>
            <a:off x="1955800" y="4810125"/>
            <a:ext cx="7778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4000" b="1">
                <a:solidFill>
                  <a:srgbClr val="000066"/>
                </a:solidFill>
              </a:rPr>
              <a:t>&gt;&lt;</a:t>
            </a:r>
          </a:p>
        </p:txBody>
      </p:sp>
      <p:sp>
        <p:nvSpPr>
          <p:cNvPr id="22541" name="Line 14"/>
          <p:cNvSpPr>
            <a:spLocks noChangeShapeType="1"/>
          </p:cNvSpPr>
          <p:nvPr/>
        </p:nvSpPr>
        <p:spPr bwMode="auto">
          <a:xfrm flipH="1">
            <a:off x="3200400" y="5715000"/>
            <a:ext cx="152400" cy="2286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2" name="Line 15"/>
          <p:cNvSpPr>
            <a:spLocks noChangeShapeType="1"/>
          </p:cNvSpPr>
          <p:nvPr/>
        </p:nvSpPr>
        <p:spPr bwMode="auto">
          <a:xfrm>
            <a:off x="3657600" y="5791200"/>
            <a:ext cx="0" cy="2286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3" name="Line 16"/>
          <p:cNvSpPr>
            <a:spLocks noChangeShapeType="1"/>
          </p:cNvSpPr>
          <p:nvPr/>
        </p:nvSpPr>
        <p:spPr bwMode="auto">
          <a:xfrm>
            <a:off x="4038600" y="5715000"/>
            <a:ext cx="76200" cy="762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4" name="Line 17"/>
          <p:cNvSpPr>
            <a:spLocks noChangeShapeType="1"/>
          </p:cNvSpPr>
          <p:nvPr/>
        </p:nvSpPr>
        <p:spPr bwMode="auto">
          <a:xfrm>
            <a:off x="838200" y="5638800"/>
            <a:ext cx="0" cy="762000"/>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5" name="Line 18"/>
          <p:cNvSpPr>
            <a:spLocks noChangeShapeType="1"/>
          </p:cNvSpPr>
          <p:nvPr/>
        </p:nvSpPr>
        <p:spPr bwMode="auto">
          <a:xfrm>
            <a:off x="914400" y="5867400"/>
            <a:ext cx="4572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6" name="Line 19"/>
          <p:cNvSpPr>
            <a:spLocks noChangeShapeType="1"/>
          </p:cNvSpPr>
          <p:nvPr/>
        </p:nvSpPr>
        <p:spPr bwMode="auto">
          <a:xfrm>
            <a:off x="914400" y="6096000"/>
            <a:ext cx="5334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7" name="Line 20"/>
          <p:cNvSpPr>
            <a:spLocks noChangeShapeType="1"/>
          </p:cNvSpPr>
          <p:nvPr/>
        </p:nvSpPr>
        <p:spPr bwMode="auto">
          <a:xfrm>
            <a:off x="838200" y="6324600"/>
            <a:ext cx="91440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48" name="Text Box 21"/>
          <p:cNvSpPr txBox="1">
            <a:spLocks noChangeArrowheads="1"/>
          </p:cNvSpPr>
          <p:nvPr/>
        </p:nvSpPr>
        <p:spPr bwMode="auto">
          <a:xfrm>
            <a:off x="7751763" y="4200525"/>
            <a:ext cx="4937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4000" b="1">
                <a:solidFill>
                  <a:srgbClr val="FF0000"/>
                </a:solidFill>
              </a:rPr>
              <a:t>?</a:t>
            </a:r>
          </a:p>
        </p:txBody>
      </p:sp>
      <p:sp>
        <p:nvSpPr>
          <p:cNvPr id="22549" name="Line 22"/>
          <p:cNvSpPr>
            <a:spLocks noChangeShapeType="1"/>
          </p:cNvSpPr>
          <p:nvPr/>
        </p:nvSpPr>
        <p:spPr bwMode="auto">
          <a:xfrm>
            <a:off x="7239000" y="4038600"/>
            <a:ext cx="457200" cy="3810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0" name="Line 23"/>
          <p:cNvSpPr>
            <a:spLocks noChangeShapeType="1"/>
          </p:cNvSpPr>
          <p:nvPr/>
        </p:nvSpPr>
        <p:spPr bwMode="auto">
          <a:xfrm flipH="1">
            <a:off x="5791200" y="3962400"/>
            <a:ext cx="685800" cy="838200"/>
          </a:xfrm>
          <a:prstGeom prst="line">
            <a:avLst/>
          </a:prstGeom>
          <a:noFill/>
          <a:ln w="38100">
            <a:solidFill>
              <a:srgbClr val="339933"/>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2551" name="Text Box 24"/>
          <p:cNvSpPr txBox="1">
            <a:spLocks noChangeArrowheads="1"/>
          </p:cNvSpPr>
          <p:nvPr/>
        </p:nvSpPr>
        <p:spPr bwMode="auto">
          <a:xfrm>
            <a:off x="5400675" y="4565650"/>
            <a:ext cx="32543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4000">
                <a:solidFill>
                  <a:srgbClr val="339933"/>
                </a:solidFill>
              </a:rPr>
              <a:t>!</a:t>
            </a:r>
          </a:p>
        </p:txBody>
      </p:sp>
      <p:sp>
        <p:nvSpPr>
          <p:cNvPr id="22552" name="Text Box 25"/>
          <p:cNvSpPr txBox="1">
            <a:spLocks noChangeArrowheads="1"/>
          </p:cNvSpPr>
          <p:nvPr/>
        </p:nvSpPr>
        <p:spPr bwMode="auto">
          <a:xfrm>
            <a:off x="6324600" y="4343400"/>
            <a:ext cx="862013" cy="155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9600">
                <a:solidFill>
                  <a:srgbClr val="008000"/>
                </a:solidFill>
              </a:rPr>
              <a:t>?</a:t>
            </a:r>
          </a:p>
        </p:txBody>
      </p:sp>
    </p:spTree>
    <p:extLst>
      <p:ext uri="{BB962C8B-B14F-4D97-AF65-F5344CB8AC3E}">
        <p14:creationId xmlns:p14="http://schemas.microsoft.com/office/powerpoint/2010/main" val="4063207282"/>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609600" y="304800"/>
            <a:ext cx="8305800" cy="381000"/>
          </a:xfrm>
        </p:spPr>
        <p:txBody>
          <a:bodyPr/>
          <a:lstStyle/>
          <a:p>
            <a:pPr eaLnBrk="1" hangingPunct="1"/>
            <a:r>
              <a:rPr lang="en-US" altLang="en-US" dirty="0" err="1" smtClean="0">
                <a:latin typeface="VNI-Times" pitchFamily="2" charset="0"/>
              </a:rPr>
              <a:t>Chuû</a:t>
            </a:r>
            <a:r>
              <a:rPr lang="en-US" altLang="en-US" dirty="0" smtClean="0">
                <a:latin typeface="VNI-Times" pitchFamily="2" charset="0"/>
              </a:rPr>
              <a:t> </a:t>
            </a:r>
            <a:r>
              <a:rPr lang="en-US" altLang="en-US" dirty="0" err="1" smtClean="0">
                <a:latin typeface="VNI-Times" pitchFamily="2" charset="0"/>
              </a:rPr>
              <a:t>nghóa</a:t>
            </a:r>
            <a:r>
              <a:rPr lang="en-US" altLang="en-US" dirty="0" smtClean="0">
                <a:latin typeface="VNI-Times" pitchFamily="2" charset="0"/>
              </a:rPr>
              <a:t> </a:t>
            </a:r>
            <a:r>
              <a:rPr lang="en-US" altLang="en-US" dirty="0" err="1" smtClean="0">
                <a:latin typeface="VNI-Times" pitchFamily="2" charset="0"/>
              </a:rPr>
              <a:t>duy</a:t>
            </a:r>
            <a:r>
              <a:rPr lang="en-US" altLang="en-US" dirty="0" smtClean="0">
                <a:latin typeface="VNI-Times" pitchFamily="2" charset="0"/>
              </a:rPr>
              <a:t> </a:t>
            </a:r>
            <a:r>
              <a:rPr lang="en-US" altLang="en-US" dirty="0" err="1" smtClean="0">
                <a:latin typeface="VNI-Times" pitchFamily="2" charset="0"/>
              </a:rPr>
              <a:t>vaät</a:t>
            </a:r>
            <a:r>
              <a:rPr lang="en-US" altLang="en-US" dirty="0" smtClean="0">
                <a:latin typeface="VNI-Times" pitchFamily="2" charset="0"/>
              </a:rPr>
              <a:t> </a:t>
            </a:r>
            <a:r>
              <a:rPr lang="en-US" altLang="en-US" dirty="0" err="1" smtClean="0">
                <a:latin typeface="VNI-Times" pitchFamily="2" charset="0"/>
              </a:rPr>
              <a:t>vaø</a:t>
            </a:r>
            <a:r>
              <a:rPr lang="en-US" altLang="en-US" dirty="0" smtClean="0">
                <a:latin typeface="VNI-Times" pitchFamily="2" charset="0"/>
              </a:rPr>
              <a:t> </a:t>
            </a:r>
            <a:r>
              <a:rPr lang="en-US" altLang="en-US" dirty="0" err="1" smtClean="0">
                <a:latin typeface="VNI-Times" pitchFamily="2" charset="0"/>
              </a:rPr>
              <a:t>chuû</a:t>
            </a:r>
            <a:r>
              <a:rPr lang="en-US" altLang="en-US" dirty="0" smtClean="0">
                <a:latin typeface="VNI-Times" pitchFamily="2" charset="0"/>
              </a:rPr>
              <a:t> </a:t>
            </a:r>
            <a:r>
              <a:rPr lang="en-US" altLang="en-US" dirty="0" err="1" smtClean="0">
                <a:latin typeface="VNI-Times" pitchFamily="2" charset="0"/>
              </a:rPr>
              <a:t>nghóa</a:t>
            </a:r>
            <a:r>
              <a:rPr lang="en-US" altLang="en-US" dirty="0" smtClean="0">
                <a:latin typeface="VNI-Times" pitchFamily="2" charset="0"/>
              </a:rPr>
              <a:t> </a:t>
            </a:r>
            <a:r>
              <a:rPr lang="en-US" altLang="en-US" dirty="0" err="1" smtClean="0">
                <a:latin typeface="VNI-Times" pitchFamily="2" charset="0"/>
              </a:rPr>
              <a:t>duy</a:t>
            </a:r>
            <a:r>
              <a:rPr lang="en-US" altLang="en-US" dirty="0" smtClean="0">
                <a:latin typeface="VNI-Times" pitchFamily="2" charset="0"/>
              </a:rPr>
              <a:t> </a:t>
            </a:r>
            <a:r>
              <a:rPr lang="en-US" altLang="en-US" dirty="0" err="1" smtClean="0">
                <a:latin typeface="VNI-Times" pitchFamily="2" charset="0"/>
              </a:rPr>
              <a:t>taâm</a:t>
            </a:r>
            <a:r>
              <a:rPr lang="en-US" altLang="en-US" dirty="0" smtClean="0">
                <a:latin typeface="VNI-Times" pitchFamily="2" charset="0"/>
              </a:rPr>
              <a:t> (</a:t>
            </a:r>
            <a:r>
              <a:rPr lang="en-US" altLang="en-US" dirty="0" err="1" smtClean="0">
                <a:latin typeface="VNI-Times" pitchFamily="2" charset="0"/>
              </a:rPr>
              <a:t>mặt</a:t>
            </a:r>
            <a:r>
              <a:rPr lang="en-US" altLang="en-US" dirty="0" smtClean="0">
                <a:latin typeface="VNI-Times" pitchFamily="2" charset="0"/>
              </a:rPr>
              <a:t> </a:t>
            </a:r>
            <a:r>
              <a:rPr lang="en-US" altLang="en-US" dirty="0" err="1" smtClean="0">
                <a:latin typeface="VNI-Times" pitchFamily="2" charset="0"/>
              </a:rPr>
              <a:t>thứ</a:t>
            </a:r>
            <a:r>
              <a:rPr lang="en-US" altLang="en-US" dirty="0" smtClean="0">
                <a:latin typeface="VNI-Times" pitchFamily="2" charset="0"/>
              </a:rPr>
              <a:t> </a:t>
            </a:r>
            <a:r>
              <a:rPr lang="en-US" altLang="en-US" dirty="0" err="1" smtClean="0">
                <a:latin typeface="VNI-Times" pitchFamily="2" charset="0"/>
              </a:rPr>
              <a:t>nhất</a:t>
            </a:r>
            <a:r>
              <a:rPr lang="en-US" altLang="en-US" dirty="0" smtClean="0">
                <a:latin typeface="VNI-Times" pitchFamily="2" charset="0"/>
              </a:rPr>
              <a:t>)</a:t>
            </a:r>
            <a:br>
              <a:rPr lang="en-US" altLang="en-US" dirty="0" smtClean="0">
                <a:latin typeface="VNI-Times" pitchFamily="2" charset="0"/>
              </a:rPr>
            </a:br>
            <a:endParaRPr lang="en-US" altLang="en-US" dirty="0" smtClean="0"/>
          </a:p>
        </p:txBody>
      </p:sp>
      <p:sp>
        <p:nvSpPr>
          <p:cNvPr id="4" name="Footer Placeholder 3"/>
          <p:cNvSpPr>
            <a:spLocks noGrp="1"/>
          </p:cNvSpPr>
          <p:nvPr>
            <p:ph type="ftr" sz="quarter" idx="10"/>
          </p:nvPr>
        </p:nvSpPr>
        <p:spPr/>
        <p:txBody>
          <a:bodyPr/>
          <a:lstStyle/>
          <a:p>
            <a:pPr>
              <a:defRPr/>
            </a:pPr>
            <a:r>
              <a:rPr lang="en-US" smtClean="0"/>
              <a:t>Company Logo</a:t>
            </a:r>
            <a:endParaRPr lang="en-US"/>
          </a:p>
        </p:txBody>
      </p:sp>
      <p:sp>
        <p:nvSpPr>
          <p:cNvPr id="23556" name="Rectangle 4"/>
          <p:cNvSpPr>
            <a:spLocks noChangeArrowheads="1"/>
          </p:cNvSpPr>
          <p:nvPr/>
        </p:nvSpPr>
        <p:spPr bwMode="auto">
          <a:xfrm>
            <a:off x="1066800" y="1143000"/>
            <a:ext cx="76200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sz="1600">
                <a:solidFill>
                  <a:schemeClr val="tx1"/>
                </a:solidFill>
                <a:latin typeface="Arial" panose="020B0604020202020204" pitchFamily="34" charset="0"/>
                <a:cs typeface="Arial" panose="020B0604020202020204" pitchFamily="34" charset="0"/>
              </a:defRPr>
            </a:lvl1pPr>
            <a:lvl2pPr indent="45720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err="1">
                <a:solidFill>
                  <a:srgbClr val="2B08AA"/>
                </a:solidFill>
              </a:rPr>
              <a:t>Chủ</a:t>
            </a:r>
            <a:r>
              <a:rPr lang="en-US" altLang="en-US" sz="2400" b="1" dirty="0">
                <a:solidFill>
                  <a:srgbClr val="2B08AA"/>
                </a:solidFill>
              </a:rPr>
              <a:t> </a:t>
            </a:r>
            <a:r>
              <a:rPr lang="en-US" altLang="en-US" sz="2400" b="1" dirty="0" err="1">
                <a:solidFill>
                  <a:srgbClr val="2B08AA"/>
                </a:solidFill>
              </a:rPr>
              <a:t>nghĩa</a:t>
            </a:r>
            <a:r>
              <a:rPr lang="en-US" altLang="en-US" sz="2400" b="1" dirty="0">
                <a:solidFill>
                  <a:srgbClr val="2B08AA"/>
                </a:solidFill>
              </a:rPr>
              <a:t> </a:t>
            </a:r>
            <a:r>
              <a:rPr lang="en-US" altLang="en-US" sz="2400" b="1" dirty="0" err="1">
                <a:solidFill>
                  <a:srgbClr val="2B08AA"/>
                </a:solidFill>
              </a:rPr>
              <a:t>duy</a:t>
            </a:r>
            <a:r>
              <a:rPr lang="en-US" altLang="en-US" sz="2400" b="1" dirty="0">
                <a:solidFill>
                  <a:srgbClr val="2B08AA"/>
                </a:solidFill>
              </a:rPr>
              <a:t> </a:t>
            </a:r>
            <a:r>
              <a:rPr lang="en-US" altLang="en-US" sz="2400" b="1" dirty="0" err="1">
                <a:solidFill>
                  <a:srgbClr val="2B08AA"/>
                </a:solidFill>
              </a:rPr>
              <a:t>vật</a:t>
            </a:r>
            <a:r>
              <a:rPr lang="en-US" altLang="en-US" sz="2400" b="1" dirty="0">
                <a:solidFill>
                  <a:srgbClr val="2B08AA"/>
                </a:solidFill>
              </a:rPr>
              <a:t> </a:t>
            </a:r>
            <a:r>
              <a:rPr lang="en-US" altLang="en-US" sz="2400" b="1" dirty="0" err="1">
                <a:solidFill>
                  <a:srgbClr val="2B08AA"/>
                </a:solidFill>
              </a:rPr>
              <a:t>và</a:t>
            </a:r>
            <a:r>
              <a:rPr lang="en-US" altLang="en-US" sz="2400" b="1" dirty="0">
                <a:solidFill>
                  <a:srgbClr val="2B08AA"/>
                </a:solidFill>
              </a:rPr>
              <a:t> </a:t>
            </a:r>
            <a:r>
              <a:rPr lang="en-US" altLang="en-US" sz="2400" b="1" dirty="0" err="1">
                <a:solidFill>
                  <a:srgbClr val="2B08AA"/>
                </a:solidFill>
              </a:rPr>
              <a:t>chủ</a:t>
            </a:r>
            <a:r>
              <a:rPr lang="en-US" altLang="en-US" sz="2400" b="1" dirty="0">
                <a:solidFill>
                  <a:srgbClr val="2B08AA"/>
                </a:solidFill>
              </a:rPr>
              <a:t> </a:t>
            </a:r>
            <a:r>
              <a:rPr lang="en-US" altLang="en-US" sz="2400" b="1" dirty="0" err="1">
                <a:solidFill>
                  <a:srgbClr val="2B08AA"/>
                </a:solidFill>
              </a:rPr>
              <a:t>nghĩa</a:t>
            </a:r>
            <a:r>
              <a:rPr lang="en-US" altLang="en-US" sz="2400" b="1" dirty="0">
                <a:solidFill>
                  <a:srgbClr val="2B08AA"/>
                </a:solidFill>
              </a:rPr>
              <a:t> </a:t>
            </a:r>
            <a:r>
              <a:rPr lang="en-US" altLang="en-US" sz="2400" b="1" dirty="0" err="1">
                <a:solidFill>
                  <a:srgbClr val="2B08AA"/>
                </a:solidFill>
              </a:rPr>
              <a:t>duy</a:t>
            </a:r>
            <a:r>
              <a:rPr lang="en-US" altLang="en-US" sz="2400" b="1" dirty="0">
                <a:solidFill>
                  <a:srgbClr val="2B08AA"/>
                </a:solidFill>
              </a:rPr>
              <a:t> </a:t>
            </a:r>
            <a:r>
              <a:rPr lang="en-US" altLang="en-US" sz="2400" b="1" dirty="0" err="1">
                <a:solidFill>
                  <a:srgbClr val="2B08AA"/>
                </a:solidFill>
              </a:rPr>
              <a:t>tâm</a:t>
            </a:r>
            <a:r>
              <a:rPr lang="en-US" altLang="en-US" sz="2400" b="1" dirty="0">
                <a:solidFill>
                  <a:srgbClr val="2B08AA"/>
                </a:solidFill>
              </a:rPr>
              <a:t> – </a:t>
            </a:r>
            <a:r>
              <a:rPr lang="en-US" altLang="en-US" sz="2400" b="1" dirty="0" err="1">
                <a:solidFill>
                  <a:srgbClr val="2B08AA"/>
                </a:solidFill>
              </a:rPr>
              <a:t>sản</a:t>
            </a:r>
            <a:r>
              <a:rPr lang="en-US" altLang="en-US" sz="2400" b="1" dirty="0">
                <a:solidFill>
                  <a:srgbClr val="2B08AA"/>
                </a:solidFill>
              </a:rPr>
              <a:t> </a:t>
            </a:r>
            <a:r>
              <a:rPr lang="en-US" altLang="en-US" sz="2400" b="1" dirty="0" err="1">
                <a:solidFill>
                  <a:srgbClr val="2B08AA"/>
                </a:solidFill>
              </a:rPr>
              <a:t>phẩm</a:t>
            </a:r>
            <a:r>
              <a:rPr lang="en-US" altLang="en-US" sz="2400" b="1" dirty="0">
                <a:solidFill>
                  <a:srgbClr val="2B08AA"/>
                </a:solidFill>
              </a:rPr>
              <a:t> </a:t>
            </a:r>
            <a:r>
              <a:rPr lang="en-US" altLang="en-US" sz="2400" b="1" dirty="0" err="1">
                <a:solidFill>
                  <a:srgbClr val="2B08AA"/>
                </a:solidFill>
              </a:rPr>
              <a:t>của</a:t>
            </a:r>
            <a:r>
              <a:rPr lang="en-US" altLang="en-US" sz="2400" b="1" dirty="0">
                <a:solidFill>
                  <a:srgbClr val="2B08AA"/>
                </a:solidFill>
              </a:rPr>
              <a:t> </a:t>
            </a:r>
            <a:r>
              <a:rPr lang="en-US" altLang="en-US" sz="2400" b="1" dirty="0" err="1">
                <a:solidFill>
                  <a:srgbClr val="2B08AA"/>
                </a:solidFill>
              </a:rPr>
              <a:t>lịch</a:t>
            </a:r>
            <a:r>
              <a:rPr lang="en-US" altLang="en-US" sz="2400" b="1" dirty="0">
                <a:solidFill>
                  <a:srgbClr val="2B08AA"/>
                </a:solidFill>
              </a:rPr>
              <a:t> </a:t>
            </a:r>
            <a:r>
              <a:rPr lang="en-US" altLang="en-US" sz="2400" b="1" dirty="0" err="1">
                <a:solidFill>
                  <a:srgbClr val="2B08AA"/>
                </a:solidFill>
              </a:rPr>
              <a:t>sử</a:t>
            </a:r>
            <a:r>
              <a:rPr lang="en-US" altLang="en-US" sz="2400" b="1" dirty="0">
                <a:solidFill>
                  <a:srgbClr val="2B08AA"/>
                </a:solidFill>
              </a:rPr>
              <a:t> </a:t>
            </a:r>
            <a:r>
              <a:rPr lang="en-US" altLang="en-US" sz="2400" b="1" dirty="0" err="1">
                <a:solidFill>
                  <a:srgbClr val="2B08AA"/>
                </a:solidFill>
              </a:rPr>
              <a:t>nhận</a:t>
            </a:r>
            <a:r>
              <a:rPr lang="en-US" altLang="en-US" sz="2400" b="1" dirty="0">
                <a:solidFill>
                  <a:srgbClr val="2B08AA"/>
                </a:solidFill>
              </a:rPr>
              <a:t> </a:t>
            </a:r>
            <a:r>
              <a:rPr lang="en-US" altLang="en-US" sz="2400" b="1" dirty="0" err="1">
                <a:solidFill>
                  <a:srgbClr val="2B08AA"/>
                </a:solidFill>
              </a:rPr>
              <a:t>thức</a:t>
            </a:r>
            <a:r>
              <a:rPr lang="en-US" altLang="en-US" sz="2400" b="1" dirty="0">
                <a:solidFill>
                  <a:srgbClr val="2B08AA"/>
                </a:solidFill>
              </a:rPr>
              <a:t> </a:t>
            </a:r>
            <a:r>
              <a:rPr lang="en-US" altLang="en-US" sz="2400" b="1" dirty="0">
                <a:solidFill>
                  <a:srgbClr val="2B08AA"/>
                </a:solidFill>
                <a:sym typeface="Wingdings" panose="05000000000000000000" pitchFamily="2" charset="2"/>
              </a:rPr>
              <a:t></a:t>
            </a:r>
            <a:r>
              <a:rPr lang="en-US" altLang="en-US" sz="2400" b="1" dirty="0" err="1">
                <a:solidFill>
                  <a:srgbClr val="2B08AA"/>
                </a:solidFill>
              </a:rPr>
              <a:t>tranh</a:t>
            </a:r>
            <a:r>
              <a:rPr lang="en-US" altLang="en-US" sz="2400" b="1" dirty="0">
                <a:solidFill>
                  <a:srgbClr val="2B08AA"/>
                </a:solidFill>
              </a:rPr>
              <a:t> </a:t>
            </a:r>
            <a:r>
              <a:rPr lang="en-US" altLang="en-US" sz="2400" b="1" dirty="0" err="1">
                <a:solidFill>
                  <a:srgbClr val="2B08AA"/>
                </a:solidFill>
              </a:rPr>
              <a:t>luận</a:t>
            </a:r>
            <a:r>
              <a:rPr lang="en-US" altLang="en-US" sz="2400" b="1" dirty="0">
                <a:solidFill>
                  <a:srgbClr val="2B08AA"/>
                </a:solidFill>
              </a:rPr>
              <a:t> </a:t>
            </a:r>
            <a:r>
              <a:rPr lang="en-US" altLang="en-US" sz="2400" b="1" dirty="0" err="1">
                <a:solidFill>
                  <a:srgbClr val="2B08AA"/>
                </a:solidFill>
              </a:rPr>
              <a:t>giữa</a:t>
            </a:r>
            <a:r>
              <a:rPr lang="en-US" altLang="en-US" sz="2400" b="1" dirty="0">
                <a:solidFill>
                  <a:srgbClr val="2B08AA"/>
                </a:solidFill>
              </a:rPr>
              <a:t> CNDV </a:t>
            </a:r>
            <a:r>
              <a:rPr lang="en-US" altLang="en-US" sz="2400" b="1" dirty="0" err="1">
                <a:solidFill>
                  <a:srgbClr val="2B08AA"/>
                </a:solidFill>
              </a:rPr>
              <a:t>và</a:t>
            </a:r>
            <a:r>
              <a:rPr lang="en-US" altLang="en-US" sz="2400" b="1" dirty="0">
                <a:solidFill>
                  <a:srgbClr val="2B08AA"/>
                </a:solidFill>
              </a:rPr>
              <a:t> CNDT = </a:t>
            </a:r>
            <a:r>
              <a:rPr lang="en-US" altLang="en-US" sz="2400" b="1" dirty="0" err="1">
                <a:solidFill>
                  <a:srgbClr val="2B08AA"/>
                </a:solidFill>
              </a:rPr>
              <a:t>tính</a:t>
            </a:r>
            <a:r>
              <a:rPr lang="en-US" altLang="en-US" sz="2400" b="1" dirty="0">
                <a:solidFill>
                  <a:srgbClr val="2B08AA"/>
                </a:solidFill>
              </a:rPr>
              <a:t> </a:t>
            </a:r>
            <a:r>
              <a:rPr lang="en-US" altLang="en-US" sz="2400" b="1" dirty="0" err="1">
                <a:solidFill>
                  <a:srgbClr val="2B08AA"/>
                </a:solidFill>
              </a:rPr>
              <a:t>quy</a:t>
            </a:r>
            <a:r>
              <a:rPr lang="en-US" altLang="en-US" sz="2400" b="1" dirty="0">
                <a:solidFill>
                  <a:srgbClr val="2B08AA"/>
                </a:solidFill>
              </a:rPr>
              <a:t> </a:t>
            </a:r>
            <a:r>
              <a:rPr lang="en-US" altLang="en-US" sz="2400" b="1" dirty="0" err="1">
                <a:solidFill>
                  <a:srgbClr val="2B08AA"/>
                </a:solidFill>
              </a:rPr>
              <a:t>luật</a:t>
            </a:r>
            <a:r>
              <a:rPr lang="en-US" altLang="en-US" sz="2400" b="1" dirty="0">
                <a:solidFill>
                  <a:srgbClr val="2B08AA"/>
                </a:solidFill>
              </a:rPr>
              <a:t> </a:t>
            </a:r>
            <a:r>
              <a:rPr lang="en-US" altLang="en-US" sz="2400" b="1" dirty="0" err="1">
                <a:solidFill>
                  <a:srgbClr val="2B08AA"/>
                </a:solidFill>
              </a:rPr>
              <a:t>trong</a:t>
            </a:r>
            <a:r>
              <a:rPr lang="en-US" altLang="en-US" sz="2400" b="1" dirty="0">
                <a:solidFill>
                  <a:srgbClr val="2B08AA"/>
                </a:solidFill>
              </a:rPr>
              <a:t> </a:t>
            </a:r>
            <a:r>
              <a:rPr lang="en-US" altLang="en-US" sz="2400" b="1" dirty="0" err="1">
                <a:solidFill>
                  <a:srgbClr val="2B08AA"/>
                </a:solidFill>
              </a:rPr>
              <a:t>sự</a:t>
            </a:r>
            <a:r>
              <a:rPr lang="en-US" altLang="en-US" sz="2400" b="1" dirty="0">
                <a:solidFill>
                  <a:srgbClr val="2B08AA"/>
                </a:solidFill>
              </a:rPr>
              <a:t> </a:t>
            </a:r>
            <a:r>
              <a:rPr lang="en-US" altLang="en-US" sz="2400" b="1" dirty="0" err="1">
                <a:solidFill>
                  <a:srgbClr val="2B08AA"/>
                </a:solidFill>
              </a:rPr>
              <a:t>phát</a:t>
            </a:r>
            <a:r>
              <a:rPr lang="en-US" altLang="en-US" sz="2400" b="1" dirty="0">
                <a:solidFill>
                  <a:srgbClr val="2B08AA"/>
                </a:solidFill>
              </a:rPr>
              <a:t> </a:t>
            </a:r>
            <a:r>
              <a:rPr lang="en-US" altLang="en-US" sz="2400" b="1" dirty="0" err="1">
                <a:solidFill>
                  <a:srgbClr val="2B08AA"/>
                </a:solidFill>
              </a:rPr>
              <a:t>triển</a:t>
            </a:r>
            <a:r>
              <a:rPr lang="en-US" altLang="en-US" sz="2400" b="1" dirty="0">
                <a:solidFill>
                  <a:srgbClr val="2B08AA"/>
                </a:solidFill>
              </a:rPr>
              <a:t> tri </a:t>
            </a:r>
            <a:r>
              <a:rPr lang="en-US" altLang="en-US" sz="2400" b="1" dirty="0" err="1">
                <a:solidFill>
                  <a:srgbClr val="2B08AA"/>
                </a:solidFill>
              </a:rPr>
              <a:t>thức</a:t>
            </a:r>
            <a:r>
              <a:rPr lang="en-US" altLang="en-US" sz="2400" b="1" dirty="0">
                <a:solidFill>
                  <a:srgbClr val="2B08AA"/>
                </a:solidFill>
              </a:rPr>
              <a:t> </a:t>
            </a:r>
            <a:r>
              <a:rPr lang="en-US" altLang="en-US" sz="2400" b="1" dirty="0" err="1">
                <a:solidFill>
                  <a:srgbClr val="2B08AA"/>
                </a:solidFill>
              </a:rPr>
              <a:t>triết</a:t>
            </a:r>
            <a:r>
              <a:rPr lang="en-US" altLang="en-US" sz="2400" b="1" dirty="0">
                <a:solidFill>
                  <a:srgbClr val="2B08AA"/>
                </a:solidFill>
              </a:rPr>
              <a:t> </a:t>
            </a:r>
            <a:r>
              <a:rPr lang="en-US" altLang="en-US" sz="2400" b="1" dirty="0" err="1">
                <a:solidFill>
                  <a:srgbClr val="2B08AA"/>
                </a:solidFill>
              </a:rPr>
              <a:t>học</a:t>
            </a:r>
            <a:r>
              <a:rPr lang="en-US" altLang="en-US" sz="2400" b="1" dirty="0">
                <a:sym typeface="Wingdings" panose="05000000000000000000" pitchFamily="2" charset="2"/>
              </a:rPr>
              <a:t>  </a:t>
            </a:r>
            <a:endParaRPr lang="en-US" altLang="en-US" sz="2400" dirty="0">
              <a:sym typeface="Wingdings" panose="05000000000000000000" pitchFamily="2" charset="2"/>
            </a:endParaRPr>
          </a:p>
          <a:p>
            <a:pPr algn="just" eaLnBrk="1" hangingPunct="1">
              <a:buFont typeface="Wingdings" panose="05000000000000000000" pitchFamily="2" charset="2"/>
              <a:buChar char="q"/>
            </a:pPr>
            <a:r>
              <a:rPr lang="en-US" altLang="en-US" sz="2400" b="1" dirty="0" err="1">
                <a:solidFill>
                  <a:srgbClr val="FA007D"/>
                </a:solidFill>
                <a:sym typeface="Wingdings" panose="05000000000000000000" pitchFamily="2" charset="2"/>
              </a:rPr>
              <a:t>Chủ</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nghĩa</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duy</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vật</a:t>
            </a:r>
            <a:r>
              <a:rPr lang="en-US" altLang="en-US" sz="2400" b="1" dirty="0">
                <a:sym typeface="Wingdings" panose="05000000000000000000" pitchFamily="2" charset="2"/>
              </a:rPr>
              <a:t> </a:t>
            </a:r>
            <a:r>
              <a:rPr lang="en-US" altLang="en-US" sz="2400" b="1" dirty="0">
                <a:solidFill>
                  <a:srgbClr val="FA007D"/>
                </a:solidFill>
                <a:sym typeface="Wingdings" panose="05000000000000000000" pitchFamily="2" charset="2"/>
              </a:rPr>
              <a:t>(materialism) </a:t>
            </a:r>
            <a:r>
              <a:rPr lang="en-US" altLang="en-US" sz="2400" b="1" dirty="0" err="1">
                <a:solidFill>
                  <a:srgbClr val="FA007D"/>
                </a:solidFill>
                <a:sym typeface="Wingdings" panose="05000000000000000000" pitchFamily="2" charset="2"/>
              </a:rPr>
              <a:t>và</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các</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hình</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thức</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lịch</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sử</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của</a:t>
            </a:r>
            <a:r>
              <a:rPr lang="en-US" altLang="en-US" sz="2400" b="1" dirty="0">
                <a:solidFill>
                  <a:srgbClr val="FA007D"/>
                </a:solidFill>
                <a:sym typeface="Wingdings" panose="05000000000000000000" pitchFamily="2" charset="2"/>
              </a:rPr>
              <a:t> </a:t>
            </a:r>
            <a:r>
              <a:rPr lang="en-US" altLang="en-US" sz="2400" b="1" dirty="0" err="1">
                <a:solidFill>
                  <a:srgbClr val="FA007D"/>
                </a:solidFill>
                <a:sym typeface="Wingdings" panose="05000000000000000000" pitchFamily="2" charset="2"/>
              </a:rPr>
              <a:t>nó</a:t>
            </a:r>
            <a:endParaRPr lang="en-US" altLang="en-US" sz="2400" dirty="0">
              <a:solidFill>
                <a:srgbClr val="FA007D"/>
              </a:solidFill>
              <a:sym typeface="Wingdings" panose="05000000000000000000" pitchFamily="2" charset="2"/>
            </a:endParaRPr>
          </a:p>
          <a:p>
            <a:pPr lvl="1" algn="just">
              <a:buFont typeface="Wingdings" panose="05000000000000000000" pitchFamily="2" charset="2"/>
              <a:buChar char="v"/>
            </a:pPr>
            <a:r>
              <a:rPr lang="en-US" altLang="en-US" sz="2400" b="1" dirty="0">
                <a:solidFill>
                  <a:srgbClr val="2B08AA"/>
                </a:solidFill>
              </a:rPr>
              <a:t>CNDV</a:t>
            </a:r>
            <a:r>
              <a:rPr lang="en-US" altLang="en-US" sz="2400" b="1" dirty="0"/>
              <a:t> </a:t>
            </a:r>
            <a:r>
              <a:rPr lang="en-US" altLang="en-US" sz="2400" b="1" dirty="0" err="1">
                <a:solidFill>
                  <a:schemeClr val="accent2"/>
                </a:solidFill>
              </a:rPr>
              <a:t>chất</a:t>
            </a:r>
            <a:r>
              <a:rPr lang="en-US" altLang="en-US" sz="2400" b="1" dirty="0">
                <a:solidFill>
                  <a:schemeClr val="accent2"/>
                </a:solidFill>
              </a:rPr>
              <a:t> </a:t>
            </a:r>
            <a:r>
              <a:rPr lang="en-US" altLang="en-US" sz="2400" b="1" dirty="0" err="1">
                <a:solidFill>
                  <a:schemeClr val="accent2"/>
                </a:solidFill>
              </a:rPr>
              <a:t>phác</a:t>
            </a:r>
            <a:r>
              <a:rPr lang="en-US" altLang="en-US" sz="2400" b="1" dirty="0"/>
              <a:t> </a:t>
            </a:r>
            <a:r>
              <a:rPr lang="en-US" altLang="en-US" sz="2400" b="1" dirty="0">
                <a:solidFill>
                  <a:srgbClr val="2B08AA"/>
                </a:solidFill>
              </a:rPr>
              <a:t>(</a:t>
            </a:r>
            <a:r>
              <a:rPr lang="en-US" altLang="en-US" sz="2400" b="1" dirty="0" err="1">
                <a:solidFill>
                  <a:srgbClr val="2B08AA"/>
                </a:solidFill>
              </a:rPr>
              <a:t>cổ</a:t>
            </a:r>
            <a:r>
              <a:rPr lang="en-US" altLang="en-US" sz="2400" b="1" dirty="0">
                <a:solidFill>
                  <a:srgbClr val="2B08AA"/>
                </a:solidFill>
              </a:rPr>
              <a:t> </a:t>
            </a:r>
            <a:r>
              <a:rPr lang="en-US" altLang="en-US" sz="2400" b="1" dirty="0" err="1">
                <a:solidFill>
                  <a:srgbClr val="2B08AA"/>
                </a:solidFill>
              </a:rPr>
              <a:t>đại</a:t>
            </a:r>
            <a:r>
              <a:rPr lang="en-US" altLang="en-US" sz="2400" b="1" dirty="0">
                <a:solidFill>
                  <a:srgbClr val="2B08AA"/>
                </a:solidFill>
              </a:rPr>
              <a:t>);</a:t>
            </a:r>
            <a:endParaRPr lang="en-US" altLang="en-US" sz="2400" dirty="0">
              <a:solidFill>
                <a:srgbClr val="2B08AA"/>
              </a:solidFill>
              <a:sym typeface="Wingdings" panose="05000000000000000000" pitchFamily="2" charset="2"/>
            </a:endParaRPr>
          </a:p>
          <a:p>
            <a:pPr lvl="1" algn="just">
              <a:buFont typeface="Wingdings" panose="05000000000000000000" pitchFamily="2" charset="2"/>
              <a:buChar char="v"/>
            </a:pPr>
            <a:r>
              <a:rPr lang="en-US" altLang="en-US" sz="2400" b="1" dirty="0">
                <a:solidFill>
                  <a:srgbClr val="2B08AA"/>
                </a:solidFill>
              </a:rPr>
              <a:t>CNDV</a:t>
            </a:r>
            <a:r>
              <a:rPr lang="en-US" altLang="en-US" sz="2400" b="1" dirty="0"/>
              <a:t> </a:t>
            </a:r>
            <a:r>
              <a:rPr lang="en-US" altLang="en-US" sz="2400" b="1" dirty="0" err="1">
                <a:solidFill>
                  <a:srgbClr val="CB0F21"/>
                </a:solidFill>
              </a:rPr>
              <a:t>máy</a:t>
            </a:r>
            <a:r>
              <a:rPr lang="en-US" altLang="en-US" sz="2400" b="1" dirty="0">
                <a:solidFill>
                  <a:srgbClr val="CB0F21"/>
                </a:solidFill>
              </a:rPr>
              <a:t> </a:t>
            </a:r>
            <a:r>
              <a:rPr lang="en-US" altLang="en-US" sz="2400" b="1" dirty="0" err="1">
                <a:solidFill>
                  <a:srgbClr val="CB0F21"/>
                </a:solidFill>
              </a:rPr>
              <a:t>móc</a:t>
            </a:r>
            <a:r>
              <a:rPr lang="en-US" altLang="en-US" sz="2400" b="1" dirty="0">
                <a:solidFill>
                  <a:srgbClr val="CB0F21"/>
                </a:solidFill>
              </a:rPr>
              <a:t> – </a:t>
            </a:r>
            <a:r>
              <a:rPr lang="en-US" altLang="en-US" sz="2400" b="1" dirty="0" err="1">
                <a:solidFill>
                  <a:srgbClr val="CB0F21"/>
                </a:solidFill>
              </a:rPr>
              <a:t>siêu</a:t>
            </a:r>
            <a:r>
              <a:rPr lang="en-US" altLang="en-US" sz="2400" b="1" dirty="0">
                <a:solidFill>
                  <a:srgbClr val="CB0F21"/>
                </a:solidFill>
              </a:rPr>
              <a:t> </a:t>
            </a:r>
            <a:r>
              <a:rPr lang="en-US" altLang="en-US" sz="2400" b="1" dirty="0" err="1">
                <a:solidFill>
                  <a:srgbClr val="CB0F21"/>
                </a:solidFill>
              </a:rPr>
              <a:t>hình</a:t>
            </a:r>
            <a:r>
              <a:rPr lang="en-US" altLang="en-US" sz="2400" b="1" dirty="0"/>
              <a:t> </a:t>
            </a:r>
            <a:r>
              <a:rPr lang="en-US" altLang="en-US" sz="2400" b="1" dirty="0">
                <a:solidFill>
                  <a:srgbClr val="2B08AA"/>
                </a:solidFill>
              </a:rPr>
              <a:t>(</a:t>
            </a:r>
            <a:r>
              <a:rPr lang="en-US" altLang="en-US" sz="2400" b="1" dirty="0" err="1">
                <a:solidFill>
                  <a:srgbClr val="2B08AA"/>
                </a:solidFill>
              </a:rPr>
              <a:t>Phục</a:t>
            </a:r>
            <a:r>
              <a:rPr lang="en-US" altLang="en-US" sz="2400" b="1" dirty="0">
                <a:solidFill>
                  <a:srgbClr val="2B08AA"/>
                </a:solidFill>
              </a:rPr>
              <a:t> </a:t>
            </a:r>
            <a:r>
              <a:rPr lang="en-US" altLang="en-US" sz="2400" b="1" dirty="0" err="1">
                <a:solidFill>
                  <a:srgbClr val="2B08AA"/>
                </a:solidFill>
              </a:rPr>
              <a:t>hưng</a:t>
            </a:r>
            <a:r>
              <a:rPr lang="en-US" altLang="en-US" sz="2400" b="1" dirty="0">
                <a:solidFill>
                  <a:srgbClr val="2B08AA"/>
                </a:solidFill>
              </a:rPr>
              <a:t>, </a:t>
            </a:r>
            <a:r>
              <a:rPr lang="en-US" altLang="en-US" sz="2400" b="1" dirty="0" err="1">
                <a:solidFill>
                  <a:srgbClr val="2B08AA"/>
                </a:solidFill>
              </a:rPr>
              <a:t>cận</a:t>
            </a:r>
            <a:r>
              <a:rPr lang="en-US" altLang="en-US" sz="2400" b="1" dirty="0">
                <a:solidFill>
                  <a:srgbClr val="2B08AA"/>
                </a:solidFill>
              </a:rPr>
              <a:t> </a:t>
            </a:r>
            <a:r>
              <a:rPr lang="en-US" altLang="en-US" sz="2400" b="1" dirty="0" err="1">
                <a:solidFill>
                  <a:srgbClr val="2B08AA"/>
                </a:solidFill>
              </a:rPr>
              <a:t>đại</a:t>
            </a:r>
            <a:r>
              <a:rPr lang="en-US" altLang="en-US" sz="2400" b="1" dirty="0">
                <a:solidFill>
                  <a:srgbClr val="2B08AA"/>
                </a:solidFill>
              </a:rPr>
              <a:t>);</a:t>
            </a:r>
            <a:endParaRPr lang="en-US" altLang="en-US" sz="2400" dirty="0">
              <a:solidFill>
                <a:srgbClr val="2B08AA"/>
              </a:solidFill>
              <a:sym typeface="Wingdings" panose="05000000000000000000" pitchFamily="2" charset="2"/>
            </a:endParaRPr>
          </a:p>
          <a:p>
            <a:pPr lvl="1" algn="just">
              <a:buFont typeface="Wingdings" panose="05000000000000000000" pitchFamily="2" charset="2"/>
              <a:buChar char="v"/>
            </a:pPr>
            <a:r>
              <a:rPr lang="en-US" altLang="en-US" sz="2400" b="1" dirty="0">
                <a:solidFill>
                  <a:srgbClr val="2B08AA"/>
                </a:solidFill>
              </a:rPr>
              <a:t>CNDV</a:t>
            </a:r>
            <a:r>
              <a:rPr lang="en-US" altLang="en-US" sz="2400" b="1" dirty="0"/>
              <a:t> </a:t>
            </a:r>
            <a:r>
              <a:rPr lang="en-US" altLang="en-US" sz="2400" b="1" dirty="0" err="1">
                <a:solidFill>
                  <a:srgbClr val="FA007D"/>
                </a:solidFill>
              </a:rPr>
              <a:t>biện</a:t>
            </a:r>
            <a:r>
              <a:rPr lang="en-US" altLang="en-US" sz="2400" b="1" dirty="0">
                <a:solidFill>
                  <a:srgbClr val="FA007D"/>
                </a:solidFill>
              </a:rPr>
              <a:t> </a:t>
            </a:r>
            <a:r>
              <a:rPr lang="en-US" altLang="en-US" sz="2400" b="1" dirty="0" err="1">
                <a:solidFill>
                  <a:srgbClr val="FA007D"/>
                </a:solidFill>
              </a:rPr>
              <a:t>chứng</a:t>
            </a:r>
            <a:r>
              <a:rPr lang="en-US" altLang="en-US" sz="2400" b="1" dirty="0"/>
              <a:t> </a:t>
            </a:r>
            <a:r>
              <a:rPr lang="en-US" altLang="en-US" sz="2400" b="1" dirty="0">
                <a:solidFill>
                  <a:srgbClr val="2B08AA"/>
                </a:solidFill>
              </a:rPr>
              <a:t>(</a:t>
            </a:r>
            <a:r>
              <a:rPr lang="en-US" altLang="en-US" sz="2400" b="1" dirty="0" err="1">
                <a:solidFill>
                  <a:srgbClr val="2B08AA"/>
                </a:solidFill>
              </a:rPr>
              <a:t>K.Marx</a:t>
            </a:r>
            <a:r>
              <a:rPr lang="en-US" altLang="en-US" sz="2400" b="1" dirty="0">
                <a:solidFill>
                  <a:srgbClr val="2B08AA"/>
                </a:solidFill>
              </a:rPr>
              <a:t>, </a:t>
            </a:r>
            <a:r>
              <a:rPr lang="en-US" altLang="en-US" sz="2400" b="1" dirty="0" err="1">
                <a:solidFill>
                  <a:srgbClr val="2B08AA"/>
                </a:solidFill>
              </a:rPr>
              <a:t>F.Engels</a:t>
            </a:r>
            <a:r>
              <a:rPr lang="en-US" altLang="en-US" sz="2400" b="1" dirty="0">
                <a:solidFill>
                  <a:srgbClr val="2B08AA"/>
                </a:solidFill>
              </a:rPr>
              <a:t>, Lenin)</a:t>
            </a:r>
            <a:endParaRPr lang="en-US" altLang="en-US" sz="2400" b="1" dirty="0">
              <a:solidFill>
                <a:srgbClr val="2B08AA"/>
              </a:solidFill>
              <a:sym typeface="Wingdings" panose="05000000000000000000" pitchFamily="2" charset="2"/>
            </a:endParaRPr>
          </a:p>
          <a:p>
            <a:pPr lvl="1" algn="just">
              <a:buFont typeface="Wingdings" panose="05000000000000000000" pitchFamily="2" charset="2"/>
              <a:buNone/>
            </a:pPr>
            <a:r>
              <a:rPr lang="en-US" altLang="en-US" sz="2400" b="1" dirty="0">
                <a:solidFill>
                  <a:srgbClr val="2B08AA"/>
                </a:solidFill>
                <a:sym typeface="Wingdings" panose="05000000000000000000" pitchFamily="2" charset="2"/>
              </a:rPr>
              <a:t>* </a:t>
            </a:r>
            <a:r>
              <a:rPr lang="en-US" altLang="en-US" sz="2400" b="1" dirty="0" err="1">
                <a:solidFill>
                  <a:srgbClr val="2B08AA"/>
                </a:solidFill>
                <a:sym typeface="Wingdings" panose="05000000000000000000" pitchFamily="2" charset="2"/>
              </a:rPr>
              <a:t>Phân</a:t>
            </a:r>
            <a:r>
              <a:rPr lang="en-US" altLang="en-US" sz="2400" b="1" dirty="0">
                <a:solidFill>
                  <a:srgbClr val="2B08AA"/>
                </a:solidFill>
                <a:sym typeface="Wingdings" panose="05000000000000000000" pitchFamily="2" charset="2"/>
              </a:rPr>
              <a:t> </a:t>
            </a:r>
            <a:r>
              <a:rPr lang="en-US" altLang="en-US" sz="2400" b="1" dirty="0" err="1">
                <a:solidFill>
                  <a:srgbClr val="2B08AA"/>
                </a:solidFill>
                <a:sym typeface="Wingdings" panose="05000000000000000000" pitchFamily="2" charset="2"/>
              </a:rPr>
              <a:t>biệt</a:t>
            </a:r>
            <a:r>
              <a:rPr lang="en-US" altLang="en-US" sz="2400" b="1" dirty="0">
                <a:solidFill>
                  <a:srgbClr val="2B08AA"/>
                </a:solidFill>
                <a:sym typeface="Wingdings" panose="05000000000000000000" pitchFamily="2" charset="2"/>
              </a:rPr>
              <a:t> CNDV </a:t>
            </a:r>
            <a:r>
              <a:rPr lang="en-US" altLang="en-US" sz="2400" b="1" dirty="0" err="1">
                <a:solidFill>
                  <a:srgbClr val="2B08AA"/>
                </a:solidFill>
                <a:sym typeface="Wingdings" panose="05000000000000000000" pitchFamily="2" charset="2"/>
              </a:rPr>
              <a:t>khoa</a:t>
            </a:r>
            <a:r>
              <a:rPr lang="en-US" altLang="en-US" sz="2400" b="1" dirty="0">
                <a:solidFill>
                  <a:srgbClr val="2B08AA"/>
                </a:solidFill>
                <a:sym typeface="Wingdings" panose="05000000000000000000" pitchFamily="2" charset="2"/>
              </a:rPr>
              <a:t> </a:t>
            </a:r>
            <a:r>
              <a:rPr lang="en-US" altLang="en-US" sz="2400" b="1" dirty="0" err="1">
                <a:solidFill>
                  <a:srgbClr val="2B08AA"/>
                </a:solidFill>
                <a:sym typeface="Wingdings" panose="05000000000000000000" pitchFamily="2" charset="2"/>
              </a:rPr>
              <a:t>học</a:t>
            </a:r>
            <a:r>
              <a:rPr lang="en-US" altLang="en-US" sz="2400" b="1" dirty="0">
                <a:solidFill>
                  <a:srgbClr val="2B08AA"/>
                </a:solidFill>
                <a:sym typeface="Wingdings" panose="05000000000000000000" pitchFamily="2" charset="2"/>
              </a:rPr>
              <a:t> (</a:t>
            </a:r>
            <a:r>
              <a:rPr lang="en-US" altLang="en-US" sz="2400" b="1" dirty="0" err="1">
                <a:solidFill>
                  <a:srgbClr val="2B08AA"/>
                </a:solidFill>
                <a:sym typeface="Wingdings" panose="05000000000000000000" pitchFamily="2" charset="2"/>
              </a:rPr>
              <a:t>biện</a:t>
            </a:r>
            <a:r>
              <a:rPr lang="en-US" altLang="en-US" sz="2400" b="1" dirty="0">
                <a:solidFill>
                  <a:srgbClr val="2B08AA"/>
                </a:solidFill>
                <a:sym typeface="Wingdings" panose="05000000000000000000" pitchFamily="2" charset="2"/>
              </a:rPr>
              <a:t> </a:t>
            </a:r>
            <a:r>
              <a:rPr lang="en-US" altLang="en-US" sz="2400" b="1" dirty="0" err="1">
                <a:solidFill>
                  <a:srgbClr val="2B08AA"/>
                </a:solidFill>
                <a:sym typeface="Wingdings" panose="05000000000000000000" pitchFamily="2" charset="2"/>
              </a:rPr>
              <a:t>chứng</a:t>
            </a:r>
            <a:r>
              <a:rPr lang="en-US" altLang="en-US" sz="2400" b="1" dirty="0">
                <a:solidFill>
                  <a:srgbClr val="2B08AA"/>
                </a:solidFill>
                <a:sym typeface="Wingdings" panose="05000000000000000000" pitchFamily="2" charset="2"/>
              </a:rPr>
              <a:t>) </a:t>
            </a:r>
            <a:r>
              <a:rPr lang="en-US" altLang="en-US" sz="2400" b="1" dirty="0" err="1">
                <a:solidFill>
                  <a:srgbClr val="2B08AA"/>
                </a:solidFill>
                <a:sym typeface="Wingdings" panose="05000000000000000000" pitchFamily="2" charset="2"/>
              </a:rPr>
              <a:t>và</a:t>
            </a:r>
            <a:r>
              <a:rPr lang="en-US" altLang="en-US" sz="2400" b="1" dirty="0">
                <a:solidFill>
                  <a:srgbClr val="2B08AA"/>
                </a:solidFill>
                <a:sym typeface="Wingdings" panose="05000000000000000000" pitchFamily="2" charset="2"/>
              </a:rPr>
              <a:t> CNDV </a:t>
            </a:r>
            <a:r>
              <a:rPr lang="en-US" altLang="en-US" sz="2400" b="1" dirty="0" err="1">
                <a:solidFill>
                  <a:srgbClr val="2B08AA"/>
                </a:solidFill>
                <a:sym typeface="Wingdings" panose="05000000000000000000" pitchFamily="2" charset="2"/>
              </a:rPr>
              <a:t>tầm</a:t>
            </a:r>
            <a:r>
              <a:rPr lang="en-US" altLang="en-US" sz="2400" b="1" dirty="0">
                <a:solidFill>
                  <a:srgbClr val="2B08AA"/>
                </a:solidFill>
                <a:sym typeface="Wingdings" panose="05000000000000000000" pitchFamily="2" charset="2"/>
              </a:rPr>
              <a:t> </a:t>
            </a:r>
            <a:r>
              <a:rPr lang="en-US" altLang="en-US" sz="2400" b="1" dirty="0" err="1">
                <a:solidFill>
                  <a:srgbClr val="2B08AA"/>
                </a:solidFill>
                <a:sym typeface="Wingdings" panose="05000000000000000000" pitchFamily="2" charset="2"/>
              </a:rPr>
              <a:t>thường</a:t>
            </a:r>
            <a:r>
              <a:rPr lang="en-US" altLang="en-US" sz="2400" b="1" dirty="0">
                <a:solidFill>
                  <a:srgbClr val="2B08AA"/>
                </a:solidFill>
                <a:sym typeface="Wingdings" panose="05000000000000000000" pitchFamily="2" charset="2"/>
              </a:rPr>
              <a:t> </a:t>
            </a:r>
          </a:p>
          <a:p>
            <a:pPr algn="just" eaLnBrk="1" hangingPunct="1">
              <a:buFont typeface="Wingdings" panose="05000000000000000000" pitchFamily="2" charset="2"/>
              <a:buChar char="q"/>
            </a:pPr>
            <a:endParaRPr lang="en-US" altLang="en-US" sz="2400" dirty="0">
              <a:solidFill>
                <a:srgbClr val="2B08AA"/>
              </a:solidFill>
            </a:endParaRPr>
          </a:p>
        </p:txBody>
      </p:sp>
    </p:spTree>
    <p:extLst>
      <p:ext uri="{BB962C8B-B14F-4D97-AF65-F5344CB8AC3E}">
        <p14:creationId xmlns:p14="http://schemas.microsoft.com/office/powerpoint/2010/main" val="35039133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Chuû</a:t>
            </a:r>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nghóa</a:t>
            </a:r>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duy</a:t>
            </a:r>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vaät</a:t>
            </a:r>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vaø</a:t>
            </a:r>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chuû</a:t>
            </a:r>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nghóa</a:t>
            </a:r>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duy</a:t>
            </a:r>
            <a:r>
              <a:rPr lang="en-US" altLang="en-US" sz="2800" dirty="0" smtClean="0">
                <a:solidFill>
                  <a:schemeClr val="bg1"/>
                </a:solidFill>
                <a:latin typeface="VNI-Times" pitchFamily="2" charset="0"/>
              </a:rPr>
              <a:t> </a:t>
            </a:r>
            <a:r>
              <a:rPr lang="en-US" altLang="en-US" sz="2800" dirty="0" err="1" smtClean="0">
                <a:solidFill>
                  <a:schemeClr val="bg1"/>
                </a:solidFill>
                <a:latin typeface="VNI-Times" pitchFamily="2" charset="0"/>
              </a:rPr>
              <a:t>taâm</a:t>
            </a:r>
            <a:r>
              <a:rPr lang="en-US" altLang="en-US" sz="2800" dirty="0" smtClean="0">
                <a:solidFill>
                  <a:schemeClr val="bg1"/>
                </a:solidFill>
                <a:latin typeface="VNI-Times" pitchFamily="2" charset="0"/>
              </a:rPr>
              <a:t> (TT)</a:t>
            </a:r>
            <a:br>
              <a:rPr lang="en-US" altLang="en-US" sz="2800" dirty="0" smtClean="0">
                <a:solidFill>
                  <a:schemeClr val="bg1"/>
                </a:solidFill>
                <a:latin typeface="VNI-Times" pitchFamily="2" charset="0"/>
              </a:rPr>
            </a:br>
            <a:endParaRPr lang="en-US" altLang="en-US" sz="2800" dirty="0" smtClean="0">
              <a:solidFill>
                <a:schemeClr val="bg1"/>
              </a:solidFill>
              <a:latin typeface="VNI-Times" pitchFamily="2" charset="0"/>
            </a:endParaRPr>
          </a:p>
        </p:txBody>
      </p:sp>
      <p:sp>
        <p:nvSpPr>
          <p:cNvPr id="24579" name="Rectangle 3"/>
          <p:cNvSpPr>
            <a:spLocks noGrp="1" noChangeArrowheads="1"/>
          </p:cNvSpPr>
          <p:nvPr>
            <p:ph type="body" idx="1"/>
          </p:nvPr>
        </p:nvSpPr>
        <p:spPr/>
        <p:txBody>
          <a:bodyPr/>
          <a:lstStyle/>
          <a:p>
            <a:pPr algn="just" eaLnBrk="1" hangingPunct="1"/>
            <a:r>
              <a:rPr lang="en-US" altLang="en-US" smtClean="0">
                <a:solidFill>
                  <a:srgbClr val="003399"/>
                </a:solidFill>
              </a:rPr>
              <a:t>Chủ nghĩa duy tâm (idealism) và các biến thái của nó</a:t>
            </a:r>
          </a:p>
          <a:p>
            <a:pPr lvl="1" algn="just" eaLnBrk="1" hangingPunct="1"/>
            <a:r>
              <a:rPr lang="en-US" altLang="en-US" b="1" smtClean="0">
                <a:solidFill>
                  <a:srgbClr val="003399"/>
                </a:solidFill>
                <a:latin typeface="Arial" panose="020B0604020202020204" pitchFamily="34" charset="0"/>
              </a:rPr>
              <a:t>  </a:t>
            </a:r>
            <a:r>
              <a:rPr lang="en-US" altLang="en-US" b="1" smtClean="0">
                <a:solidFill>
                  <a:srgbClr val="000066"/>
                </a:solidFill>
                <a:latin typeface="Arial" panose="020B0604020202020204" pitchFamily="34" charset="0"/>
              </a:rPr>
              <a:t>CNDT chủ quan từ Berkeley đến Fichte</a:t>
            </a:r>
            <a:endParaRPr lang="en-US" altLang="en-US" smtClean="0">
              <a:solidFill>
                <a:srgbClr val="000066"/>
              </a:solidFill>
              <a:latin typeface="Arial" panose="020B0604020202020204" pitchFamily="34" charset="0"/>
            </a:endParaRPr>
          </a:p>
          <a:p>
            <a:pPr lvl="1" algn="just" eaLnBrk="1" hangingPunct="1"/>
            <a:r>
              <a:rPr lang="en-US" altLang="en-US" b="1" smtClean="0">
                <a:solidFill>
                  <a:srgbClr val="003399"/>
                </a:solidFill>
                <a:latin typeface="Arial" panose="020B0604020202020204" pitchFamily="34" charset="0"/>
              </a:rPr>
              <a:t>  </a:t>
            </a:r>
            <a:r>
              <a:rPr lang="en-US" altLang="en-US" b="1" smtClean="0">
                <a:solidFill>
                  <a:srgbClr val="006600"/>
                </a:solidFill>
                <a:latin typeface="Arial" panose="020B0604020202020204" pitchFamily="34" charset="0"/>
              </a:rPr>
              <a:t>CNDT khách quan từ Plato đến Hegel</a:t>
            </a:r>
            <a:endParaRPr lang="en-US" altLang="en-US" smtClean="0">
              <a:solidFill>
                <a:srgbClr val="006600"/>
              </a:solidFill>
              <a:latin typeface="Arial" panose="020B0604020202020204" pitchFamily="34" charset="0"/>
            </a:endParaRPr>
          </a:p>
          <a:p>
            <a:pPr algn="just" eaLnBrk="1" hangingPunct="1"/>
            <a:r>
              <a:rPr lang="en-US" altLang="en-US" smtClean="0">
                <a:solidFill>
                  <a:srgbClr val="003399"/>
                </a:solidFill>
              </a:rPr>
              <a:t> </a:t>
            </a:r>
            <a:r>
              <a:rPr lang="en-US" altLang="en-US" sz="2400" smtClean="0">
                <a:solidFill>
                  <a:srgbClr val="003399"/>
                </a:solidFill>
              </a:rPr>
              <a:t>Những biến thái</a:t>
            </a:r>
            <a:r>
              <a:rPr lang="en-US" altLang="en-US" smtClean="0">
                <a:solidFill>
                  <a:srgbClr val="003399"/>
                </a:solidFill>
              </a:rPr>
              <a:t> </a:t>
            </a:r>
            <a:r>
              <a:rPr lang="en-US" altLang="en-US" sz="2400" smtClean="0">
                <a:solidFill>
                  <a:srgbClr val="003399"/>
                </a:solidFill>
              </a:rPr>
              <a:t>khác: ý chí luận (voluntarism),</a:t>
            </a:r>
            <a:r>
              <a:rPr lang="en-US" altLang="en-US" smtClean="0">
                <a:solidFill>
                  <a:srgbClr val="003399"/>
                </a:solidFill>
              </a:rPr>
              <a:t> </a:t>
            </a:r>
            <a:r>
              <a:rPr lang="en-US" altLang="en-US" sz="2400" smtClean="0">
                <a:solidFill>
                  <a:srgbClr val="003399"/>
                </a:solidFill>
              </a:rPr>
              <a:t>chủ nghĩa hiện sinh, triết học sự sống… </a:t>
            </a:r>
            <a:endParaRPr lang="en-US" altLang="en-US" sz="2400" b="0" smtClean="0">
              <a:solidFill>
                <a:srgbClr val="003399"/>
              </a:solidFill>
            </a:endParaRPr>
          </a:p>
          <a:p>
            <a:pPr algn="just" eaLnBrk="1" hangingPunct="1"/>
            <a:r>
              <a:rPr lang="en-US" altLang="en-US" b="0" smtClean="0">
                <a:solidFill>
                  <a:srgbClr val="003399"/>
                </a:solidFill>
              </a:rPr>
              <a:t>   </a:t>
            </a:r>
            <a:r>
              <a:rPr lang="en-US" altLang="en-US" smtClean="0">
                <a:solidFill>
                  <a:srgbClr val="003399"/>
                </a:solidFill>
                <a:latin typeface="Arial" panose="020B0604020202020204" pitchFamily="34" charset="0"/>
              </a:rPr>
              <a:t>Chủ nghĩa nhất nguyên (monism), chủ nghĩa nhị nguyên (dualism) và chủ nghĩa đa nguyên (pluralism)</a:t>
            </a:r>
            <a:endParaRPr lang="en-US" altLang="en-US" smtClean="0">
              <a:solidFill>
                <a:srgbClr val="003399"/>
              </a:solidFill>
              <a:latin typeface="VNI-Times" pitchFamily="2" charset="0"/>
            </a:endParaRPr>
          </a:p>
        </p:txBody>
      </p:sp>
    </p:spTree>
    <p:extLst>
      <p:ext uri="{BB962C8B-B14F-4D97-AF65-F5344CB8AC3E}">
        <p14:creationId xmlns:p14="http://schemas.microsoft.com/office/powerpoint/2010/main" val="1426880507"/>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lstStyle/>
          <a:p>
            <a:pPr eaLnBrk="1" hangingPunct="1"/>
            <a:r>
              <a:rPr lang="en-US" altLang="en-US" sz="2800" dirty="0" err="1" smtClean="0">
                <a:solidFill>
                  <a:schemeClr val="bg1"/>
                </a:solidFill>
                <a:latin typeface="Arial" panose="020B0604020202020204" pitchFamily="34" charset="0"/>
                <a:cs typeface="Arial" panose="020B0604020202020204" pitchFamily="34" charset="0"/>
              </a:rPr>
              <a:t>Vấn</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đê</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kha</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năng</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va</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giới</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hạn</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nhận</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thức</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mặt</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thứ</a:t>
            </a:r>
            <a:r>
              <a:rPr lang="en-US" altLang="en-US" sz="2800" dirty="0" smtClean="0">
                <a:solidFill>
                  <a:schemeClr val="bg1"/>
                </a:solidFill>
                <a:latin typeface="Arial" panose="020B0604020202020204" pitchFamily="34" charset="0"/>
                <a:cs typeface="Arial" panose="020B0604020202020204" pitchFamily="34" charset="0"/>
              </a:rPr>
              <a:t> 2)</a:t>
            </a:r>
          </a:p>
        </p:txBody>
      </p:sp>
      <p:sp>
        <p:nvSpPr>
          <p:cNvPr id="25603" name="Rectangle 4"/>
          <p:cNvSpPr>
            <a:spLocks noChangeArrowheads="1"/>
          </p:cNvSpPr>
          <p:nvPr/>
        </p:nvSpPr>
        <p:spPr bwMode="auto">
          <a:xfrm>
            <a:off x="685800" y="914400"/>
            <a:ext cx="8229600" cy="564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algn="just">
              <a:buFont typeface="Wingdings" panose="05000000000000000000" pitchFamily="2" charset="2"/>
              <a:buChar char="q"/>
            </a:pPr>
            <a:r>
              <a:rPr lang="en-US" altLang="en-US" sz="2600" b="1">
                <a:solidFill>
                  <a:srgbClr val="008000"/>
                </a:solidFill>
              </a:rPr>
              <a:t>Khả tri (gnosticism): phần lớn các triết gia, duy vật lẫn duy tâm)</a:t>
            </a:r>
          </a:p>
          <a:p>
            <a:pPr algn="just">
              <a:buFont typeface="Wingdings" panose="05000000000000000000" pitchFamily="2" charset="2"/>
              <a:buNone/>
            </a:pPr>
            <a:endParaRPr lang="en-US" altLang="en-US" sz="2600" b="1">
              <a:solidFill>
                <a:srgbClr val="008000"/>
              </a:solidFill>
            </a:endParaRPr>
          </a:p>
          <a:p>
            <a:pPr algn="just">
              <a:buFont typeface="Wingdings" panose="05000000000000000000" pitchFamily="2" charset="2"/>
              <a:buChar char="q"/>
            </a:pPr>
            <a:r>
              <a:rPr lang="en-US" altLang="en-US" sz="2600" b="1">
                <a:solidFill>
                  <a:srgbClr val="FF0000"/>
                </a:solidFill>
              </a:rPr>
              <a:t>Đối với các nhà tư tưởng nhận thức con người vừa hữu hạn, vừa vô hạn; cái hôm nay chúng ta không nhận thức được, ngày mai sẽ được nhận thức. Đôi khi cái không thể biết (trong điều kiện cụ thể) lại kích thích khát vọng khám phá của con người, không chấp nhận một chiều những cái sẵn có</a:t>
            </a:r>
          </a:p>
          <a:p>
            <a:pPr algn="just">
              <a:buFont typeface="Wingdings" panose="05000000000000000000" pitchFamily="2" charset="2"/>
              <a:buNone/>
            </a:pPr>
            <a:endParaRPr lang="en-US" altLang="en-US" sz="2600" b="1">
              <a:solidFill>
                <a:srgbClr val="FF0000"/>
              </a:solidFill>
            </a:endParaRPr>
          </a:p>
          <a:p>
            <a:pPr algn="just">
              <a:buFont typeface="Wingdings" panose="05000000000000000000" pitchFamily="2" charset="2"/>
              <a:buChar char="q"/>
            </a:pPr>
            <a:r>
              <a:rPr lang="en-US" altLang="en-US" sz="2600" b="1">
                <a:solidFill>
                  <a:srgbClr val="008000"/>
                </a:solidFill>
              </a:rPr>
              <a:t>Nhận thức – đó là quá trình biến “vật tự nó” thành “vật cho ta” </a:t>
            </a:r>
          </a:p>
          <a:p>
            <a:pPr algn="just"/>
            <a:endParaRPr lang="en-US" altLang="en-US" sz="2600">
              <a:solidFill>
                <a:srgbClr val="008000"/>
              </a:solidFill>
            </a:endParaRPr>
          </a:p>
        </p:txBody>
      </p:sp>
    </p:spTree>
    <p:extLst>
      <p:ext uri="{BB962C8B-B14F-4D97-AF65-F5344CB8AC3E}">
        <p14:creationId xmlns:p14="http://schemas.microsoft.com/office/powerpoint/2010/main" val="4279440557"/>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r>
              <a:rPr lang="en-US" altLang="en-US" sz="2400" smtClean="0">
                <a:solidFill>
                  <a:schemeClr val="bg1"/>
                </a:solidFill>
              </a:rPr>
              <a:t>Bất khả tri và hoài nghi</a:t>
            </a:r>
          </a:p>
        </p:txBody>
      </p:sp>
      <p:sp>
        <p:nvSpPr>
          <p:cNvPr id="26627" name="Rectangle 3"/>
          <p:cNvSpPr>
            <a:spLocks noGrp="1" noChangeArrowheads="1"/>
          </p:cNvSpPr>
          <p:nvPr>
            <p:ph type="body" idx="1"/>
          </p:nvPr>
        </p:nvSpPr>
        <p:spPr/>
        <p:txBody>
          <a:bodyPr/>
          <a:lstStyle/>
          <a:p>
            <a:pPr algn="just" eaLnBrk="1" hangingPunct="1"/>
            <a:r>
              <a:rPr lang="en-US" altLang="en-US" smtClean="0">
                <a:solidFill>
                  <a:srgbClr val="FF0000"/>
                </a:solidFill>
                <a:latin typeface="Arial" panose="020B0604020202020204" pitchFamily="34" charset="0"/>
                <a:cs typeface="Arial" panose="020B0604020202020204" pitchFamily="34" charset="0"/>
              </a:rPr>
              <a:t>Bất khả tri (agnosticism): Gorgias, Kant …; hoài nghi (Scepticism): Pyrrhon, Hume…</a:t>
            </a:r>
          </a:p>
          <a:p>
            <a:pPr algn="just" eaLnBrk="1" hangingPunct="1"/>
            <a:r>
              <a:rPr lang="en-US" altLang="en-US" smtClean="0">
                <a:solidFill>
                  <a:srgbClr val="333399"/>
                </a:solidFill>
                <a:latin typeface="Arial" panose="020B0604020202020204" pitchFamily="34" charset="0"/>
                <a:cs typeface="Arial" panose="020B0604020202020204" pitchFamily="34" charset="0"/>
              </a:rPr>
              <a:t>Thuyết bất khả tri hay hoài nghi ra đời trong những điều kiện xã hội nhất định; chúng đóng vai trò phản biện đối với quá trình nhận thức và hoạt động thực tiễn của con người. </a:t>
            </a:r>
          </a:p>
          <a:p>
            <a:pPr algn="just" eaLnBrk="1" hangingPunct="1"/>
            <a:r>
              <a:rPr lang="en-US" altLang="en-US" smtClean="0">
                <a:solidFill>
                  <a:srgbClr val="FF0000"/>
                </a:solidFill>
                <a:latin typeface="Arial" panose="020B0604020202020204" pitchFamily="34" charset="0"/>
                <a:cs typeface="Arial" panose="020B0604020202020204" pitchFamily="34" charset="0"/>
              </a:rPr>
              <a:t>Phân biệt hoài nghi như nguyên tắc thế giới quan và hoài nghi khoa học, hoài nghi cái lỗi thời, xác lập con đường mới của sự nhận thức chân lý. </a:t>
            </a:r>
          </a:p>
        </p:txBody>
      </p:sp>
    </p:spTree>
    <p:extLst>
      <p:ext uri="{BB962C8B-B14F-4D97-AF65-F5344CB8AC3E}">
        <p14:creationId xmlns:p14="http://schemas.microsoft.com/office/powerpoint/2010/main" val="1474665326"/>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 name="Footer Placeholder 3"/>
          <p:cNvSpPr>
            <a:spLocks noGrp="1"/>
          </p:cNvSpPr>
          <p:nvPr>
            <p:ph type="ftr" sz="quarter" idx="10"/>
          </p:nvPr>
        </p:nvSpPr>
        <p:spPr/>
        <p:txBody>
          <a:bodyPr/>
          <a:lstStyle/>
          <a:p>
            <a:pPr>
              <a:defRPr/>
            </a:pPr>
            <a:r>
              <a:rPr lang="en-US"/>
              <a:t>Company Logo</a:t>
            </a:r>
          </a:p>
        </p:txBody>
      </p:sp>
      <p:sp>
        <p:nvSpPr>
          <p:cNvPr id="15385" name="Rectangle 25"/>
          <p:cNvSpPr>
            <a:spLocks noGrp="1" noChangeArrowheads="1"/>
          </p:cNvSpPr>
          <p:nvPr>
            <p:ph type="title" idx="4294967295"/>
          </p:nvPr>
        </p:nvSpPr>
        <p:spPr>
          <a:xfrm>
            <a:off x="609600" y="1981200"/>
            <a:ext cx="8305800" cy="2667000"/>
          </a:xfrm>
        </p:spPr>
        <p:txBody>
          <a:bodyPr/>
          <a:lstStyle/>
          <a:p>
            <a:pPr eaLnBrk="1" hangingPunct="1"/>
            <a:r>
              <a:rPr lang="en-US" altLang="en-US" dirty="0" smtClean="0">
                <a:solidFill>
                  <a:srgbClr val="0033CC"/>
                </a:solidFill>
              </a:rPr>
              <a:t>3. </a:t>
            </a:r>
            <a:r>
              <a:rPr lang="en-US" altLang="en-US" dirty="0" err="1" smtClean="0">
                <a:solidFill>
                  <a:srgbClr val="0033CC"/>
                </a:solidFill>
              </a:rPr>
              <a:t>Biện</a:t>
            </a:r>
            <a:r>
              <a:rPr lang="en-US" altLang="en-US" dirty="0" smtClean="0">
                <a:solidFill>
                  <a:srgbClr val="0033CC"/>
                </a:solidFill>
              </a:rPr>
              <a:t> </a:t>
            </a:r>
            <a:r>
              <a:rPr lang="en-US" altLang="en-US" dirty="0" err="1" smtClean="0">
                <a:solidFill>
                  <a:srgbClr val="0033CC"/>
                </a:solidFill>
              </a:rPr>
              <a:t>chứng</a:t>
            </a:r>
            <a:r>
              <a:rPr lang="en-US" altLang="en-US" dirty="0" smtClean="0">
                <a:solidFill>
                  <a:srgbClr val="0033CC"/>
                </a:solidFill>
              </a:rPr>
              <a:t> </a:t>
            </a:r>
            <a:r>
              <a:rPr lang="en-US" altLang="en-US" dirty="0" err="1" smtClean="0">
                <a:solidFill>
                  <a:srgbClr val="0033CC"/>
                </a:solidFill>
              </a:rPr>
              <a:t>và</a:t>
            </a:r>
            <a:r>
              <a:rPr lang="en-US" altLang="en-US" dirty="0" smtClean="0">
                <a:solidFill>
                  <a:srgbClr val="0033CC"/>
                </a:solidFill>
              </a:rPr>
              <a:t> </a:t>
            </a:r>
            <a:r>
              <a:rPr lang="en-US" altLang="en-US" dirty="0" err="1" smtClean="0">
                <a:solidFill>
                  <a:srgbClr val="0033CC"/>
                </a:solidFill>
              </a:rPr>
              <a:t>siêu</a:t>
            </a:r>
            <a:r>
              <a:rPr lang="en-US" altLang="en-US" dirty="0" smtClean="0">
                <a:solidFill>
                  <a:srgbClr val="0033CC"/>
                </a:solidFill>
              </a:rPr>
              <a:t> </a:t>
            </a:r>
            <a:r>
              <a:rPr lang="en-US" altLang="en-US" dirty="0" err="1" smtClean="0">
                <a:solidFill>
                  <a:srgbClr val="0033CC"/>
                </a:solidFill>
              </a:rPr>
              <a:t>hình</a:t>
            </a:r>
            <a:endParaRPr lang="en-US" altLang="en-US" dirty="0" smtClean="0">
              <a:solidFill>
                <a:srgbClr val="0033CC"/>
              </a:solidFill>
            </a:endParaRPr>
          </a:p>
        </p:txBody>
      </p:sp>
    </p:spTree>
    <p:extLst>
      <p:ext uri="{BB962C8B-B14F-4D97-AF65-F5344CB8AC3E}">
        <p14:creationId xmlns:p14="http://schemas.microsoft.com/office/powerpoint/2010/main" val="17060712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5385"/>
                                        </p:tgtEl>
                                        <p:attrNameLst>
                                          <p:attrName>style.visibility</p:attrName>
                                        </p:attrNameLst>
                                      </p:cBhvr>
                                      <p:to>
                                        <p:strVal val="visible"/>
                                      </p:to>
                                    </p:set>
                                    <p:anim calcmode="lin" valueType="num">
                                      <p:cBhvr>
                                        <p:cTn id="7" dur="500" fill="hold"/>
                                        <p:tgtEl>
                                          <p:spTgt spid="15385"/>
                                        </p:tgtEl>
                                        <p:attrNameLst>
                                          <p:attrName>ppt_w</p:attrName>
                                        </p:attrNameLst>
                                      </p:cBhvr>
                                      <p:tavLst>
                                        <p:tav tm="0">
                                          <p:val>
                                            <p:fltVal val="0"/>
                                          </p:val>
                                        </p:tav>
                                        <p:tav tm="100000">
                                          <p:val>
                                            <p:strVal val="#ppt_w"/>
                                          </p:val>
                                        </p:tav>
                                      </p:tavLst>
                                    </p:anim>
                                    <p:anim calcmode="lin" valueType="num">
                                      <p:cBhvr>
                                        <p:cTn id="8" dur="500" fill="hold"/>
                                        <p:tgtEl>
                                          <p:spTgt spid="15385"/>
                                        </p:tgtEl>
                                        <p:attrNameLst>
                                          <p:attrName>ppt_h</p:attrName>
                                        </p:attrNameLst>
                                      </p:cBhvr>
                                      <p:tavLst>
                                        <p:tav tm="0">
                                          <p:val>
                                            <p:fltVal val="0"/>
                                          </p:val>
                                        </p:tav>
                                        <p:tav tm="100000">
                                          <p:val>
                                            <p:strVal val="#ppt_h"/>
                                          </p:val>
                                        </p:tav>
                                      </p:tavLst>
                                    </p:anim>
                                    <p:animEffect transition="in" filter="fade">
                                      <p:cBhvr>
                                        <p:cTn id="9" dur="500"/>
                                        <p:tgtEl>
                                          <p:spTgt spid="15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8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609600" y="152400"/>
            <a:ext cx="8305800" cy="685800"/>
          </a:xfrm>
        </p:spPr>
        <p:txBody>
          <a:bodyPr/>
          <a:lstStyle/>
          <a:p>
            <a:pPr eaLnBrk="1" hangingPunct="1"/>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Triết</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học</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như</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phương</a:t>
            </a:r>
            <a:r>
              <a:rPr lang="en-US" altLang="en-US" sz="2800" dirty="0" smtClean="0">
                <a:solidFill>
                  <a:schemeClr val="bg1"/>
                </a:solidFill>
                <a:latin typeface="Arial" panose="020B0604020202020204" pitchFamily="34" charset="0"/>
                <a:cs typeface="Arial" panose="020B0604020202020204" pitchFamily="34" charset="0"/>
              </a:rPr>
              <a:t> </a:t>
            </a:r>
            <a:r>
              <a:rPr lang="en-US" altLang="en-US" sz="2800" dirty="0" err="1" smtClean="0">
                <a:solidFill>
                  <a:schemeClr val="bg1"/>
                </a:solidFill>
                <a:latin typeface="Arial" panose="020B0604020202020204" pitchFamily="34" charset="0"/>
                <a:cs typeface="Arial" panose="020B0604020202020204" pitchFamily="34" charset="0"/>
              </a:rPr>
              <a:t>pháp</a:t>
            </a:r>
            <a:endParaRPr lang="en-US" altLang="en-US" sz="2800" dirty="0" smtClean="0">
              <a:solidFill>
                <a:schemeClr val="bg1"/>
              </a:solidFill>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0"/>
          </p:nvPr>
        </p:nvSpPr>
        <p:spPr/>
        <p:txBody>
          <a:bodyPr/>
          <a:lstStyle/>
          <a:p>
            <a:pPr>
              <a:defRPr/>
            </a:pPr>
            <a:r>
              <a:rPr lang="en-US" smtClean="0"/>
              <a:t>Company Logo</a:t>
            </a:r>
            <a:endParaRPr lang="en-US"/>
          </a:p>
        </p:txBody>
      </p:sp>
      <p:sp>
        <p:nvSpPr>
          <p:cNvPr id="28676" name="Rectangle 4"/>
          <p:cNvSpPr>
            <a:spLocks noChangeArrowheads="1"/>
          </p:cNvSpPr>
          <p:nvPr/>
        </p:nvSpPr>
        <p:spPr bwMode="auto">
          <a:xfrm>
            <a:off x="990600" y="1295400"/>
            <a:ext cx="7391400"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q"/>
            </a:pPr>
            <a:r>
              <a:rPr lang="en-US" altLang="en-US" sz="2800" b="1">
                <a:solidFill>
                  <a:srgbClr val="FF0000"/>
                </a:solidFill>
              </a:rPr>
              <a:t>Phương pháp TH: hệ thống các nguyên tắc chung nhất của việc nhận thức hiện thực, cách thức xác lập và luận giải chính nội dung tri thức triết học</a:t>
            </a:r>
            <a:endParaRPr lang="en-US" altLang="en-US" sz="1000" b="1">
              <a:solidFill>
                <a:srgbClr val="FF0000"/>
              </a:solidFill>
            </a:endParaRPr>
          </a:p>
          <a:p>
            <a:pPr algn="just" eaLnBrk="1" hangingPunct="1">
              <a:buFont typeface="Wingdings" panose="05000000000000000000" pitchFamily="2" charset="2"/>
              <a:buChar char="q"/>
            </a:pPr>
            <a:r>
              <a:rPr lang="en-US" altLang="en-US" sz="2800" b="1">
                <a:solidFill>
                  <a:srgbClr val="333399"/>
                </a:solidFill>
                <a:sym typeface="Wingdings" panose="05000000000000000000" pitchFamily="2" charset="2"/>
              </a:rPr>
              <a:t>Đem đến các nguyên tắc nghiên cứu chung </a:t>
            </a:r>
          </a:p>
          <a:p>
            <a:pPr algn="just"/>
            <a:endParaRPr lang="en-US" altLang="en-US" sz="1800" b="1">
              <a:solidFill>
                <a:srgbClr val="333399"/>
              </a:solidFill>
              <a:latin typeface="VNI-Times" pitchFamily="2" charset="0"/>
              <a:cs typeface="Times New Roman" panose="02020603050405020304" pitchFamily="18" charset="0"/>
              <a:sym typeface="Wingdings" panose="05000000000000000000" pitchFamily="2" charset="2"/>
            </a:endParaRPr>
          </a:p>
        </p:txBody>
      </p:sp>
      <p:sp>
        <p:nvSpPr>
          <p:cNvPr id="28677" name="Rectangle 5"/>
          <p:cNvSpPr>
            <a:spLocks noChangeArrowheads="1"/>
          </p:cNvSpPr>
          <p:nvPr/>
        </p:nvSpPr>
        <p:spPr bwMode="auto">
          <a:xfrm>
            <a:off x="1143000" y="4495800"/>
            <a:ext cx="7239000"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q"/>
            </a:pPr>
            <a:r>
              <a:rPr lang="en-US" altLang="en-US" sz="2800" b="1">
                <a:solidFill>
                  <a:srgbClr val="FF0000"/>
                </a:solidFill>
                <a:sym typeface="Wingdings" panose="05000000000000000000" pitchFamily="2" charset="2"/>
              </a:rPr>
              <a:t>Tìm hiểu phương pháp triết học không thể bỏ qua các nguyên tắc của tính </a:t>
            </a:r>
            <a:r>
              <a:rPr lang="en-US" altLang="en-US" sz="2800" b="1" u="sng">
                <a:solidFill>
                  <a:srgbClr val="FF0000"/>
                </a:solidFill>
                <a:sym typeface="Wingdings" panose="05000000000000000000" pitchFamily="2" charset="2"/>
              </a:rPr>
              <a:t>định hướng</a:t>
            </a:r>
            <a:r>
              <a:rPr lang="en-US" altLang="en-US" sz="2800" b="1">
                <a:solidFill>
                  <a:srgbClr val="FF0000"/>
                </a:solidFill>
                <a:sym typeface="Wingdings" panose="05000000000000000000" pitchFamily="2" charset="2"/>
              </a:rPr>
              <a:t> trong lý luận nhận thức</a:t>
            </a:r>
          </a:p>
        </p:txBody>
      </p:sp>
      <p:sp>
        <p:nvSpPr>
          <p:cNvPr id="28678" name="AutoShape 7"/>
          <p:cNvSpPr>
            <a:spLocks noChangeArrowheads="1"/>
          </p:cNvSpPr>
          <p:nvPr/>
        </p:nvSpPr>
        <p:spPr bwMode="auto">
          <a:xfrm>
            <a:off x="4419600" y="3810000"/>
            <a:ext cx="485775" cy="533400"/>
          </a:xfrm>
          <a:prstGeom prst="downArrow">
            <a:avLst>
              <a:gd name="adj1" fmla="val 50000"/>
              <a:gd name="adj2" fmla="val 27451"/>
            </a:avLst>
          </a:prstGeom>
          <a:solidFill>
            <a:srgbClr val="FF0000"/>
          </a:solidFill>
          <a:ln w="9525">
            <a:solidFill>
              <a:schemeClr val="tx1"/>
            </a:solidFill>
            <a:miter lim="800000"/>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3104393760"/>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609600" y="304800"/>
            <a:ext cx="8305800" cy="457200"/>
          </a:xfrm>
        </p:spPr>
        <p:txBody>
          <a:bodyPr/>
          <a:lstStyle/>
          <a:p>
            <a:pPr eaLnBrk="1" hangingPunct="1"/>
            <a:r>
              <a:rPr lang="en-US" altLang="en-US" sz="2400" dirty="0" err="1" smtClean="0">
                <a:solidFill>
                  <a:schemeClr val="bg1"/>
                </a:solidFill>
                <a:latin typeface="Arial" panose="020B0604020202020204" pitchFamily="34" charset="0"/>
                <a:cs typeface="Times New Roman" panose="02020603050405020304" pitchFamily="18" charset="0"/>
              </a:rPr>
              <a:t>Biện</a:t>
            </a:r>
            <a:r>
              <a:rPr lang="en-US" altLang="en-US" sz="2400" dirty="0" smtClean="0">
                <a:solidFill>
                  <a:schemeClr val="bg1"/>
                </a:solidFill>
                <a:latin typeface="Arial" panose="020B0604020202020204" pitchFamily="34" charset="0"/>
                <a:cs typeface="Times New Roman" panose="02020603050405020304" pitchFamily="18" charset="0"/>
              </a:rPr>
              <a:t> </a:t>
            </a:r>
            <a:r>
              <a:rPr lang="en-US" altLang="en-US" sz="2400" dirty="0" err="1" smtClean="0">
                <a:solidFill>
                  <a:schemeClr val="bg1"/>
                </a:solidFill>
                <a:latin typeface="Arial" panose="020B0604020202020204" pitchFamily="34" charset="0"/>
                <a:cs typeface="Times New Roman" panose="02020603050405020304" pitchFamily="18" charset="0"/>
              </a:rPr>
              <a:t>chứng</a:t>
            </a:r>
            <a:r>
              <a:rPr lang="en-US" altLang="en-US" sz="2400" dirty="0" smtClean="0">
                <a:solidFill>
                  <a:schemeClr val="bg1"/>
                </a:solidFill>
                <a:latin typeface="Arial" panose="020B0604020202020204" pitchFamily="34" charset="0"/>
                <a:cs typeface="Times New Roman" panose="02020603050405020304" pitchFamily="18" charset="0"/>
              </a:rPr>
              <a:t> (dialectic) </a:t>
            </a:r>
            <a:r>
              <a:rPr lang="en-US" altLang="en-US" sz="2400" dirty="0" err="1" smtClean="0">
                <a:solidFill>
                  <a:schemeClr val="bg1"/>
                </a:solidFill>
                <a:latin typeface="Arial" panose="020B0604020202020204" pitchFamily="34" charset="0"/>
                <a:cs typeface="Times New Roman" panose="02020603050405020304" pitchFamily="18" charset="0"/>
              </a:rPr>
              <a:t>và</a:t>
            </a:r>
            <a:r>
              <a:rPr lang="en-US" altLang="en-US" sz="2400" dirty="0" smtClean="0">
                <a:solidFill>
                  <a:schemeClr val="bg1"/>
                </a:solidFill>
                <a:latin typeface="Arial" panose="020B0604020202020204" pitchFamily="34" charset="0"/>
                <a:cs typeface="Times New Roman" panose="02020603050405020304" pitchFamily="18" charset="0"/>
              </a:rPr>
              <a:t> </a:t>
            </a:r>
            <a:r>
              <a:rPr lang="en-US" altLang="en-US" sz="2400" dirty="0" err="1" smtClean="0">
                <a:solidFill>
                  <a:schemeClr val="bg1"/>
                </a:solidFill>
                <a:latin typeface="Arial" panose="020B0604020202020204" pitchFamily="34" charset="0"/>
                <a:cs typeface="Times New Roman" panose="02020603050405020304" pitchFamily="18" charset="0"/>
              </a:rPr>
              <a:t>siêu</a:t>
            </a:r>
            <a:r>
              <a:rPr lang="en-US" altLang="en-US" sz="2400" dirty="0" smtClean="0">
                <a:solidFill>
                  <a:schemeClr val="bg1"/>
                </a:solidFill>
                <a:latin typeface="Arial" panose="020B0604020202020204" pitchFamily="34" charset="0"/>
                <a:cs typeface="Times New Roman" panose="02020603050405020304" pitchFamily="18" charset="0"/>
              </a:rPr>
              <a:t> </a:t>
            </a:r>
            <a:r>
              <a:rPr lang="en-US" altLang="en-US" sz="2400" dirty="0" err="1" smtClean="0">
                <a:solidFill>
                  <a:schemeClr val="bg1"/>
                </a:solidFill>
                <a:latin typeface="Arial" panose="020B0604020202020204" pitchFamily="34" charset="0"/>
                <a:cs typeface="Times New Roman" panose="02020603050405020304" pitchFamily="18" charset="0"/>
              </a:rPr>
              <a:t>hình</a:t>
            </a:r>
            <a:r>
              <a:rPr lang="en-US" altLang="en-US" sz="2400" dirty="0" smtClean="0">
                <a:solidFill>
                  <a:schemeClr val="bg1"/>
                </a:solidFill>
                <a:latin typeface="Arial" panose="020B0604020202020204" pitchFamily="34" charset="0"/>
                <a:cs typeface="Times New Roman" panose="02020603050405020304" pitchFamily="18" charset="0"/>
              </a:rPr>
              <a:t> (metaphysics)</a:t>
            </a:r>
            <a:endParaRPr lang="en-US" altLang="en-US" sz="2400" dirty="0" smtClean="0">
              <a:solidFill>
                <a:schemeClr val="bg1"/>
              </a:solidFill>
              <a:latin typeface="Arial" panose="020B0604020202020204" pitchFamily="34" charset="0"/>
            </a:endParaRPr>
          </a:p>
        </p:txBody>
      </p:sp>
      <p:sp>
        <p:nvSpPr>
          <p:cNvPr id="4" name="Footer Placeholder 3"/>
          <p:cNvSpPr>
            <a:spLocks noGrp="1"/>
          </p:cNvSpPr>
          <p:nvPr>
            <p:ph type="ftr" sz="quarter" idx="10"/>
          </p:nvPr>
        </p:nvSpPr>
        <p:spPr/>
        <p:txBody>
          <a:bodyPr/>
          <a:lstStyle/>
          <a:p>
            <a:pPr>
              <a:defRPr/>
            </a:pPr>
            <a:r>
              <a:rPr lang="en-US" smtClean="0"/>
              <a:t>Company Logo</a:t>
            </a:r>
            <a:endParaRPr lang="en-US"/>
          </a:p>
        </p:txBody>
      </p:sp>
      <p:sp>
        <p:nvSpPr>
          <p:cNvPr id="29700" name="Rectangle 4"/>
          <p:cNvSpPr>
            <a:spLocks noChangeArrowheads="1"/>
          </p:cNvSpPr>
          <p:nvPr/>
        </p:nvSpPr>
        <p:spPr bwMode="auto">
          <a:xfrm>
            <a:off x="2514600" y="1219200"/>
            <a:ext cx="4572000" cy="477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algn="l" eaLnBrk="1" hangingPunct="1"/>
            <a:endParaRPr lang="en-US" altLang="en-US" sz="2000" b="1">
              <a:latin typeface="VNI-Times" pitchFamily="2" charset="0"/>
            </a:endParaRPr>
          </a:p>
          <a:p>
            <a:pPr algn="just" eaLnBrk="1" hangingPunct="1">
              <a:buFont typeface="Wingdings" panose="05000000000000000000" pitchFamily="2" charset="2"/>
              <a:buChar char="q"/>
            </a:pPr>
            <a:r>
              <a:rPr lang="en-US" altLang="en-US" sz="2400" b="1">
                <a:solidFill>
                  <a:srgbClr val="FF0000"/>
                </a:solidFill>
              </a:rPr>
              <a:t>Lịch sử thuật ngữ “biện chứng”: Từ “nghệ thuật đối thoại” (dialektikè = sự kết hợp và giản lược của dialog và technè) đến học thuyết về mối liên hệ phổ biến và sự phát triển</a:t>
            </a:r>
          </a:p>
          <a:p>
            <a:pPr algn="just" eaLnBrk="1" hangingPunct="1">
              <a:buFont typeface="Wingdings" panose="05000000000000000000" pitchFamily="2" charset="2"/>
              <a:buChar char="q"/>
            </a:pPr>
            <a:r>
              <a:rPr lang="en-US" altLang="en-US" sz="2400" b="1">
                <a:solidFill>
                  <a:srgbClr val="FF0000"/>
                </a:solidFill>
                <a:latin typeface="VNI-Times" pitchFamily="2" charset="0"/>
              </a:rPr>
              <a:t> </a:t>
            </a:r>
            <a:r>
              <a:rPr lang="en-US" altLang="en-US" sz="2400" b="1">
                <a:solidFill>
                  <a:srgbClr val="FF0000"/>
                </a:solidFill>
              </a:rPr>
              <a:t>Lịch sử thuật ngữ “siêu hình” (Metaphysics),</a:t>
            </a:r>
            <a:r>
              <a:rPr lang="en-US" altLang="en-US" sz="2400" b="1"/>
              <a:t>  </a:t>
            </a:r>
            <a:r>
              <a:rPr lang="en-US" altLang="en-US" sz="2400" b="1">
                <a:solidFill>
                  <a:srgbClr val="FF0000"/>
                </a:solidFill>
              </a:rPr>
              <a:t>Từ siêu hình học đến cách lý giải siêu hình từ góc độ phương pháp TH, đối lập với biện chứng</a:t>
            </a:r>
            <a:endParaRPr lang="en-US" altLang="en-US" sz="2400" b="1">
              <a:solidFill>
                <a:srgbClr val="FF0000"/>
              </a:solidFill>
              <a:sym typeface="Wingdings" panose="05000000000000000000" pitchFamily="2" charset="2"/>
            </a:endParaRPr>
          </a:p>
        </p:txBody>
      </p:sp>
      <p:sp>
        <p:nvSpPr>
          <p:cNvPr id="29701" name="AutoShape 7" descr="9k="/>
          <p:cNvSpPr>
            <a:spLocks noChangeAspect="1" noChangeArrowheads="1"/>
          </p:cNvSpPr>
          <p:nvPr/>
        </p:nvSpPr>
        <p:spPr bwMode="auto">
          <a:xfrm>
            <a:off x="4067175" y="2971800"/>
            <a:ext cx="1009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02" name="AutoShape 9" descr="9k="/>
          <p:cNvSpPr>
            <a:spLocks noChangeAspect="1" noChangeArrowheads="1"/>
          </p:cNvSpPr>
          <p:nvPr/>
        </p:nvSpPr>
        <p:spPr bwMode="auto">
          <a:xfrm>
            <a:off x="4067175" y="2971800"/>
            <a:ext cx="10096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29703" name="AutoShape 14"/>
          <p:cNvSpPr>
            <a:spLocks noChangeArrowheads="1"/>
          </p:cNvSpPr>
          <p:nvPr/>
        </p:nvSpPr>
        <p:spPr bwMode="auto">
          <a:xfrm>
            <a:off x="990600" y="5257800"/>
            <a:ext cx="485775" cy="685800"/>
          </a:xfrm>
          <a:prstGeom prst="downArrow">
            <a:avLst>
              <a:gd name="adj1" fmla="val 50000"/>
              <a:gd name="adj2" fmla="val 35294"/>
            </a:avLst>
          </a:prstGeom>
          <a:solidFill>
            <a:srgbClr val="FF0000"/>
          </a:solidFill>
          <a:ln w="9525">
            <a:solidFill>
              <a:schemeClr val="tx1"/>
            </a:solidFill>
            <a:miter lim="800000"/>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2082398290"/>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6" descr="245px-Frans_Hals_-_Portret_van_Ren%C3%A9_Descartes">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0" y="2286000"/>
            <a:ext cx="2333625" cy="2857500"/>
          </a:xfrm>
          <a:prstGeom prst="rect">
            <a:avLst/>
          </a:prstGeom>
          <a:noFill/>
          <a:ln w="57150">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30723" name="AutoShape 8"/>
          <p:cNvSpPr>
            <a:spLocks noChangeArrowheads="1"/>
          </p:cNvSpPr>
          <p:nvPr/>
        </p:nvSpPr>
        <p:spPr bwMode="auto">
          <a:xfrm>
            <a:off x="3276600" y="5257800"/>
            <a:ext cx="5638800" cy="457200"/>
          </a:xfrm>
          <a:prstGeom prst="downArrowCallout">
            <a:avLst>
              <a:gd name="adj1" fmla="val 308333"/>
              <a:gd name="adj2" fmla="val 308333"/>
              <a:gd name="adj3" fmla="val 16667"/>
              <a:gd name="adj4" fmla="val 66667"/>
            </a:avLst>
          </a:prstGeom>
          <a:solidFill>
            <a:srgbClr val="663300"/>
          </a:solidFill>
          <a:ln w="9525">
            <a:solidFill>
              <a:schemeClr val="tx1"/>
            </a:solidFill>
            <a:miter lim="800000"/>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chemeClr val="bg1"/>
                </a:solidFill>
              </a:rPr>
              <a:t>SIÊU HÌNH HỌC</a:t>
            </a:r>
          </a:p>
        </p:txBody>
      </p:sp>
      <p:sp>
        <p:nvSpPr>
          <p:cNvPr id="30724" name="AutoShape 9"/>
          <p:cNvSpPr>
            <a:spLocks noChangeArrowheads="1"/>
          </p:cNvSpPr>
          <p:nvPr/>
        </p:nvSpPr>
        <p:spPr bwMode="auto">
          <a:xfrm>
            <a:off x="5562600" y="3200400"/>
            <a:ext cx="990600" cy="2057400"/>
          </a:xfrm>
          <a:prstGeom prst="flowChartExtract">
            <a:avLst/>
          </a:prstGeom>
          <a:solidFill>
            <a:srgbClr val="A06E52"/>
          </a:solidFill>
          <a:ln w="9525">
            <a:solidFill>
              <a:schemeClr val="tx1"/>
            </a:solidFill>
            <a:miter lim="800000"/>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chemeClr val="bg1"/>
                </a:solidFill>
              </a:rPr>
              <a:t>VẬT</a:t>
            </a:r>
          </a:p>
          <a:p>
            <a:pPr eaLnBrk="1" hangingPunct="1"/>
            <a:r>
              <a:rPr lang="en-US" altLang="en-US" sz="1800" b="1">
                <a:solidFill>
                  <a:schemeClr val="bg1"/>
                </a:solidFill>
              </a:rPr>
              <a:t>LỲ</a:t>
            </a:r>
          </a:p>
          <a:p>
            <a:pPr eaLnBrk="1" hangingPunct="1"/>
            <a:r>
              <a:rPr lang="en-US" altLang="en-US" sz="1800" b="1">
                <a:solidFill>
                  <a:schemeClr val="bg1"/>
                </a:solidFill>
              </a:rPr>
              <a:t>HỌC</a:t>
            </a:r>
          </a:p>
        </p:txBody>
      </p:sp>
      <p:sp>
        <p:nvSpPr>
          <p:cNvPr id="30725" name="Rectangle 10"/>
          <p:cNvSpPr>
            <a:spLocks noChangeArrowheads="1"/>
          </p:cNvSpPr>
          <p:nvPr/>
        </p:nvSpPr>
        <p:spPr bwMode="auto">
          <a:xfrm>
            <a:off x="4648200" y="3505200"/>
            <a:ext cx="539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Y</a:t>
            </a:r>
          </a:p>
        </p:txBody>
      </p:sp>
      <p:sp>
        <p:nvSpPr>
          <p:cNvPr id="30726" name="Rectangle 11"/>
          <p:cNvSpPr>
            <a:spLocks noChangeArrowheads="1"/>
          </p:cNvSpPr>
          <p:nvPr/>
        </p:nvSpPr>
        <p:spPr bwMode="auto">
          <a:xfrm>
            <a:off x="4648200" y="3505200"/>
            <a:ext cx="5397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rPr>
              <a:t>Y</a:t>
            </a:r>
          </a:p>
        </p:txBody>
      </p:sp>
      <p:sp>
        <p:nvSpPr>
          <p:cNvPr id="30727" name="Oval 12"/>
          <p:cNvSpPr>
            <a:spLocks noChangeArrowheads="1"/>
          </p:cNvSpPr>
          <p:nvPr/>
        </p:nvSpPr>
        <p:spPr bwMode="auto">
          <a:xfrm>
            <a:off x="4800600" y="2743200"/>
            <a:ext cx="1219200" cy="914400"/>
          </a:xfrm>
          <a:prstGeom prst="ellipse">
            <a:avLst/>
          </a:prstGeom>
          <a:solidFill>
            <a:srgbClr val="008000"/>
          </a:solidFill>
          <a:ln w="9525">
            <a:solidFill>
              <a:srgbClr val="3333CC"/>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chemeClr val="bg1"/>
                </a:solidFill>
              </a:rPr>
              <a:t>Y HỌC</a:t>
            </a:r>
          </a:p>
        </p:txBody>
      </p:sp>
      <p:sp>
        <p:nvSpPr>
          <p:cNvPr id="30728" name="Oval 13"/>
          <p:cNvSpPr>
            <a:spLocks noChangeArrowheads="1"/>
          </p:cNvSpPr>
          <p:nvPr/>
        </p:nvSpPr>
        <p:spPr bwMode="auto">
          <a:xfrm>
            <a:off x="6096000" y="2743200"/>
            <a:ext cx="1371600" cy="914400"/>
          </a:xfrm>
          <a:prstGeom prst="ellipse">
            <a:avLst/>
          </a:prstGeom>
          <a:solidFill>
            <a:srgbClr val="008000"/>
          </a:soli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chemeClr val="bg1"/>
                </a:solidFill>
              </a:rPr>
              <a:t>CƠ HỌC</a:t>
            </a:r>
          </a:p>
        </p:txBody>
      </p:sp>
      <p:sp>
        <p:nvSpPr>
          <p:cNvPr id="30729" name="Oval 14"/>
          <p:cNvSpPr>
            <a:spLocks noChangeArrowheads="1"/>
          </p:cNvSpPr>
          <p:nvPr/>
        </p:nvSpPr>
        <p:spPr bwMode="auto">
          <a:xfrm>
            <a:off x="5562600" y="1828800"/>
            <a:ext cx="990600" cy="1143000"/>
          </a:xfrm>
          <a:prstGeom prst="ellipse">
            <a:avLst/>
          </a:prstGeom>
          <a:solidFill>
            <a:srgbClr val="008000"/>
          </a:soli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solidFill>
                  <a:schemeClr val="bg1"/>
                </a:solidFill>
              </a:rPr>
              <a:t>ĐẠO</a:t>
            </a:r>
          </a:p>
          <a:p>
            <a:pPr eaLnBrk="1" hangingPunct="1"/>
            <a:r>
              <a:rPr lang="en-US" altLang="en-US" sz="1800" b="1">
                <a:solidFill>
                  <a:schemeClr val="bg1"/>
                </a:solidFill>
              </a:rPr>
              <a:t>ĐỨC</a:t>
            </a:r>
          </a:p>
          <a:p>
            <a:pPr eaLnBrk="1" hangingPunct="1"/>
            <a:r>
              <a:rPr lang="en-US" altLang="en-US" sz="1800" b="1">
                <a:solidFill>
                  <a:schemeClr val="bg1"/>
                </a:solidFill>
              </a:rPr>
              <a:t>HỌC</a:t>
            </a:r>
          </a:p>
        </p:txBody>
      </p:sp>
      <p:sp>
        <p:nvSpPr>
          <p:cNvPr id="30730" name="Text Box 15"/>
          <p:cNvSpPr txBox="1">
            <a:spLocks noChangeArrowheads="1"/>
          </p:cNvSpPr>
          <p:nvPr/>
        </p:nvSpPr>
        <p:spPr bwMode="auto">
          <a:xfrm>
            <a:off x="914400" y="228600"/>
            <a:ext cx="26384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2400" b="1">
                <a:solidFill>
                  <a:schemeClr val="bg1"/>
                </a:solidFill>
              </a:rPr>
              <a:t>CÂY  TRIẾT HỌC</a:t>
            </a:r>
          </a:p>
        </p:txBody>
      </p:sp>
    </p:spTree>
    <p:extLst>
      <p:ext uri="{BB962C8B-B14F-4D97-AF65-F5344CB8AC3E}">
        <p14:creationId xmlns:p14="http://schemas.microsoft.com/office/powerpoint/2010/main" val="3889233527"/>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6"/>
          <p:cNvSpPr>
            <a:spLocks noGrp="1" noChangeArrowheads="1"/>
          </p:cNvSpPr>
          <p:nvPr>
            <p:ph type="title"/>
          </p:nvPr>
        </p:nvSpPr>
        <p:spPr/>
        <p:txBody>
          <a:bodyPr/>
          <a:lstStyle/>
          <a:p>
            <a:pPr eaLnBrk="1" hangingPunct="1"/>
            <a:r>
              <a:rPr lang="en-US" altLang="en-US" sz="2800" smtClean="0">
                <a:solidFill>
                  <a:srgbClr val="FFFF00"/>
                </a:solidFill>
              </a:rPr>
              <a:t>BIỆN CHỨNG VÀ SIÊU HÌNH</a:t>
            </a:r>
          </a:p>
        </p:txBody>
      </p:sp>
      <p:graphicFrame>
        <p:nvGraphicFramePr>
          <p:cNvPr id="112680" name="Group 40"/>
          <p:cNvGraphicFramePr>
            <a:graphicFrameLocks noGrp="1"/>
          </p:cNvGraphicFramePr>
          <p:nvPr>
            <p:ph type="tbl" idx="1"/>
          </p:nvPr>
        </p:nvGraphicFramePr>
        <p:xfrm>
          <a:off x="685800" y="1076325"/>
          <a:ext cx="8123238" cy="5029200"/>
        </p:xfrm>
        <a:graphic>
          <a:graphicData uri="http://schemas.openxmlformats.org/drawingml/2006/table">
            <a:tbl>
              <a:tblPr/>
              <a:tblGrid>
                <a:gridCol w="4062413">
                  <a:extLst>
                    <a:ext uri="{9D8B030D-6E8A-4147-A177-3AD203B41FA5}">
                      <a16:colId xmlns:a16="http://schemas.microsoft.com/office/drawing/2014/main" val="20000"/>
                    </a:ext>
                  </a:extLst>
                </a:gridCol>
                <a:gridCol w="4060825">
                  <a:extLst>
                    <a:ext uri="{9D8B030D-6E8A-4147-A177-3AD203B41FA5}">
                      <a16:colId xmlns:a16="http://schemas.microsoft.com/office/drawing/2014/main" val="20001"/>
                    </a:ext>
                  </a:extLst>
                </a:gridCol>
              </a:tblGrid>
              <a:tr h="676275">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smtClean="0">
                          <a:ln>
                            <a:noFill/>
                          </a:ln>
                          <a:solidFill>
                            <a:srgbClr val="FF0000"/>
                          </a:solidFill>
                          <a:effectLst/>
                          <a:latin typeface="Verdana" pitchFamily="34" charset="0"/>
                        </a:rPr>
                        <a:t>Biện chứng (dialectic)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smtClean="0">
                          <a:ln>
                            <a:noFill/>
                          </a:ln>
                          <a:solidFill>
                            <a:srgbClr val="339933"/>
                          </a:solidFill>
                          <a:effectLst/>
                          <a:latin typeface="Verdana" pitchFamily="34" charset="0"/>
                        </a:rPr>
                        <a:t>Siêu hình (Metaphysics)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49425">
                <a:tc>
                  <a:txBody>
                    <a:bodyPr/>
                    <a:lstStyle/>
                    <a:p>
                      <a:pPr marL="0" marR="0" lvl="0" indent="0" algn="just"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smtClean="0">
                          <a:ln>
                            <a:noFill/>
                          </a:ln>
                          <a:solidFill>
                            <a:srgbClr val="FF0000"/>
                          </a:solidFill>
                          <a:effectLst/>
                          <a:latin typeface="Verdana" pitchFamily="34" charset="0"/>
                        </a:rPr>
                        <a:t>Xem xét các s/v, ht trong mối liên hệ, quá trình, chế ước, chi phối nhau, chuyển hóa…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smtClean="0">
                          <a:ln>
                            <a:noFill/>
                          </a:ln>
                          <a:solidFill>
                            <a:srgbClr val="339933"/>
                          </a:solidFill>
                          <a:effectLst/>
                          <a:latin typeface="Verdana" pitchFamily="34" charset="0"/>
                        </a:rPr>
                        <a:t>Xem xét các s/v trong sự cô lập, tách rời, thiếu mối liên hệ và chuyển hóa, nhấn mạnh cái bộ phận …</a:t>
                      </a:r>
                      <a:r>
                        <a:rPr kumimoji="0" lang="en-US" sz="2400" b="1" i="0" u="none" strike="noStrike" cap="none" normalizeH="0" baseline="0" smtClean="0">
                          <a:ln>
                            <a:noFill/>
                          </a:ln>
                          <a:solidFill>
                            <a:schemeClr val="accent2"/>
                          </a:solidFill>
                          <a:effectLst/>
                          <a:latin typeface="Verdana" pitchFamily="34" charset="0"/>
                        </a:rPr>
                        <a:t> </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749425">
                <a:tc>
                  <a:txBody>
                    <a:bodyPr/>
                    <a:lstStyle/>
                    <a:p>
                      <a:pPr marL="0" marR="0" lvl="0" indent="0" algn="just"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smtClean="0">
                          <a:ln>
                            <a:noFill/>
                          </a:ln>
                          <a:solidFill>
                            <a:srgbClr val="2B08AA"/>
                          </a:solidFill>
                          <a:effectLst/>
                          <a:latin typeface="Verdana" pitchFamily="34" charset="0"/>
                        </a:rPr>
                        <a:t>Khẳng định sự tự vận động, sự thống nhất và đấu tranh của các mặt đối lập như nguồn gốc, động lực của phát triển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sz="2400" b="1" i="0" u="none" strike="noStrike" cap="none" normalizeH="0" baseline="0" smtClean="0">
                          <a:ln>
                            <a:noFill/>
                          </a:ln>
                          <a:solidFill>
                            <a:srgbClr val="A50021"/>
                          </a:solidFill>
                          <a:effectLst/>
                          <a:latin typeface="Verdana" pitchFamily="34" charset="0"/>
                        </a:rPr>
                        <a:t>Sự tăng trưởng về lượng, sự tương tác bên ngoài, “cú hích” của Thượng đế hay sự tuyệt đối hóa trạng thái cân bằng</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964789756"/>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en-US" sz="2000" smtClean="0">
                <a:solidFill>
                  <a:srgbClr val="66FF66"/>
                </a:solidFill>
              </a:rPr>
              <a:t>Biện chứng khách quan và biện chứng chủ quan; các hình thức lịch sử của phép biện chứng</a:t>
            </a:r>
          </a:p>
        </p:txBody>
      </p:sp>
      <p:sp>
        <p:nvSpPr>
          <p:cNvPr id="32771" name="Rectangle 3"/>
          <p:cNvSpPr>
            <a:spLocks noGrp="1" noChangeArrowheads="1"/>
          </p:cNvSpPr>
          <p:nvPr>
            <p:ph type="body" idx="1"/>
          </p:nvPr>
        </p:nvSpPr>
        <p:spPr>
          <a:xfrm>
            <a:off x="685800" y="838200"/>
            <a:ext cx="8001000" cy="1219200"/>
          </a:xfrm>
        </p:spPr>
        <p:txBody>
          <a:bodyPr/>
          <a:lstStyle/>
          <a:p>
            <a:pPr algn="ctr" eaLnBrk="1" hangingPunct="1">
              <a:buFont typeface="Wingdings" panose="05000000000000000000" pitchFamily="2" charset="2"/>
              <a:buNone/>
            </a:pPr>
            <a:r>
              <a:rPr lang="en-US" altLang="en-US" sz="2400" smtClean="0">
                <a:solidFill>
                  <a:schemeClr val="tx1"/>
                </a:solidFill>
              </a:rPr>
              <a:t>    </a:t>
            </a:r>
            <a:r>
              <a:rPr lang="en-US" altLang="en-US" sz="2400" smtClean="0">
                <a:solidFill>
                  <a:srgbClr val="FF0000"/>
                </a:solidFill>
              </a:rPr>
              <a:t>Biện chứng khách quan – biện chứng của thế giới, và biện chứng chủ quan – biện chứng của quá trình nhận thức</a:t>
            </a:r>
          </a:p>
        </p:txBody>
      </p:sp>
      <p:sp>
        <p:nvSpPr>
          <p:cNvPr id="32772" name="Text Box 4"/>
          <p:cNvSpPr txBox="1">
            <a:spLocks noChangeArrowheads="1"/>
          </p:cNvSpPr>
          <p:nvPr/>
        </p:nvSpPr>
        <p:spPr bwMode="auto">
          <a:xfrm>
            <a:off x="2719388" y="2519363"/>
            <a:ext cx="38433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2800" b="1">
                <a:solidFill>
                  <a:srgbClr val="FF0000"/>
                </a:solidFill>
              </a:rPr>
              <a:t>Các hình thức lịch sử</a:t>
            </a:r>
          </a:p>
        </p:txBody>
      </p:sp>
      <p:sp>
        <p:nvSpPr>
          <p:cNvPr id="32773" name="Oval 5"/>
          <p:cNvSpPr>
            <a:spLocks noChangeArrowheads="1"/>
          </p:cNvSpPr>
          <p:nvPr/>
        </p:nvSpPr>
        <p:spPr bwMode="auto">
          <a:xfrm>
            <a:off x="914400" y="4800600"/>
            <a:ext cx="2362200" cy="1371600"/>
          </a:xfrm>
          <a:prstGeom prst="ellipse">
            <a:avLst/>
          </a:prstGeom>
          <a:solidFill>
            <a:srgbClr val="FFFF00"/>
          </a:soli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2800" b="1">
                <a:solidFill>
                  <a:srgbClr val="FF0000"/>
                </a:solidFill>
              </a:rPr>
              <a:t>Tự phát</a:t>
            </a:r>
          </a:p>
          <a:p>
            <a:pPr eaLnBrk="1" hangingPunct="1"/>
            <a:r>
              <a:rPr lang="en-US" altLang="en-US" sz="2800" b="1">
                <a:solidFill>
                  <a:srgbClr val="FF0000"/>
                </a:solidFill>
              </a:rPr>
              <a:t>(cổ đại)</a:t>
            </a:r>
          </a:p>
        </p:txBody>
      </p:sp>
      <p:sp>
        <p:nvSpPr>
          <p:cNvPr id="32774" name="Oval 6"/>
          <p:cNvSpPr>
            <a:spLocks noChangeArrowheads="1"/>
          </p:cNvSpPr>
          <p:nvPr/>
        </p:nvSpPr>
        <p:spPr bwMode="auto">
          <a:xfrm>
            <a:off x="3505200" y="3886200"/>
            <a:ext cx="2514600" cy="1600200"/>
          </a:xfrm>
          <a:prstGeom prst="ellipse">
            <a:avLst/>
          </a:prstGeom>
          <a:solidFill>
            <a:srgbClr val="339933"/>
          </a:soli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2800" b="1">
                <a:solidFill>
                  <a:schemeClr val="bg1"/>
                </a:solidFill>
              </a:rPr>
              <a:t>Duy tâm</a:t>
            </a:r>
          </a:p>
          <a:p>
            <a:pPr eaLnBrk="1" hangingPunct="1"/>
            <a:r>
              <a:rPr lang="en-US" altLang="en-US" sz="2000" b="1">
                <a:solidFill>
                  <a:schemeClr val="bg1"/>
                </a:solidFill>
              </a:rPr>
              <a:t>(Đức, XVIII – XIX)</a:t>
            </a:r>
          </a:p>
        </p:txBody>
      </p:sp>
      <p:sp>
        <p:nvSpPr>
          <p:cNvPr id="32775" name="Oval 7"/>
          <p:cNvSpPr>
            <a:spLocks noChangeArrowheads="1"/>
          </p:cNvSpPr>
          <p:nvPr/>
        </p:nvSpPr>
        <p:spPr bwMode="auto">
          <a:xfrm>
            <a:off x="6172200" y="3048000"/>
            <a:ext cx="2514600" cy="1752600"/>
          </a:xfrm>
          <a:prstGeom prst="ellipse">
            <a:avLst/>
          </a:prstGeom>
          <a:solidFill>
            <a:srgbClr val="FF0000"/>
          </a:solidFill>
          <a:ln w="9525">
            <a:solidFill>
              <a:schemeClr val="tx1"/>
            </a:solidFill>
            <a:round/>
            <a:headEnd/>
            <a:tailEnd/>
          </a:ln>
        </p:spPr>
        <p:txBody>
          <a:bodyPr wrap="none" anchor="ct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r>
              <a:rPr lang="en-US" altLang="en-US" sz="2800" b="1">
                <a:solidFill>
                  <a:srgbClr val="FFFF00"/>
                </a:solidFill>
              </a:rPr>
              <a:t>Duy vật</a:t>
            </a:r>
          </a:p>
          <a:p>
            <a:pPr eaLnBrk="1" hangingPunct="1"/>
            <a:r>
              <a:rPr lang="en-US" altLang="en-US" sz="2000" b="1">
                <a:solidFill>
                  <a:srgbClr val="FFFF00"/>
                </a:solidFill>
              </a:rPr>
              <a:t>(Mác, hiện đại)</a:t>
            </a:r>
          </a:p>
        </p:txBody>
      </p:sp>
      <p:sp>
        <p:nvSpPr>
          <p:cNvPr id="32776" name="Line 8"/>
          <p:cNvSpPr>
            <a:spLocks noChangeShapeType="1"/>
          </p:cNvSpPr>
          <p:nvPr/>
        </p:nvSpPr>
        <p:spPr bwMode="auto">
          <a:xfrm flipH="1">
            <a:off x="2133600" y="3048000"/>
            <a:ext cx="2438400" cy="17526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77" name="Line 9"/>
          <p:cNvSpPr>
            <a:spLocks noChangeShapeType="1"/>
          </p:cNvSpPr>
          <p:nvPr/>
        </p:nvSpPr>
        <p:spPr bwMode="auto">
          <a:xfrm>
            <a:off x="4572000" y="3048000"/>
            <a:ext cx="152400" cy="8382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2778" name="Line 10"/>
          <p:cNvSpPr>
            <a:spLocks noChangeShapeType="1"/>
          </p:cNvSpPr>
          <p:nvPr/>
        </p:nvSpPr>
        <p:spPr bwMode="auto">
          <a:xfrm>
            <a:off x="4572000" y="3048000"/>
            <a:ext cx="1676400" cy="685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extLst>
      <p:ext uri="{BB962C8B-B14F-4D97-AF65-F5344CB8AC3E}">
        <p14:creationId xmlns:p14="http://schemas.microsoft.com/office/powerpoint/2010/main" val="97177336"/>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sp>
        <p:nvSpPr>
          <p:cNvPr id="5" name="Content Placeholder 4"/>
          <p:cNvSpPr>
            <a:spLocks noGrp="1"/>
          </p:cNvSpPr>
          <p:nvPr>
            <p:ph idx="1"/>
          </p:nvPr>
        </p:nvSpPr>
        <p:spPr>
          <a:xfrm>
            <a:off x="685800" y="1076325"/>
            <a:ext cx="8123238" cy="3982629"/>
          </a:xfrm>
          <a:prstGeom prst="rect">
            <a:avLst/>
          </a:prstGeom>
        </p:spPr>
        <p:txBody>
          <a:bodyPr>
            <a:spAutoFit/>
          </a:bodyPr>
          <a:lstStyle/>
          <a:p>
            <a:pPr marL="0" indent="0">
              <a:buNone/>
            </a:pPr>
            <a:r>
              <a:rPr lang="en-US" sz="3200" dirty="0" smtClean="0">
                <a:solidFill>
                  <a:srgbClr val="FF0000"/>
                </a:solidFill>
              </a:rPr>
              <a:t>II. </a:t>
            </a:r>
            <a:r>
              <a:rPr lang="vi-VN" sz="3200" dirty="0" smtClean="0">
                <a:solidFill>
                  <a:srgbClr val="FF0000"/>
                </a:solidFill>
              </a:rPr>
              <a:t>TRIẾT </a:t>
            </a:r>
            <a:r>
              <a:rPr lang="vi-VN" sz="3200" dirty="0">
                <a:solidFill>
                  <a:srgbClr val="FF0000"/>
                </a:solidFill>
              </a:rPr>
              <a:t>HỌC MÁC - LÊNIN </a:t>
            </a:r>
            <a:r>
              <a:rPr lang="en-US" sz="3200" dirty="0">
                <a:solidFill>
                  <a:srgbClr val="FF0000"/>
                </a:solidFill>
              </a:rPr>
              <a:t>VÀ VAI TRÒ CỦA </a:t>
            </a:r>
            <a:r>
              <a:rPr lang="vi-VN" sz="3200" dirty="0">
                <a:solidFill>
                  <a:srgbClr val="FF0000"/>
                </a:solidFill>
              </a:rPr>
              <a:t>TRIẾT HỌC MÁC - LÊNIN</a:t>
            </a:r>
            <a:r>
              <a:rPr lang="en-US" sz="3200" dirty="0">
                <a:solidFill>
                  <a:srgbClr val="FF0000"/>
                </a:solidFill>
              </a:rPr>
              <a:t> TRONG ĐỜI SỐNG XÃ </a:t>
            </a:r>
            <a:r>
              <a:rPr lang="en-US" sz="3200" dirty="0" smtClean="0">
                <a:solidFill>
                  <a:srgbClr val="FF0000"/>
                </a:solidFill>
              </a:rPr>
              <a:t>HỘI</a:t>
            </a:r>
          </a:p>
          <a:p>
            <a:pPr marL="0" indent="0">
              <a:buNone/>
            </a:pPr>
            <a:r>
              <a:rPr lang="en-US" dirty="0" smtClean="0"/>
              <a:t>1. </a:t>
            </a:r>
            <a:r>
              <a:rPr lang="vi-VN" dirty="0" smtClean="0"/>
              <a:t>Sự ra đời và phát triển của triết học Mác - Lênin</a:t>
            </a:r>
            <a:endParaRPr lang="en-US" dirty="0" smtClean="0"/>
          </a:p>
          <a:p>
            <a:pPr marL="0" lvl="1" indent="0">
              <a:buClr>
                <a:schemeClr val="hlink"/>
              </a:buClr>
              <a:buNone/>
            </a:pPr>
            <a:r>
              <a:rPr lang="en-US" dirty="0"/>
              <a:t/>
            </a:r>
            <a:br>
              <a:rPr lang="en-US" dirty="0"/>
            </a:br>
            <a:r>
              <a:rPr lang="en-US" dirty="0" smtClean="0">
                <a:solidFill>
                  <a:srgbClr val="FF0000"/>
                </a:solidFill>
              </a:rPr>
              <a:t>a. </a:t>
            </a:r>
            <a:r>
              <a:rPr lang="vi-VN" b="1" dirty="0" smtClean="0">
                <a:solidFill>
                  <a:srgbClr val="FF0000"/>
                </a:solidFill>
              </a:rPr>
              <a:t>Điều kiện lịch sử của sự ra đời triết học mác</a:t>
            </a:r>
            <a:endParaRPr lang="en-US" b="1" dirty="0" smtClean="0">
              <a:solidFill>
                <a:srgbClr val="FF0000"/>
              </a:solidFill>
            </a:endParaRPr>
          </a:p>
          <a:p>
            <a:pPr marL="0" indent="0">
              <a:buNone/>
            </a:pPr>
            <a:endParaRPr lang="en-US" dirty="0"/>
          </a:p>
        </p:txBody>
      </p:sp>
    </p:spTree>
    <p:extLst>
      <p:ext uri="{BB962C8B-B14F-4D97-AF65-F5344CB8AC3E}">
        <p14:creationId xmlns:p14="http://schemas.microsoft.com/office/powerpoint/2010/main" val="15693190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458200" cy="914400"/>
          </a:xfrm>
        </p:spPr>
        <p:txBody>
          <a:bodyPr/>
          <a:lstStyle/>
          <a:p>
            <a:pPr lvl="1">
              <a:spcBef>
                <a:spcPct val="20000"/>
              </a:spcBef>
            </a:pPr>
            <a:r>
              <a:rPr kumimoji="0" lang="en-US" sz="2800" b="0" i="0" u="none" strike="noStrike" kern="0" cap="none" spc="0" normalizeH="0" baseline="0" noProof="0" dirty="0" smtClean="0">
                <a:ln>
                  <a:noFill/>
                </a:ln>
                <a:solidFill>
                  <a:srgbClr val="FFFF00"/>
                </a:solidFill>
                <a:effectLst/>
                <a:uLnTx/>
                <a:uFillTx/>
                <a:latin typeface="Arial" charset="0"/>
              </a:rPr>
              <a:t>a. </a:t>
            </a:r>
            <a:r>
              <a:rPr lang="vi-VN" sz="2800" dirty="0">
                <a:solidFill>
                  <a:srgbClr val="FFFF00"/>
                </a:solidFill>
                <a:latin typeface="Arial" charset="0"/>
              </a:rPr>
              <a:t>Điều kiện lịch sử của sự ra đời triết học mác</a:t>
            </a:r>
            <a:r>
              <a:rPr lang="en-US" sz="2800" dirty="0">
                <a:solidFill>
                  <a:srgbClr val="FFFF00"/>
                </a:solidFill>
                <a:latin typeface="Arial" charset="0"/>
              </a:rPr>
              <a:t/>
            </a:r>
            <a:br>
              <a:rPr lang="en-US" sz="2800" dirty="0">
                <a:solidFill>
                  <a:srgbClr val="FFFF00"/>
                </a:solidFill>
                <a:latin typeface="Arial" charset="0"/>
              </a:rPr>
            </a:br>
            <a:endParaRPr lang="en-US" sz="2400" dirty="0">
              <a:solidFill>
                <a:srgbClr val="FFFF00"/>
              </a:solidFill>
            </a:endParaRPr>
          </a:p>
        </p:txBody>
      </p:sp>
      <p:sp>
        <p:nvSpPr>
          <p:cNvPr id="3" name="Content Placeholder 2"/>
          <p:cNvSpPr>
            <a:spLocks noGrp="1"/>
          </p:cNvSpPr>
          <p:nvPr>
            <p:ph idx="1"/>
          </p:nvPr>
        </p:nvSpPr>
        <p:spPr>
          <a:xfrm>
            <a:off x="685800" y="1219200"/>
            <a:ext cx="8123238" cy="5105400"/>
          </a:xfrm>
        </p:spPr>
        <p:txBody>
          <a:bodyPr/>
          <a:lstStyle/>
          <a:p>
            <a:r>
              <a:rPr lang="vi-VN" sz="2000" dirty="0">
                <a:solidFill>
                  <a:srgbClr val="FF0000"/>
                </a:solidFill>
              </a:rPr>
              <a:t> </a:t>
            </a:r>
            <a:r>
              <a:rPr lang="vi-VN" sz="2000" b="1" dirty="0" smtClean="0">
                <a:solidFill>
                  <a:srgbClr val="FF0000"/>
                </a:solidFill>
              </a:rPr>
              <a:t>Điều </a:t>
            </a:r>
            <a:r>
              <a:rPr lang="vi-VN" sz="2000" b="1" dirty="0">
                <a:solidFill>
                  <a:srgbClr val="FF0000"/>
                </a:solidFill>
              </a:rPr>
              <a:t>kiện kinh tế - xã </a:t>
            </a:r>
            <a:r>
              <a:rPr lang="vi-VN" sz="2000" b="1" dirty="0" smtClean="0">
                <a:solidFill>
                  <a:srgbClr val="FF0000"/>
                </a:solidFill>
              </a:rPr>
              <a:t>hội</a:t>
            </a:r>
            <a:endParaRPr lang="en-US" sz="2000" b="1" dirty="0" smtClean="0">
              <a:solidFill>
                <a:srgbClr val="FF0000"/>
              </a:solidFill>
            </a:endParaRPr>
          </a:p>
          <a:p>
            <a:r>
              <a:rPr lang="vi-VN" sz="2000" i="1" dirty="0" smtClean="0">
                <a:solidFill>
                  <a:srgbClr val="000099"/>
                </a:solidFill>
              </a:rPr>
              <a:t>CNTB </a:t>
            </a:r>
            <a:r>
              <a:rPr lang="vi-VN" sz="2000" i="1" dirty="0">
                <a:solidFill>
                  <a:srgbClr val="000099"/>
                </a:solidFill>
              </a:rPr>
              <a:t>được xác lập và giữ địa vị thống trị; giai cấp công nhân công nghiệp ra đời. Đây là giai cấp đại biểu cho lực lượng sản xuất mới có bản chất cách mạng triệt để nhất.</a:t>
            </a:r>
            <a:endParaRPr lang="en-US" sz="2000" i="1" dirty="0">
              <a:solidFill>
                <a:srgbClr val="000099"/>
              </a:solidFill>
            </a:endParaRPr>
          </a:p>
          <a:p>
            <a:pPr lvl="0"/>
            <a:endParaRPr lang="en-US" sz="2000" dirty="0"/>
          </a:p>
          <a:p>
            <a:endParaRPr lang="en-US" sz="2000" b="1" dirty="0"/>
          </a:p>
          <a:p>
            <a:endParaRPr lang="en-US" sz="2000" dirty="0"/>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pic>
        <p:nvPicPr>
          <p:cNvPr id="6" name="Picture 5"/>
          <p:cNvPicPr>
            <a:picLocks noChangeAspect="1"/>
          </p:cNvPicPr>
          <p:nvPr/>
        </p:nvPicPr>
        <p:blipFill>
          <a:blip r:embed="rId2"/>
          <a:stretch>
            <a:fillRect/>
          </a:stretch>
        </p:blipFill>
        <p:spPr>
          <a:xfrm>
            <a:off x="579437" y="2887663"/>
            <a:ext cx="4330815" cy="3505200"/>
          </a:xfrm>
          <a:prstGeom prst="rect">
            <a:avLst/>
          </a:prstGeom>
        </p:spPr>
      </p:pic>
      <p:pic>
        <p:nvPicPr>
          <p:cNvPr id="7" name="Picture 6"/>
          <p:cNvPicPr>
            <a:picLocks noChangeAspect="1"/>
          </p:cNvPicPr>
          <p:nvPr/>
        </p:nvPicPr>
        <p:blipFill>
          <a:blip r:embed="rId3"/>
          <a:stretch>
            <a:fillRect/>
          </a:stretch>
        </p:blipFill>
        <p:spPr>
          <a:xfrm>
            <a:off x="4895385" y="2887663"/>
            <a:ext cx="4248615" cy="3436937"/>
          </a:xfrm>
          <a:prstGeom prst="rect">
            <a:avLst/>
          </a:prstGeom>
        </p:spPr>
      </p:pic>
    </p:spTree>
    <p:extLst>
      <p:ext uri="{BB962C8B-B14F-4D97-AF65-F5344CB8AC3E}">
        <p14:creationId xmlns:p14="http://schemas.microsoft.com/office/powerpoint/2010/main" val="2219110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458200" cy="914400"/>
          </a:xfrm>
        </p:spPr>
        <p:txBody>
          <a:bodyPr/>
          <a:lstStyle/>
          <a:p>
            <a:pPr lvl="1">
              <a:spcBef>
                <a:spcPct val="20000"/>
              </a:spcBef>
            </a:pPr>
            <a:r>
              <a:rPr kumimoji="0" lang="en-US" sz="2800" b="0" i="0" u="none" strike="noStrike" kern="0" cap="none" spc="0" normalizeH="0" baseline="0" noProof="0" dirty="0" smtClean="0">
                <a:ln>
                  <a:noFill/>
                </a:ln>
                <a:solidFill>
                  <a:srgbClr val="FFFF00"/>
                </a:solidFill>
                <a:effectLst/>
                <a:uLnTx/>
                <a:uFillTx/>
                <a:latin typeface="Arial" charset="0"/>
              </a:rPr>
              <a:t>a. </a:t>
            </a:r>
            <a:r>
              <a:rPr lang="vi-VN" sz="2800" dirty="0">
                <a:solidFill>
                  <a:srgbClr val="FFFF00"/>
                </a:solidFill>
                <a:latin typeface="Arial" charset="0"/>
              </a:rPr>
              <a:t>Điều kiện lịch sử của sự ra đời triết học mác</a:t>
            </a:r>
            <a:r>
              <a:rPr lang="en-US" sz="2800" dirty="0">
                <a:solidFill>
                  <a:srgbClr val="FFFF00"/>
                </a:solidFill>
                <a:latin typeface="Arial" charset="0"/>
              </a:rPr>
              <a:t/>
            </a:r>
            <a:br>
              <a:rPr lang="en-US" sz="2800" dirty="0">
                <a:solidFill>
                  <a:srgbClr val="FFFF00"/>
                </a:solidFill>
                <a:latin typeface="Arial" charset="0"/>
              </a:rPr>
            </a:br>
            <a:endParaRPr lang="en-US" sz="2400" dirty="0">
              <a:solidFill>
                <a:srgbClr val="FFFF00"/>
              </a:solidFill>
            </a:endParaRPr>
          </a:p>
        </p:txBody>
      </p:sp>
      <p:sp>
        <p:nvSpPr>
          <p:cNvPr id="3" name="Content Placeholder 2"/>
          <p:cNvSpPr>
            <a:spLocks noGrp="1"/>
          </p:cNvSpPr>
          <p:nvPr>
            <p:ph idx="1"/>
          </p:nvPr>
        </p:nvSpPr>
        <p:spPr>
          <a:xfrm>
            <a:off x="685800" y="1219200"/>
            <a:ext cx="8123238" cy="5105400"/>
          </a:xfrm>
        </p:spPr>
        <p:txBody>
          <a:bodyPr/>
          <a:lstStyle/>
          <a:p>
            <a:r>
              <a:rPr lang="vi-VN" sz="2000" dirty="0">
                <a:solidFill>
                  <a:srgbClr val="FF0000"/>
                </a:solidFill>
              </a:rPr>
              <a:t> </a:t>
            </a:r>
            <a:r>
              <a:rPr lang="vi-VN" sz="2000" b="1" dirty="0" smtClean="0">
                <a:solidFill>
                  <a:srgbClr val="FF0000"/>
                </a:solidFill>
              </a:rPr>
              <a:t>Điều </a:t>
            </a:r>
            <a:r>
              <a:rPr lang="vi-VN" sz="2000" b="1" dirty="0">
                <a:solidFill>
                  <a:srgbClr val="FF0000"/>
                </a:solidFill>
              </a:rPr>
              <a:t>kiện kinh tế - xã </a:t>
            </a:r>
            <a:r>
              <a:rPr lang="vi-VN" sz="2000" b="1" dirty="0" smtClean="0">
                <a:solidFill>
                  <a:srgbClr val="FF0000"/>
                </a:solidFill>
              </a:rPr>
              <a:t>hội</a:t>
            </a:r>
            <a:endParaRPr lang="en-US" sz="2000" b="1" dirty="0" smtClean="0">
              <a:solidFill>
                <a:srgbClr val="FF0000"/>
              </a:solidFill>
            </a:endParaRPr>
          </a:p>
          <a:p>
            <a:r>
              <a:rPr lang="vi-VN" sz="2000" i="1" dirty="0" smtClean="0">
                <a:solidFill>
                  <a:srgbClr val="7030A0"/>
                </a:solidFill>
              </a:rPr>
              <a:t>Sự phát </a:t>
            </a:r>
            <a:r>
              <a:rPr lang="vi-VN" sz="2000" i="1" dirty="0">
                <a:solidFill>
                  <a:srgbClr val="7030A0"/>
                </a:solidFill>
              </a:rPr>
              <a:t>triển của chủ nghĩa tư bản làm cho những mâu thuẫn xã hội vốn có của nó bộc lộ ngày càng gay gắt. Nhiều cuộc đấu tranh của công nhân đã mang ý nghĩa </a:t>
            </a:r>
            <a:r>
              <a:rPr lang="vi-VN" sz="2000" i="1" dirty="0" smtClean="0">
                <a:solidFill>
                  <a:srgbClr val="7030A0"/>
                </a:solidFill>
              </a:rPr>
              <a:t>là:</a:t>
            </a:r>
            <a:endParaRPr lang="en-US" sz="2000" i="1" dirty="0" smtClean="0">
              <a:solidFill>
                <a:srgbClr val="7030A0"/>
              </a:solidFill>
            </a:endParaRPr>
          </a:p>
          <a:p>
            <a:pPr lvl="0"/>
            <a:endParaRPr lang="en-US" sz="2000" dirty="0"/>
          </a:p>
          <a:p>
            <a:endParaRPr lang="en-US" sz="2000" b="1" dirty="0"/>
          </a:p>
          <a:p>
            <a:endParaRPr lang="en-US" sz="2000" dirty="0"/>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pic>
        <p:nvPicPr>
          <p:cNvPr id="5" name="Picture 4"/>
          <p:cNvPicPr>
            <a:picLocks noChangeAspect="1"/>
          </p:cNvPicPr>
          <p:nvPr/>
        </p:nvPicPr>
        <p:blipFill>
          <a:blip r:embed="rId2"/>
          <a:stretch>
            <a:fillRect/>
          </a:stretch>
        </p:blipFill>
        <p:spPr>
          <a:xfrm>
            <a:off x="152400" y="2971800"/>
            <a:ext cx="4038600" cy="3352800"/>
          </a:xfrm>
          <a:prstGeom prst="rect">
            <a:avLst/>
          </a:prstGeom>
        </p:spPr>
      </p:pic>
      <p:pic>
        <p:nvPicPr>
          <p:cNvPr id="6" name="Picture 5"/>
          <p:cNvPicPr>
            <a:picLocks noChangeAspect="1"/>
          </p:cNvPicPr>
          <p:nvPr/>
        </p:nvPicPr>
        <p:blipFill>
          <a:blip r:embed="rId3"/>
          <a:stretch>
            <a:fillRect/>
          </a:stretch>
        </p:blipFill>
        <p:spPr>
          <a:xfrm>
            <a:off x="4419599" y="2971800"/>
            <a:ext cx="4618039" cy="3472598"/>
          </a:xfrm>
          <a:prstGeom prst="rect">
            <a:avLst/>
          </a:prstGeom>
        </p:spPr>
      </p:pic>
    </p:spTree>
    <p:extLst>
      <p:ext uri="{BB962C8B-B14F-4D97-AF65-F5344CB8AC3E}">
        <p14:creationId xmlns:p14="http://schemas.microsoft.com/office/powerpoint/2010/main" val="3415550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458200" cy="914400"/>
          </a:xfrm>
        </p:spPr>
        <p:txBody>
          <a:bodyPr/>
          <a:lstStyle/>
          <a:p>
            <a:pPr lvl="1">
              <a:spcBef>
                <a:spcPct val="20000"/>
              </a:spcBef>
            </a:pPr>
            <a:r>
              <a:rPr kumimoji="0" lang="en-US" sz="2800" b="0" i="0" u="none" strike="noStrike" kern="0" cap="none" spc="0" normalizeH="0" baseline="0" noProof="0" dirty="0" smtClean="0">
                <a:ln>
                  <a:noFill/>
                </a:ln>
                <a:solidFill>
                  <a:srgbClr val="FFFF00"/>
                </a:solidFill>
                <a:effectLst/>
                <a:uLnTx/>
                <a:uFillTx/>
                <a:latin typeface="Arial" charset="0"/>
              </a:rPr>
              <a:t>a. </a:t>
            </a:r>
            <a:r>
              <a:rPr lang="vi-VN" sz="2800" dirty="0">
                <a:solidFill>
                  <a:srgbClr val="FFFF00"/>
                </a:solidFill>
                <a:latin typeface="Arial" charset="0"/>
              </a:rPr>
              <a:t>Điều kiện lịch sử của sự ra đời triết học mác</a:t>
            </a:r>
            <a:r>
              <a:rPr lang="en-US" sz="2800" dirty="0">
                <a:solidFill>
                  <a:srgbClr val="FFFF00"/>
                </a:solidFill>
                <a:latin typeface="Arial" charset="0"/>
              </a:rPr>
              <a:t/>
            </a:r>
            <a:br>
              <a:rPr lang="en-US" sz="2800" dirty="0">
                <a:solidFill>
                  <a:srgbClr val="FFFF00"/>
                </a:solidFill>
                <a:latin typeface="Arial" charset="0"/>
              </a:rPr>
            </a:br>
            <a:endParaRPr lang="en-US" sz="2400" dirty="0">
              <a:solidFill>
                <a:srgbClr val="FFFF00"/>
              </a:solidFill>
            </a:endParaRPr>
          </a:p>
        </p:txBody>
      </p:sp>
      <p:sp>
        <p:nvSpPr>
          <p:cNvPr id="3" name="Content Placeholder 2"/>
          <p:cNvSpPr>
            <a:spLocks noGrp="1"/>
          </p:cNvSpPr>
          <p:nvPr>
            <p:ph idx="1"/>
          </p:nvPr>
        </p:nvSpPr>
        <p:spPr>
          <a:xfrm>
            <a:off x="768001" y="1355725"/>
            <a:ext cx="8123238" cy="5105400"/>
          </a:xfrm>
        </p:spPr>
        <p:txBody>
          <a:bodyPr/>
          <a:lstStyle/>
          <a:p>
            <a:r>
              <a:rPr lang="vi-VN" sz="2000" dirty="0">
                <a:solidFill>
                  <a:srgbClr val="FF0000"/>
                </a:solidFill>
              </a:rPr>
              <a:t> </a:t>
            </a:r>
            <a:r>
              <a:rPr lang="vi-VN" sz="2000" b="1" dirty="0" smtClean="0">
                <a:solidFill>
                  <a:srgbClr val="FF0000"/>
                </a:solidFill>
              </a:rPr>
              <a:t>Điều </a:t>
            </a:r>
            <a:r>
              <a:rPr lang="vi-VN" sz="2000" b="1" dirty="0">
                <a:solidFill>
                  <a:srgbClr val="FF0000"/>
                </a:solidFill>
              </a:rPr>
              <a:t>kiện kinh tế - xã </a:t>
            </a:r>
            <a:r>
              <a:rPr lang="vi-VN" sz="2000" b="1" dirty="0" smtClean="0">
                <a:solidFill>
                  <a:srgbClr val="FF0000"/>
                </a:solidFill>
              </a:rPr>
              <a:t>hội</a:t>
            </a:r>
            <a:endParaRPr lang="en-US" sz="2000" b="1" dirty="0" smtClean="0">
              <a:solidFill>
                <a:srgbClr val="FF0000"/>
              </a:solidFill>
            </a:endParaRPr>
          </a:p>
          <a:p>
            <a:r>
              <a:rPr lang="vi-VN" sz="2000" i="1" dirty="0" smtClean="0"/>
              <a:t>Thực </a:t>
            </a:r>
            <a:r>
              <a:rPr lang="vi-VN" sz="2000" i="1" dirty="0"/>
              <a:t>tiễn xã hội, đặc biệt là thực tiễn cách mạng của giai cấp vô sản nảy sinh yêu cầu khách quan là phải được soi sáng bằng lý luận khoa học. Sự ra đời của chủ nghĩa Mác là sự giải đáp về mặt lý luận những vấn đề thời đại đặt ra trên lập trường của giai cấp vô sản cách mạng.</a:t>
            </a:r>
            <a:endParaRPr lang="en-US" sz="2000" i="1" dirty="0"/>
          </a:p>
          <a:p>
            <a:pPr lvl="0"/>
            <a:endParaRPr lang="en-US" sz="2000" dirty="0"/>
          </a:p>
          <a:p>
            <a:endParaRPr lang="en-US" sz="2000" b="1" dirty="0"/>
          </a:p>
          <a:p>
            <a:endParaRPr lang="en-US" sz="2000" dirty="0"/>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pic>
        <p:nvPicPr>
          <p:cNvPr id="5" name="Picture 4"/>
          <p:cNvPicPr>
            <a:picLocks noChangeAspect="1"/>
          </p:cNvPicPr>
          <p:nvPr/>
        </p:nvPicPr>
        <p:blipFill>
          <a:blip r:embed="rId2"/>
          <a:stretch>
            <a:fillRect/>
          </a:stretch>
        </p:blipFill>
        <p:spPr>
          <a:xfrm>
            <a:off x="838200" y="3657600"/>
            <a:ext cx="3352800" cy="2362200"/>
          </a:xfrm>
          <a:prstGeom prst="rect">
            <a:avLst/>
          </a:prstGeom>
        </p:spPr>
      </p:pic>
      <p:pic>
        <p:nvPicPr>
          <p:cNvPr id="6" name="Picture 5"/>
          <p:cNvPicPr>
            <a:picLocks noChangeAspect="1"/>
          </p:cNvPicPr>
          <p:nvPr/>
        </p:nvPicPr>
        <p:blipFill>
          <a:blip r:embed="rId3"/>
          <a:stretch>
            <a:fillRect/>
          </a:stretch>
        </p:blipFill>
        <p:spPr>
          <a:xfrm>
            <a:off x="4648200" y="3657600"/>
            <a:ext cx="3886199" cy="2667000"/>
          </a:xfrm>
          <a:prstGeom prst="rect">
            <a:avLst/>
          </a:prstGeom>
        </p:spPr>
      </p:pic>
    </p:spTree>
    <p:extLst>
      <p:ext uri="{BB962C8B-B14F-4D97-AF65-F5344CB8AC3E}">
        <p14:creationId xmlns:p14="http://schemas.microsoft.com/office/powerpoint/2010/main" val="399314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8305800" cy="1096962"/>
          </a:xfrm>
        </p:spPr>
        <p:txBody>
          <a:bodyPr/>
          <a:lstStyle/>
          <a:p>
            <a:pPr lvl="2" algn="l"/>
            <a:r>
              <a:rPr lang="vi-VN" sz="2400" dirty="0"/>
              <a:t>Nguồn gốc lý luận và những tiền đề khoa học tự nhiên của triết học Mác</a:t>
            </a:r>
            <a:r>
              <a:rPr lang="en-US" sz="2400" dirty="0"/>
              <a:t/>
            </a:r>
            <a:br>
              <a:rPr lang="en-US" sz="2400" dirty="0"/>
            </a:br>
            <a:endParaRPr lang="en-US" sz="2400" dirty="0"/>
          </a:p>
        </p:txBody>
      </p:sp>
      <p:sp>
        <p:nvSpPr>
          <p:cNvPr id="3" name="Content Placeholder 2"/>
          <p:cNvSpPr>
            <a:spLocks noGrp="1"/>
          </p:cNvSpPr>
          <p:nvPr>
            <p:ph idx="1"/>
          </p:nvPr>
        </p:nvSpPr>
        <p:spPr>
          <a:xfrm>
            <a:off x="685800" y="914401"/>
            <a:ext cx="8123238" cy="5410200"/>
          </a:xfrm>
        </p:spPr>
        <p:txBody>
          <a:bodyPr/>
          <a:lstStyle/>
          <a:p>
            <a:pPr marL="342900" lvl="2" indent="-342900">
              <a:buClr>
                <a:schemeClr val="hlink"/>
              </a:buClr>
              <a:buFont typeface="Wingdings" panose="05000000000000000000" pitchFamily="2" charset="2"/>
              <a:buChar char="v"/>
            </a:pPr>
            <a:r>
              <a:rPr lang="vi-VN" dirty="0">
                <a:solidFill>
                  <a:srgbClr val="FF0000"/>
                </a:solidFill>
              </a:rPr>
              <a:t>Nguồn gốc lý luận</a:t>
            </a:r>
            <a:endParaRPr lang="en-US" dirty="0">
              <a:solidFill>
                <a:srgbClr val="FF0000"/>
              </a:solidFill>
            </a:endParaRPr>
          </a:p>
          <a:p>
            <a:pPr lvl="1" algn="just">
              <a:buFont typeface="Wingdings" panose="05000000000000000000" pitchFamily="2" charset="2"/>
              <a:buChar char="Ø"/>
            </a:pPr>
            <a:r>
              <a:rPr lang="vi-VN" altLang="en-US" sz="2400" b="1" dirty="0" smtClean="0">
                <a:solidFill>
                  <a:srgbClr val="2B08AA"/>
                </a:solidFill>
                <a:latin typeface="VNI-Times" pitchFamily="2" charset="0"/>
                <a:cs typeface="Times New Roman" panose="02020603050405020304" pitchFamily="18" charset="0"/>
              </a:rPr>
              <a:t>Tieàn ñeà tröïc tieáp</a:t>
            </a:r>
            <a:r>
              <a:rPr lang="en-US" altLang="en-US" sz="2400" b="1" dirty="0" smtClean="0">
                <a:solidFill>
                  <a:srgbClr val="2B08AA"/>
                </a:solidFill>
                <a:latin typeface="VNI-Times" pitchFamily="2" charset="0"/>
                <a:cs typeface="Times New Roman" panose="02020603050405020304" pitchFamily="18" charset="0"/>
              </a:rPr>
              <a:t>: </a:t>
            </a:r>
            <a:r>
              <a:rPr lang="en-US" altLang="en-US" sz="2400" b="1" dirty="0" smtClean="0">
                <a:solidFill>
                  <a:srgbClr val="2B08AA"/>
                </a:solidFill>
                <a:latin typeface="Times New Roman" panose="02020603050405020304" pitchFamily="18" charset="0"/>
                <a:cs typeface="Times New Roman" panose="02020603050405020304" pitchFamily="18" charset="0"/>
              </a:rPr>
              <a:t>TH </a:t>
            </a:r>
            <a:r>
              <a:rPr lang="en-US" altLang="en-US" sz="2400" b="1" dirty="0" err="1" smtClean="0">
                <a:solidFill>
                  <a:srgbClr val="2B08AA"/>
                </a:solidFill>
                <a:latin typeface="Times New Roman" panose="02020603050405020304" pitchFamily="18" charset="0"/>
                <a:cs typeface="Times New Roman" panose="02020603050405020304" pitchFamily="18" charset="0"/>
              </a:rPr>
              <a:t>cổ</a:t>
            </a:r>
            <a:r>
              <a:rPr lang="en-US" altLang="en-US" sz="2400" b="1" dirty="0" smtClean="0">
                <a:solidFill>
                  <a:srgbClr val="2B08AA"/>
                </a:solidFill>
                <a:latin typeface="Times New Roman" panose="02020603050405020304" pitchFamily="18" charset="0"/>
                <a:cs typeface="Times New Roman" panose="02020603050405020304" pitchFamily="18" charset="0"/>
              </a:rPr>
              <a:t> </a:t>
            </a:r>
            <a:r>
              <a:rPr lang="en-US" altLang="en-US" sz="2400" b="1" dirty="0" err="1" smtClean="0">
                <a:solidFill>
                  <a:srgbClr val="2B08AA"/>
                </a:solidFill>
                <a:latin typeface="Times New Roman" panose="02020603050405020304" pitchFamily="18" charset="0"/>
                <a:cs typeface="Times New Roman" panose="02020603050405020304" pitchFamily="18" charset="0"/>
              </a:rPr>
              <a:t>điển</a:t>
            </a:r>
            <a:r>
              <a:rPr lang="en-US" altLang="en-US" sz="2400" b="1" dirty="0" smtClean="0">
                <a:solidFill>
                  <a:srgbClr val="2B08AA"/>
                </a:solidFill>
                <a:latin typeface="Times New Roman" panose="02020603050405020304" pitchFamily="18" charset="0"/>
                <a:cs typeface="Times New Roman" panose="02020603050405020304" pitchFamily="18" charset="0"/>
              </a:rPr>
              <a:t> </a:t>
            </a:r>
            <a:r>
              <a:rPr lang="en-US" altLang="en-US" sz="2400" b="1" dirty="0" err="1" smtClean="0">
                <a:solidFill>
                  <a:srgbClr val="2B08AA"/>
                </a:solidFill>
                <a:latin typeface="Times New Roman" panose="02020603050405020304" pitchFamily="18" charset="0"/>
                <a:cs typeface="Times New Roman" panose="02020603050405020304" pitchFamily="18" charset="0"/>
              </a:rPr>
              <a:t>Đức</a:t>
            </a:r>
            <a:r>
              <a:rPr lang="en-US" altLang="en-US" sz="2400" b="1" dirty="0" smtClean="0">
                <a:solidFill>
                  <a:srgbClr val="2B08AA"/>
                </a:solidFill>
                <a:latin typeface="Times New Roman" panose="02020603050405020304" pitchFamily="18" charset="0"/>
                <a:cs typeface="Times New Roman" panose="02020603050405020304" pitchFamily="18" charset="0"/>
              </a:rPr>
              <a:t>, </a:t>
            </a:r>
            <a:r>
              <a:rPr lang="en-US" altLang="en-US" sz="2400" b="1" dirty="0" err="1" smtClean="0">
                <a:solidFill>
                  <a:srgbClr val="2B08AA"/>
                </a:solidFill>
                <a:latin typeface="Times New Roman" panose="02020603050405020304" pitchFamily="18" charset="0"/>
                <a:cs typeface="Times New Roman" panose="02020603050405020304" pitchFamily="18" charset="0"/>
              </a:rPr>
              <a:t>cụ</a:t>
            </a:r>
            <a:r>
              <a:rPr lang="en-US" altLang="en-US" sz="2400" b="1" dirty="0" smtClean="0">
                <a:solidFill>
                  <a:srgbClr val="2B08AA"/>
                </a:solidFill>
                <a:latin typeface="Times New Roman" panose="02020603050405020304" pitchFamily="18" charset="0"/>
                <a:cs typeface="Times New Roman" panose="02020603050405020304" pitchFamily="18" charset="0"/>
              </a:rPr>
              <a:t> </a:t>
            </a:r>
            <a:r>
              <a:rPr lang="en-US" altLang="en-US" sz="2400" b="1" dirty="0" err="1" smtClean="0">
                <a:solidFill>
                  <a:srgbClr val="2B08AA"/>
                </a:solidFill>
                <a:latin typeface="Times New Roman" panose="02020603050405020304" pitchFamily="18" charset="0"/>
                <a:cs typeface="Times New Roman" panose="02020603050405020304" pitchFamily="18" charset="0"/>
              </a:rPr>
              <a:t>thể</a:t>
            </a:r>
            <a:r>
              <a:rPr lang="en-US" altLang="en-US" sz="2400" b="1" dirty="0" smtClean="0">
                <a:solidFill>
                  <a:srgbClr val="2B08AA"/>
                </a:solidFill>
                <a:latin typeface="Times New Roman" panose="02020603050405020304" pitchFamily="18" charset="0"/>
                <a:cs typeface="Times New Roman" panose="02020603050405020304" pitchFamily="18" charset="0"/>
              </a:rPr>
              <a:t>: </a:t>
            </a:r>
            <a:r>
              <a:rPr lang="en-US" altLang="en-US" sz="2400" b="1" dirty="0" err="1" smtClean="0">
                <a:solidFill>
                  <a:srgbClr val="2B08AA"/>
                </a:solidFill>
                <a:latin typeface="Times New Roman" panose="02020603050405020304" pitchFamily="18" charset="0"/>
                <a:cs typeface="Times New Roman" panose="02020603050405020304" pitchFamily="18" charset="0"/>
              </a:rPr>
              <a:t>pBC</a:t>
            </a:r>
            <a:r>
              <a:rPr lang="en-US" altLang="en-US" sz="2400" b="1" dirty="0" smtClean="0">
                <a:solidFill>
                  <a:srgbClr val="2B08AA"/>
                </a:solidFill>
                <a:latin typeface="Times New Roman" panose="02020603050405020304" pitchFamily="18" charset="0"/>
                <a:cs typeface="Times New Roman" panose="02020603050405020304" pitchFamily="18" charset="0"/>
              </a:rPr>
              <a:t> Hegel </a:t>
            </a:r>
            <a:r>
              <a:rPr lang="en-US" altLang="en-US" sz="2400" b="1" dirty="0" err="1" smtClean="0">
                <a:solidFill>
                  <a:srgbClr val="2B08AA"/>
                </a:solidFill>
                <a:latin typeface="Times New Roman" panose="02020603050405020304" pitchFamily="18" charset="0"/>
                <a:cs typeface="Times New Roman" panose="02020603050405020304" pitchFamily="18" charset="0"/>
              </a:rPr>
              <a:t>và</a:t>
            </a:r>
            <a:r>
              <a:rPr lang="en-US" altLang="en-US" sz="2400" b="1" dirty="0" smtClean="0">
                <a:solidFill>
                  <a:srgbClr val="2B08AA"/>
                </a:solidFill>
                <a:latin typeface="Times New Roman" panose="02020603050405020304" pitchFamily="18" charset="0"/>
                <a:cs typeface="Times New Roman" panose="02020603050405020304" pitchFamily="18" charset="0"/>
              </a:rPr>
              <a:t> CNDV Feuerbach</a:t>
            </a:r>
            <a:r>
              <a:rPr lang="vi-VN" altLang="en-US" sz="2400" b="1" dirty="0" smtClean="0">
                <a:solidFill>
                  <a:srgbClr val="2B08AA"/>
                </a:solidFill>
                <a:latin typeface="VNI-Times" pitchFamily="2" charset="0"/>
                <a:cs typeface="Times New Roman" panose="02020603050405020304" pitchFamily="18" charset="0"/>
              </a:rPr>
              <a:t> </a:t>
            </a:r>
            <a:endParaRPr lang="en-US" altLang="en-US" sz="2400" b="1" dirty="0" smtClean="0">
              <a:solidFill>
                <a:srgbClr val="2B08AA"/>
              </a:solidFill>
              <a:latin typeface="VNI-Times" pitchFamily="2" charset="0"/>
              <a:cs typeface="Times New Roman" panose="02020603050405020304" pitchFamily="18" charset="0"/>
            </a:endParaRPr>
          </a:p>
          <a:p>
            <a:pPr lvl="1" algn="just">
              <a:buFont typeface="Wingdings" panose="05000000000000000000" pitchFamily="2" charset="2"/>
              <a:buChar char="Ø"/>
            </a:pPr>
            <a:endParaRPr lang="en-US" altLang="en-US" sz="2400" b="1" dirty="0">
              <a:solidFill>
                <a:srgbClr val="2B08AA"/>
              </a:solidFill>
              <a:latin typeface="VNI-Times" pitchFamily="2" charset="0"/>
              <a:cs typeface="Times New Roman" panose="02020603050405020304" pitchFamily="18" charset="0"/>
            </a:endParaRPr>
          </a:p>
          <a:p>
            <a:pPr lvl="1" algn="just">
              <a:buFont typeface="Wingdings" panose="05000000000000000000" pitchFamily="2" charset="2"/>
              <a:buChar char="Ø"/>
            </a:pPr>
            <a:endParaRPr lang="en-US" altLang="en-US" sz="2400" b="1" dirty="0" smtClean="0">
              <a:solidFill>
                <a:srgbClr val="2B08AA"/>
              </a:solidFill>
              <a:latin typeface="VNI-Times" pitchFamily="2" charset="0"/>
              <a:cs typeface="Times New Roman" panose="02020603050405020304" pitchFamily="18" charset="0"/>
            </a:endParaRPr>
          </a:p>
          <a:p>
            <a:pPr lvl="1" algn="just">
              <a:buFont typeface="Wingdings" panose="05000000000000000000" pitchFamily="2" charset="2"/>
              <a:buChar char="Ø"/>
            </a:pPr>
            <a:endParaRPr lang="en-US" altLang="en-US" sz="2400" b="1" dirty="0">
              <a:solidFill>
                <a:srgbClr val="2B08AA"/>
              </a:solidFill>
              <a:latin typeface="VNI-Times" pitchFamily="2" charset="0"/>
              <a:cs typeface="Times New Roman" panose="02020603050405020304" pitchFamily="18" charset="0"/>
            </a:endParaRPr>
          </a:p>
          <a:p>
            <a:pPr lvl="1" algn="just">
              <a:buFont typeface="Wingdings" panose="05000000000000000000" pitchFamily="2" charset="2"/>
              <a:buChar char="Ø"/>
            </a:pPr>
            <a:endParaRPr lang="en-US" altLang="en-US" sz="2400" b="1" dirty="0" smtClean="0">
              <a:solidFill>
                <a:srgbClr val="2B08AA"/>
              </a:solidFill>
            </a:endParaRPr>
          </a:p>
          <a:p>
            <a:pPr lvl="1" algn="just">
              <a:buFont typeface="Wingdings" panose="05000000000000000000" pitchFamily="2" charset="2"/>
              <a:buChar char="Ø"/>
            </a:pPr>
            <a:r>
              <a:rPr lang="vi-VN" altLang="en-US" sz="2400" b="1" dirty="0" smtClean="0">
                <a:solidFill>
                  <a:srgbClr val="2B08AA"/>
                </a:solidFill>
                <a:latin typeface="VNI-Times" pitchFamily="2" charset="0"/>
                <a:cs typeface="Times New Roman" panose="02020603050405020304" pitchFamily="18" charset="0"/>
              </a:rPr>
              <a:t>Kinh teá chính trò hoïc </a:t>
            </a:r>
            <a:r>
              <a:rPr lang="en-US" altLang="en-US" sz="2400" b="1" dirty="0" err="1" smtClean="0">
                <a:solidFill>
                  <a:srgbClr val="2B08AA"/>
                </a:solidFill>
                <a:latin typeface="VNI-Times" pitchFamily="2" charset="0"/>
                <a:cs typeface="Times New Roman" panose="02020603050405020304" pitchFamily="18" charset="0"/>
              </a:rPr>
              <a:t>cổ</a:t>
            </a:r>
            <a:r>
              <a:rPr lang="en-US" altLang="en-US" sz="2400" b="1" dirty="0" smtClean="0">
                <a:solidFill>
                  <a:srgbClr val="2B08AA"/>
                </a:solidFill>
                <a:latin typeface="VNI-Times" pitchFamily="2" charset="0"/>
                <a:cs typeface="Times New Roman" panose="02020603050405020304" pitchFamily="18" charset="0"/>
              </a:rPr>
              <a:t> </a:t>
            </a:r>
            <a:r>
              <a:rPr lang="en-US" altLang="en-US" sz="2400" b="1" dirty="0" err="1" smtClean="0">
                <a:solidFill>
                  <a:srgbClr val="2B08AA"/>
                </a:solidFill>
                <a:latin typeface="VNI-Times" pitchFamily="2" charset="0"/>
                <a:cs typeface="Times New Roman" panose="02020603050405020304" pitchFamily="18" charset="0"/>
              </a:rPr>
              <a:t>điển</a:t>
            </a:r>
            <a:r>
              <a:rPr lang="en-US" altLang="en-US" sz="2400" b="1" dirty="0" smtClean="0">
                <a:solidFill>
                  <a:srgbClr val="2B08AA"/>
                </a:solidFill>
                <a:latin typeface="VNI-Times" pitchFamily="2" charset="0"/>
                <a:cs typeface="Times New Roman" panose="02020603050405020304" pitchFamily="18" charset="0"/>
              </a:rPr>
              <a:t> </a:t>
            </a:r>
            <a:r>
              <a:rPr lang="vi-VN" altLang="en-US" sz="2400" b="1" dirty="0" smtClean="0">
                <a:solidFill>
                  <a:srgbClr val="2B08AA"/>
                </a:solidFill>
                <a:latin typeface="VNI-Times" pitchFamily="2" charset="0"/>
                <a:cs typeface="Times New Roman" panose="02020603050405020304" pitchFamily="18" charset="0"/>
              </a:rPr>
              <a:t>Anh, v</a:t>
            </a:r>
            <a:r>
              <a:rPr lang="vi-VN" altLang="en-US" sz="2400" b="1" dirty="0" smtClean="0">
                <a:solidFill>
                  <a:srgbClr val="2B08AA"/>
                </a:solidFill>
                <a:latin typeface="Times New Roman" panose="02020603050405020304" pitchFamily="18" charset="0"/>
                <a:cs typeface="Times New Roman" panose="02020603050405020304" pitchFamily="18" charset="0"/>
              </a:rPr>
              <a:t>ới</a:t>
            </a:r>
            <a:r>
              <a:rPr lang="vi-VN" altLang="en-US" sz="2400" b="1" dirty="0" smtClean="0">
                <a:solidFill>
                  <a:srgbClr val="2B08AA"/>
                </a:solidFill>
                <a:latin typeface="VNI-Times" pitchFamily="2" charset="0"/>
                <a:cs typeface="Times New Roman" panose="02020603050405020304" pitchFamily="18" charset="0"/>
              </a:rPr>
              <a:t> Xmít (A. Smith) vaø Ricaùcñoâ (D. Ricardo</a:t>
            </a:r>
            <a:r>
              <a:rPr lang="en-US" altLang="en-US" sz="2400" b="1" dirty="0" smtClean="0">
                <a:solidFill>
                  <a:srgbClr val="2B08AA"/>
                </a:solidFill>
                <a:latin typeface="VNI-Times" pitchFamily="2" charset="0"/>
                <a:cs typeface="Times New Roman" panose="02020603050405020304" pitchFamily="18" charset="0"/>
              </a:rPr>
              <a:t>)</a:t>
            </a:r>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pic>
        <p:nvPicPr>
          <p:cNvPr id="5" name="Picture 4"/>
          <p:cNvPicPr>
            <a:picLocks noChangeAspect="1"/>
          </p:cNvPicPr>
          <p:nvPr/>
        </p:nvPicPr>
        <p:blipFill>
          <a:blip r:embed="rId2"/>
          <a:stretch>
            <a:fillRect/>
          </a:stretch>
        </p:blipFill>
        <p:spPr>
          <a:xfrm>
            <a:off x="1143000" y="2133600"/>
            <a:ext cx="3604419" cy="1828800"/>
          </a:xfrm>
          <a:prstGeom prst="rect">
            <a:avLst/>
          </a:prstGeom>
        </p:spPr>
      </p:pic>
      <p:pic>
        <p:nvPicPr>
          <p:cNvPr id="6" name="Picture 5"/>
          <p:cNvPicPr>
            <a:picLocks noChangeAspect="1"/>
          </p:cNvPicPr>
          <p:nvPr/>
        </p:nvPicPr>
        <p:blipFill>
          <a:blip r:embed="rId3"/>
          <a:stretch>
            <a:fillRect/>
          </a:stretch>
        </p:blipFill>
        <p:spPr>
          <a:xfrm>
            <a:off x="6096000" y="1752600"/>
            <a:ext cx="1971675" cy="2324100"/>
          </a:xfrm>
          <a:prstGeom prst="rect">
            <a:avLst/>
          </a:prstGeom>
        </p:spPr>
      </p:pic>
      <p:pic>
        <p:nvPicPr>
          <p:cNvPr id="7" name="Picture 6"/>
          <p:cNvPicPr>
            <a:picLocks noChangeAspect="1"/>
          </p:cNvPicPr>
          <p:nvPr/>
        </p:nvPicPr>
        <p:blipFill>
          <a:blip r:embed="rId4"/>
          <a:stretch>
            <a:fillRect/>
          </a:stretch>
        </p:blipFill>
        <p:spPr>
          <a:xfrm>
            <a:off x="6705600" y="4352925"/>
            <a:ext cx="2179638" cy="2428875"/>
          </a:xfrm>
          <a:prstGeom prst="rect">
            <a:avLst/>
          </a:prstGeom>
        </p:spPr>
      </p:pic>
      <p:pic>
        <p:nvPicPr>
          <p:cNvPr id="8" name="Picture 7"/>
          <p:cNvPicPr>
            <a:picLocks noChangeAspect="1"/>
          </p:cNvPicPr>
          <p:nvPr/>
        </p:nvPicPr>
        <p:blipFill>
          <a:blip r:embed="rId5"/>
          <a:stretch>
            <a:fillRect/>
          </a:stretch>
        </p:blipFill>
        <p:spPr>
          <a:xfrm>
            <a:off x="2514600" y="4648200"/>
            <a:ext cx="1752600" cy="2120590"/>
          </a:xfrm>
          <a:prstGeom prst="rect">
            <a:avLst/>
          </a:prstGeom>
        </p:spPr>
      </p:pic>
    </p:spTree>
    <p:extLst>
      <p:ext uri="{BB962C8B-B14F-4D97-AF65-F5344CB8AC3E}">
        <p14:creationId xmlns:p14="http://schemas.microsoft.com/office/powerpoint/2010/main" val="894967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r>
              <a:rPr lang="vi-VN" dirty="0" smtClean="0">
                <a:solidFill>
                  <a:srgbClr val="FF0000"/>
                </a:solidFill>
              </a:rPr>
              <a:t>Nguồn gốc lý luận</a:t>
            </a:r>
            <a:r>
              <a:rPr lang="en-US" dirty="0" smtClean="0">
                <a:solidFill>
                  <a:srgbClr val="FF0000"/>
                </a:solidFill>
              </a:rPr>
              <a:t> (</a:t>
            </a:r>
            <a:r>
              <a:rPr lang="en-US" dirty="0" err="1" smtClean="0">
                <a:solidFill>
                  <a:srgbClr val="FF0000"/>
                </a:solidFill>
              </a:rPr>
              <a:t>tt</a:t>
            </a:r>
            <a:r>
              <a:rPr lang="en-US" dirty="0" smtClean="0">
                <a:solidFill>
                  <a:srgbClr val="FF0000"/>
                </a:solidFill>
              </a:rPr>
              <a:t>)</a:t>
            </a:r>
            <a:endParaRPr lang="en-US" dirty="0"/>
          </a:p>
        </p:txBody>
      </p:sp>
      <p:sp>
        <p:nvSpPr>
          <p:cNvPr id="3" name="Content Placeholder 2"/>
          <p:cNvSpPr>
            <a:spLocks noGrp="1"/>
          </p:cNvSpPr>
          <p:nvPr>
            <p:ph idx="1"/>
          </p:nvPr>
        </p:nvSpPr>
        <p:spPr>
          <a:xfrm>
            <a:off x="685800" y="838201"/>
            <a:ext cx="8123238" cy="5486400"/>
          </a:xfrm>
        </p:spPr>
        <p:txBody>
          <a:bodyPr/>
          <a:lstStyle/>
          <a:p>
            <a:pPr lvl="1" algn="just">
              <a:buFont typeface="Wingdings" panose="05000000000000000000" pitchFamily="2" charset="2"/>
              <a:buChar char="Ø"/>
            </a:pPr>
            <a:r>
              <a:rPr lang="vi-VN" altLang="en-US" dirty="0" smtClean="0">
                <a:solidFill>
                  <a:srgbClr val="2B08AA"/>
                </a:solidFill>
                <a:latin typeface="VNI-Times" pitchFamily="2" charset="0"/>
                <a:cs typeface="Times New Roman" panose="02020603050405020304" pitchFamily="18" charset="0"/>
              </a:rPr>
              <a:t>Chuû nghóa coäng saûn khoâng töôûng cuûa Xanh Ximoâng (Saint Simon), Phurieâ (Fourier), Oâoen (Owen)</a:t>
            </a:r>
            <a:r>
              <a:rPr lang="vi-VN" altLang="en-US" dirty="0" smtClean="0">
                <a:solidFill>
                  <a:srgbClr val="2B08AA"/>
                </a:solidFill>
                <a:latin typeface="Times New Roman" panose="02020603050405020304" pitchFamily="18" charset="0"/>
                <a:cs typeface="Times New Roman" panose="02020603050405020304" pitchFamily="18" charset="0"/>
              </a:rPr>
              <a:t> </a:t>
            </a:r>
            <a:endParaRPr lang="en-US" altLang="en-US" dirty="0" smtClean="0">
              <a:solidFill>
                <a:srgbClr val="2B08AA"/>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endParaRPr lang="en-US" altLang="en-US" dirty="0">
              <a:solidFill>
                <a:srgbClr val="2B08AA"/>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endParaRPr lang="en-US" altLang="en-US" dirty="0" smtClean="0">
              <a:solidFill>
                <a:srgbClr val="2B08AA"/>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endParaRPr lang="en-US" altLang="en-US" dirty="0">
              <a:solidFill>
                <a:srgbClr val="2B08AA"/>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endParaRPr lang="en-US" altLang="en-US" dirty="0" smtClean="0">
              <a:solidFill>
                <a:srgbClr val="2B08AA"/>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endParaRPr lang="en-US" altLang="en-US" dirty="0">
              <a:solidFill>
                <a:srgbClr val="2B08AA"/>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endParaRPr lang="en-US" altLang="en-US" dirty="0" smtClean="0">
              <a:solidFill>
                <a:srgbClr val="2B08AA"/>
              </a:solidFill>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vi-VN" altLang="en-US" dirty="0" smtClean="0">
                <a:solidFill>
                  <a:srgbClr val="2B08AA"/>
                </a:solidFill>
                <a:latin typeface="Times New Roman" panose="02020603050405020304" pitchFamily="18" charset="0"/>
                <a:cs typeface="Times New Roman" panose="02020603050405020304" pitchFamily="18" charset="0"/>
              </a:rPr>
              <a:t>Các tiền đề khác: truyền thống nhân văn, từ cổ đại đến cận đại;</a:t>
            </a:r>
            <a:r>
              <a:rPr lang="vi-VN" altLang="en-US" dirty="0" smtClean="0">
                <a:solidFill>
                  <a:srgbClr val="2B08AA"/>
                </a:solidFill>
                <a:latin typeface="VNI-Times" pitchFamily="2" charset="0"/>
                <a:cs typeface="Times New Roman" panose="02020603050405020304" pitchFamily="18" charset="0"/>
              </a:rPr>
              <a:t>; </a:t>
            </a:r>
            <a:endParaRPr lang="en-US" dirty="0" smtClean="0"/>
          </a:p>
          <a:p>
            <a:endParaRPr lang="en-US" dirty="0"/>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pic>
        <p:nvPicPr>
          <p:cNvPr id="5" name="Picture 4"/>
          <p:cNvPicPr>
            <a:picLocks noChangeAspect="1"/>
          </p:cNvPicPr>
          <p:nvPr/>
        </p:nvPicPr>
        <p:blipFill>
          <a:blip r:embed="rId2"/>
          <a:stretch>
            <a:fillRect/>
          </a:stretch>
        </p:blipFill>
        <p:spPr>
          <a:xfrm>
            <a:off x="762000" y="2209800"/>
            <a:ext cx="2163762" cy="2743200"/>
          </a:xfrm>
          <a:prstGeom prst="rect">
            <a:avLst/>
          </a:prstGeom>
        </p:spPr>
      </p:pic>
      <p:pic>
        <p:nvPicPr>
          <p:cNvPr id="6" name="Picture 5"/>
          <p:cNvPicPr>
            <a:picLocks noChangeAspect="1"/>
          </p:cNvPicPr>
          <p:nvPr/>
        </p:nvPicPr>
        <p:blipFill>
          <a:blip r:embed="rId3"/>
          <a:stretch>
            <a:fillRect/>
          </a:stretch>
        </p:blipFill>
        <p:spPr>
          <a:xfrm>
            <a:off x="6362700" y="2209800"/>
            <a:ext cx="2446338" cy="2590800"/>
          </a:xfrm>
          <a:prstGeom prst="rect">
            <a:avLst/>
          </a:prstGeom>
        </p:spPr>
      </p:pic>
      <p:pic>
        <p:nvPicPr>
          <p:cNvPr id="7" name="Picture 6"/>
          <p:cNvPicPr>
            <a:picLocks noChangeAspect="1"/>
          </p:cNvPicPr>
          <p:nvPr/>
        </p:nvPicPr>
        <p:blipFill>
          <a:blip r:embed="rId4"/>
          <a:stretch>
            <a:fillRect/>
          </a:stretch>
        </p:blipFill>
        <p:spPr>
          <a:xfrm>
            <a:off x="3276600" y="1828800"/>
            <a:ext cx="2735262" cy="3200400"/>
          </a:xfrm>
          <a:prstGeom prst="rect">
            <a:avLst/>
          </a:prstGeom>
        </p:spPr>
      </p:pic>
    </p:spTree>
    <p:extLst>
      <p:ext uri="{BB962C8B-B14F-4D97-AF65-F5344CB8AC3E}">
        <p14:creationId xmlns:p14="http://schemas.microsoft.com/office/powerpoint/2010/main" val="408895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22238"/>
            <a:ext cx="8305800" cy="563562"/>
          </a:xfrm>
        </p:spPr>
        <p:txBody>
          <a:bodyPr/>
          <a:lstStyle/>
          <a:p>
            <a:r>
              <a:rPr lang="vi-VN" altLang="en-US" dirty="0">
                <a:solidFill>
                  <a:srgbClr val="FF0000"/>
                </a:solidFill>
                <a:latin typeface="VNI-Times" pitchFamily="2" charset="0"/>
                <a:cs typeface="Times New Roman" panose="02020603050405020304" pitchFamily="18" charset="0"/>
              </a:rPr>
              <a:t>Tieàn ñeà khoa hoïc töï </a:t>
            </a:r>
            <a:r>
              <a:rPr lang="vi-VN" altLang="en-US" dirty="0" smtClean="0">
                <a:solidFill>
                  <a:srgbClr val="FF0000"/>
                </a:solidFill>
                <a:latin typeface="VNI-Times" pitchFamily="2" charset="0"/>
                <a:cs typeface="Times New Roman" panose="02020603050405020304" pitchFamily="18" charset="0"/>
              </a:rPr>
              <a:t>nhieân</a:t>
            </a:r>
            <a:endParaRPr lang="en-US" dirty="0"/>
          </a:p>
        </p:txBody>
      </p:sp>
      <p:sp>
        <p:nvSpPr>
          <p:cNvPr id="3" name="Content Placeholder 2"/>
          <p:cNvSpPr>
            <a:spLocks noGrp="1"/>
          </p:cNvSpPr>
          <p:nvPr>
            <p:ph idx="1"/>
          </p:nvPr>
        </p:nvSpPr>
        <p:spPr>
          <a:xfrm>
            <a:off x="685800" y="1076324"/>
            <a:ext cx="8123238" cy="5629275"/>
          </a:xfrm>
        </p:spPr>
        <p:txBody>
          <a:bodyPr/>
          <a:lstStyle/>
          <a:p>
            <a:pPr algn="just">
              <a:buFont typeface="Wingdings" panose="05000000000000000000" pitchFamily="2" charset="2"/>
              <a:buChar char="q"/>
            </a:pPr>
            <a:r>
              <a:rPr lang="vi-VN" altLang="en-US" sz="2400" b="1" dirty="0" smtClean="0">
                <a:solidFill>
                  <a:srgbClr val="2B08AA"/>
                </a:solidFill>
                <a:latin typeface="VNI-Times" pitchFamily="2" charset="0"/>
                <a:cs typeface="Times New Roman" panose="02020603050405020304" pitchFamily="18" charset="0"/>
              </a:rPr>
              <a:t>Theá kyû XVIII – XIX khoa hoïc töï nhieân phaùt trieån nhö vuõ baõo vôùi haøng loaït phaùt minh mang yù nghóa vaïch thôøi ñaïi, ñöa ñeán söï bieán ñoåi trong  caùch thöùc tö duy cuûa con ngöôøi. Ba phaùt minh lôùn: </a:t>
            </a:r>
            <a:r>
              <a:rPr lang="vi-VN" altLang="en-US" sz="2400" b="1" i="1" dirty="0" smtClean="0">
                <a:solidFill>
                  <a:srgbClr val="FF0000"/>
                </a:solidFill>
                <a:latin typeface="VNI-Times" pitchFamily="2" charset="0"/>
                <a:cs typeface="Times New Roman" panose="02020603050405020304" pitchFamily="18" charset="0"/>
              </a:rPr>
              <a:t>ñònh luaät baûo toaøn vaø chuyeån hoùa naêng löôïng</a:t>
            </a:r>
            <a:r>
              <a:rPr lang="vi-VN" altLang="en-US" sz="2400" b="1" i="1" dirty="0" smtClean="0">
                <a:solidFill>
                  <a:srgbClr val="2B08AA"/>
                </a:solidFill>
                <a:latin typeface="VNI-Times" pitchFamily="2" charset="0"/>
                <a:cs typeface="Times New Roman" panose="02020603050405020304" pitchFamily="18" charset="0"/>
              </a:rPr>
              <a:t>, thuyeát teá baøo, </a:t>
            </a:r>
            <a:r>
              <a:rPr lang="vi-VN" altLang="en-US" sz="2400" b="1" i="1" dirty="0" smtClean="0">
                <a:solidFill>
                  <a:srgbClr val="FF0000"/>
                </a:solidFill>
                <a:latin typeface="VNI-Times" pitchFamily="2" charset="0"/>
                <a:cs typeface="Times New Roman" panose="02020603050405020304" pitchFamily="18" charset="0"/>
              </a:rPr>
              <a:t>thuyeát tieán hoùa</a:t>
            </a:r>
            <a:r>
              <a:rPr lang="vi-VN" altLang="en-US" sz="2400" b="1" dirty="0" smtClean="0">
                <a:solidFill>
                  <a:srgbClr val="2B08AA"/>
                </a:solidFill>
                <a:latin typeface="VNI-Times" pitchFamily="2" charset="0"/>
                <a:cs typeface="Times New Roman" panose="02020603050405020304" pitchFamily="18" charset="0"/>
              </a:rPr>
              <a:t>. </a:t>
            </a:r>
            <a:endParaRPr lang="vi-VN" altLang="en-US" sz="2400" b="1" dirty="0" smtClean="0">
              <a:solidFill>
                <a:srgbClr val="2B08AA"/>
              </a:solidFill>
            </a:endParaRPr>
          </a:p>
          <a:p>
            <a:pPr algn="just"/>
            <a:r>
              <a:rPr lang="en-US" altLang="en-US" dirty="0" err="1" smtClean="0">
                <a:solidFill>
                  <a:srgbClr val="000066"/>
                </a:solidFill>
                <a:latin typeface="Arial" panose="020B0604020202020204" pitchFamily="34" charset="0"/>
                <a:cs typeface="Arial" panose="020B0604020202020204" pitchFamily="34" charset="0"/>
              </a:rPr>
              <a:t>Định</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luật</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tổng</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quát</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nhất</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của</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tư</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nhiên</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theo</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đó</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năng</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lượng</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của</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một</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hê</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kín</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bất</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kì</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nào</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cũng</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luôn</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luôn</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giư</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nguyên</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không</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đổi</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dù</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cho</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bất</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kì</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quá</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trình</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nào</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xảy</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ra</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trong</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hê</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khi</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đó</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năng</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lượng</a:t>
            </a:r>
            <a:r>
              <a:rPr lang="en-US" altLang="en-US" dirty="0" smtClean="0">
                <a:solidFill>
                  <a:srgbClr val="000066"/>
                </a:solidFill>
                <a:latin typeface="Arial" panose="020B0604020202020204" pitchFamily="34" charset="0"/>
                <a:cs typeface="Arial" panose="020B0604020202020204" pitchFamily="34" charset="0"/>
              </a:rPr>
              <a:t> chỉ </a:t>
            </a:r>
            <a:r>
              <a:rPr lang="en-US" altLang="en-US" dirty="0" err="1" smtClean="0">
                <a:solidFill>
                  <a:srgbClr val="000066"/>
                </a:solidFill>
                <a:latin typeface="Arial" panose="020B0604020202020204" pitchFamily="34" charset="0"/>
                <a:cs typeface="Arial" panose="020B0604020202020204" pitchFamily="34" charset="0"/>
              </a:rPr>
              <a:t>có</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thê</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chuyển</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tư</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dạng</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này</a:t>
            </a:r>
            <a:r>
              <a:rPr lang="en-US" altLang="en-US" dirty="0" smtClean="0">
                <a:solidFill>
                  <a:srgbClr val="FF0000"/>
                </a:solidFill>
                <a:latin typeface="Arial" panose="020B0604020202020204" pitchFamily="34" charset="0"/>
                <a:cs typeface="Arial" panose="020B0604020202020204" pitchFamily="34" charset="0"/>
              </a:rPr>
              <a:t> sang </a:t>
            </a:r>
            <a:r>
              <a:rPr lang="en-US" altLang="en-US" dirty="0" err="1" smtClean="0">
                <a:solidFill>
                  <a:srgbClr val="FF0000"/>
                </a:solidFill>
                <a:latin typeface="Arial" panose="020B0604020202020204" pitchFamily="34" charset="0"/>
                <a:cs typeface="Arial" panose="020B0604020202020204" pitchFamily="34" charset="0"/>
              </a:rPr>
              <a:t>dạng</a:t>
            </a:r>
            <a:r>
              <a:rPr lang="en-US" altLang="en-US" dirty="0" smtClean="0">
                <a:solidFill>
                  <a:srgbClr val="FF0000"/>
                </a:solidFill>
                <a:latin typeface="Arial" panose="020B0604020202020204" pitchFamily="34" charset="0"/>
                <a:cs typeface="Arial" panose="020B0604020202020204" pitchFamily="34" charset="0"/>
              </a:rPr>
              <a:t> </a:t>
            </a:r>
            <a:r>
              <a:rPr lang="en-US" altLang="en-US" dirty="0" err="1" smtClean="0">
                <a:solidFill>
                  <a:srgbClr val="FF0000"/>
                </a:solidFill>
                <a:latin typeface="Arial" panose="020B0604020202020204" pitchFamily="34" charset="0"/>
                <a:cs typeface="Arial" panose="020B0604020202020204" pitchFamily="34" charset="0"/>
              </a:rPr>
              <a:t>khác</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và</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được</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phân</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bô</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lại</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giữa</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các</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phần</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tư</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trong</a:t>
            </a:r>
            <a:r>
              <a:rPr lang="en-US" altLang="en-US" dirty="0" smtClean="0">
                <a:solidFill>
                  <a:srgbClr val="000066"/>
                </a:solidFill>
                <a:latin typeface="Arial" panose="020B0604020202020204" pitchFamily="34" charset="0"/>
                <a:cs typeface="Arial" panose="020B0604020202020204" pitchFamily="34" charset="0"/>
              </a:rPr>
              <a:t> </a:t>
            </a:r>
            <a:r>
              <a:rPr lang="en-US" altLang="en-US" dirty="0" err="1" smtClean="0">
                <a:solidFill>
                  <a:srgbClr val="000066"/>
                </a:solidFill>
                <a:latin typeface="Arial" panose="020B0604020202020204" pitchFamily="34" charset="0"/>
                <a:cs typeface="Arial" panose="020B0604020202020204" pitchFamily="34" charset="0"/>
              </a:rPr>
              <a:t>hệ</a:t>
            </a:r>
            <a:endParaRPr lang="en-US" altLang="en-US" dirty="0" smtClean="0">
              <a:solidFill>
                <a:srgbClr val="000066"/>
              </a:solidFill>
              <a:latin typeface="Arial" panose="020B0604020202020204" pitchFamily="34" charset="0"/>
              <a:cs typeface="Arial" panose="020B0604020202020204" pitchFamily="34" charset="0"/>
            </a:endParaRPr>
          </a:p>
        </p:txBody>
      </p:sp>
      <p:sp>
        <p:nvSpPr>
          <p:cNvPr id="4" name="Footer Placeholder 3"/>
          <p:cNvSpPr>
            <a:spLocks noGrp="1"/>
          </p:cNvSpPr>
          <p:nvPr>
            <p:ph type="ftr"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smtClean="0">
                <a:ln>
                  <a:noFill/>
                </a:ln>
                <a:solidFill>
                  <a:srgbClr val="7C4D36"/>
                </a:solidFill>
                <a:effectLst/>
                <a:uLnTx/>
                <a:uFillTx/>
                <a:latin typeface="Verdana"/>
                <a:ea typeface="+mn-ea"/>
                <a:cs typeface="+mn-cs"/>
              </a:rPr>
              <a:t>Company Logo</a:t>
            </a:r>
            <a:endParaRPr kumimoji="0" lang="en-US" sz="1200" b="0" i="0" u="none" strike="noStrike" kern="1200" cap="none" spc="0" normalizeH="0" baseline="0" noProof="0">
              <a:ln>
                <a:noFill/>
              </a:ln>
              <a:solidFill>
                <a:srgbClr val="7C4D36"/>
              </a:solidFill>
              <a:effectLst/>
              <a:uLnTx/>
              <a:uFillTx/>
              <a:latin typeface="Verdana"/>
              <a:ea typeface="+mn-ea"/>
              <a:cs typeface="+mn-cs"/>
            </a:endParaRPr>
          </a:p>
        </p:txBody>
      </p:sp>
    </p:spTree>
    <p:extLst>
      <p:ext uri="{BB962C8B-B14F-4D97-AF65-F5344CB8AC3E}">
        <p14:creationId xmlns:p14="http://schemas.microsoft.com/office/powerpoint/2010/main" val="398631733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en-US" altLang="en-US" sz="2800" smtClean="0">
                <a:solidFill>
                  <a:srgbClr val="FFFF00"/>
                </a:solidFill>
              </a:rPr>
              <a:t>Thuyết tế bào</a:t>
            </a:r>
          </a:p>
        </p:txBody>
      </p:sp>
      <p:sp>
        <p:nvSpPr>
          <p:cNvPr id="112643" name="Rectangle 3"/>
          <p:cNvSpPr>
            <a:spLocks noGrp="1" noChangeArrowheads="1"/>
          </p:cNvSpPr>
          <p:nvPr>
            <p:ph type="body" idx="1"/>
          </p:nvPr>
        </p:nvSpPr>
        <p:spPr/>
        <p:txBody>
          <a:bodyPr/>
          <a:lstStyle/>
          <a:p>
            <a:pPr algn="just" eaLnBrk="1" hangingPunct="1">
              <a:lnSpc>
                <a:spcPct val="90000"/>
              </a:lnSpc>
            </a:pPr>
            <a:r>
              <a:rPr lang="en-US" altLang="en-US" sz="2400" dirty="0" smtClean="0">
                <a:solidFill>
                  <a:srgbClr val="A50021"/>
                </a:solidFill>
              </a:rPr>
              <a:t>Hai </a:t>
            </a:r>
            <a:r>
              <a:rPr lang="en-US" altLang="en-US" sz="2400" dirty="0" err="1" smtClean="0">
                <a:solidFill>
                  <a:srgbClr val="A50021"/>
                </a:solidFill>
              </a:rPr>
              <a:t>người</a:t>
            </a:r>
            <a:r>
              <a:rPr lang="en-US" altLang="en-US" sz="2400" dirty="0" smtClean="0">
                <a:solidFill>
                  <a:srgbClr val="A50021"/>
                </a:solidFill>
              </a:rPr>
              <a:t> </a:t>
            </a:r>
            <a:r>
              <a:rPr lang="en-US" altLang="en-US" sz="2400" dirty="0" err="1" smtClean="0">
                <a:solidFill>
                  <a:srgbClr val="A50021"/>
                </a:solidFill>
              </a:rPr>
              <a:t>Ðức</a:t>
            </a:r>
            <a:r>
              <a:rPr lang="en-US" altLang="en-US" sz="2400" dirty="0" smtClean="0">
                <a:solidFill>
                  <a:srgbClr val="A50021"/>
                </a:solidFill>
              </a:rPr>
              <a:t> - </a:t>
            </a:r>
            <a:r>
              <a:rPr lang="en-US" altLang="en-US" sz="2400" dirty="0" err="1" smtClean="0">
                <a:solidFill>
                  <a:srgbClr val="A50021"/>
                </a:solidFill>
              </a:rPr>
              <a:t>nhà</a:t>
            </a:r>
            <a:r>
              <a:rPr lang="en-US" altLang="en-US" sz="2400" dirty="0" smtClean="0">
                <a:solidFill>
                  <a:srgbClr val="A50021"/>
                </a:solidFill>
              </a:rPr>
              <a:t> </a:t>
            </a:r>
            <a:r>
              <a:rPr lang="en-US" altLang="en-US" sz="2400" dirty="0" err="1" smtClean="0">
                <a:solidFill>
                  <a:srgbClr val="A50021"/>
                </a:solidFill>
              </a:rPr>
              <a:t>thực</a:t>
            </a:r>
            <a:r>
              <a:rPr lang="en-US" altLang="en-US" sz="2400" dirty="0" smtClean="0">
                <a:solidFill>
                  <a:srgbClr val="A50021"/>
                </a:solidFill>
              </a:rPr>
              <a:t> </a:t>
            </a:r>
            <a:r>
              <a:rPr lang="en-US" altLang="en-US" sz="2400" dirty="0" err="1" smtClean="0">
                <a:solidFill>
                  <a:srgbClr val="A50021"/>
                </a:solidFill>
              </a:rPr>
              <a:t>vật</a:t>
            </a:r>
            <a:r>
              <a:rPr lang="en-US" altLang="en-US" sz="2400" dirty="0" smtClean="0">
                <a:solidFill>
                  <a:srgbClr val="A50021"/>
                </a:solidFill>
              </a:rPr>
              <a:t> </a:t>
            </a:r>
            <a:r>
              <a:rPr lang="en-US" altLang="en-US" sz="2400" dirty="0" err="1" smtClean="0">
                <a:solidFill>
                  <a:srgbClr val="A50021"/>
                </a:solidFill>
              </a:rPr>
              <a:t>học</a:t>
            </a:r>
            <a:r>
              <a:rPr lang="en-US" altLang="en-US" sz="2400" dirty="0" smtClean="0">
                <a:solidFill>
                  <a:srgbClr val="A50021"/>
                </a:solidFill>
              </a:rPr>
              <a:t> M. J. Schleiden (1838) </a:t>
            </a:r>
            <a:r>
              <a:rPr lang="en-US" altLang="en-US" sz="2400" dirty="0" err="1" smtClean="0">
                <a:solidFill>
                  <a:srgbClr val="A50021"/>
                </a:solidFill>
              </a:rPr>
              <a:t>và</a:t>
            </a:r>
            <a:r>
              <a:rPr lang="en-US" altLang="en-US" sz="2400" dirty="0" smtClean="0">
                <a:solidFill>
                  <a:srgbClr val="A50021"/>
                </a:solidFill>
              </a:rPr>
              <a:t> </a:t>
            </a:r>
            <a:r>
              <a:rPr lang="en-US" altLang="en-US" sz="2400" dirty="0" err="1" smtClean="0">
                <a:solidFill>
                  <a:srgbClr val="A50021"/>
                </a:solidFill>
              </a:rPr>
              <a:t>nhà</a:t>
            </a:r>
            <a:r>
              <a:rPr lang="en-US" altLang="en-US" sz="2400" dirty="0" smtClean="0">
                <a:solidFill>
                  <a:srgbClr val="A50021"/>
                </a:solidFill>
              </a:rPr>
              <a:t> </a:t>
            </a:r>
            <a:r>
              <a:rPr lang="en-US" altLang="en-US" sz="2400" dirty="0" err="1" smtClean="0">
                <a:solidFill>
                  <a:srgbClr val="A50021"/>
                </a:solidFill>
              </a:rPr>
              <a:t>động</a:t>
            </a:r>
            <a:r>
              <a:rPr lang="en-US" altLang="en-US" sz="2400" dirty="0" smtClean="0">
                <a:solidFill>
                  <a:srgbClr val="A50021"/>
                </a:solidFill>
              </a:rPr>
              <a:t> </a:t>
            </a:r>
            <a:r>
              <a:rPr lang="en-US" altLang="en-US" sz="2400" dirty="0" err="1" smtClean="0">
                <a:solidFill>
                  <a:srgbClr val="A50021"/>
                </a:solidFill>
              </a:rPr>
              <a:t>vật</a:t>
            </a:r>
            <a:r>
              <a:rPr lang="en-US" altLang="en-US" sz="2400" dirty="0" smtClean="0">
                <a:solidFill>
                  <a:srgbClr val="A50021"/>
                </a:solidFill>
              </a:rPr>
              <a:t> </a:t>
            </a:r>
            <a:r>
              <a:rPr lang="en-US" altLang="en-US" sz="2400" dirty="0" err="1" smtClean="0">
                <a:solidFill>
                  <a:srgbClr val="A50021"/>
                </a:solidFill>
              </a:rPr>
              <a:t>học</a:t>
            </a:r>
            <a:r>
              <a:rPr lang="en-US" altLang="en-US" sz="2400" dirty="0" smtClean="0">
                <a:solidFill>
                  <a:srgbClr val="A50021"/>
                </a:solidFill>
              </a:rPr>
              <a:t> T. Schwann (1839) - </a:t>
            </a:r>
            <a:r>
              <a:rPr lang="en-US" altLang="en-US" sz="2400" dirty="0" err="1" smtClean="0">
                <a:solidFill>
                  <a:srgbClr val="A50021"/>
                </a:solidFill>
              </a:rPr>
              <a:t>đã</a:t>
            </a:r>
            <a:r>
              <a:rPr lang="en-US" altLang="en-US" sz="2400" dirty="0" smtClean="0">
                <a:solidFill>
                  <a:srgbClr val="A50021"/>
                </a:solidFill>
              </a:rPr>
              <a:t> </a:t>
            </a:r>
            <a:r>
              <a:rPr lang="en-US" altLang="en-US" sz="2400" dirty="0" err="1" smtClean="0">
                <a:solidFill>
                  <a:srgbClr val="A50021"/>
                </a:solidFill>
              </a:rPr>
              <a:t>hệ</a:t>
            </a:r>
            <a:r>
              <a:rPr lang="en-US" altLang="en-US" sz="2400" dirty="0" smtClean="0">
                <a:solidFill>
                  <a:srgbClr val="A50021"/>
                </a:solidFill>
              </a:rPr>
              <a:t> </a:t>
            </a:r>
            <a:r>
              <a:rPr lang="en-US" altLang="en-US" sz="2400" dirty="0" err="1" smtClean="0">
                <a:solidFill>
                  <a:srgbClr val="A50021"/>
                </a:solidFill>
              </a:rPr>
              <a:t>thống</a:t>
            </a:r>
            <a:r>
              <a:rPr lang="en-US" altLang="en-US" sz="2400" dirty="0" smtClean="0">
                <a:solidFill>
                  <a:srgbClr val="A50021"/>
                </a:solidFill>
              </a:rPr>
              <a:t> </a:t>
            </a:r>
            <a:r>
              <a:rPr lang="en-US" altLang="en-US" sz="2400" dirty="0" err="1" smtClean="0">
                <a:solidFill>
                  <a:srgbClr val="A50021"/>
                </a:solidFill>
              </a:rPr>
              <a:t>hóa</a:t>
            </a:r>
            <a:r>
              <a:rPr lang="en-US" altLang="en-US" sz="2400" dirty="0" smtClean="0">
                <a:solidFill>
                  <a:srgbClr val="A50021"/>
                </a:solidFill>
              </a:rPr>
              <a:t> </a:t>
            </a:r>
            <a:r>
              <a:rPr lang="en-US" altLang="en-US" sz="2400" dirty="0" err="1" smtClean="0">
                <a:solidFill>
                  <a:srgbClr val="A50021"/>
                </a:solidFill>
              </a:rPr>
              <a:t>quan</a:t>
            </a:r>
            <a:r>
              <a:rPr lang="en-US" altLang="en-US" sz="2400" dirty="0" smtClean="0">
                <a:solidFill>
                  <a:srgbClr val="A50021"/>
                </a:solidFill>
              </a:rPr>
              <a:t> </a:t>
            </a:r>
            <a:r>
              <a:rPr lang="en-US" altLang="en-US" sz="2400" dirty="0" err="1" smtClean="0">
                <a:solidFill>
                  <a:srgbClr val="A50021"/>
                </a:solidFill>
              </a:rPr>
              <a:t>điểm</a:t>
            </a:r>
            <a:r>
              <a:rPr lang="en-US" altLang="en-US" sz="2400" dirty="0" smtClean="0">
                <a:solidFill>
                  <a:srgbClr val="A50021"/>
                </a:solidFill>
              </a:rPr>
              <a:t> </a:t>
            </a:r>
            <a:r>
              <a:rPr lang="en-US" altLang="en-US" sz="2400" dirty="0" err="1" smtClean="0">
                <a:solidFill>
                  <a:srgbClr val="A50021"/>
                </a:solidFill>
              </a:rPr>
              <a:t>thành</a:t>
            </a:r>
            <a:r>
              <a:rPr lang="en-US" altLang="en-US" sz="2400" dirty="0" smtClean="0">
                <a:solidFill>
                  <a:srgbClr val="A50021"/>
                </a:solidFill>
              </a:rPr>
              <a:t> </a:t>
            </a:r>
            <a:r>
              <a:rPr lang="en-US" altLang="en-US" sz="2400" dirty="0" err="1" smtClean="0">
                <a:solidFill>
                  <a:srgbClr val="A50021"/>
                </a:solidFill>
              </a:rPr>
              <a:t>thuyết</a:t>
            </a:r>
            <a:r>
              <a:rPr lang="en-US" altLang="en-US" sz="2400" dirty="0" smtClean="0">
                <a:solidFill>
                  <a:srgbClr val="A50021"/>
                </a:solidFill>
              </a:rPr>
              <a:t> </a:t>
            </a:r>
            <a:r>
              <a:rPr lang="en-US" altLang="en-US" sz="2400" dirty="0" err="1" smtClean="0">
                <a:solidFill>
                  <a:srgbClr val="A50021"/>
                </a:solidFill>
              </a:rPr>
              <a:t>tế</a:t>
            </a:r>
            <a:r>
              <a:rPr lang="en-US" altLang="en-US" sz="2400" dirty="0" smtClean="0">
                <a:solidFill>
                  <a:srgbClr val="A50021"/>
                </a:solidFill>
              </a:rPr>
              <a:t> </a:t>
            </a:r>
            <a:r>
              <a:rPr lang="en-US" altLang="en-US" sz="2400" dirty="0" err="1" smtClean="0">
                <a:solidFill>
                  <a:srgbClr val="A50021"/>
                </a:solidFill>
              </a:rPr>
              <a:t>bào</a:t>
            </a:r>
            <a:r>
              <a:rPr lang="en-US" altLang="en-US" sz="2400" dirty="0" smtClean="0">
                <a:solidFill>
                  <a:srgbClr val="A50021"/>
                </a:solidFill>
              </a:rPr>
              <a:t>: </a:t>
            </a:r>
            <a:r>
              <a:rPr lang="en-US" altLang="en-US" sz="2400" dirty="0" err="1" smtClean="0">
                <a:solidFill>
                  <a:srgbClr val="A50021"/>
                </a:solidFill>
              </a:rPr>
              <a:t>Tế</a:t>
            </a:r>
            <a:r>
              <a:rPr lang="en-US" altLang="en-US" sz="2400" dirty="0" smtClean="0">
                <a:solidFill>
                  <a:srgbClr val="A50021"/>
                </a:solidFill>
              </a:rPr>
              <a:t> </a:t>
            </a:r>
            <a:r>
              <a:rPr lang="en-US" altLang="en-US" sz="2400" dirty="0" err="1" smtClean="0">
                <a:solidFill>
                  <a:srgbClr val="A50021"/>
                </a:solidFill>
              </a:rPr>
              <a:t>bào</a:t>
            </a:r>
            <a:r>
              <a:rPr lang="en-US" altLang="en-US" sz="2400" dirty="0" smtClean="0">
                <a:solidFill>
                  <a:srgbClr val="A50021"/>
                </a:solidFill>
              </a:rPr>
              <a:t> </a:t>
            </a:r>
            <a:r>
              <a:rPr lang="en-US" altLang="en-US" sz="2400" dirty="0" err="1" smtClean="0">
                <a:solidFill>
                  <a:srgbClr val="A50021"/>
                </a:solidFill>
              </a:rPr>
              <a:t>là</a:t>
            </a:r>
            <a:r>
              <a:rPr lang="en-US" altLang="en-US" sz="2400" dirty="0" smtClean="0">
                <a:solidFill>
                  <a:srgbClr val="A50021"/>
                </a:solidFill>
              </a:rPr>
              <a:t> </a:t>
            </a:r>
            <a:r>
              <a:rPr lang="en-US" altLang="en-US" sz="2400" dirty="0" err="1" smtClean="0">
                <a:solidFill>
                  <a:srgbClr val="A50021"/>
                </a:solidFill>
              </a:rPr>
              <a:t>đơn</a:t>
            </a:r>
            <a:r>
              <a:rPr lang="en-US" altLang="en-US" sz="2400" dirty="0" smtClean="0">
                <a:solidFill>
                  <a:srgbClr val="A50021"/>
                </a:solidFill>
              </a:rPr>
              <a:t> </a:t>
            </a:r>
            <a:r>
              <a:rPr lang="en-US" altLang="en-US" sz="2400" dirty="0" err="1" smtClean="0">
                <a:solidFill>
                  <a:srgbClr val="A50021"/>
                </a:solidFill>
              </a:rPr>
              <a:t>vị</a:t>
            </a:r>
            <a:r>
              <a:rPr lang="en-US" altLang="en-US" sz="2400" dirty="0" smtClean="0">
                <a:solidFill>
                  <a:srgbClr val="A50021"/>
                </a:solidFill>
              </a:rPr>
              <a:t> </a:t>
            </a:r>
            <a:r>
              <a:rPr lang="en-US" altLang="en-US" sz="2400" dirty="0" err="1" smtClean="0">
                <a:solidFill>
                  <a:srgbClr val="A50021"/>
                </a:solidFill>
              </a:rPr>
              <a:t>cấu</a:t>
            </a:r>
            <a:r>
              <a:rPr lang="en-US" altLang="en-US" sz="2400" dirty="0" smtClean="0">
                <a:solidFill>
                  <a:srgbClr val="A50021"/>
                </a:solidFill>
              </a:rPr>
              <a:t> </a:t>
            </a:r>
            <a:r>
              <a:rPr lang="en-US" altLang="en-US" sz="2400" dirty="0" err="1" smtClean="0">
                <a:solidFill>
                  <a:srgbClr val="A50021"/>
                </a:solidFill>
              </a:rPr>
              <a:t>tạo</a:t>
            </a:r>
            <a:r>
              <a:rPr lang="en-US" altLang="en-US" sz="2400" dirty="0" smtClean="0">
                <a:solidFill>
                  <a:srgbClr val="A50021"/>
                </a:solidFill>
              </a:rPr>
              <a:t> </a:t>
            </a:r>
            <a:r>
              <a:rPr lang="en-US" altLang="en-US" sz="2400" dirty="0" err="1" smtClean="0">
                <a:solidFill>
                  <a:srgbClr val="A50021"/>
                </a:solidFill>
              </a:rPr>
              <a:t>sống</a:t>
            </a:r>
            <a:r>
              <a:rPr lang="en-US" altLang="en-US" sz="2400" dirty="0" smtClean="0">
                <a:solidFill>
                  <a:srgbClr val="A50021"/>
                </a:solidFill>
              </a:rPr>
              <a:t> </a:t>
            </a:r>
            <a:r>
              <a:rPr lang="en-US" altLang="en-US" sz="2400" dirty="0" err="1" smtClean="0">
                <a:solidFill>
                  <a:srgbClr val="A50021"/>
                </a:solidFill>
              </a:rPr>
              <a:t>cơ</a:t>
            </a:r>
            <a:r>
              <a:rPr lang="en-US" altLang="en-US" sz="2400" dirty="0" smtClean="0">
                <a:solidFill>
                  <a:srgbClr val="A50021"/>
                </a:solidFill>
              </a:rPr>
              <a:t> </a:t>
            </a:r>
            <a:r>
              <a:rPr lang="en-US" altLang="en-US" sz="2400" dirty="0" err="1" smtClean="0">
                <a:solidFill>
                  <a:srgbClr val="A50021"/>
                </a:solidFill>
              </a:rPr>
              <a:t>bản</a:t>
            </a:r>
            <a:r>
              <a:rPr lang="en-US" altLang="en-US" sz="2400" dirty="0" smtClean="0">
                <a:solidFill>
                  <a:srgbClr val="A50021"/>
                </a:solidFill>
              </a:rPr>
              <a:t> </a:t>
            </a:r>
            <a:r>
              <a:rPr lang="en-US" altLang="en-US" sz="2400" dirty="0" err="1" smtClean="0">
                <a:solidFill>
                  <a:srgbClr val="A50021"/>
                </a:solidFill>
              </a:rPr>
              <a:t>của</a:t>
            </a:r>
            <a:r>
              <a:rPr lang="en-US" altLang="en-US" sz="2400" dirty="0" smtClean="0">
                <a:solidFill>
                  <a:srgbClr val="A50021"/>
                </a:solidFill>
              </a:rPr>
              <a:t> </a:t>
            </a:r>
            <a:r>
              <a:rPr lang="en-US" altLang="en-US" sz="2400" dirty="0" err="1" smtClean="0">
                <a:solidFill>
                  <a:srgbClr val="A50021"/>
                </a:solidFill>
              </a:rPr>
              <a:t>tất</a:t>
            </a:r>
            <a:r>
              <a:rPr lang="en-US" altLang="en-US" sz="2400" dirty="0" smtClean="0">
                <a:solidFill>
                  <a:srgbClr val="A50021"/>
                </a:solidFill>
              </a:rPr>
              <a:t> </a:t>
            </a:r>
            <a:r>
              <a:rPr lang="en-US" altLang="en-US" sz="2400" dirty="0" err="1" smtClean="0">
                <a:solidFill>
                  <a:srgbClr val="A50021"/>
                </a:solidFill>
              </a:rPr>
              <a:t>cả</a:t>
            </a:r>
            <a:r>
              <a:rPr lang="en-US" altLang="en-US" sz="2400" dirty="0" smtClean="0">
                <a:solidFill>
                  <a:srgbClr val="A50021"/>
                </a:solidFill>
              </a:rPr>
              <a:t> </a:t>
            </a:r>
            <a:r>
              <a:rPr lang="en-US" altLang="en-US" sz="2400" dirty="0" err="1" smtClean="0">
                <a:solidFill>
                  <a:srgbClr val="A50021"/>
                </a:solidFill>
              </a:rPr>
              <a:t>sinh</a:t>
            </a:r>
            <a:r>
              <a:rPr lang="en-US" altLang="en-US" sz="2400" dirty="0" smtClean="0">
                <a:solidFill>
                  <a:srgbClr val="A50021"/>
                </a:solidFill>
              </a:rPr>
              <a:t> </a:t>
            </a:r>
            <a:r>
              <a:rPr lang="en-US" altLang="en-US" sz="2400" dirty="0" err="1" smtClean="0">
                <a:solidFill>
                  <a:srgbClr val="A50021"/>
                </a:solidFill>
              </a:rPr>
              <a:t>vật</a:t>
            </a:r>
            <a:r>
              <a:rPr lang="en-US" altLang="en-US" sz="2400" dirty="0" smtClean="0">
                <a:solidFill>
                  <a:srgbClr val="A50021"/>
                </a:solidFill>
              </a:rPr>
              <a:t>. 1858 TTB </a:t>
            </a:r>
            <a:r>
              <a:rPr lang="en-US" altLang="en-US" sz="2400" dirty="0" err="1" smtClean="0">
                <a:solidFill>
                  <a:srgbClr val="A50021"/>
                </a:solidFill>
              </a:rPr>
              <a:t>được</a:t>
            </a:r>
            <a:r>
              <a:rPr lang="en-US" altLang="en-US" sz="2400" dirty="0" smtClean="0">
                <a:solidFill>
                  <a:srgbClr val="A50021"/>
                </a:solidFill>
              </a:rPr>
              <a:t> </a:t>
            </a:r>
            <a:r>
              <a:rPr lang="en-US" altLang="en-US" sz="2400" dirty="0" err="1" smtClean="0">
                <a:solidFill>
                  <a:srgbClr val="A50021"/>
                </a:solidFill>
              </a:rPr>
              <a:t>mơ</a:t>
            </a:r>
            <a:r>
              <a:rPr lang="en-US" altLang="en-US" sz="2400" dirty="0" smtClean="0">
                <a:solidFill>
                  <a:srgbClr val="A50021"/>
                </a:solidFill>
              </a:rPr>
              <a:t>̉ </a:t>
            </a:r>
            <a:r>
              <a:rPr lang="en-US" altLang="en-US" sz="2400" dirty="0" err="1" smtClean="0">
                <a:solidFill>
                  <a:srgbClr val="A50021"/>
                </a:solidFill>
              </a:rPr>
              <a:t>rộng</a:t>
            </a:r>
            <a:r>
              <a:rPr lang="en-US" altLang="en-US" sz="2400" dirty="0" smtClean="0">
                <a:solidFill>
                  <a:srgbClr val="A50021"/>
                </a:solidFill>
              </a:rPr>
              <a:t> </a:t>
            </a:r>
            <a:r>
              <a:rPr lang="en-US" altLang="en-US" sz="2400" dirty="0" err="1" smtClean="0">
                <a:solidFill>
                  <a:srgbClr val="A50021"/>
                </a:solidFill>
              </a:rPr>
              <a:t>thêm</a:t>
            </a:r>
            <a:r>
              <a:rPr lang="en-US" altLang="en-US" sz="2400" dirty="0" smtClean="0">
                <a:solidFill>
                  <a:srgbClr val="A50021"/>
                </a:solidFill>
              </a:rPr>
              <a:t> do BS </a:t>
            </a:r>
            <a:r>
              <a:rPr lang="en-US" altLang="en-US" sz="2400" dirty="0" err="1" smtClean="0">
                <a:solidFill>
                  <a:srgbClr val="A50021"/>
                </a:solidFill>
              </a:rPr>
              <a:t>người</a:t>
            </a:r>
            <a:r>
              <a:rPr lang="en-US" altLang="en-US" sz="2400" dirty="0" smtClean="0">
                <a:solidFill>
                  <a:srgbClr val="A50021"/>
                </a:solidFill>
              </a:rPr>
              <a:t> </a:t>
            </a:r>
            <a:r>
              <a:rPr lang="en-US" altLang="en-US" sz="2400" dirty="0" err="1" smtClean="0">
                <a:solidFill>
                  <a:srgbClr val="A50021"/>
                </a:solidFill>
              </a:rPr>
              <a:t>Ðức</a:t>
            </a:r>
            <a:r>
              <a:rPr lang="en-US" altLang="en-US" sz="2400" dirty="0" smtClean="0">
                <a:solidFill>
                  <a:srgbClr val="A50021"/>
                </a:solidFill>
              </a:rPr>
              <a:t> (Rudolph Virchow): </a:t>
            </a:r>
            <a:r>
              <a:rPr lang="en-US" altLang="en-US" sz="2400" dirty="0" err="1" smtClean="0">
                <a:solidFill>
                  <a:srgbClr val="2B08AA"/>
                </a:solidFill>
              </a:rPr>
              <a:t>Tế</a:t>
            </a:r>
            <a:r>
              <a:rPr lang="en-US" altLang="en-US" sz="2400" dirty="0" smtClean="0">
                <a:solidFill>
                  <a:srgbClr val="2B08AA"/>
                </a:solidFill>
              </a:rPr>
              <a:t> </a:t>
            </a:r>
            <a:r>
              <a:rPr lang="en-US" altLang="en-US" sz="2400" dirty="0" err="1" smtClean="0">
                <a:solidFill>
                  <a:srgbClr val="2B08AA"/>
                </a:solidFill>
              </a:rPr>
              <a:t>bào</a:t>
            </a:r>
            <a:r>
              <a:rPr lang="en-US" altLang="en-US" sz="2400" dirty="0" smtClean="0">
                <a:solidFill>
                  <a:srgbClr val="2B08AA"/>
                </a:solidFill>
              </a:rPr>
              <a:t> do </a:t>
            </a:r>
            <a:r>
              <a:rPr lang="en-US" altLang="en-US" sz="2400" dirty="0" err="1" smtClean="0">
                <a:solidFill>
                  <a:srgbClr val="2B08AA"/>
                </a:solidFill>
              </a:rPr>
              <a:t>tế</a:t>
            </a:r>
            <a:r>
              <a:rPr lang="en-US" altLang="en-US" sz="2400" dirty="0" smtClean="0">
                <a:solidFill>
                  <a:srgbClr val="2B08AA"/>
                </a:solidFill>
              </a:rPr>
              <a:t> </a:t>
            </a:r>
            <a:r>
              <a:rPr lang="en-US" altLang="en-US" sz="2400" dirty="0" err="1" smtClean="0">
                <a:solidFill>
                  <a:srgbClr val="2B08AA"/>
                </a:solidFill>
              </a:rPr>
              <a:t>bào</a:t>
            </a:r>
            <a:r>
              <a:rPr lang="en-US" altLang="en-US" sz="2400" dirty="0" smtClean="0">
                <a:solidFill>
                  <a:srgbClr val="2B08AA"/>
                </a:solidFill>
              </a:rPr>
              <a:t> </a:t>
            </a:r>
            <a:r>
              <a:rPr lang="en-US" altLang="en-US" sz="2400" dirty="0" err="1" smtClean="0">
                <a:solidFill>
                  <a:srgbClr val="2B08AA"/>
                </a:solidFill>
              </a:rPr>
              <a:t>có</a:t>
            </a:r>
            <a:r>
              <a:rPr lang="en-US" altLang="en-US" sz="2400" dirty="0" smtClean="0">
                <a:solidFill>
                  <a:srgbClr val="2B08AA"/>
                </a:solidFill>
              </a:rPr>
              <a:t> </a:t>
            </a:r>
            <a:r>
              <a:rPr lang="en-US" altLang="en-US" sz="2400" dirty="0" err="1" smtClean="0">
                <a:solidFill>
                  <a:srgbClr val="2B08AA"/>
                </a:solidFill>
              </a:rPr>
              <a:t>trước</a:t>
            </a:r>
            <a:r>
              <a:rPr lang="en-US" altLang="en-US" sz="2400" dirty="0" smtClean="0">
                <a:solidFill>
                  <a:srgbClr val="2B08AA"/>
                </a:solidFill>
              </a:rPr>
              <a:t> </a:t>
            </a:r>
            <a:r>
              <a:rPr lang="en-US" altLang="en-US" sz="2400" dirty="0" err="1" smtClean="0">
                <a:solidFill>
                  <a:srgbClr val="2B08AA"/>
                </a:solidFill>
              </a:rPr>
              <a:t>sinh</a:t>
            </a:r>
            <a:r>
              <a:rPr lang="en-US" altLang="en-US" sz="2400" dirty="0" smtClean="0">
                <a:solidFill>
                  <a:srgbClr val="2B08AA"/>
                </a:solidFill>
              </a:rPr>
              <a:t> </a:t>
            </a:r>
            <a:r>
              <a:rPr lang="en-US" altLang="en-US" sz="2400" dirty="0" err="1" smtClean="0">
                <a:solidFill>
                  <a:srgbClr val="2B08AA"/>
                </a:solidFill>
              </a:rPr>
              <a:t>ra</a:t>
            </a:r>
            <a:r>
              <a:rPr lang="en-US" altLang="en-US" sz="2400" dirty="0" err="1" smtClean="0">
                <a:solidFill>
                  <a:srgbClr val="A50021"/>
                </a:solidFill>
              </a:rPr>
              <a:t>.</a:t>
            </a:r>
            <a:r>
              <a:rPr lang="en-US" altLang="en-US" sz="2400" dirty="0" smtClean="0">
                <a:solidFill>
                  <a:srgbClr val="A50021"/>
                </a:solidFill>
              </a:rPr>
              <a:t>  </a:t>
            </a:r>
            <a:r>
              <a:rPr lang="en-US" altLang="en-US" sz="2400" dirty="0" err="1" smtClean="0">
                <a:solidFill>
                  <a:srgbClr val="A50021"/>
                </a:solidFill>
              </a:rPr>
              <a:t>Quan</a:t>
            </a:r>
            <a:r>
              <a:rPr lang="en-US" altLang="en-US" sz="2400" dirty="0" smtClean="0">
                <a:solidFill>
                  <a:srgbClr val="A50021"/>
                </a:solidFill>
              </a:rPr>
              <a:t> </a:t>
            </a:r>
            <a:r>
              <a:rPr lang="en-US" altLang="en-US" sz="2400" dirty="0" err="1" smtClean="0">
                <a:solidFill>
                  <a:srgbClr val="A50021"/>
                </a:solidFill>
              </a:rPr>
              <a:t>điểm</a:t>
            </a:r>
            <a:r>
              <a:rPr lang="en-US" altLang="en-US" sz="2400" dirty="0" smtClean="0">
                <a:solidFill>
                  <a:srgbClr val="A50021"/>
                </a:solidFill>
              </a:rPr>
              <a:t> (</a:t>
            </a:r>
            <a:r>
              <a:rPr lang="en-US" altLang="en-US" sz="2400" dirty="0" err="1" smtClean="0">
                <a:solidFill>
                  <a:srgbClr val="A50021"/>
                </a:solidFill>
              </a:rPr>
              <a:t>mở</a:t>
            </a:r>
            <a:r>
              <a:rPr lang="en-US" altLang="en-US" sz="2400" dirty="0" smtClean="0">
                <a:solidFill>
                  <a:srgbClr val="A50021"/>
                </a:solidFill>
              </a:rPr>
              <a:t> </a:t>
            </a:r>
            <a:r>
              <a:rPr lang="en-US" altLang="en-US" sz="2400" dirty="0" err="1" smtClean="0">
                <a:solidFill>
                  <a:srgbClr val="A50021"/>
                </a:solidFill>
              </a:rPr>
              <a:t>rộng</a:t>
            </a:r>
            <a:r>
              <a:rPr lang="en-US" altLang="en-US" sz="2400" dirty="0" smtClean="0">
                <a:solidFill>
                  <a:srgbClr val="A50021"/>
                </a:solidFill>
              </a:rPr>
              <a:t> </a:t>
            </a:r>
            <a:r>
              <a:rPr lang="en-US" altLang="en-US" sz="2400" dirty="0" err="1" smtClean="0">
                <a:solidFill>
                  <a:srgbClr val="A50021"/>
                </a:solidFill>
              </a:rPr>
              <a:t>tế</a:t>
            </a:r>
            <a:r>
              <a:rPr lang="en-US" altLang="en-US" sz="2400" dirty="0" smtClean="0">
                <a:solidFill>
                  <a:srgbClr val="A50021"/>
                </a:solidFill>
              </a:rPr>
              <a:t> </a:t>
            </a:r>
            <a:r>
              <a:rPr lang="en-US" altLang="en-US" sz="2400" dirty="0" err="1" smtClean="0">
                <a:solidFill>
                  <a:srgbClr val="A50021"/>
                </a:solidFill>
              </a:rPr>
              <a:t>bào</a:t>
            </a:r>
            <a:r>
              <a:rPr lang="en-US" altLang="en-US" sz="2400" dirty="0" smtClean="0">
                <a:solidFill>
                  <a:srgbClr val="A50021"/>
                </a:solidFill>
              </a:rPr>
              <a:t>) </a:t>
            </a:r>
            <a:r>
              <a:rPr lang="en-US" altLang="en-US" sz="2400" dirty="0" err="1" smtClean="0">
                <a:solidFill>
                  <a:srgbClr val="A50021"/>
                </a:solidFill>
              </a:rPr>
              <a:t>của</a:t>
            </a:r>
            <a:r>
              <a:rPr lang="en-US" altLang="en-US" sz="2400" dirty="0" smtClean="0">
                <a:solidFill>
                  <a:srgbClr val="A50021"/>
                </a:solidFill>
              </a:rPr>
              <a:t> Virchow </a:t>
            </a:r>
            <a:r>
              <a:rPr lang="en-US" altLang="en-US" sz="2400" dirty="0" err="1" smtClean="0">
                <a:solidFill>
                  <a:srgbClr val="A50021"/>
                </a:solidFill>
              </a:rPr>
              <a:t>sau</a:t>
            </a:r>
            <a:r>
              <a:rPr lang="en-US" altLang="en-US" sz="2400" dirty="0" smtClean="0">
                <a:solidFill>
                  <a:srgbClr val="A50021"/>
                </a:solidFill>
              </a:rPr>
              <a:t> </a:t>
            </a:r>
            <a:r>
              <a:rPr lang="en-US" altLang="en-US" sz="2400" dirty="0" err="1" smtClean="0">
                <a:solidFill>
                  <a:srgbClr val="A50021"/>
                </a:solidFill>
              </a:rPr>
              <a:t>đó</a:t>
            </a:r>
            <a:r>
              <a:rPr lang="en-US" altLang="en-US" sz="2400" dirty="0" smtClean="0">
                <a:solidFill>
                  <a:srgbClr val="A50021"/>
                </a:solidFill>
              </a:rPr>
              <a:t> </a:t>
            </a:r>
            <a:r>
              <a:rPr lang="en-US" altLang="en-US" sz="2400" dirty="0" err="1" smtClean="0">
                <a:solidFill>
                  <a:srgbClr val="A50021"/>
                </a:solidFill>
              </a:rPr>
              <a:t>được</a:t>
            </a:r>
            <a:r>
              <a:rPr lang="en-US" altLang="en-US" sz="2400" dirty="0" smtClean="0">
                <a:solidFill>
                  <a:srgbClr val="A50021"/>
                </a:solidFill>
              </a:rPr>
              <a:t> L. Pasteur (1862) </a:t>
            </a:r>
            <a:r>
              <a:rPr lang="en-US" altLang="en-US" sz="2400" dirty="0" err="1" smtClean="0">
                <a:solidFill>
                  <a:srgbClr val="A50021"/>
                </a:solidFill>
              </a:rPr>
              <a:t>thuyết</a:t>
            </a:r>
            <a:r>
              <a:rPr lang="en-US" altLang="en-US" sz="2400" dirty="0" smtClean="0">
                <a:solidFill>
                  <a:srgbClr val="A50021"/>
                </a:solidFill>
              </a:rPr>
              <a:t> </a:t>
            </a:r>
            <a:r>
              <a:rPr lang="en-US" altLang="en-US" sz="2400" dirty="0" err="1" smtClean="0">
                <a:solidFill>
                  <a:srgbClr val="A50021"/>
                </a:solidFill>
              </a:rPr>
              <a:t>phục</a:t>
            </a:r>
            <a:r>
              <a:rPr lang="en-US" altLang="en-US" sz="2400" dirty="0" smtClean="0">
                <a:solidFill>
                  <a:srgbClr val="A50021"/>
                </a:solidFill>
              </a:rPr>
              <a:t> </a:t>
            </a:r>
            <a:r>
              <a:rPr lang="en-US" altLang="en-US" sz="2400" dirty="0" err="1" smtClean="0">
                <a:solidFill>
                  <a:srgbClr val="A50021"/>
                </a:solidFill>
              </a:rPr>
              <a:t>các</a:t>
            </a:r>
            <a:r>
              <a:rPr lang="en-US" altLang="en-US" sz="2400" dirty="0" smtClean="0">
                <a:solidFill>
                  <a:srgbClr val="A50021"/>
                </a:solidFill>
              </a:rPr>
              <a:t> </a:t>
            </a:r>
            <a:r>
              <a:rPr lang="en-US" altLang="en-US" sz="2400" dirty="0" err="1" smtClean="0">
                <a:solidFill>
                  <a:srgbClr val="A50021"/>
                </a:solidFill>
              </a:rPr>
              <a:t>nhà</a:t>
            </a:r>
            <a:r>
              <a:rPr lang="en-US" altLang="en-US" sz="2400" dirty="0" smtClean="0">
                <a:solidFill>
                  <a:srgbClr val="A50021"/>
                </a:solidFill>
              </a:rPr>
              <a:t> </a:t>
            </a:r>
            <a:r>
              <a:rPr lang="en-US" altLang="en-US" sz="2400" dirty="0" err="1" smtClean="0">
                <a:solidFill>
                  <a:srgbClr val="A50021"/>
                </a:solidFill>
              </a:rPr>
              <a:t>khoa</a:t>
            </a:r>
            <a:r>
              <a:rPr lang="en-US" altLang="en-US" sz="2400" dirty="0" smtClean="0">
                <a:solidFill>
                  <a:srgbClr val="A50021"/>
                </a:solidFill>
              </a:rPr>
              <a:t> </a:t>
            </a:r>
            <a:r>
              <a:rPr lang="en-US" altLang="en-US" sz="2400" dirty="0" err="1" smtClean="0">
                <a:solidFill>
                  <a:srgbClr val="A50021"/>
                </a:solidFill>
              </a:rPr>
              <a:t>học</a:t>
            </a:r>
            <a:r>
              <a:rPr lang="en-US" altLang="en-US" sz="2400" dirty="0" smtClean="0">
                <a:solidFill>
                  <a:srgbClr val="A50021"/>
                </a:solidFill>
              </a:rPr>
              <a:t> </a:t>
            </a:r>
            <a:r>
              <a:rPr lang="en-US" altLang="en-US" sz="2400" dirty="0" err="1" smtClean="0">
                <a:solidFill>
                  <a:srgbClr val="A50021"/>
                </a:solidFill>
              </a:rPr>
              <a:t>đồng</a:t>
            </a:r>
            <a:r>
              <a:rPr lang="en-US" altLang="en-US" sz="2400" dirty="0" smtClean="0">
                <a:solidFill>
                  <a:srgbClr val="A50021"/>
                </a:solidFill>
              </a:rPr>
              <a:t> </a:t>
            </a:r>
            <a:r>
              <a:rPr lang="en-US" altLang="en-US" sz="2400" dirty="0" err="1" smtClean="0">
                <a:solidFill>
                  <a:srgbClr val="A50021"/>
                </a:solidFill>
              </a:rPr>
              <a:t>thời</a:t>
            </a:r>
            <a:r>
              <a:rPr lang="en-US" altLang="en-US" sz="2400" dirty="0" smtClean="0">
                <a:solidFill>
                  <a:srgbClr val="A50021"/>
                </a:solidFill>
              </a:rPr>
              <a:t> </a:t>
            </a:r>
            <a:r>
              <a:rPr lang="en-US" altLang="en-US" sz="2400" dirty="0" err="1" smtClean="0">
                <a:solidFill>
                  <a:srgbClr val="A50021"/>
                </a:solidFill>
              </a:rPr>
              <a:t>bằng</a:t>
            </a:r>
            <a:r>
              <a:rPr lang="en-US" altLang="en-US" sz="2400" dirty="0" smtClean="0">
                <a:solidFill>
                  <a:srgbClr val="A50021"/>
                </a:solidFill>
              </a:rPr>
              <a:t> </a:t>
            </a:r>
            <a:r>
              <a:rPr lang="en-US" altLang="en-US" sz="2400" dirty="0" err="1" smtClean="0">
                <a:solidFill>
                  <a:srgbClr val="A50021"/>
                </a:solidFill>
              </a:rPr>
              <a:t>hàng</a:t>
            </a:r>
            <a:r>
              <a:rPr lang="en-US" altLang="en-US" sz="2400" dirty="0" smtClean="0">
                <a:solidFill>
                  <a:srgbClr val="A50021"/>
                </a:solidFill>
              </a:rPr>
              <a:t> </a:t>
            </a:r>
            <a:r>
              <a:rPr lang="en-US" altLang="en-US" sz="2400" dirty="0" err="1" smtClean="0">
                <a:solidFill>
                  <a:srgbClr val="A50021"/>
                </a:solidFill>
              </a:rPr>
              <a:t>loạt</a:t>
            </a:r>
            <a:r>
              <a:rPr lang="en-US" altLang="en-US" sz="2400" dirty="0" smtClean="0">
                <a:solidFill>
                  <a:srgbClr val="A50021"/>
                </a:solidFill>
              </a:rPr>
              <a:t> </a:t>
            </a:r>
            <a:r>
              <a:rPr lang="en-US" altLang="en-US" sz="2400" dirty="0" err="1" smtClean="0">
                <a:solidFill>
                  <a:srgbClr val="A50021"/>
                </a:solidFill>
              </a:rPr>
              <a:t>thí</a:t>
            </a:r>
            <a:r>
              <a:rPr lang="en-US" altLang="en-US" sz="2400" dirty="0" smtClean="0">
                <a:solidFill>
                  <a:srgbClr val="A50021"/>
                </a:solidFill>
              </a:rPr>
              <a:t> </a:t>
            </a:r>
            <a:r>
              <a:rPr lang="en-US" altLang="en-US" sz="2400" dirty="0" err="1" smtClean="0">
                <a:solidFill>
                  <a:srgbClr val="A50021"/>
                </a:solidFill>
              </a:rPr>
              <a:t>nghiệm</a:t>
            </a:r>
            <a:r>
              <a:rPr lang="en-US" altLang="en-US" sz="2400" dirty="0" smtClean="0">
                <a:solidFill>
                  <a:srgbClr val="A50021"/>
                </a:solidFill>
              </a:rPr>
              <a:t> </a:t>
            </a:r>
            <a:r>
              <a:rPr lang="en-US" altLang="en-US" sz="2400" dirty="0" err="1" smtClean="0">
                <a:solidFill>
                  <a:srgbClr val="A50021"/>
                </a:solidFill>
              </a:rPr>
              <a:t>chứng</a:t>
            </a:r>
            <a:r>
              <a:rPr lang="en-US" altLang="en-US" sz="2400" dirty="0" smtClean="0">
                <a:solidFill>
                  <a:srgbClr val="A50021"/>
                </a:solidFill>
              </a:rPr>
              <a:t> minh.  </a:t>
            </a:r>
          </a:p>
          <a:p>
            <a:pPr algn="just" eaLnBrk="1" hangingPunct="1">
              <a:lnSpc>
                <a:spcPct val="90000"/>
              </a:lnSpc>
              <a:buFont typeface="Wingdings" panose="05000000000000000000" pitchFamily="2" charset="2"/>
              <a:buNone/>
            </a:pPr>
            <a:r>
              <a:rPr lang="en-US" altLang="en-US" sz="2400" b="0" dirty="0" smtClean="0">
                <a:solidFill>
                  <a:srgbClr val="000066"/>
                </a:solidFill>
              </a:rPr>
              <a:t>   </a:t>
            </a:r>
            <a:r>
              <a:rPr lang="en-US" altLang="en-US" sz="2400" b="0" dirty="0" smtClean="0">
                <a:solidFill>
                  <a:srgbClr val="000066"/>
                </a:solidFill>
                <a:sym typeface="Wingdings" panose="05000000000000000000" pitchFamily="2" charset="2"/>
              </a:rPr>
              <a:t> </a:t>
            </a:r>
            <a:r>
              <a:rPr lang="en-US" altLang="en-US" sz="2400" dirty="0" err="1" smtClean="0">
                <a:solidFill>
                  <a:srgbClr val="000066"/>
                </a:solidFill>
              </a:rPr>
              <a:t>Tế</a:t>
            </a:r>
            <a:r>
              <a:rPr lang="en-US" altLang="en-US" sz="2400" dirty="0" smtClean="0">
                <a:solidFill>
                  <a:srgbClr val="000066"/>
                </a:solidFill>
              </a:rPr>
              <a:t> </a:t>
            </a:r>
            <a:r>
              <a:rPr lang="en-US" altLang="en-US" sz="2400" dirty="0" err="1" smtClean="0">
                <a:solidFill>
                  <a:srgbClr val="000066"/>
                </a:solidFill>
              </a:rPr>
              <a:t>bào</a:t>
            </a:r>
            <a:r>
              <a:rPr lang="en-US" altLang="en-US" sz="2400" dirty="0" smtClean="0">
                <a:solidFill>
                  <a:srgbClr val="000066"/>
                </a:solidFill>
              </a:rPr>
              <a:t> </a:t>
            </a:r>
            <a:r>
              <a:rPr lang="en-US" altLang="en-US" sz="2400" dirty="0" err="1" smtClean="0">
                <a:solidFill>
                  <a:srgbClr val="000066"/>
                </a:solidFill>
              </a:rPr>
              <a:t>là</a:t>
            </a:r>
            <a:r>
              <a:rPr lang="en-US" altLang="en-US" sz="2400" dirty="0" smtClean="0">
                <a:solidFill>
                  <a:srgbClr val="000066"/>
                </a:solidFill>
              </a:rPr>
              <a:t> </a:t>
            </a:r>
            <a:r>
              <a:rPr lang="en-US" altLang="en-US" sz="2400" dirty="0" err="1" smtClean="0">
                <a:solidFill>
                  <a:srgbClr val="000066"/>
                </a:solidFill>
              </a:rPr>
              <a:t>đơn</a:t>
            </a:r>
            <a:r>
              <a:rPr lang="en-US" altLang="en-US" sz="2400" dirty="0" smtClean="0">
                <a:solidFill>
                  <a:srgbClr val="000066"/>
                </a:solidFill>
              </a:rPr>
              <a:t> </a:t>
            </a:r>
            <a:r>
              <a:rPr lang="en-US" altLang="en-US" sz="2400" dirty="0" err="1" smtClean="0">
                <a:solidFill>
                  <a:srgbClr val="000066"/>
                </a:solidFill>
              </a:rPr>
              <a:t>vị</a:t>
            </a:r>
            <a:r>
              <a:rPr lang="en-US" altLang="en-US" sz="2400" dirty="0" smtClean="0">
                <a:solidFill>
                  <a:srgbClr val="000066"/>
                </a:solidFill>
              </a:rPr>
              <a:t> </a:t>
            </a:r>
            <a:r>
              <a:rPr lang="en-US" altLang="en-US" sz="2400" dirty="0" err="1" smtClean="0">
                <a:solidFill>
                  <a:srgbClr val="000066"/>
                </a:solidFill>
              </a:rPr>
              <a:t>cấu</a:t>
            </a:r>
            <a:r>
              <a:rPr lang="en-US" altLang="en-US" sz="2400" dirty="0" smtClean="0">
                <a:solidFill>
                  <a:srgbClr val="000066"/>
                </a:solidFill>
              </a:rPr>
              <a:t> </a:t>
            </a:r>
            <a:r>
              <a:rPr lang="en-US" altLang="en-US" sz="2400" dirty="0" err="1" smtClean="0">
                <a:solidFill>
                  <a:srgbClr val="000066"/>
                </a:solidFill>
              </a:rPr>
              <a:t>tạo</a:t>
            </a:r>
            <a:r>
              <a:rPr lang="en-US" altLang="en-US" sz="2400" dirty="0" smtClean="0">
                <a:solidFill>
                  <a:srgbClr val="000066"/>
                </a:solidFill>
              </a:rPr>
              <a:t> </a:t>
            </a:r>
            <a:r>
              <a:rPr lang="en-US" altLang="en-US" sz="2400" dirty="0" err="1" smtClean="0">
                <a:solidFill>
                  <a:srgbClr val="000066"/>
                </a:solidFill>
              </a:rPr>
              <a:t>sống</a:t>
            </a:r>
            <a:r>
              <a:rPr lang="en-US" altLang="en-US" sz="2400" dirty="0" smtClean="0">
                <a:solidFill>
                  <a:srgbClr val="000066"/>
                </a:solidFill>
              </a:rPr>
              <a:t> </a:t>
            </a:r>
            <a:r>
              <a:rPr lang="en-US" altLang="en-US" sz="2400" dirty="0" err="1" smtClean="0">
                <a:solidFill>
                  <a:srgbClr val="000066"/>
                </a:solidFill>
              </a:rPr>
              <a:t>cơ</a:t>
            </a:r>
            <a:r>
              <a:rPr lang="en-US" altLang="en-US" sz="2400" dirty="0" smtClean="0">
                <a:solidFill>
                  <a:srgbClr val="000066"/>
                </a:solidFill>
              </a:rPr>
              <a:t> </a:t>
            </a:r>
            <a:r>
              <a:rPr lang="en-US" altLang="en-US" sz="2400" dirty="0" err="1" smtClean="0">
                <a:solidFill>
                  <a:srgbClr val="000066"/>
                </a:solidFill>
              </a:rPr>
              <a:t>bản</a:t>
            </a:r>
            <a:r>
              <a:rPr lang="en-US" altLang="en-US" sz="2400" dirty="0" smtClean="0">
                <a:solidFill>
                  <a:srgbClr val="000066"/>
                </a:solidFill>
              </a:rPr>
              <a:t> </a:t>
            </a:r>
            <a:r>
              <a:rPr lang="en-US" altLang="en-US" sz="2400" dirty="0" err="1" smtClean="0">
                <a:solidFill>
                  <a:srgbClr val="000066"/>
                </a:solidFill>
              </a:rPr>
              <a:t>của</a:t>
            </a:r>
            <a:r>
              <a:rPr lang="en-US" altLang="en-US" sz="2400" dirty="0" smtClean="0">
                <a:solidFill>
                  <a:srgbClr val="000066"/>
                </a:solidFill>
              </a:rPr>
              <a:t> </a:t>
            </a:r>
            <a:r>
              <a:rPr lang="en-US" altLang="en-US" sz="2400" dirty="0" err="1" smtClean="0">
                <a:solidFill>
                  <a:srgbClr val="000066"/>
                </a:solidFill>
              </a:rPr>
              <a:t>tất</a:t>
            </a:r>
            <a:r>
              <a:rPr lang="en-US" altLang="en-US" sz="2400" dirty="0" smtClean="0">
                <a:solidFill>
                  <a:srgbClr val="000066"/>
                </a:solidFill>
              </a:rPr>
              <a:t> </a:t>
            </a:r>
            <a:r>
              <a:rPr lang="en-US" altLang="en-US" sz="2400" dirty="0" err="1" smtClean="0">
                <a:solidFill>
                  <a:srgbClr val="000066"/>
                </a:solidFill>
              </a:rPr>
              <a:t>cả</a:t>
            </a:r>
            <a:r>
              <a:rPr lang="en-US" altLang="en-US" sz="2400" dirty="0" smtClean="0">
                <a:solidFill>
                  <a:srgbClr val="000066"/>
                </a:solidFill>
              </a:rPr>
              <a:t> </a:t>
            </a:r>
            <a:r>
              <a:rPr lang="en-US" altLang="en-US" sz="2400" dirty="0" err="1" smtClean="0">
                <a:solidFill>
                  <a:srgbClr val="000066"/>
                </a:solidFill>
              </a:rPr>
              <a:t>sinh</a:t>
            </a:r>
            <a:r>
              <a:rPr lang="en-US" altLang="en-US" sz="2400" dirty="0" smtClean="0">
                <a:solidFill>
                  <a:srgbClr val="000066"/>
                </a:solidFill>
              </a:rPr>
              <a:t> </a:t>
            </a:r>
            <a:r>
              <a:rPr lang="en-US" altLang="en-US" sz="2400" dirty="0" err="1" smtClean="0">
                <a:solidFill>
                  <a:srgbClr val="000066"/>
                </a:solidFill>
              </a:rPr>
              <a:t>vật</a:t>
            </a:r>
            <a:r>
              <a:rPr lang="en-US" altLang="en-US" sz="2400" dirty="0" smtClean="0">
                <a:solidFill>
                  <a:srgbClr val="000066"/>
                </a:solidFill>
              </a:rPr>
              <a:t>, </a:t>
            </a:r>
            <a:r>
              <a:rPr lang="en-US" altLang="en-US" sz="2400" dirty="0" err="1" smtClean="0">
                <a:solidFill>
                  <a:srgbClr val="000066"/>
                </a:solidFill>
              </a:rPr>
              <a:t>tế</a:t>
            </a:r>
            <a:r>
              <a:rPr lang="en-US" altLang="en-US" sz="2400" dirty="0" smtClean="0">
                <a:solidFill>
                  <a:srgbClr val="000066"/>
                </a:solidFill>
              </a:rPr>
              <a:t> </a:t>
            </a:r>
            <a:r>
              <a:rPr lang="en-US" altLang="en-US" sz="2400" dirty="0" err="1" smtClean="0">
                <a:solidFill>
                  <a:srgbClr val="000066"/>
                </a:solidFill>
              </a:rPr>
              <a:t>bào</a:t>
            </a:r>
            <a:r>
              <a:rPr lang="en-US" altLang="en-US" sz="2400" dirty="0" smtClean="0">
                <a:solidFill>
                  <a:srgbClr val="000066"/>
                </a:solidFill>
              </a:rPr>
              <a:t> do </a:t>
            </a:r>
            <a:r>
              <a:rPr lang="en-US" altLang="en-US" sz="2400" dirty="0" err="1" smtClean="0">
                <a:solidFill>
                  <a:srgbClr val="000066"/>
                </a:solidFill>
              </a:rPr>
              <a:t>tế</a:t>
            </a:r>
            <a:r>
              <a:rPr lang="en-US" altLang="en-US" sz="2400" dirty="0" smtClean="0">
                <a:solidFill>
                  <a:srgbClr val="000066"/>
                </a:solidFill>
              </a:rPr>
              <a:t> </a:t>
            </a:r>
            <a:r>
              <a:rPr lang="en-US" altLang="en-US" sz="2400" dirty="0" err="1" smtClean="0">
                <a:solidFill>
                  <a:srgbClr val="000066"/>
                </a:solidFill>
              </a:rPr>
              <a:t>bào</a:t>
            </a:r>
            <a:r>
              <a:rPr lang="en-US" altLang="en-US" sz="2400" dirty="0" smtClean="0">
                <a:solidFill>
                  <a:srgbClr val="000066"/>
                </a:solidFill>
              </a:rPr>
              <a:t> </a:t>
            </a:r>
            <a:r>
              <a:rPr lang="en-US" altLang="en-US" sz="2400" dirty="0" err="1" smtClean="0">
                <a:solidFill>
                  <a:srgbClr val="000066"/>
                </a:solidFill>
              </a:rPr>
              <a:t>có</a:t>
            </a:r>
            <a:r>
              <a:rPr lang="en-US" altLang="en-US" sz="2400" dirty="0" smtClean="0">
                <a:solidFill>
                  <a:srgbClr val="000066"/>
                </a:solidFill>
              </a:rPr>
              <a:t> </a:t>
            </a:r>
            <a:r>
              <a:rPr lang="en-US" altLang="en-US" sz="2400" dirty="0" err="1" smtClean="0">
                <a:solidFill>
                  <a:srgbClr val="000066"/>
                </a:solidFill>
              </a:rPr>
              <a:t>trước</a:t>
            </a:r>
            <a:r>
              <a:rPr lang="en-US" altLang="en-US" sz="2400" dirty="0" smtClean="0">
                <a:solidFill>
                  <a:srgbClr val="000066"/>
                </a:solidFill>
              </a:rPr>
              <a:t> </a:t>
            </a:r>
            <a:r>
              <a:rPr lang="en-US" altLang="en-US" sz="2400" dirty="0" err="1" smtClean="0">
                <a:solidFill>
                  <a:srgbClr val="000066"/>
                </a:solidFill>
              </a:rPr>
              <a:t>sinh</a:t>
            </a:r>
            <a:r>
              <a:rPr lang="en-US" altLang="en-US" sz="2400" dirty="0" smtClean="0">
                <a:solidFill>
                  <a:srgbClr val="000066"/>
                </a:solidFill>
              </a:rPr>
              <a:t> </a:t>
            </a:r>
            <a:r>
              <a:rPr lang="en-US" altLang="en-US" sz="2400" dirty="0" err="1" smtClean="0">
                <a:solidFill>
                  <a:srgbClr val="000066"/>
                </a:solidFill>
              </a:rPr>
              <a:t>ra.</a:t>
            </a:r>
            <a:r>
              <a:rPr lang="en-US" altLang="en-US" sz="2400" dirty="0" smtClean="0">
                <a:solidFill>
                  <a:srgbClr val="000066"/>
                </a:solidFill>
              </a:rPr>
              <a:t>  </a:t>
            </a:r>
          </a:p>
        </p:txBody>
      </p:sp>
    </p:spTree>
    <p:extLst>
      <p:ext uri="{BB962C8B-B14F-4D97-AF65-F5344CB8AC3E}">
        <p14:creationId xmlns:p14="http://schemas.microsoft.com/office/powerpoint/2010/main" val="2617775741"/>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3058" name="Rectangle 2"/>
          <p:cNvSpPr>
            <a:spLocks noGrp="1" noChangeArrowheads="1"/>
          </p:cNvSpPr>
          <p:nvPr>
            <p:ph type="title" idx="4294967295"/>
          </p:nvPr>
        </p:nvSpPr>
        <p:spPr>
          <a:xfrm>
            <a:off x="838200" y="122238"/>
            <a:ext cx="8305800" cy="563562"/>
          </a:xfrm>
        </p:spPr>
        <p:txBody>
          <a:bodyPr/>
          <a:lstStyle/>
          <a:p>
            <a:pPr eaLnBrk="1" hangingPunct="1"/>
            <a:r>
              <a:rPr lang="en-US" altLang="en-US" sz="2400" smtClean="0">
                <a:solidFill>
                  <a:srgbClr val="FFFF00"/>
                </a:solidFill>
              </a:rPr>
              <a:t>Thuyết Tiến hóa của Darwin (hình ảnh vui)</a:t>
            </a:r>
          </a:p>
        </p:txBody>
      </p:sp>
      <p:pic>
        <p:nvPicPr>
          <p:cNvPr id="113667" name="Picture 5" descr="human_evolu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524000"/>
            <a:ext cx="7848600"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8" name="Rectangle 6"/>
          <p:cNvSpPr>
            <a:spLocks noChangeArrowheads="1"/>
          </p:cNvSpPr>
          <p:nvPr/>
        </p:nvSpPr>
        <p:spPr bwMode="auto">
          <a:xfrm>
            <a:off x="0" y="3429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3669" name="Rectangle 7"/>
          <p:cNvSpPr>
            <a:spLocks noChangeArrowheads="1"/>
          </p:cNvSpPr>
          <p:nvPr/>
        </p:nvSpPr>
        <p:spPr bwMode="auto">
          <a:xfrm>
            <a:off x="0" y="3429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3670" name="Rectangle 8"/>
          <p:cNvSpPr>
            <a:spLocks noChangeArrowheads="1"/>
          </p:cNvSpPr>
          <p:nvPr/>
        </p:nvSpPr>
        <p:spPr bwMode="auto">
          <a:xfrm>
            <a:off x="0" y="3429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13671" name="Rectangle 9"/>
          <p:cNvSpPr>
            <a:spLocks noChangeArrowheads="1"/>
          </p:cNvSpPr>
          <p:nvPr/>
        </p:nvSpPr>
        <p:spPr bwMode="auto">
          <a:xfrm>
            <a:off x="0" y="34290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600">
                <a:solidFill>
                  <a:schemeClr val="tx1"/>
                </a:solidFill>
                <a:latin typeface="Arial" panose="020B0604020202020204" pitchFamily="34" charset="0"/>
                <a:cs typeface="Arial" panose="020B0604020202020204" pitchFamily="34" charset="0"/>
              </a:defRPr>
            </a:lvl1pPr>
            <a:lvl2pPr marL="742950" indent="-285750" eaLnBrk="0" hangingPunct="0">
              <a:defRPr sz="1600">
                <a:solidFill>
                  <a:schemeClr val="tx1"/>
                </a:solidFill>
                <a:latin typeface="Arial" panose="020B0604020202020204" pitchFamily="34" charset="0"/>
                <a:cs typeface="Arial" panose="020B0604020202020204" pitchFamily="34" charset="0"/>
              </a:defRPr>
            </a:lvl2pPr>
            <a:lvl3pPr marL="1143000" indent="-228600" eaLnBrk="0" hangingPunct="0">
              <a:defRPr sz="1600">
                <a:solidFill>
                  <a:schemeClr val="tx1"/>
                </a:solidFill>
                <a:latin typeface="Arial" panose="020B0604020202020204" pitchFamily="34" charset="0"/>
                <a:cs typeface="Arial" panose="020B0604020202020204" pitchFamily="34" charset="0"/>
              </a:defRPr>
            </a:lvl3pPr>
            <a:lvl4pPr marL="1600200" indent="-228600" eaLnBrk="0" hangingPunct="0">
              <a:defRPr sz="1600">
                <a:solidFill>
                  <a:schemeClr val="tx1"/>
                </a:solidFill>
                <a:latin typeface="Arial" panose="020B0604020202020204" pitchFamily="34" charset="0"/>
                <a:cs typeface="Arial" panose="020B0604020202020204" pitchFamily="34" charset="0"/>
              </a:defRPr>
            </a:lvl4pPr>
            <a:lvl5pPr marL="2057400" indent="-228600" eaLnBrk="0" hangingPunct="0">
              <a:defRPr sz="1600">
                <a:solidFill>
                  <a:schemeClr val="tx1"/>
                </a:solidFill>
                <a:latin typeface="Arial" panose="020B0604020202020204" pitchFamily="34" charset="0"/>
                <a:cs typeface="Arial" panose="020B0604020202020204" pitchFamily="34" charset="0"/>
              </a:defRPr>
            </a:lvl5pPr>
            <a:lvl6pPr marL="25146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6pPr>
            <a:lvl7pPr marL="29718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7pPr>
            <a:lvl8pPr marL="34290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8pPr>
            <a:lvl9pPr marL="3886200" indent="-228600" algn="ctr" eaLnBrk="0" fontAlgn="base" hangingPunct="0">
              <a:spcBef>
                <a:spcPct val="0"/>
              </a:spcBef>
              <a:spcAft>
                <a:spcPct val="0"/>
              </a:spcAft>
              <a:defRPr sz="1600">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Tree>
    <p:extLst>
      <p:ext uri="{BB962C8B-B14F-4D97-AF65-F5344CB8AC3E}">
        <p14:creationId xmlns:p14="http://schemas.microsoft.com/office/powerpoint/2010/main" val="151069835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0" fill="hold" grpId="0" nodeType="withEffect">
                                  <p:stCondLst>
                                    <p:cond delay="0"/>
                                  </p:stCondLst>
                                  <p:childTnLst>
                                    <p:set>
                                      <p:cBhvr>
                                        <p:cTn id="6" dur="1" fill="hold">
                                          <p:stCondLst>
                                            <p:cond delay="0"/>
                                          </p:stCondLst>
                                        </p:cTn>
                                        <p:tgtEl>
                                          <p:spTgt spid="173058"/>
                                        </p:tgtEl>
                                        <p:attrNameLst>
                                          <p:attrName>style.visibility</p:attrName>
                                        </p:attrNameLst>
                                      </p:cBhvr>
                                      <p:to>
                                        <p:strVal val="visible"/>
                                      </p:to>
                                    </p:set>
                                    <p:anim calcmode="lin" valueType="num">
                                      <p:cBhvr>
                                        <p:cTn id="7" dur="500" fill="hold"/>
                                        <p:tgtEl>
                                          <p:spTgt spid="173058"/>
                                        </p:tgtEl>
                                        <p:attrNameLst>
                                          <p:attrName>ppt_w</p:attrName>
                                        </p:attrNameLst>
                                      </p:cBhvr>
                                      <p:tavLst>
                                        <p:tav tm="0">
                                          <p:val>
                                            <p:fltVal val="0"/>
                                          </p:val>
                                        </p:tav>
                                        <p:tav tm="100000">
                                          <p:val>
                                            <p:strVal val="#ppt_w"/>
                                          </p:val>
                                        </p:tav>
                                      </p:tavLst>
                                    </p:anim>
                                    <p:anim calcmode="lin" valueType="num">
                                      <p:cBhvr>
                                        <p:cTn id="8" dur="500" fill="hold"/>
                                        <p:tgtEl>
                                          <p:spTgt spid="173058"/>
                                        </p:tgtEl>
                                        <p:attrNameLst>
                                          <p:attrName>ppt_h</p:attrName>
                                        </p:attrNameLst>
                                      </p:cBhvr>
                                      <p:tavLst>
                                        <p:tav tm="0">
                                          <p:val>
                                            <p:fltVal val="0"/>
                                          </p:val>
                                        </p:tav>
                                        <p:tav tm="100000">
                                          <p:val>
                                            <p:strVal val="#ppt_h"/>
                                          </p:val>
                                        </p:tav>
                                      </p:tavLst>
                                    </p:anim>
                                    <p:animEffect transition="in" filter="fade">
                                      <p:cBhvr>
                                        <p:cTn id="9" dur="500"/>
                                        <p:tgtEl>
                                          <p:spTgt spid="173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1633538"/>
            <a:ext cx="4953000" cy="4691062"/>
          </a:xfrm>
        </p:spPr>
        <p:txBody>
          <a:bodyPr/>
          <a:lstStyle/>
          <a:p>
            <a:pPr marL="0" indent="0" algn="just">
              <a:buNone/>
            </a:pPr>
            <a:r>
              <a:rPr lang="vi-VN" sz="2400" dirty="0">
                <a:solidFill>
                  <a:srgbClr val="FF0000"/>
                </a:solidFill>
              </a:rPr>
              <a:t>Karl Marx </a:t>
            </a:r>
            <a:r>
              <a:rPr lang="vi-VN" sz="2400" dirty="0"/>
              <a:t>là một nhà triết học, kinh tế học, nhà sử học, nhà xã hội học, chính trị gia lí thuyết, nhà báo và nhà cách mạng xã hội người Đức. Sinh ra ở Trier, Đức, Marx đã học luật và triết học tại trường đại học. Ông cưới Jenny von Westphalen vào năm 1843</a:t>
            </a:r>
            <a:r>
              <a:rPr lang="vi-VN" sz="2400" dirty="0" smtClean="0"/>
              <a:t>.</a:t>
            </a:r>
            <a:endParaRPr lang="en-US" sz="2400" dirty="0" smtClean="0"/>
          </a:p>
          <a:p>
            <a:r>
              <a:rPr lang="vi-VN" dirty="0" smtClean="0"/>
              <a:t>Sin</a:t>
            </a:r>
            <a:r>
              <a:rPr lang="en-US" dirty="0" smtClean="0"/>
              <a:t>h</a:t>
            </a:r>
            <a:r>
              <a:rPr lang="vi-VN" dirty="0" smtClean="0"/>
              <a:t>:</a:t>
            </a:r>
            <a:r>
              <a:rPr lang="vi-VN" dirty="0"/>
              <a:t> 5 tháng 5, 1818, </a:t>
            </a:r>
            <a:endParaRPr lang="en-US" dirty="0" smtClean="0"/>
          </a:p>
          <a:p>
            <a:pPr marL="0" indent="0">
              <a:buNone/>
            </a:pPr>
            <a:r>
              <a:rPr lang="vi-VN" dirty="0" smtClean="0"/>
              <a:t>Trier</a:t>
            </a:r>
            <a:r>
              <a:rPr lang="vi-VN" dirty="0"/>
              <a:t>, Đức</a:t>
            </a:r>
          </a:p>
          <a:p>
            <a:r>
              <a:rPr lang="vi-VN" dirty="0"/>
              <a:t>Mất: 14 tháng </a:t>
            </a:r>
            <a:r>
              <a:rPr lang="vi-VN" dirty="0" smtClean="0"/>
              <a:t>3</a:t>
            </a:r>
            <a:r>
              <a:rPr lang="en-US" dirty="0" smtClean="0"/>
              <a:t>, 1</a:t>
            </a:r>
            <a:r>
              <a:rPr lang="vi-VN" dirty="0" smtClean="0"/>
              <a:t>883</a:t>
            </a:r>
            <a:r>
              <a:rPr lang="vi-VN" dirty="0"/>
              <a:t>, </a:t>
            </a:r>
            <a:endParaRPr lang="en-US" dirty="0" smtClean="0"/>
          </a:p>
          <a:p>
            <a:pPr marL="0" indent="0">
              <a:buNone/>
            </a:pPr>
            <a:r>
              <a:rPr lang="vi-VN" dirty="0" smtClean="0"/>
              <a:t>Luân </a:t>
            </a:r>
            <a:r>
              <a:rPr lang="vi-VN" dirty="0"/>
              <a:t>Đôn, Vương Quốc Anh</a:t>
            </a:r>
          </a:p>
          <a:p>
            <a:endParaRPr lang="en-US" sz="2400" dirty="0"/>
          </a:p>
        </p:txBody>
      </p:sp>
      <p:sp>
        <p:nvSpPr>
          <p:cNvPr id="4" name="Title 1"/>
          <p:cNvSpPr>
            <a:spLocks noGrp="1"/>
          </p:cNvSpPr>
          <p:nvPr>
            <p:ph type="title"/>
          </p:nvPr>
        </p:nvSpPr>
        <p:spPr>
          <a:xfrm>
            <a:off x="1219200" y="282575"/>
            <a:ext cx="7924800" cy="708025"/>
          </a:xfrm>
        </p:spPr>
        <p:txBody>
          <a:bodyPr/>
          <a:lstStyle/>
          <a:p>
            <a:r>
              <a:rPr lang="en-US" sz="2400" dirty="0" err="1" smtClean="0"/>
              <a:t>Nhân</a:t>
            </a:r>
            <a:r>
              <a:rPr lang="en-US" sz="2400" dirty="0" smtClean="0"/>
              <a:t> </a:t>
            </a:r>
            <a:r>
              <a:rPr lang="en-US" sz="2400" dirty="0" err="1" smtClean="0"/>
              <a:t>tố</a:t>
            </a:r>
            <a:r>
              <a:rPr lang="en-US" sz="2400" dirty="0" smtClean="0"/>
              <a:t> </a:t>
            </a:r>
            <a:r>
              <a:rPr lang="en-US" sz="2400" dirty="0" err="1" smtClean="0"/>
              <a:t>chủ</a:t>
            </a:r>
            <a:r>
              <a:rPr lang="en-US" sz="2400" dirty="0" smtClean="0"/>
              <a:t> </a:t>
            </a:r>
            <a:r>
              <a:rPr lang="en-US" sz="2400" dirty="0" err="1" smtClean="0"/>
              <a:t>quan</a:t>
            </a:r>
            <a:r>
              <a:rPr lang="en-US" sz="2400" dirty="0" smtClean="0"/>
              <a:t> </a:t>
            </a:r>
            <a:r>
              <a:rPr lang="en-US" sz="2400" dirty="0" err="1" smtClean="0"/>
              <a:t>trong</a:t>
            </a:r>
            <a:r>
              <a:rPr lang="en-US" sz="2400" dirty="0" smtClean="0"/>
              <a:t> </a:t>
            </a:r>
            <a:r>
              <a:rPr lang="en-US" sz="2400" dirty="0" err="1" smtClean="0"/>
              <a:t>sự</a:t>
            </a:r>
            <a:r>
              <a:rPr lang="en-US" sz="2400" dirty="0" smtClean="0"/>
              <a:t> </a:t>
            </a:r>
            <a:r>
              <a:rPr lang="en-US" sz="2400" dirty="0" err="1" smtClean="0"/>
              <a:t>hình</a:t>
            </a:r>
            <a:r>
              <a:rPr lang="en-US" sz="2400" dirty="0" smtClean="0"/>
              <a:t> </a:t>
            </a:r>
            <a:r>
              <a:rPr lang="en-US" sz="2400" dirty="0" err="1" smtClean="0"/>
              <a:t>thành</a:t>
            </a:r>
            <a:r>
              <a:rPr lang="en-US" sz="2400" dirty="0" smtClean="0"/>
              <a:t> </a:t>
            </a:r>
            <a:r>
              <a:rPr lang="en-US" sz="2400" dirty="0" err="1" smtClean="0"/>
              <a:t>triết</a:t>
            </a:r>
            <a:r>
              <a:rPr lang="en-US" sz="2400" dirty="0" smtClean="0"/>
              <a:t> </a:t>
            </a:r>
            <a:r>
              <a:rPr lang="en-US" sz="2400" dirty="0" err="1" smtClean="0"/>
              <a:t>học</a:t>
            </a:r>
            <a:r>
              <a:rPr lang="en-US" sz="2400" dirty="0" smtClean="0"/>
              <a:t> </a:t>
            </a:r>
            <a:r>
              <a:rPr lang="en-US" sz="2400" dirty="0" err="1" smtClean="0"/>
              <a:t>Mác</a:t>
            </a:r>
            <a:endParaRPr lang="en-US" sz="2400" dirty="0"/>
          </a:p>
        </p:txBody>
      </p:sp>
      <p:pic>
        <p:nvPicPr>
          <p:cNvPr id="5" name="Picture 4"/>
          <p:cNvPicPr>
            <a:picLocks noChangeAspect="1"/>
          </p:cNvPicPr>
          <p:nvPr/>
        </p:nvPicPr>
        <p:blipFill>
          <a:blip r:embed="rId2"/>
          <a:stretch>
            <a:fillRect/>
          </a:stretch>
        </p:blipFill>
        <p:spPr>
          <a:xfrm>
            <a:off x="5105400" y="1828800"/>
            <a:ext cx="4038600" cy="3733800"/>
          </a:xfrm>
          <a:prstGeom prst="rect">
            <a:avLst/>
          </a:prstGeom>
        </p:spPr>
      </p:pic>
    </p:spTree>
    <p:extLst>
      <p:ext uri="{BB962C8B-B14F-4D97-AF65-F5344CB8AC3E}">
        <p14:creationId xmlns:p14="http://schemas.microsoft.com/office/powerpoint/2010/main" val="41137108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82575"/>
            <a:ext cx="7086600" cy="555625"/>
          </a:xfrm>
        </p:spPr>
        <p:txBody>
          <a:bodyPr/>
          <a:lstStyle/>
          <a:p>
            <a:r>
              <a:rPr lang="vi-VN" dirty="0">
                <a:solidFill>
                  <a:srgbClr val="FF0000"/>
                </a:solidFill>
              </a:rPr>
              <a:t>Friedrich Engels </a:t>
            </a:r>
            <a:endParaRPr lang="en-US" dirty="0">
              <a:solidFill>
                <a:srgbClr val="FF0000"/>
              </a:solidFill>
            </a:endParaRPr>
          </a:p>
        </p:txBody>
      </p:sp>
      <p:sp>
        <p:nvSpPr>
          <p:cNvPr id="3" name="Content Placeholder 2"/>
          <p:cNvSpPr>
            <a:spLocks noGrp="1"/>
          </p:cNvSpPr>
          <p:nvPr>
            <p:ph idx="1"/>
          </p:nvPr>
        </p:nvSpPr>
        <p:spPr>
          <a:xfrm>
            <a:off x="152400" y="1633538"/>
            <a:ext cx="4648200" cy="4691062"/>
          </a:xfrm>
        </p:spPr>
        <p:txBody>
          <a:bodyPr/>
          <a:lstStyle/>
          <a:p>
            <a:pPr marL="0" indent="0" algn="just">
              <a:buNone/>
            </a:pPr>
            <a:r>
              <a:rPr lang="vi-VN" sz="2400" dirty="0" smtClean="0"/>
              <a:t>Nhà lý </a:t>
            </a:r>
            <a:r>
              <a:rPr lang="vi-VN" sz="2400" dirty="0"/>
              <a:t>luận chính trị, một triết gia và nhà khoa học người Đức nổi bật thế kỷ 19, người cùng với Karl Marx đã sáng lập và phát triển chủ nghĩa cộng sản, là lãnh tụ của phong trào công nhân thế giới và Quốc tế cộng sản 1. </a:t>
            </a:r>
            <a:endParaRPr lang="en-US" sz="2400" dirty="0" smtClean="0"/>
          </a:p>
          <a:p>
            <a:pPr marL="0" indent="0" algn="just">
              <a:buNone/>
            </a:pPr>
            <a:r>
              <a:rPr lang="vi-VN" sz="2400" dirty="0" smtClean="0"/>
              <a:t>Ông </a:t>
            </a:r>
            <a:r>
              <a:rPr lang="vi-VN" sz="2400" dirty="0"/>
              <a:t>cùng với Karl Marx là đồng tác giả của bản Tuyên ngôn của Đảng Cộng </a:t>
            </a:r>
            <a:r>
              <a:rPr lang="vi-VN" sz="2400" dirty="0" smtClean="0"/>
              <a:t>sả</a:t>
            </a:r>
            <a:r>
              <a:rPr lang="en-US" sz="2400" dirty="0" smtClean="0"/>
              <a:t>n…</a:t>
            </a:r>
          </a:p>
          <a:p>
            <a:pPr marL="0" indent="0" algn="just">
              <a:buNone/>
            </a:pPr>
            <a:r>
              <a:rPr lang="vi-VN" sz="2400" b="1" dirty="0" smtClean="0"/>
              <a:t>Sinh</a:t>
            </a:r>
            <a:r>
              <a:rPr lang="vi-VN" sz="2400" b="1" dirty="0"/>
              <a:t>: </a:t>
            </a:r>
            <a:r>
              <a:rPr lang="vi-VN" sz="2400" dirty="0" smtClean="0"/>
              <a:t>28</a:t>
            </a:r>
            <a:r>
              <a:rPr lang="en-US" sz="2400" dirty="0"/>
              <a:t>/</a:t>
            </a:r>
            <a:r>
              <a:rPr lang="vi-VN" sz="2400" dirty="0" smtClean="0"/>
              <a:t>11</a:t>
            </a:r>
            <a:r>
              <a:rPr lang="en-US" sz="2400" dirty="0" smtClean="0"/>
              <a:t>/</a:t>
            </a:r>
            <a:r>
              <a:rPr lang="vi-VN" sz="2400" dirty="0" smtClean="0"/>
              <a:t>1820</a:t>
            </a:r>
            <a:r>
              <a:rPr lang="vi-VN" sz="2400" dirty="0"/>
              <a:t>, Barmen, </a:t>
            </a:r>
            <a:r>
              <a:rPr lang="vi-VN" sz="2400" dirty="0" smtClean="0"/>
              <a:t>Đứ</a:t>
            </a:r>
            <a:r>
              <a:rPr lang="en-US" sz="2400" dirty="0" smtClean="0"/>
              <a:t>c </a:t>
            </a:r>
            <a:endParaRPr lang="vi-VN" sz="2400" dirty="0"/>
          </a:p>
          <a:p>
            <a:pPr marL="0" indent="0">
              <a:buNone/>
            </a:pPr>
            <a:r>
              <a:rPr lang="vi-VN" sz="2400" b="1" dirty="0"/>
              <a:t>Mất: </a:t>
            </a:r>
            <a:r>
              <a:rPr lang="vi-VN" sz="2400" dirty="0" smtClean="0"/>
              <a:t>5</a:t>
            </a:r>
            <a:r>
              <a:rPr lang="en-US" sz="2400" dirty="0" smtClean="0"/>
              <a:t>/</a:t>
            </a:r>
            <a:r>
              <a:rPr lang="vi-VN" sz="2400" dirty="0" smtClean="0"/>
              <a:t>8</a:t>
            </a:r>
            <a:r>
              <a:rPr lang="en-US" sz="2400" dirty="0"/>
              <a:t>/</a:t>
            </a:r>
            <a:r>
              <a:rPr lang="vi-VN" sz="2400" dirty="0" smtClean="0"/>
              <a:t> </a:t>
            </a:r>
            <a:r>
              <a:rPr lang="vi-VN" sz="2400" dirty="0"/>
              <a:t>1895, Luân Đôn, Vương Quốc </a:t>
            </a:r>
            <a:r>
              <a:rPr lang="vi-VN" sz="2400" dirty="0" smtClean="0"/>
              <a:t>Anh</a:t>
            </a:r>
            <a:endParaRPr lang="en-US" sz="2400" dirty="0"/>
          </a:p>
        </p:txBody>
      </p:sp>
      <p:pic>
        <p:nvPicPr>
          <p:cNvPr id="4" name="Picture 3"/>
          <p:cNvPicPr>
            <a:picLocks noChangeAspect="1"/>
          </p:cNvPicPr>
          <p:nvPr/>
        </p:nvPicPr>
        <p:blipFill>
          <a:blip r:embed="rId2"/>
          <a:stretch>
            <a:fillRect/>
          </a:stretch>
        </p:blipFill>
        <p:spPr>
          <a:xfrm>
            <a:off x="4953000" y="1633538"/>
            <a:ext cx="4038600" cy="4538662"/>
          </a:xfrm>
          <a:prstGeom prst="rect">
            <a:avLst/>
          </a:prstGeom>
        </p:spPr>
      </p:pic>
    </p:spTree>
    <p:extLst>
      <p:ext uri="{BB962C8B-B14F-4D97-AF65-F5344CB8AC3E}">
        <p14:creationId xmlns:p14="http://schemas.microsoft.com/office/powerpoint/2010/main" val="9571819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82575"/>
            <a:ext cx="7391400" cy="944563"/>
          </a:xfrm>
        </p:spPr>
        <p:txBody>
          <a:bodyPr/>
          <a:lstStyle/>
          <a:p>
            <a:pPr lvl="1"/>
            <a:r>
              <a:rPr lang="vi-VN" sz="2400" dirty="0"/>
              <a:t>NHỮNG GIAI ĐOẠN CHỦ YẾU TRONG SỰ HÌNH THÀNH VÀ PHÁT TRIỂN CỦA TRIẾT HỌC </a:t>
            </a:r>
            <a:r>
              <a:rPr lang="vi-VN" sz="2400" dirty="0" smtClean="0"/>
              <a:t>MÁC</a:t>
            </a:r>
            <a:endParaRPr lang="en-US" sz="2400" dirty="0"/>
          </a:p>
        </p:txBody>
      </p:sp>
      <p:sp>
        <p:nvSpPr>
          <p:cNvPr id="3" name="Content Placeholder 2"/>
          <p:cNvSpPr>
            <a:spLocks noGrp="1"/>
          </p:cNvSpPr>
          <p:nvPr>
            <p:ph idx="1"/>
          </p:nvPr>
        </p:nvSpPr>
        <p:spPr>
          <a:xfrm>
            <a:off x="152400" y="1633538"/>
            <a:ext cx="8686800" cy="4995862"/>
          </a:xfrm>
        </p:spPr>
        <p:txBody>
          <a:bodyPr/>
          <a:lstStyle/>
          <a:p>
            <a:pPr marL="457200" algn="just">
              <a:buFont typeface="Wingdings" panose="05000000000000000000" pitchFamily="2" charset="2"/>
              <a:buChar char="Ø"/>
            </a:pPr>
            <a:r>
              <a:rPr lang="vi-VN" sz="2400" b="1" dirty="0" smtClean="0"/>
              <a:t>Quá </a:t>
            </a:r>
            <a:r>
              <a:rPr lang="vi-VN" sz="2400" b="1" dirty="0"/>
              <a:t>trình chuyển biến tư tưởng của C. Mác và Ph.Ăngghen từ chủ nghĩa duy tâm  và chủ nghĩa dân chủ cách mạng sang chủ nghĩa duy vật và chủ nghĩa cộng </a:t>
            </a:r>
            <a:r>
              <a:rPr lang="vi-VN" sz="2400" b="1" dirty="0" smtClean="0"/>
              <a:t>sản</a:t>
            </a:r>
            <a:r>
              <a:rPr lang="en-US" sz="2400" b="1" dirty="0"/>
              <a:t> </a:t>
            </a:r>
            <a:r>
              <a:rPr lang="en-US" sz="2400" b="1" dirty="0" smtClean="0"/>
              <a:t>(1841-1844)</a:t>
            </a:r>
          </a:p>
          <a:p>
            <a:pPr marL="457200" algn="just">
              <a:buFont typeface="Wingdings" panose="05000000000000000000" pitchFamily="2" charset="2"/>
              <a:buChar char="Ø"/>
            </a:pPr>
            <a:endParaRPr lang="en-US" sz="2400" dirty="0"/>
          </a:p>
          <a:p>
            <a:pPr marL="342900" lvl="1" indent="-342900" algn="just">
              <a:buFont typeface="Wingdings" panose="05000000000000000000" pitchFamily="2" charset="2"/>
              <a:buChar char="Ø"/>
            </a:pPr>
            <a:r>
              <a:rPr lang="vi-VN" sz="2400" b="1" dirty="0"/>
              <a:t>Giai đoạn đề xuất những nguyên lý triết học duy vật biện chứng và duy vật lịch sử. Giai đoạn từ năm </a:t>
            </a:r>
            <a:r>
              <a:rPr lang="en-US" sz="2400" b="1" dirty="0" smtClean="0"/>
              <a:t>(</a:t>
            </a:r>
            <a:r>
              <a:rPr lang="vi-VN" sz="2400" b="1" dirty="0" smtClean="0"/>
              <a:t>1844 </a:t>
            </a:r>
            <a:r>
              <a:rPr lang="vi-VN" sz="2400" b="1" dirty="0"/>
              <a:t>đến năm </a:t>
            </a:r>
            <a:r>
              <a:rPr lang="vi-VN" sz="2400" b="1" dirty="0" smtClean="0"/>
              <a:t>1848</a:t>
            </a:r>
            <a:r>
              <a:rPr lang="en-US" sz="2400" b="1" dirty="0" smtClean="0"/>
              <a:t>)</a:t>
            </a:r>
          </a:p>
          <a:p>
            <a:pPr marL="342900" lvl="1" indent="-342900" algn="just">
              <a:buFont typeface="Wingdings" panose="05000000000000000000" pitchFamily="2" charset="2"/>
              <a:buChar char="Ø"/>
            </a:pPr>
            <a:endParaRPr lang="en-US" sz="2400" b="1" dirty="0"/>
          </a:p>
          <a:p>
            <a:pPr marL="342900" lvl="1" indent="-342900" algn="just">
              <a:buFont typeface="Wingdings" panose="05000000000000000000" pitchFamily="2" charset="2"/>
              <a:buChar char="Ø"/>
            </a:pPr>
            <a:r>
              <a:rPr lang="vi-VN" sz="2400" b="1" dirty="0"/>
              <a:t>Giai đoạn Mác và Ăngghen bổ sung và phát triển </a:t>
            </a:r>
            <a:r>
              <a:rPr lang="en-US" sz="2400" b="1" dirty="0" err="1" smtClean="0"/>
              <a:t>toàn</a:t>
            </a:r>
            <a:r>
              <a:rPr lang="en-US" sz="2400" b="1" dirty="0" smtClean="0"/>
              <a:t> </a:t>
            </a:r>
            <a:r>
              <a:rPr lang="en-US" sz="2400" b="1" dirty="0" err="1" smtClean="0"/>
              <a:t>diện</a:t>
            </a:r>
            <a:r>
              <a:rPr lang="en-US" sz="2400" b="1" dirty="0" smtClean="0"/>
              <a:t> </a:t>
            </a:r>
            <a:r>
              <a:rPr lang="vi-VN" sz="2400" b="1" dirty="0" smtClean="0"/>
              <a:t>lý </a:t>
            </a:r>
            <a:r>
              <a:rPr lang="vi-VN" sz="2400" b="1" dirty="0"/>
              <a:t>luận triết </a:t>
            </a:r>
            <a:r>
              <a:rPr lang="vi-VN" sz="2400" b="1" dirty="0" smtClean="0"/>
              <a:t>học</a:t>
            </a:r>
            <a:r>
              <a:rPr lang="en-US" sz="2400" b="1" dirty="0" smtClean="0"/>
              <a:t> (1848-1895)</a:t>
            </a:r>
            <a:endParaRPr lang="en-US" sz="2400" b="1" dirty="0"/>
          </a:p>
          <a:p>
            <a:pPr algn="just"/>
            <a:endParaRPr lang="en-US" sz="2400" dirty="0"/>
          </a:p>
        </p:txBody>
      </p:sp>
    </p:spTree>
    <p:extLst>
      <p:ext uri="{BB962C8B-B14F-4D97-AF65-F5344CB8AC3E}">
        <p14:creationId xmlns:p14="http://schemas.microsoft.com/office/powerpoint/2010/main" val="169724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82575"/>
            <a:ext cx="7696200" cy="944563"/>
          </a:xfrm>
        </p:spPr>
        <p:txBody>
          <a:bodyPr/>
          <a:lstStyle/>
          <a:p>
            <a:pPr lvl="1"/>
            <a:r>
              <a:rPr lang="vi-VN" sz="2800" dirty="0" smtClean="0"/>
              <a:t>Thực chất và ý nghĩa cuộc cách mạng trong triết học do Mác và Ăngghen thực hiện</a:t>
            </a:r>
            <a:endParaRPr lang="en-US" sz="2800" dirty="0"/>
          </a:p>
        </p:txBody>
      </p:sp>
      <p:sp>
        <p:nvSpPr>
          <p:cNvPr id="3" name="Content Placeholder 2"/>
          <p:cNvSpPr>
            <a:spLocks noGrp="1"/>
          </p:cNvSpPr>
          <p:nvPr>
            <p:ph idx="1"/>
          </p:nvPr>
        </p:nvSpPr>
        <p:spPr/>
        <p:txBody>
          <a:bodyPr/>
          <a:lstStyle/>
          <a:p>
            <a:pPr marL="0" indent="0">
              <a:buNone/>
            </a:pPr>
            <a:r>
              <a:rPr lang="en-US" altLang="en-US" sz="3200" dirty="0" smtClean="0">
                <a:solidFill>
                  <a:srgbClr val="2B08AA"/>
                </a:solidFill>
              </a:rPr>
              <a:t>1. </a:t>
            </a:r>
            <a:r>
              <a:rPr lang="en-US" altLang="en-US" sz="3200" dirty="0" err="1" smtClean="0">
                <a:solidFill>
                  <a:srgbClr val="2B08AA"/>
                </a:solidFill>
              </a:rPr>
              <a:t>Khắc</a:t>
            </a:r>
            <a:r>
              <a:rPr lang="en-US" altLang="en-US" sz="3200" dirty="0" smtClean="0">
                <a:solidFill>
                  <a:srgbClr val="2B08AA"/>
                </a:solidFill>
              </a:rPr>
              <a:t> </a:t>
            </a:r>
            <a:r>
              <a:rPr lang="en-US" altLang="en-US" sz="3200" dirty="0" err="1" smtClean="0">
                <a:solidFill>
                  <a:srgbClr val="2B08AA"/>
                </a:solidFill>
              </a:rPr>
              <a:t>phục</a:t>
            </a:r>
            <a:r>
              <a:rPr lang="en-US" altLang="en-US" sz="3200" dirty="0" smtClean="0">
                <a:solidFill>
                  <a:srgbClr val="2B08AA"/>
                </a:solidFill>
              </a:rPr>
              <a:t> </a:t>
            </a:r>
            <a:r>
              <a:rPr lang="en-US" altLang="en-US" sz="3200" dirty="0" err="1">
                <a:solidFill>
                  <a:srgbClr val="2B08AA"/>
                </a:solidFill>
              </a:rPr>
              <a:t>hạn</a:t>
            </a:r>
            <a:r>
              <a:rPr lang="en-US" altLang="en-US" sz="3200" dirty="0">
                <a:solidFill>
                  <a:srgbClr val="2B08AA"/>
                </a:solidFill>
              </a:rPr>
              <a:t> </a:t>
            </a:r>
            <a:r>
              <a:rPr lang="en-US" altLang="en-US" sz="3200" dirty="0" err="1">
                <a:solidFill>
                  <a:srgbClr val="2B08AA"/>
                </a:solidFill>
              </a:rPr>
              <a:t>chế</a:t>
            </a:r>
            <a:r>
              <a:rPr lang="en-US" altLang="en-US" sz="3200" dirty="0">
                <a:solidFill>
                  <a:srgbClr val="2B08AA"/>
                </a:solidFill>
              </a:rPr>
              <a:t> </a:t>
            </a:r>
            <a:r>
              <a:rPr lang="en-US" altLang="en-US" sz="3200" dirty="0" err="1">
                <a:solidFill>
                  <a:srgbClr val="2B08AA"/>
                </a:solidFill>
              </a:rPr>
              <a:t>của</a:t>
            </a:r>
            <a:r>
              <a:rPr lang="en-US" altLang="en-US" sz="3200" dirty="0">
                <a:solidFill>
                  <a:srgbClr val="2B08AA"/>
                </a:solidFill>
              </a:rPr>
              <a:t> </a:t>
            </a:r>
            <a:r>
              <a:rPr lang="en-US" altLang="en-US" sz="3200" dirty="0" err="1">
                <a:solidFill>
                  <a:srgbClr val="2B08AA"/>
                </a:solidFill>
              </a:rPr>
              <a:t>chủ</a:t>
            </a:r>
            <a:r>
              <a:rPr lang="en-US" altLang="en-US" sz="3200" dirty="0">
                <a:solidFill>
                  <a:srgbClr val="2B08AA"/>
                </a:solidFill>
              </a:rPr>
              <a:t> </a:t>
            </a:r>
            <a:r>
              <a:rPr lang="en-US" altLang="en-US" sz="3200" dirty="0" err="1">
                <a:solidFill>
                  <a:srgbClr val="2B08AA"/>
                </a:solidFill>
              </a:rPr>
              <a:t>nghĩa</a:t>
            </a:r>
            <a:r>
              <a:rPr lang="en-US" altLang="en-US" sz="3200" dirty="0">
                <a:solidFill>
                  <a:srgbClr val="2B08AA"/>
                </a:solidFill>
              </a:rPr>
              <a:t> </a:t>
            </a:r>
            <a:r>
              <a:rPr lang="en-US" altLang="en-US" sz="3200" dirty="0" err="1">
                <a:solidFill>
                  <a:srgbClr val="2B08AA"/>
                </a:solidFill>
              </a:rPr>
              <a:t>duy</a:t>
            </a:r>
            <a:r>
              <a:rPr lang="en-US" altLang="en-US" sz="3200" dirty="0">
                <a:solidFill>
                  <a:srgbClr val="2B08AA"/>
                </a:solidFill>
              </a:rPr>
              <a:t> </a:t>
            </a:r>
            <a:r>
              <a:rPr lang="en-US" altLang="en-US" sz="3200" dirty="0" err="1">
                <a:solidFill>
                  <a:srgbClr val="2B08AA"/>
                </a:solidFill>
              </a:rPr>
              <a:t>vật</a:t>
            </a:r>
            <a:r>
              <a:rPr lang="en-US" altLang="en-US" sz="3200" dirty="0">
                <a:solidFill>
                  <a:srgbClr val="2B08AA"/>
                </a:solidFill>
              </a:rPr>
              <a:t> </a:t>
            </a:r>
            <a:r>
              <a:rPr lang="en-US" altLang="en-US" sz="3200" dirty="0" err="1">
                <a:solidFill>
                  <a:srgbClr val="2B08AA"/>
                </a:solidFill>
              </a:rPr>
              <a:t>và</a:t>
            </a:r>
            <a:r>
              <a:rPr lang="en-US" altLang="en-US" sz="3200" dirty="0">
                <a:solidFill>
                  <a:srgbClr val="2B08AA"/>
                </a:solidFill>
              </a:rPr>
              <a:t> </a:t>
            </a:r>
            <a:r>
              <a:rPr lang="en-US" altLang="en-US" sz="3200" dirty="0" err="1">
                <a:solidFill>
                  <a:srgbClr val="2B08AA"/>
                </a:solidFill>
              </a:rPr>
              <a:t>phép</a:t>
            </a:r>
            <a:r>
              <a:rPr lang="en-US" altLang="en-US" sz="3200" dirty="0">
                <a:solidFill>
                  <a:srgbClr val="2B08AA"/>
                </a:solidFill>
              </a:rPr>
              <a:t> </a:t>
            </a:r>
            <a:r>
              <a:rPr lang="en-US" altLang="en-US" sz="3200" dirty="0" err="1">
                <a:solidFill>
                  <a:srgbClr val="2B08AA"/>
                </a:solidFill>
              </a:rPr>
              <a:t>biện</a:t>
            </a:r>
            <a:r>
              <a:rPr lang="en-US" altLang="en-US" sz="3200" dirty="0">
                <a:solidFill>
                  <a:srgbClr val="2B08AA"/>
                </a:solidFill>
              </a:rPr>
              <a:t> </a:t>
            </a:r>
            <a:r>
              <a:rPr lang="en-US" altLang="en-US" sz="3200" dirty="0" err="1">
                <a:solidFill>
                  <a:srgbClr val="2B08AA"/>
                </a:solidFill>
              </a:rPr>
              <a:t>chứng</a:t>
            </a:r>
            <a:r>
              <a:rPr lang="en-US" altLang="en-US" sz="3200" dirty="0">
                <a:solidFill>
                  <a:srgbClr val="2B08AA"/>
                </a:solidFill>
              </a:rPr>
              <a:t> </a:t>
            </a:r>
            <a:r>
              <a:rPr lang="en-US" altLang="en-US" sz="3200" dirty="0" err="1">
                <a:solidFill>
                  <a:srgbClr val="2B08AA"/>
                </a:solidFill>
              </a:rPr>
              <a:t>thời</a:t>
            </a:r>
            <a:r>
              <a:rPr lang="en-US" altLang="en-US" sz="3200" dirty="0">
                <a:solidFill>
                  <a:srgbClr val="2B08AA"/>
                </a:solidFill>
              </a:rPr>
              <a:t> </a:t>
            </a:r>
            <a:r>
              <a:rPr lang="en-US" altLang="en-US" sz="3200" dirty="0" err="1" smtClean="0">
                <a:solidFill>
                  <a:srgbClr val="2B08AA"/>
                </a:solidFill>
              </a:rPr>
              <a:t>trước</a:t>
            </a:r>
            <a:r>
              <a:rPr lang="en-US" altLang="en-US" sz="3200" dirty="0" smtClean="0">
                <a:solidFill>
                  <a:srgbClr val="2B08AA"/>
                </a:solidFill>
              </a:rPr>
              <a:t> =&gt; </a:t>
            </a:r>
            <a:r>
              <a:rPr lang="en-US" altLang="en-US" sz="3200" dirty="0" err="1" smtClean="0">
                <a:solidFill>
                  <a:srgbClr val="2B08AA"/>
                </a:solidFill>
              </a:rPr>
              <a:t>xác</a:t>
            </a:r>
            <a:r>
              <a:rPr lang="en-US" altLang="en-US" sz="3200" dirty="0" smtClean="0">
                <a:solidFill>
                  <a:srgbClr val="2B08AA"/>
                </a:solidFill>
              </a:rPr>
              <a:t> </a:t>
            </a:r>
            <a:r>
              <a:rPr lang="en-US" altLang="en-US" sz="3200" dirty="0" err="1">
                <a:solidFill>
                  <a:srgbClr val="2B08AA"/>
                </a:solidFill>
              </a:rPr>
              <a:t>lập</a:t>
            </a:r>
            <a:r>
              <a:rPr lang="en-US" altLang="en-US" sz="3200" dirty="0">
                <a:solidFill>
                  <a:srgbClr val="2B08AA"/>
                </a:solidFill>
              </a:rPr>
              <a:t> </a:t>
            </a:r>
            <a:r>
              <a:rPr lang="en-US" altLang="en-US" sz="3200" dirty="0" err="1">
                <a:solidFill>
                  <a:srgbClr val="2B08AA"/>
                </a:solidFill>
              </a:rPr>
              <a:t>hình</a:t>
            </a:r>
            <a:r>
              <a:rPr lang="en-US" altLang="en-US" sz="3200" dirty="0">
                <a:solidFill>
                  <a:srgbClr val="2B08AA"/>
                </a:solidFill>
              </a:rPr>
              <a:t> </a:t>
            </a:r>
            <a:r>
              <a:rPr lang="en-US" altLang="en-US" sz="3200" dirty="0" err="1">
                <a:solidFill>
                  <a:srgbClr val="2B08AA"/>
                </a:solidFill>
              </a:rPr>
              <a:t>thức</a:t>
            </a:r>
            <a:r>
              <a:rPr lang="en-US" altLang="en-US" sz="3200" dirty="0">
                <a:solidFill>
                  <a:srgbClr val="2B08AA"/>
                </a:solidFill>
              </a:rPr>
              <a:t> </a:t>
            </a:r>
            <a:r>
              <a:rPr lang="en-US" altLang="en-US" sz="3200" dirty="0" err="1">
                <a:solidFill>
                  <a:srgbClr val="2B08AA"/>
                </a:solidFill>
              </a:rPr>
              <a:t>thứ</a:t>
            </a:r>
            <a:r>
              <a:rPr lang="en-US" altLang="en-US" sz="3200" dirty="0">
                <a:solidFill>
                  <a:srgbClr val="2B08AA"/>
                </a:solidFill>
              </a:rPr>
              <a:t> </a:t>
            </a:r>
            <a:r>
              <a:rPr lang="en-US" altLang="en-US" sz="3200" dirty="0" err="1">
                <a:solidFill>
                  <a:srgbClr val="2B08AA"/>
                </a:solidFill>
              </a:rPr>
              <a:t>ba</a:t>
            </a:r>
            <a:r>
              <a:rPr lang="en-US" altLang="en-US" sz="3200" dirty="0">
                <a:solidFill>
                  <a:srgbClr val="2B08AA"/>
                </a:solidFill>
              </a:rPr>
              <a:t>, hay </a:t>
            </a:r>
            <a:r>
              <a:rPr lang="en-US" altLang="en-US" sz="3200" dirty="0" err="1">
                <a:solidFill>
                  <a:srgbClr val="2B08AA"/>
                </a:solidFill>
              </a:rPr>
              <a:t>hình</a:t>
            </a:r>
            <a:r>
              <a:rPr lang="en-US" altLang="en-US" sz="3200" dirty="0">
                <a:solidFill>
                  <a:srgbClr val="2B08AA"/>
                </a:solidFill>
              </a:rPr>
              <a:t> </a:t>
            </a:r>
            <a:r>
              <a:rPr lang="en-US" altLang="en-US" sz="3200" dirty="0" err="1">
                <a:solidFill>
                  <a:srgbClr val="2B08AA"/>
                </a:solidFill>
              </a:rPr>
              <a:t>thức</a:t>
            </a:r>
            <a:r>
              <a:rPr lang="en-US" altLang="en-US" sz="3200" dirty="0">
                <a:solidFill>
                  <a:srgbClr val="2B08AA"/>
                </a:solidFill>
              </a:rPr>
              <a:t> </a:t>
            </a:r>
            <a:r>
              <a:rPr lang="en-US" altLang="en-US" sz="3200" dirty="0" err="1">
                <a:solidFill>
                  <a:srgbClr val="2B08AA"/>
                </a:solidFill>
              </a:rPr>
              <a:t>hiện</a:t>
            </a:r>
            <a:r>
              <a:rPr lang="en-US" altLang="en-US" sz="3200" dirty="0">
                <a:solidFill>
                  <a:srgbClr val="2B08AA"/>
                </a:solidFill>
              </a:rPr>
              <a:t> </a:t>
            </a:r>
            <a:r>
              <a:rPr lang="en-US" altLang="en-US" sz="3200" dirty="0" err="1">
                <a:solidFill>
                  <a:srgbClr val="2B08AA"/>
                </a:solidFill>
              </a:rPr>
              <a:t>đại</a:t>
            </a:r>
            <a:r>
              <a:rPr lang="en-US" altLang="en-US" sz="3200" dirty="0">
                <a:solidFill>
                  <a:srgbClr val="2B08AA"/>
                </a:solidFill>
              </a:rPr>
              <a:t> </a:t>
            </a:r>
            <a:r>
              <a:rPr lang="en-US" altLang="en-US" sz="3200" dirty="0" err="1">
                <a:solidFill>
                  <a:srgbClr val="2B08AA"/>
                </a:solidFill>
              </a:rPr>
              <a:t>của</a:t>
            </a:r>
            <a:r>
              <a:rPr lang="en-US" altLang="en-US" sz="3200" dirty="0">
                <a:solidFill>
                  <a:srgbClr val="2B08AA"/>
                </a:solidFill>
              </a:rPr>
              <a:t> CNDV – CNDVBC </a:t>
            </a:r>
            <a:r>
              <a:rPr lang="en-US" altLang="en-US" sz="3200" dirty="0" err="1">
                <a:solidFill>
                  <a:srgbClr val="2B08AA"/>
                </a:solidFill>
              </a:rPr>
              <a:t>và</a:t>
            </a:r>
            <a:r>
              <a:rPr lang="en-US" altLang="en-US" sz="3200" dirty="0">
                <a:solidFill>
                  <a:srgbClr val="2B08AA"/>
                </a:solidFill>
              </a:rPr>
              <a:t> </a:t>
            </a:r>
            <a:r>
              <a:rPr lang="en-US" altLang="en-US" sz="3200" dirty="0" err="1">
                <a:solidFill>
                  <a:srgbClr val="2B08AA"/>
                </a:solidFill>
              </a:rPr>
              <a:t>hình</a:t>
            </a:r>
            <a:r>
              <a:rPr lang="en-US" altLang="en-US" sz="3200" dirty="0">
                <a:solidFill>
                  <a:srgbClr val="2B08AA"/>
                </a:solidFill>
              </a:rPr>
              <a:t> </a:t>
            </a:r>
            <a:r>
              <a:rPr lang="en-US" altLang="en-US" sz="3200" dirty="0" err="1">
                <a:solidFill>
                  <a:srgbClr val="2B08AA"/>
                </a:solidFill>
              </a:rPr>
              <a:t>thức</a:t>
            </a:r>
            <a:r>
              <a:rPr lang="en-US" altLang="en-US" sz="3200" dirty="0">
                <a:solidFill>
                  <a:srgbClr val="2B08AA"/>
                </a:solidFill>
              </a:rPr>
              <a:t> </a:t>
            </a:r>
            <a:r>
              <a:rPr lang="en-US" altLang="en-US" sz="3200" dirty="0" err="1">
                <a:solidFill>
                  <a:srgbClr val="2B08AA"/>
                </a:solidFill>
              </a:rPr>
              <a:t>hiện</a:t>
            </a:r>
            <a:r>
              <a:rPr lang="en-US" altLang="en-US" sz="3200" dirty="0">
                <a:solidFill>
                  <a:srgbClr val="2B08AA"/>
                </a:solidFill>
              </a:rPr>
              <a:t> </a:t>
            </a:r>
            <a:r>
              <a:rPr lang="en-US" altLang="en-US" sz="3200" dirty="0" err="1">
                <a:solidFill>
                  <a:srgbClr val="2B08AA"/>
                </a:solidFill>
              </a:rPr>
              <a:t>đại</a:t>
            </a:r>
            <a:r>
              <a:rPr lang="en-US" altLang="en-US" sz="3200" dirty="0">
                <a:solidFill>
                  <a:srgbClr val="2B08AA"/>
                </a:solidFill>
              </a:rPr>
              <a:t> </a:t>
            </a:r>
            <a:r>
              <a:rPr lang="en-US" altLang="en-US" sz="3200" dirty="0" err="1">
                <a:solidFill>
                  <a:srgbClr val="2B08AA"/>
                </a:solidFill>
              </a:rPr>
              <a:t>của</a:t>
            </a:r>
            <a:r>
              <a:rPr lang="en-US" altLang="en-US" sz="3200" dirty="0">
                <a:solidFill>
                  <a:srgbClr val="2B08AA"/>
                </a:solidFill>
              </a:rPr>
              <a:t> </a:t>
            </a:r>
            <a:r>
              <a:rPr lang="en-US" altLang="en-US" sz="3200" dirty="0" err="1">
                <a:solidFill>
                  <a:srgbClr val="2B08AA"/>
                </a:solidFill>
              </a:rPr>
              <a:t>phép</a:t>
            </a:r>
            <a:r>
              <a:rPr lang="en-US" altLang="en-US" sz="3200" dirty="0">
                <a:solidFill>
                  <a:srgbClr val="2B08AA"/>
                </a:solidFill>
              </a:rPr>
              <a:t> </a:t>
            </a:r>
            <a:r>
              <a:rPr lang="en-US" altLang="en-US" sz="3200" dirty="0" err="1">
                <a:solidFill>
                  <a:srgbClr val="2B08AA"/>
                </a:solidFill>
              </a:rPr>
              <a:t>biện</a:t>
            </a:r>
            <a:r>
              <a:rPr lang="en-US" altLang="en-US" sz="3200" dirty="0">
                <a:solidFill>
                  <a:srgbClr val="2B08AA"/>
                </a:solidFill>
              </a:rPr>
              <a:t> </a:t>
            </a:r>
            <a:r>
              <a:rPr lang="en-US" altLang="en-US" sz="3200" dirty="0" err="1">
                <a:solidFill>
                  <a:srgbClr val="2B08AA"/>
                </a:solidFill>
              </a:rPr>
              <a:t>chứng</a:t>
            </a:r>
            <a:r>
              <a:rPr lang="en-US" altLang="en-US" sz="3200" dirty="0">
                <a:solidFill>
                  <a:srgbClr val="2B08AA"/>
                </a:solidFill>
              </a:rPr>
              <a:t> – </a:t>
            </a:r>
            <a:r>
              <a:rPr lang="en-US" altLang="en-US" sz="3200" dirty="0" err="1">
                <a:solidFill>
                  <a:srgbClr val="2B08AA"/>
                </a:solidFill>
              </a:rPr>
              <a:t>phép</a:t>
            </a:r>
            <a:r>
              <a:rPr lang="en-US" altLang="en-US" sz="3200" dirty="0">
                <a:solidFill>
                  <a:srgbClr val="2B08AA"/>
                </a:solidFill>
              </a:rPr>
              <a:t> </a:t>
            </a:r>
            <a:r>
              <a:rPr lang="en-US" altLang="en-US" sz="3200" dirty="0" smtClean="0">
                <a:solidFill>
                  <a:srgbClr val="2B08AA"/>
                </a:solidFill>
              </a:rPr>
              <a:t>BCDV,</a:t>
            </a:r>
          </a:p>
          <a:p>
            <a:pPr marL="914400" lvl="2" indent="0">
              <a:buNone/>
            </a:pPr>
            <a:r>
              <a:rPr lang="en-US" altLang="en-US" sz="2500" dirty="0" err="1" smtClean="0">
                <a:solidFill>
                  <a:srgbClr val="FF0000"/>
                </a:solidFill>
              </a:rPr>
              <a:t>Khắc</a:t>
            </a:r>
            <a:r>
              <a:rPr lang="en-US" altLang="en-US" sz="2500" dirty="0" smtClean="0">
                <a:solidFill>
                  <a:srgbClr val="FF0000"/>
                </a:solidFill>
              </a:rPr>
              <a:t> </a:t>
            </a:r>
            <a:r>
              <a:rPr lang="en-US" altLang="en-US" sz="2500" dirty="0" err="1" smtClean="0">
                <a:solidFill>
                  <a:srgbClr val="FF0000"/>
                </a:solidFill>
              </a:rPr>
              <a:t>phụ</a:t>
            </a:r>
            <a:r>
              <a:rPr lang="en-US" altLang="en-US" sz="2500" dirty="0" smtClean="0">
                <a:solidFill>
                  <a:srgbClr val="FF0000"/>
                </a:solidFill>
              </a:rPr>
              <a:t> </a:t>
            </a:r>
            <a:r>
              <a:rPr lang="en-US" altLang="en-US" sz="2500" dirty="0" err="1" smtClean="0">
                <a:solidFill>
                  <a:srgbClr val="FF0000"/>
                </a:solidFill>
              </a:rPr>
              <a:t>gì</a:t>
            </a:r>
            <a:r>
              <a:rPr lang="en-US" altLang="en-US" sz="2500" dirty="0" smtClean="0">
                <a:solidFill>
                  <a:srgbClr val="FF0000"/>
                </a:solidFill>
              </a:rPr>
              <a:t>?</a:t>
            </a:r>
          </a:p>
          <a:p>
            <a:pPr marL="914400" lvl="2" indent="0">
              <a:buNone/>
            </a:pPr>
            <a:r>
              <a:rPr lang="en-US" altLang="en-US" sz="2500" dirty="0" err="1" smtClean="0">
                <a:solidFill>
                  <a:srgbClr val="2B08AA"/>
                </a:solidFill>
              </a:rPr>
              <a:t>Khắc</a:t>
            </a:r>
            <a:r>
              <a:rPr lang="en-US" altLang="en-US" sz="2500" dirty="0" smtClean="0">
                <a:solidFill>
                  <a:srgbClr val="2B08AA"/>
                </a:solidFill>
              </a:rPr>
              <a:t> </a:t>
            </a:r>
            <a:r>
              <a:rPr lang="en-US" altLang="en-US" sz="2500" dirty="0" err="1" smtClean="0">
                <a:solidFill>
                  <a:srgbClr val="2B08AA"/>
                </a:solidFill>
              </a:rPr>
              <a:t>phục</a:t>
            </a:r>
            <a:r>
              <a:rPr lang="en-US" altLang="en-US" sz="2500" dirty="0" smtClean="0">
                <a:solidFill>
                  <a:srgbClr val="2B08AA"/>
                </a:solidFill>
              </a:rPr>
              <a:t> </a:t>
            </a:r>
            <a:r>
              <a:rPr lang="en-US" altLang="en-US" sz="2500" dirty="0" err="1">
                <a:solidFill>
                  <a:srgbClr val="2B08AA"/>
                </a:solidFill>
              </a:rPr>
              <a:t>sự</a:t>
            </a:r>
            <a:r>
              <a:rPr lang="en-US" altLang="en-US" sz="2500" dirty="0">
                <a:solidFill>
                  <a:srgbClr val="2B08AA"/>
                </a:solidFill>
              </a:rPr>
              <a:t> </a:t>
            </a:r>
            <a:r>
              <a:rPr lang="en-US" altLang="en-US" sz="2500" dirty="0" err="1">
                <a:solidFill>
                  <a:srgbClr val="2B08AA"/>
                </a:solidFill>
              </a:rPr>
              <a:t>đối</a:t>
            </a:r>
            <a:r>
              <a:rPr lang="en-US" altLang="en-US" sz="2500" dirty="0">
                <a:solidFill>
                  <a:srgbClr val="2B08AA"/>
                </a:solidFill>
              </a:rPr>
              <a:t> </a:t>
            </a:r>
            <a:r>
              <a:rPr lang="en-US" altLang="en-US" sz="2500" dirty="0" err="1">
                <a:solidFill>
                  <a:srgbClr val="2B08AA"/>
                </a:solidFill>
              </a:rPr>
              <a:t>lập</a:t>
            </a:r>
            <a:r>
              <a:rPr lang="en-US" altLang="en-US" sz="2500" dirty="0">
                <a:solidFill>
                  <a:srgbClr val="2B08AA"/>
                </a:solidFill>
              </a:rPr>
              <a:t> </a:t>
            </a:r>
            <a:r>
              <a:rPr lang="en-US" altLang="en-US" sz="2500" dirty="0" err="1">
                <a:solidFill>
                  <a:srgbClr val="2B08AA"/>
                </a:solidFill>
              </a:rPr>
              <a:t>giữa</a:t>
            </a:r>
            <a:r>
              <a:rPr lang="en-US" altLang="en-US" sz="2500" dirty="0">
                <a:solidFill>
                  <a:srgbClr val="2B08AA"/>
                </a:solidFill>
              </a:rPr>
              <a:t> </a:t>
            </a:r>
            <a:r>
              <a:rPr lang="en-US" altLang="en-US" sz="2500" dirty="0" err="1">
                <a:solidFill>
                  <a:srgbClr val="2B08AA"/>
                </a:solidFill>
              </a:rPr>
              <a:t>hệ</a:t>
            </a:r>
            <a:r>
              <a:rPr lang="en-US" altLang="en-US" sz="2500" dirty="0">
                <a:solidFill>
                  <a:srgbClr val="2B08AA"/>
                </a:solidFill>
              </a:rPr>
              <a:t> </a:t>
            </a:r>
            <a:r>
              <a:rPr lang="en-US" altLang="en-US" sz="2500" dirty="0" err="1">
                <a:solidFill>
                  <a:srgbClr val="2B08AA"/>
                </a:solidFill>
              </a:rPr>
              <a:t>thống</a:t>
            </a:r>
            <a:r>
              <a:rPr lang="en-US" altLang="en-US" sz="2500" dirty="0">
                <a:solidFill>
                  <a:srgbClr val="2B08AA"/>
                </a:solidFill>
              </a:rPr>
              <a:t> </a:t>
            </a:r>
            <a:r>
              <a:rPr lang="en-US" altLang="en-US" sz="2500" dirty="0" err="1">
                <a:solidFill>
                  <a:srgbClr val="2B08AA"/>
                </a:solidFill>
              </a:rPr>
              <a:t>và</a:t>
            </a:r>
            <a:r>
              <a:rPr lang="en-US" altLang="en-US" sz="2500" dirty="0">
                <a:solidFill>
                  <a:srgbClr val="2B08AA"/>
                </a:solidFill>
              </a:rPr>
              <a:t> </a:t>
            </a:r>
            <a:r>
              <a:rPr lang="en-US" altLang="en-US" sz="2500" dirty="0" err="1">
                <a:solidFill>
                  <a:srgbClr val="2B08AA"/>
                </a:solidFill>
              </a:rPr>
              <a:t>phương</a:t>
            </a:r>
            <a:r>
              <a:rPr lang="en-US" altLang="en-US" sz="2500" dirty="0">
                <a:solidFill>
                  <a:srgbClr val="2B08AA"/>
                </a:solidFill>
              </a:rPr>
              <a:t> </a:t>
            </a:r>
            <a:r>
              <a:rPr lang="en-US" altLang="en-US" sz="2500" dirty="0" err="1">
                <a:solidFill>
                  <a:srgbClr val="2B08AA"/>
                </a:solidFill>
              </a:rPr>
              <a:t>pháp</a:t>
            </a:r>
            <a:r>
              <a:rPr lang="en-US" altLang="en-US" sz="2500" dirty="0">
                <a:solidFill>
                  <a:srgbClr val="2B08AA"/>
                </a:solidFill>
              </a:rPr>
              <a:t> ở </a:t>
            </a:r>
            <a:r>
              <a:rPr lang="en-US" altLang="en-US" sz="2500" dirty="0" err="1">
                <a:solidFill>
                  <a:srgbClr val="2B08AA"/>
                </a:solidFill>
              </a:rPr>
              <a:t>triết</a:t>
            </a:r>
            <a:r>
              <a:rPr lang="en-US" altLang="en-US" sz="2500" dirty="0">
                <a:solidFill>
                  <a:srgbClr val="2B08AA"/>
                </a:solidFill>
              </a:rPr>
              <a:t> </a:t>
            </a:r>
            <a:r>
              <a:rPr lang="en-US" altLang="en-US" sz="2500" dirty="0" err="1">
                <a:solidFill>
                  <a:srgbClr val="2B08AA"/>
                </a:solidFill>
              </a:rPr>
              <a:t>học</a:t>
            </a:r>
            <a:r>
              <a:rPr lang="en-US" altLang="en-US" sz="2500" dirty="0">
                <a:solidFill>
                  <a:srgbClr val="2B08AA"/>
                </a:solidFill>
              </a:rPr>
              <a:t> Hegel </a:t>
            </a:r>
            <a:r>
              <a:rPr lang="en-US" altLang="en-US" sz="2500" dirty="0" err="1">
                <a:solidFill>
                  <a:srgbClr val="2B08AA"/>
                </a:solidFill>
              </a:rPr>
              <a:t>và</a:t>
            </a:r>
            <a:r>
              <a:rPr lang="en-US" altLang="en-US" sz="2500" dirty="0">
                <a:solidFill>
                  <a:srgbClr val="2B08AA"/>
                </a:solidFill>
              </a:rPr>
              <a:t> Feuerbach – </a:t>
            </a:r>
            <a:r>
              <a:rPr lang="en-US" altLang="en-US" sz="2500" dirty="0" err="1">
                <a:solidFill>
                  <a:srgbClr val="2B08AA"/>
                </a:solidFill>
              </a:rPr>
              <a:t>những</a:t>
            </a:r>
            <a:r>
              <a:rPr lang="en-US" altLang="en-US" sz="2500" dirty="0">
                <a:solidFill>
                  <a:srgbClr val="2B08AA"/>
                </a:solidFill>
              </a:rPr>
              <a:t> </a:t>
            </a:r>
            <a:r>
              <a:rPr lang="en-US" altLang="en-US" sz="2500" dirty="0" err="1">
                <a:solidFill>
                  <a:srgbClr val="2B08AA"/>
                </a:solidFill>
              </a:rPr>
              <a:t>bậc</a:t>
            </a:r>
            <a:r>
              <a:rPr lang="en-US" altLang="en-US" sz="2500" dirty="0">
                <a:solidFill>
                  <a:srgbClr val="2B08AA"/>
                </a:solidFill>
              </a:rPr>
              <a:t> </a:t>
            </a:r>
            <a:r>
              <a:rPr lang="en-US" altLang="en-US" sz="2500" dirty="0" err="1">
                <a:solidFill>
                  <a:srgbClr val="2B08AA"/>
                </a:solidFill>
              </a:rPr>
              <a:t>tiền</a:t>
            </a:r>
            <a:r>
              <a:rPr lang="en-US" altLang="en-US" sz="2500" dirty="0">
                <a:solidFill>
                  <a:srgbClr val="2B08AA"/>
                </a:solidFill>
              </a:rPr>
              <a:t> </a:t>
            </a:r>
            <a:r>
              <a:rPr lang="en-US" altLang="en-US" sz="2500" dirty="0" err="1">
                <a:solidFill>
                  <a:srgbClr val="2B08AA"/>
                </a:solidFill>
              </a:rPr>
              <a:t>bối</a:t>
            </a:r>
            <a:r>
              <a:rPr lang="en-US" altLang="en-US" sz="2500" dirty="0">
                <a:solidFill>
                  <a:srgbClr val="2B08AA"/>
                </a:solidFill>
              </a:rPr>
              <a:t> </a:t>
            </a:r>
            <a:r>
              <a:rPr lang="en-US" altLang="en-US" sz="2500" dirty="0" err="1">
                <a:solidFill>
                  <a:srgbClr val="2B08AA"/>
                </a:solidFill>
              </a:rPr>
              <a:t>trực</a:t>
            </a:r>
            <a:r>
              <a:rPr lang="en-US" altLang="en-US" sz="2500" dirty="0">
                <a:solidFill>
                  <a:srgbClr val="2B08AA"/>
                </a:solidFill>
              </a:rPr>
              <a:t> </a:t>
            </a:r>
            <a:r>
              <a:rPr lang="en-US" altLang="en-US" sz="2500" dirty="0" err="1">
                <a:solidFill>
                  <a:srgbClr val="2B08AA"/>
                </a:solidFill>
              </a:rPr>
              <a:t>tiếp</a:t>
            </a:r>
            <a:r>
              <a:rPr lang="en-US" altLang="en-US" sz="2500" dirty="0">
                <a:solidFill>
                  <a:srgbClr val="2B08AA"/>
                </a:solidFill>
              </a:rPr>
              <a:t>, </a:t>
            </a:r>
            <a:r>
              <a:rPr lang="en-US" altLang="en-US" sz="2500" dirty="0" err="1">
                <a:solidFill>
                  <a:srgbClr val="2B08AA"/>
                </a:solidFill>
              </a:rPr>
              <a:t>tiền</a:t>
            </a:r>
            <a:r>
              <a:rPr lang="en-US" altLang="en-US" sz="2500" dirty="0">
                <a:solidFill>
                  <a:srgbClr val="2B08AA"/>
                </a:solidFill>
              </a:rPr>
              <a:t> </a:t>
            </a:r>
            <a:r>
              <a:rPr lang="en-US" altLang="en-US" sz="2500" dirty="0" err="1">
                <a:solidFill>
                  <a:srgbClr val="2B08AA"/>
                </a:solidFill>
              </a:rPr>
              <a:t>đề</a:t>
            </a:r>
            <a:r>
              <a:rPr lang="en-US" altLang="en-US" sz="2500" dirty="0">
                <a:solidFill>
                  <a:srgbClr val="2B08AA"/>
                </a:solidFill>
              </a:rPr>
              <a:t> </a:t>
            </a:r>
            <a:r>
              <a:rPr lang="en-US" altLang="en-US" sz="2500" dirty="0" err="1">
                <a:solidFill>
                  <a:srgbClr val="2B08AA"/>
                </a:solidFill>
              </a:rPr>
              <a:t>lý</a:t>
            </a:r>
            <a:r>
              <a:rPr lang="en-US" altLang="en-US" sz="2500" dirty="0">
                <a:solidFill>
                  <a:srgbClr val="2B08AA"/>
                </a:solidFill>
              </a:rPr>
              <a:t> </a:t>
            </a:r>
            <a:r>
              <a:rPr lang="en-US" altLang="en-US" sz="2500" dirty="0" err="1">
                <a:solidFill>
                  <a:srgbClr val="2B08AA"/>
                </a:solidFill>
              </a:rPr>
              <a:t>luận</a:t>
            </a:r>
            <a:r>
              <a:rPr lang="en-US" altLang="en-US" sz="2500" dirty="0">
                <a:solidFill>
                  <a:srgbClr val="2B08AA"/>
                </a:solidFill>
              </a:rPr>
              <a:t> </a:t>
            </a:r>
            <a:r>
              <a:rPr lang="en-US" altLang="en-US" sz="2500" dirty="0" err="1">
                <a:solidFill>
                  <a:srgbClr val="2B08AA"/>
                </a:solidFill>
              </a:rPr>
              <a:t>của</a:t>
            </a:r>
            <a:r>
              <a:rPr lang="en-US" altLang="en-US" sz="2500" dirty="0">
                <a:solidFill>
                  <a:srgbClr val="2B08AA"/>
                </a:solidFill>
              </a:rPr>
              <a:t> </a:t>
            </a:r>
            <a:r>
              <a:rPr lang="en-US" altLang="en-US" sz="2500" dirty="0" err="1">
                <a:solidFill>
                  <a:srgbClr val="2B08AA"/>
                </a:solidFill>
              </a:rPr>
              <a:t>triết</a:t>
            </a:r>
            <a:r>
              <a:rPr lang="en-US" altLang="en-US" sz="2500" dirty="0">
                <a:solidFill>
                  <a:srgbClr val="2B08AA"/>
                </a:solidFill>
              </a:rPr>
              <a:t> </a:t>
            </a:r>
            <a:r>
              <a:rPr lang="en-US" altLang="en-US" sz="2500" dirty="0" err="1">
                <a:solidFill>
                  <a:srgbClr val="2B08AA"/>
                </a:solidFill>
              </a:rPr>
              <a:t>học</a:t>
            </a:r>
            <a:r>
              <a:rPr lang="en-US" altLang="en-US" sz="2500" dirty="0">
                <a:solidFill>
                  <a:srgbClr val="2B08AA"/>
                </a:solidFill>
              </a:rPr>
              <a:t> Marx</a:t>
            </a:r>
            <a:br>
              <a:rPr lang="en-US" altLang="en-US" sz="2500" dirty="0">
                <a:solidFill>
                  <a:srgbClr val="2B08AA"/>
                </a:solidFill>
              </a:rPr>
            </a:br>
            <a:r>
              <a:rPr lang="en-US" altLang="en-US" sz="2500" dirty="0">
                <a:solidFill>
                  <a:srgbClr val="2B08AA"/>
                </a:solidFill>
              </a:rPr>
              <a:t>(</a:t>
            </a:r>
            <a:r>
              <a:rPr lang="en-US" altLang="en-US" sz="2500" dirty="0" err="1">
                <a:solidFill>
                  <a:srgbClr val="2B08AA"/>
                </a:solidFill>
              </a:rPr>
              <a:t>bảng</a:t>
            </a:r>
            <a:r>
              <a:rPr lang="en-US" altLang="en-US" sz="2500" dirty="0">
                <a:solidFill>
                  <a:srgbClr val="2B08AA"/>
                </a:solidFill>
              </a:rPr>
              <a:t> so </a:t>
            </a:r>
            <a:r>
              <a:rPr lang="en-US" altLang="en-US" sz="2500" dirty="0" err="1">
                <a:solidFill>
                  <a:srgbClr val="2B08AA"/>
                </a:solidFill>
              </a:rPr>
              <a:t>sánh</a:t>
            </a:r>
            <a:r>
              <a:rPr lang="en-US" altLang="en-US" sz="2500" dirty="0">
                <a:solidFill>
                  <a:srgbClr val="2B08AA"/>
                </a:solidFill>
              </a:rPr>
              <a:t>)</a:t>
            </a:r>
            <a:endParaRPr lang="en-US" dirty="0"/>
          </a:p>
        </p:txBody>
      </p:sp>
    </p:spTree>
    <p:extLst>
      <p:ext uri="{BB962C8B-B14F-4D97-AF65-F5344CB8AC3E}">
        <p14:creationId xmlns:p14="http://schemas.microsoft.com/office/powerpoint/2010/main" val="2755701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685800"/>
            <a:ext cx="8077200" cy="541338"/>
          </a:xfrm>
        </p:spPr>
        <p:txBody>
          <a:bodyPr/>
          <a:lstStyle/>
          <a:p>
            <a:r>
              <a:rPr lang="vi-VN" altLang="en-US" sz="2800" dirty="0">
                <a:solidFill>
                  <a:srgbClr val="FF0000"/>
                </a:solidFill>
                <a:latin typeface="Arial" panose="020B0604020202020204" pitchFamily="34" charset="0"/>
                <a:cs typeface="Arial" panose="020B0604020202020204" pitchFamily="34" charset="0"/>
              </a:rPr>
              <a:t>Ph</a:t>
            </a:r>
            <a:r>
              <a:rPr lang="en-US" altLang="en-US" sz="2800" dirty="0">
                <a:solidFill>
                  <a:srgbClr val="FF0000"/>
                </a:solidFill>
                <a:latin typeface="Arial" panose="020B0604020202020204" pitchFamily="34" charset="0"/>
                <a:cs typeface="Arial" panose="020B0604020202020204" pitchFamily="34" charset="0"/>
              </a:rPr>
              <a:t>á</a:t>
            </a:r>
            <a:r>
              <a:rPr lang="vi-VN" altLang="en-US" sz="2800" dirty="0">
                <a:solidFill>
                  <a:srgbClr val="FF0000"/>
                </a:solidFill>
                <a:latin typeface="Arial" panose="020B0604020202020204" pitchFamily="34" charset="0"/>
                <a:cs typeface="Arial" panose="020B0604020202020204" pitchFamily="34" charset="0"/>
              </a:rPr>
              <a:t>t minh ra quan ni</a:t>
            </a:r>
            <a:r>
              <a:rPr lang="en-US" altLang="en-US" sz="2800" dirty="0">
                <a:solidFill>
                  <a:srgbClr val="FF0000"/>
                </a:solidFill>
                <a:latin typeface="Arial" panose="020B0604020202020204" pitchFamily="34" charset="0"/>
                <a:cs typeface="Arial" panose="020B0604020202020204" pitchFamily="34" charset="0"/>
              </a:rPr>
              <a:t>ệ</a:t>
            </a:r>
            <a:r>
              <a:rPr lang="vi-VN" altLang="en-US" sz="2800" dirty="0">
                <a:solidFill>
                  <a:srgbClr val="FF0000"/>
                </a:solidFill>
                <a:latin typeface="Arial" panose="020B0604020202020204" pitchFamily="34" charset="0"/>
                <a:cs typeface="Arial" panose="020B0604020202020204" pitchFamily="34" charset="0"/>
              </a:rPr>
              <a:t>m duy v</a:t>
            </a:r>
            <a:r>
              <a:rPr lang="en-US" altLang="en-US" sz="2800" dirty="0">
                <a:solidFill>
                  <a:srgbClr val="FF0000"/>
                </a:solidFill>
                <a:latin typeface="Arial" panose="020B0604020202020204" pitchFamily="34" charset="0"/>
                <a:cs typeface="Arial" panose="020B0604020202020204" pitchFamily="34" charset="0"/>
              </a:rPr>
              <a:t>ậ</a:t>
            </a:r>
            <a:r>
              <a:rPr lang="vi-VN" altLang="en-US" sz="2800" dirty="0">
                <a:solidFill>
                  <a:srgbClr val="FF0000"/>
                </a:solidFill>
                <a:latin typeface="Arial" panose="020B0604020202020204" pitchFamily="34" charset="0"/>
                <a:cs typeface="Arial" panose="020B0604020202020204" pitchFamily="34" charset="0"/>
              </a:rPr>
              <a:t>t v</a:t>
            </a:r>
            <a:r>
              <a:rPr lang="en-US" altLang="en-US" sz="2800" dirty="0">
                <a:solidFill>
                  <a:srgbClr val="FF0000"/>
                </a:solidFill>
                <a:latin typeface="Arial" panose="020B0604020202020204" pitchFamily="34" charset="0"/>
                <a:cs typeface="Arial" panose="020B0604020202020204" pitchFamily="34" charset="0"/>
              </a:rPr>
              <a:t>ề</a:t>
            </a:r>
            <a:r>
              <a:rPr lang="vi-VN" altLang="en-US" sz="2800" dirty="0">
                <a:solidFill>
                  <a:srgbClr val="FF0000"/>
                </a:solidFill>
                <a:latin typeface="Arial" panose="020B0604020202020204" pitchFamily="34" charset="0"/>
                <a:cs typeface="Arial" panose="020B0604020202020204" pitchFamily="34" charset="0"/>
              </a:rPr>
              <a:t> l</a:t>
            </a:r>
            <a:r>
              <a:rPr lang="en-US" altLang="en-US" sz="2800" dirty="0">
                <a:solidFill>
                  <a:srgbClr val="FF0000"/>
                </a:solidFill>
                <a:latin typeface="Arial" panose="020B0604020202020204" pitchFamily="34" charset="0"/>
                <a:cs typeface="Arial" panose="020B0604020202020204" pitchFamily="34" charset="0"/>
              </a:rPr>
              <a:t>ị</a:t>
            </a:r>
            <a:r>
              <a:rPr lang="vi-VN" altLang="en-US" sz="2800" dirty="0">
                <a:solidFill>
                  <a:srgbClr val="FF0000"/>
                </a:solidFill>
                <a:latin typeface="Arial" panose="020B0604020202020204" pitchFamily="34" charset="0"/>
                <a:cs typeface="Arial" panose="020B0604020202020204" pitchFamily="34" charset="0"/>
              </a:rPr>
              <a:t>ch s</a:t>
            </a:r>
            <a:r>
              <a:rPr lang="en-US" altLang="en-US" sz="2800" dirty="0">
                <a:solidFill>
                  <a:srgbClr val="FF0000"/>
                </a:solidFill>
                <a:latin typeface="Arial" panose="020B0604020202020204" pitchFamily="34" charset="0"/>
                <a:cs typeface="Arial" panose="020B0604020202020204" pitchFamily="34" charset="0"/>
              </a:rPr>
              <a:t>ử</a:t>
            </a:r>
            <a:r>
              <a:rPr lang="en-US" dirty="0">
                <a:solidFill>
                  <a:srgbClr val="002060"/>
                </a:solidFill>
              </a:rPr>
              <a:t/>
            </a:r>
            <a:br>
              <a:rPr lang="en-US" dirty="0">
                <a:solidFill>
                  <a:srgbClr val="002060"/>
                </a:solidFill>
              </a:rPr>
            </a:br>
            <a:endParaRPr lang="en-US" dirty="0"/>
          </a:p>
        </p:txBody>
      </p:sp>
      <p:sp>
        <p:nvSpPr>
          <p:cNvPr id="3" name="Content Placeholder 2"/>
          <p:cNvSpPr>
            <a:spLocks noGrp="1"/>
          </p:cNvSpPr>
          <p:nvPr>
            <p:ph idx="1"/>
          </p:nvPr>
        </p:nvSpPr>
        <p:spPr/>
        <p:txBody>
          <a:bodyPr/>
          <a:lstStyle/>
          <a:p>
            <a:r>
              <a:rPr lang="en-US" dirty="0" err="1" smtClean="0">
                <a:solidFill>
                  <a:srgbClr val="002060"/>
                </a:solidFill>
              </a:rPr>
              <a:t>Vận</a:t>
            </a:r>
            <a:r>
              <a:rPr lang="en-US" dirty="0" smtClean="0">
                <a:solidFill>
                  <a:srgbClr val="002060"/>
                </a:solidFill>
              </a:rPr>
              <a:t> </a:t>
            </a:r>
            <a:r>
              <a:rPr lang="en-US" dirty="0" err="1" smtClean="0">
                <a:solidFill>
                  <a:srgbClr val="002060"/>
                </a:solidFill>
              </a:rPr>
              <a:t>dụng</a:t>
            </a:r>
            <a:r>
              <a:rPr lang="en-US" dirty="0" smtClean="0">
                <a:solidFill>
                  <a:srgbClr val="002060"/>
                </a:solidFill>
              </a:rPr>
              <a:t> </a:t>
            </a:r>
            <a:r>
              <a:rPr lang="en-US" dirty="0" err="1" smtClean="0">
                <a:solidFill>
                  <a:srgbClr val="002060"/>
                </a:solidFill>
              </a:rPr>
              <a:t>và</a:t>
            </a:r>
            <a:r>
              <a:rPr lang="en-US" dirty="0" smtClean="0">
                <a:solidFill>
                  <a:srgbClr val="002060"/>
                </a:solidFill>
              </a:rPr>
              <a:t> </a:t>
            </a:r>
            <a:r>
              <a:rPr lang="en-US" dirty="0" err="1" smtClean="0">
                <a:solidFill>
                  <a:srgbClr val="002060"/>
                </a:solidFill>
              </a:rPr>
              <a:t>mở</a:t>
            </a:r>
            <a:r>
              <a:rPr lang="en-US" dirty="0" smtClean="0">
                <a:solidFill>
                  <a:srgbClr val="002060"/>
                </a:solidFill>
              </a:rPr>
              <a:t> </a:t>
            </a:r>
            <a:r>
              <a:rPr lang="en-US" dirty="0" err="1" smtClean="0">
                <a:solidFill>
                  <a:srgbClr val="002060"/>
                </a:solidFill>
              </a:rPr>
              <a:t>rộng</a:t>
            </a:r>
            <a:r>
              <a:rPr lang="en-US" dirty="0" smtClean="0">
                <a:solidFill>
                  <a:srgbClr val="002060"/>
                </a:solidFill>
              </a:rPr>
              <a:t> </a:t>
            </a:r>
            <a:r>
              <a:rPr lang="en-US" dirty="0" err="1" smtClean="0">
                <a:solidFill>
                  <a:srgbClr val="002060"/>
                </a:solidFill>
              </a:rPr>
              <a:t>quan</a:t>
            </a:r>
            <a:r>
              <a:rPr lang="en-US" dirty="0" smtClean="0">
                <a:solidFill>
                  <a:srgbClr val="002060"/>
                </a:solidFill>
              </a:rPr>
              <a:t> </a:t>
            </a:r>
            <a:r>
              <a:rPr lang="en-US" dirty="0" err="1" smtClean="0">
                <a:solidFill>
                  <a:srgbClr val="002060"/>
                </a:solidFill>
              </a:rPr>
              <a:t>điểm</a:t>
            </a:r>
            <a:r>
              <a:rPr lang="en-US" dirty="0" smtClean="0">
                <a:solidFill>
                  <a:srgbClr val="002060"/>
                </a:solidFill>
              </a:rPr>
              <a:t> DVBC </a:t>
            </a:r>
            <a:r>
              <a:rPr lang="en-US" dirty="0" err="1" smtClean="0">
                <a:solidFill>
                  <a:srgbClr val="002060"/>
                </a:solidFill>
              </a:rPr>
              <a:t>vào</a:t>
            </a:r>
            <a:r>
              <a:rPr lang="en-US" dirty="0" smtClean="0">
                <a:solidFill>
                  <a:srgbClr val="002060"/>
                </a:solidFill>
              </a:rPr>
              <a:t> </a:t>
            </a:r>
            <a:r>
              <a:rPr lang="en-US" dirty="0" err="1" smtClean="0">
                <a:solidFill>
                  <a:srgbClr val="002060"/>
                </a:solidFill>
              </a:rPr>
              <a:t>nghiên</a:t>
            </a:r>
            <a:r>
              <a:rPr lang="en-US" dirty="0" smtClean="0">
                <a:solidFill>
                  <a:srgbClr val="002060"/>
                </a:solidFill>
              </a:rPr>
              <a:t> </a:t>
            </a:r>
            <a:r>
              <a:rPr lang="en-US" dirty="0" err="1" smtClean="0">
                <a:solidFill>
                  <a:srgbClr val="002060"/>
                </a:solidFill>
              </a:rPr>
              <a:t>cứu</a:t>
            </a:r>
            <a:r>
              <a:rPr lang="en-US" dirty="0" smtClean="0">
                <a:solidFill>
                  <a:srgbClr val="002060"/>
                </a:solidFill>
              </a:rPr>
              <a:t> </a:t>
            </a:r>
            <a:r>
              <a:rPr lang="en-US" dirty="0" err="1" smtClean="0">
                <a:solidFill>
                  <a:srgbClr val="002060"/>
                </a:solidFill>
              </a:rPr>
              <a:t>lịch</a:t>
            </a:r>
            <a:r>
              <a:rPr lang="en-US" dirty="0" smtClean="0">
                <a:solidFill>
                  <a:srgbClr val="002060"/>
                </a:solidFill>
              </a:rPr>
              <a:t> </a:t>
            </a:r>
            <a:r>
              <a:rPr lang="en-US" dirty="0" err="1" smtClean="0">
                <a:solidFill>
                  <a:srgbClr val="002060"/>
                </a:solidFill>
              </a:rPr>
              <a:t>sử</a:t>
            </a:r>
            <a:r>
              <a:rPr lang="en-US" dirty="0" smtClean="0">
                <a:solidFill>
                  <a:srgbClr val="002060"/>
                </a:solidFill>
              </a:rPr>
              <a:t> </a:t>
            </a:r>
            <a:r>
              <a:rPr lang="en-US" dirty="0" err="1" smtClean="0">
                <a:solidFill>
                  <a:srgbClr val="002060"/>
                </a:solidFill>
              </a:rPr>
              <a:t>xã</a:t>
            </a:r>
            <a:r>
              <a:rPr lang="en-US" dirty="0" smtClean="0">
                <a:solidFill>
                  <a:srgbClr val="002060"/>
                </a:solidFill>
              </a:rPr>
              <a:t> </a:t>
            </a:r>
            <a:r>
              <a:rPr lang="en-US" dirty="0" err="1" smtClean="0">
                <a:solidFill>
                  <a:srgbClr val="002060"/>
                </a:solidFill>
              </a:rPr>
              <a:t>hội</a:t>
            </a:r>
            <a:r>
              <a:rPr lang="en-US" dirty="0" smtClean="0">
                <a:solidFill>
                  <a:srgbClr val="002060"/>
                </a:solidFill>
              </a:rPr>
              <a:t> =&gt; (</a:t>
            </a:r>
            <a:r>
              <a:rPr lang="en-US" dirty="0" err="1" smtClean="0">
                <a:solidFill>
                  <a:srgbClr val="002060"/>
                </a:solidFill>
              </a:rPr>
              <a:t>làm</a:t>
            </a:r>
            <a:r>
              <a:rPr lang="en-US" dirty="0" smtClean="0">
                <a:solidFill>
                  <a:srgbClr val="002060"/>
                </a:solidFill>
              </a:rPr>
              <a:t> </a:t>
            </a:r>
            <a:r>
              <a:rPr lang="en-US" dirty="0" err="1" smtClean="0">
                <a:solidFill>
                  <a:srgbClr val="002060"/>
                </a:solidFill>
              </a:rPr>
              <a:t>cho</a:t>
            </a:r>
            <a:r>
              <a:rPr lang="en-US" dirty="0" smtClean="0">
                <a:solidFill>
                  <a:srgbClr val="002060"/>
                </a:solidFill>
              </a:rPr>
              <a:t>)</a:t>
            </a:r>
            <a:r>
              <a:rPr lang="en-US" altLang="en-US" sz="3200" b="1" dirty="0" smtClean="0">
                <a:solidFill>
                  <a:srgbClr val="CB0F21"/>
                </a:solidFill>
              </a:rPr>
              <a:t>Chủ </a:t>
            </a:r>
            <a:r>
              <a:rPr lang="en-US" altLang="en-US" sz="3200" b="1" dirty="0" err="1">
                <a:solidFill>
                  <a:srgbClr val="CB0F21"/>
                </a:solidFill>
              </a:rPr>
              <a:t>nghĩa</a:t>
            </a:r>
            <a:r>
              <a:rPr lang="en-US" altLang="en-US" sz="3200" b="1" dirty="0">
                <a:solidFill>
                  <a:srgbClr val="CB0F21"/>
                </a:solidFill>
              </a:rPr>
              <a:t> </a:t>
            </a:r>
            <a:r>
              <a:rPr lang="en-US" altLang="en-US" sz="3200" b="1" dirty="0" err="1">
                <a:solidFill>
                  <a:srgbClr val="CB0F21"/>
                </a:solidFill>
              </a:rPr>
              <a:t>duy</a:t>
            </a:r>
            <a:r>
              <a:rPr lang="en-US" altLang="en-US" sz="3200" b="1" dirty="0">
                <a:solidFill>
                  <a:srgbClr val="CB0F21"/>
                </a:solidFill>
              </a:rPr>
              <a:t> </a:t>
            </a:r>
            <a:r>
              <a:rPr lang="en-US" altLang="en-US" sz="3200" b="1" dirty="0" err="1">
                <a:solidFill>
                  <a:srgbClr val="CB0F21"/>
                </a:solidFill>
              </a:rPr>
              <a:t>vật</a:t>
            </a:r>
            <a:r>
              <a:rPr lang="en-US" altLang="en-US" sz="3200" b="1" dirty="0">
                <a:solidFill>
                  <a:srgbClr val="CB0F21"/>
                </a:solidFill>
              </a:rPr>
              <a:t> </a:t>
            </a:r>
            <a:r>
              <a:rPr lang="en-US" altLang="en-US" sz="3200" b="1" dirty="0" err="1">
                <a:solidFill>
                  <a:srgbClr val="CB0F21"/>
                </a:solidFill>
              </a:rPr>
              <a:t>mácxít</a:t>
            </a:r>
            <a:r>
              <a:rPr lang="en-US" altLang="en-US" sz="3200" b="1" dirty="0">
                <a:solidFill>
                  <a:srgbClr val="CB0F21"/>
                </a:solidFill>
              </a:rPr>
              <a:t> </a:t>
            </a:r>
            <a:r>
              <a:rPr lang="en-US" altLang="en-US" sz="3200" b="1" dirty="0" err="1">
                <a:solidFill>
                  <a:srgbClr val="CB0F21"/>
                </a:solidFill>
              </a:rPr>
              <a:t>trơ</a:t>
            </a:r>
            <a:r>
              <a:rPr lang="en-US" altLang="en-US" sz="3200" b="1" dirty="0">
                <a:solidFill>
                  <a:srgbClr val="CB0F21"/>
                </a:solidFill>
              </a:rPr>
              <a:t>̉ </a:t>
            </a:r>
            <a:r>
              <a:rPr lang="en-US" altLang="en-US" sz="3200" b="1" dirty="0" err="1">
                <a:solidFill>
                  <a:srgbClr val="CB0F21"/>
                </a:solidFill>
              </a:rPr>
              <a:t>thành</a:t>
            </a:r>
            <a:r>
              <a:rPr lang="en-US" altLang="en-US" sz="3200" b="1" dirty="0">
                <a:solidFill>
                  <a:srgbClr val="CB0F21"/>
                </a:solidFill>
              </a:rPr>
              <a:t> </a:t>
            </a:r>
            <a:r>
              <a:rPr lang="en-US" altLang="en-US" sz="3200" b="1" dirty="0" err="1">
                <a:solidFill>
                  <a:srgbClr val="CB0F21"/>
                </a:solidFill>
              </a:rPr>
              <a:t>chu</a:t>
            </a:r>
            <a:r>
              <a:rPr lang="en-US" altLang="en-US" sz="3200" b="1" dirty="0">
                <a:solidFill>
                  <a:srgbClr val="CB0F21"/>
                </a:solidFill>
              </a:rPr>
              <a:t>̉ </a:t>
            </a:r>
            <a:r>
              <a:rPr lang="en-US" altLang="en-US" sz="3200" b="1" dirty="0" err="1">
                <a:solidFill>
                  <a:srgbClr val="CB0F21"/>
                </a:solidFill>
              </a:rPr>
              <a:t>nghĩa</a:t>
            </a:r>
            <a:r>
              <a:rPr lang="en-US" altLang="en-US" sz="3200" b="1" dirty="0">
                <a:solidFill>
                  <a:srgbClr val="CB0F21"/>
                </a:solidFill>
              </a:rPr>
              <a:t> </a:t>
            </a:r>
            <a:r>
              <a:rPr lang="en-US" altLang="en-US" sz="3200" b="1" dirty="0" err="1">
                <a:solidFill>
                  <a:srgbClr val="CB0F21"/>
                </a:solidFill>
              </a:rPr>
              <a:t>duy</a:t>
            </a:r>
            <a:r>
              <a:rPr lang="en-US" altLang="en-US" sz="3200" b="1" dirty="0">
                <a:solidFill>
                  <a:srgbClr val="CB0F21"/>
                </a:solidFill>
              </a:rPr>
              <a:t> </a:t>
            </a:r>
            <a:r>
              <a:rPr lang="en-US" altLang="en-US" sz="3200" b="1" dirty="0" err="1">
                <a:solidFill>
                  <a:srgbClr val="CB0F21"/>
                </a:solidFill>
              </a:rPr>
              <a:t>vật</a:t>
            </a:r>
            <a:r>
              <a:rPr lang="en-US" altLang="en-US" sz="3200" b="1" dirty="0">
                <a:solidFill>
                  <a:srgbClr val="CB0F21"/>
                </a:solidFill>
              </a:rPr>
              <a:t> </a:t>
            </a:r>
            <a:r>
              <a:rPr lang="en-US" altLang="en-US" sz="3200" b="1" dirty="0" err="1">
                <a:solidFill>
                  <a:srgbClr val="CB0F21"/>
                </a:solidFill>
              </a:rPr>
              <a:t>triệt</a:t>
            </a:r>
            <a:r>
              <a:rPr lang="en-US" altLang="en-US" sz="3200" b="1" dirty="0">
                <a:solidFill>
                  <a:srgbClr val="CB0F21"/>
                </a:solidFill>
              </a:rPr>
              <a:t> </a:t>
            </a:r>
            <a:r>
              <a:rPr lang="en-US" altLang="en-US" sz="3200" b="1" dirty="0" err="1">
                <a:solidFill>
                  <a:srgbClr val="CB0F21"/>
                </a:solidFill>
              </a:rPr>
              <a:t>đê</a:t>
            </a:r>
            <a:r>
              <a:rPr lang="en-US" altLang="en-US" sz="3200" b="1" dirty="0">
                <a:solidFill>
                  <a:srgbClr val="CB0F21"/>
                </a:solidFill>
              </a:rPr>
              <a:t>̉ </a:t>
            </a:r>
            <a:endParaRPr lang="en-US" altLang="en-US" sz="3200" b="1" dirty="0" smtClean="0">
              <a:solidFill>
                <a:srgbClr val="CB0F21"/>
              </a:solidFill>
            </a:endParaRPr>
          </a:p>
          <a:p>
            <a:endParaRPr lang="en-US" altLang="en-US" sz="3200" b="1" dirty="0" smtClean="0">
              <a:solidFill>
                <a:srgbClr val="CB0F21"/>
              </a:solidFill>
            </a:endParaRPr>
          </a:p>
          <a:p>
            <a:r>
              <a:rPr lang="en-US" altLang="en-US" sz="3200" b="1" dirty="0" err="1" smtClean="0">
                <a:solidFill>
                  <a:srgbClr val="CB0F21"/>
                </a:solidFill>
              </a:rPr>
              <a:t>Đây</a:t>
            </a:r>
            <a:r>
              <a:rPr lang="en-US" altLang="en-US" sz="3200" b="1" dirty="0" smtClean="0">
                <a:solidFill>
                  <a:srgbClr val="CB0F21"/>
                </a:solidFill>
              </a:rPr>
              <a:t> </a:t>
            </a:r>
            <a:r>
              <a:rPr lang="en-US" altLang="en-US" sz="3200" b="1" dirty="0" err="1" smtClean="0">
                <a:solidFill>
                  <a:srgbClr val="CB0F21"/>
                </a:solidFill>
              </a:rPr>
              <a:t>là</a:t>
            </a:r>
            <a:r>
              <a:rPr lang="en-US" altLang="en-US" sz="3200" b="1" dirty="0" smtClean="0">
                <a:solidFill>
                  <a:srgbClr val="CB0F21"/>
                </a:solidFill>
              </a:rPr>
              <a:t> </a:t>
            </a:r>
            <a:r>
              <a:rPr lang="en-US" altLang="en-US" sz="3200" b="1" dirty="0" err="1" smtClean="0">
                <a:solidFill>
                  <a:srgbClr val="CB0F21"/>
                </a:solidFill>
              </a:rPr>
              <a:t>nội</a:t>
            </a:r>
            <a:r>
              <a:rPr lang="en-US" altLang="en-US" sz="3200" b="1" dirty="0" smtClean="0">
                <a:solidFill>
                  <a:srgbClr val="CB0F21"/>
                </a:solidFill>
              </a:rPr>
              <a:t> dung </a:t>
            </a:r>
            <a:r>
              <a:rPr lang="en-US" altLang="en-US" sz="3200" b="1" dirty="0" err="1" smtClean="0">
                <a:solidFill>
                  <a:srgbClr val="CB0F21"/>
                </a:solidFill>
              </a:rPr>
              <a:t>chủ</a:t>
            </a:r>
            <a:r>
              <a:rPr lang="en-US" altLang="en-US" sz="3200" b="1" dirty="0" smtClean="0">
                <a:solidFill>
                  <a:srgbClr val="CB0F21"/>
                </a:solidFill>
              </a:rPr>
              <a:t> </a:t>
            </a:r>
            <a:r>
              <a:rPr lang="en-US" altLang="en-US" sz="3200" b="1" dirty="0" err="1" smtClean="0">
                <a:solidFill>
                  <a:srgbClr val="CB0F21"/>
                </a:solidFill>
              </a:rPr>
              <a:t>yếu</a:t>
            </a:r>
            <a:r>
              <a:rPr lang="en-US" altLang="en-US" sz="3200" b="1" dirty="0" smtClean="0">
                <a:solidFill>
                  <a:srgbClr val="CB0F21"/>
                </a:solidFill>
              </a:rPr>
              <a:t> </a:t>
            </a:r>
            <a:r>
              <a:rPr lang="en-US" altLang="en-US" sz="3200" b="1" dirty="0" err="1" smtClean="0">
                <a:solidFill>
                  <a:srgbClr val="CB0F21"/>
                </a:solidFill>
              </a:rPr>
              <a:t>của</a:t>
            </a:r>
            <a:r>
              <a:rPr lang="en-US" altLang="en-US" sz="3200" b="1" dirty="0" smtClean="0">
                <a:solidFill>
                  <a:srgbClr val="CB0F21"/>
                </a:solidFill>
              </a:rPr>
              <a:t> </a:t>
            </a:r>
            <a:r>
              <a:rPr lang="en-US" altLang="en-US" sz="3200" b="1" dirty="0" err="1" smtClean="0">
                <a:solidFill>
                  <a:srgbClr val="CB0F21"/>
                </a:solidFill>
              </a:rPr>
              <a:t>bước</a:t>
            </a:r>
            <a:r>
              <a:rPr lang="en-US" altLang="en-US" sz="3200" b="1" dirty="0" smtClean="0">
                <a:solidFill>
                  <a:srgbClr val="CB0F21"/>
                </a:solidFill>
              </a:rPr>
              <a:t> </a:t>
            </a:r>
            <a:r>
              <a:rPr lang="en-US" altLang="en-US" sz="3200" b="1" dirty="0" err="1" smtClean="0">
                <a:solidFill>
                  <a:srgbClr val="CB0F21"/>
                </a:solidFill>
              </a:rPr>
              <a:t>ngoặt</a:t>
            </a:r>
            <a:r>
              <a:rPr lang="en-US" altLang="en-US" sz="3200" b="1" dirty="0" smtClean="0">
                <a:solidFill>
                  <a:srgbClr val="CB0F21"/>
                </a:solidFill>
              </a:rPr>
              <a:t> CM </a:t>
            </a:r>
            <a:r>
              <a:rPr lang="en-US" altLang="en-US" sz="3200" b="1" dirty="0" err="1" smtClean="0">
                <a:solidFill>
                  <a:srgbClr val="CB0F21"/>
                </a:solidFill>
              </a:rPr>
              <a:t>trong</a:t>
            </a:r>
            <a:r>
              <a:rPr lang="en-US" altLang="en-US" sz="3200" b="1" dirty="0" smtClean="0">
                <a:solidFill>
                  <a:srgbClr val="CB0F21"/>
                </a:solidFill>
              </a:rPr>
              <a:t> </a:t>
            </a:r>
            <a:r>
              <a:rPr lang="en-US" altLang="en-US" sz="3200" b="1" dirty="0" err="1" smtClean="0">
                <a:solidFill>
                  <a:srgbClr val="CB0F21"/>
                </a:solidFill>
              </a:rPr>
              <a:t>triết</a:t>
            </a:r>
            <a:r>
              <a:rPr lang="en-US" altLang="en-US" sz="3200" b="1" dirty="0" smtClean="0">
                <a:solidFill>
                  <a:srgbClr val="CB0F21"/>
                </a:solidFill>
              </a:rPr>
              <a:t> </a:t>
            </a:r>
            <a:r>
              <a:rPr lang="en-US" altLang="en-US" sz="3200" b="1" dirty="0" err="1" smtClean="0">
                <a:solidFill>
                  <a:srgbClr val="CB0F21"/>
                </a:solidFill>
              </a:rPr>
              <a:t>học</a:t>
            </a:r>
            <a:r>
              <a:rPr lang="en-US" altLang="en-US" sz="3200" b="1" dirty="0" smtClean="0">
                <a:solidFill>
                  <a:srgbClr val="CB0F21"/>
                </a:solidFill>
              </a:rPr>
              <a:t>…</a:t>
            </a:r>
            <a:endParaRPr lang="en-US" altLang="en-US" sz="3200" b="1" dirty="0">
              <a:solidFill>
                <a:srgbClr val="CB0F21"/>
              </a:solidFill>
            </a:endParaRPr>
          </a:p>
          <a:p>
            <a:endParaRPr lang="en-US" dirty="0">
              <a:solidFill>
                <a:srgbClr val="002060"/>
              </a:solidFill>
            </a:endParaRPr>
          </a:p>
        </p:txBody>
      </p:sp>
    </p:spTree>
    <p:extLst>
      <p:ext uri="{BB962C8B-B14F-4D97-AF65-F5344CB8AC3E}">
        <p14:creationId xmlns:p14="http://schemas.microsoft.com/office/powerpoint/2010/main" val="338840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solidFill>
                  <a:srgbClr val="FF0000"/>
                </a:solidFill>
              </a:rPr>
              <a:t>Thống</a:t>
            </a:r>
            <a:r>
              <a:rPr lang="en-US" dirty="0">
                <a:solidFill>
                  <a:srgbClr val="FF0000"/>
                </a:solidFill>
              </a:rPr>
              <a:t> </a:t>
            </a:r>
            <a:r>
              <a:rPr lang="en-US" dirty="0" err="1">
                <a:solidFill>
                  <a:srgbClr val="FF0000"/>
                </a:solidFill>
              </a:rPr>
              <a:t>nhất</a:t>
            </a:r>
            <a:r>
              <a:rPr lang="en-US" dirty="0">
                <a:solidFill>
                  <a:srgbClr val="FF0000"/>
                </a:solidFill>
              </a:rPr>
              <a:t> </a:t>
            </a:r>
            <a:r>
              <a:rPr lang="en-US" dirty="0" err="1">
                <a:solidFill>
                  <a:srgbClr val="FF0000"/>
                </a:solidFill>
              </a:rPr>
              <a:t>lý</a:t>
            </a:r>
            <a:r>
              <a:rPr lang="en-US" dirty="0">
                <a:solidFill>
                  <a:srgbClr val="FF0000"/>
                </a:solidFill>
              </a:rPr>
              <a:t> </a:t>
            </a:r>
            <a:r>
              <a:rPr lang="en-US" dirty="0" err="1">
                <a:solidFill>
                  <a:srgbClr val="FF0000"/>
                </a:solidFill>
              </a:rPr>
              <a:t>luận</a:t>
            </a:r>
            <a:r>
              <a:rPr lang="en-US" dirty="0">
                <a:solidFill>
                  <a:srgbClr val="FF0000"/>
                </a:solidFill>
              </a:rPr>
              <a:t> </a:t>
            </a:r>
            <a:r>
              <a:rPr lang="en-US" dirty="0" err="1">
                <a:solidFill>
                  <a:srgbClr val="FF0000"/>
                </a:solidFill>
              </a:rPr>
              <a:t>và</a:t>
            </a:r>
            <a:r>
              <a:rPr lang="en-US" dirty="0">
                <a:solidFill>
                  <a:srgbClr val="FF0000"/>
                </a:solidFill>
              </a:rPr>
              <a:t> </a:t>
            </a:r>
            <a:r>
              <a:rPr lang="en-US" dirty="0" err="1">
                <a:solidFill>
                  <a:srgbClr val="FF0000"/>
                </a:solidFill>
              </a:rPr>
              <a:t>thực</a:t>
            </a:r>
            <a:r>
              <a:rPr lang="en-US" dirty="0">
                <a:solidFill>
                  <a:srgbClr val="FF0000"/>
                </a:solidFill>
              </a:rPr>
              <a:t> </a:t>
            </a:r>
            <a:r>
              <a:rPr lang="en-US" dirty="0" err="1">
                <a:solidFill>
                  <a:srgbClr val="FF0000"/>
                </a:solidFill>
              </a:rPr>
              <a:t>tiễn</a:t>
            </a:r>
            <a:endParaRPr lang="en-US" dirty="0">
              <a:solidFill>
                <a:srgbClr val="FF0000"/>
              </a:solidFill>
            </a:endParaRPr>
          </a:p>
        </p:txBody>
      </p:sp>
      <p:sp>
        <p:nvSpPr>
          <p:cNvPr id="3" name="Content Placeholder 2"/>
          <p:cNvSpPr>
            <a:spLocks noGrp="1"/>
          </p:cNvSpPr>
          <p:nvPr>
            <p:ph idx="1"/>
          </p:nvPr>
        </p:nvSpPr>
        <p:spPr/>
        <p:txBody>
          <a:bodyPr/>
          <a:lstStyle/>
          <a:p>
            <a:r>
              <a:rPr lang="vi-VN" altLang="en-US" sz="3200" b="1" dirty="0">
                <a:solidFill>
                  <a:srgbClr val="002060"/>
                </a:solidFill>
              </a:rPr>
              <a:t>Gi</a:t>
            </a:r>
            <a:r>
              <a:rPr lang="en-US" altLang="en-US" sz="3200" b="1" dirty="0">
                <a:solidFill>
                  <a:srgbClr val="002060"/>
                </a:solidFill>
              </a:rPr>
              <a:t>ả</a:t>
            </a:r>
            <a:r>
              <a:rPr lang="vi-VN" altLang="en-US" sz="3200" b="1" dirty="0">
                <a:solidFill>
                  <a:srgbClr val="002060"/>
                </a:solidFill>
              </a:rPr>
              <a:t>i</a:t>
            </a:r>
            <a:r>
              <a:rPr lang="en-US" altLang="en-US" sz="3200" b="1" dirty="0">
                <a:solidFill>
                  <a:srgbClr val="002060"/>
                </a:solidFill>
              </a:rPr>
              <a:t> </a:t>
            </a:r>
            <a:r>
              <a:rPr lang="en-US" altLang="en-US" sz="3200" b="1" dirty="0" err="1">
                <a:solidFill>
                  <a:srgbClr val="002060"/>
                </a:solidFill>
              </a:rPr>
              <a:t>quyết</a:t>
            </a:r>
            <a:r>
              <a:rPr lang="en-US" altLang="en-US" sz="3200" b="1" dirty="0">
                <a:solidFill>
                  <a:srgbClr val="002060"/>
                </a:solidFill>
              </a:rPr>
              <a:t> v/đ </a:t>
            </a:r>
            <a:r>
              <a:rPr lang="en-US" altLang="en-US" sz="3200" b="1" dirty="0" err="1">
                <a:solidFill>
                  <a:srgbClr val="002060"/>
                </a:solidFill>
              </a:rPr>
              <a:t>cơ</a:t>
            </a:r>
            <a:r>
              <a:rPr lang="en-US" altLang="en-US" sz="3200" b="1" dirty="0">
                <a:solidFill>
                  <a:srgbClr val="002060"/>
                </a:solidFill>
              </a:rPr>
              <a:t> </a:t>
            </a:r>
            <a:r>
              <a:rPr lang="en-US" altLang="en-US" sz="3200" b="1" dirty="0" err="1">
                <a:solidFill>
                  <a:srgbClr val="002060"/>
                </a:solidFill>
              </a:rPr>
              <a:t>bản</a:t>
            </a:r>
            <a:r>
              <a:rPr lang="en-US" altLang="en-US" sz="3200" b="1" dirty="0">
                <a:solidFill>
                  <a:srgbClr val="002060"/>
                </a:solidFill>
              </a:rPr>
              <a:t> </a:t>
            </a:r>
            <a:r>
              <a:rPr lang="en-US" altLang="en-US" sz="3200" b="1" dirty="0" err="1">
                <a:solidFill>
                  <a:srgbClr val="002060"/>
                </a:solidFill>
              </a:rPr>
              <a:t>của</a:t>
            </a:r>
            <a:r>
              <a:rPr lang="en-US" altLang="en-US" sz="3200" b="1" dirty="0">
                <a:solidFill>
                  <a:srgbClr val="002060"/>
                </a:solidFill>
              </a:rPr>
              <a:t> TH </a:t>
            </a:r>
            <a:r>
              <a:rPr lang="en-US" altLang="en-US" sz="3200" b="1" dirty="0" err="1" smtClean="0">
                <a:solidFill>
                  <a:srgbClr val="002060"/>
                </a:solidFill>
              </a:rPr>
              <a:t>từ</a:t>
            </a:r>
            <a:r>
              <a:rPr lang="en-US" altLang="en-US" sz="3200" b="1" dirty="0" smtClean="0">
                <a:solidFill>
                  <a:srgbClr val="002060"/>
                </a:solidFill>
              </a:rPr>
              <a:t> </a:t>
            </a:r>
            <a:r>
              <a:rPr lang="en-US" altLang="en-US" sz="3200" b="1" dirty="0" err="1">
                <a:solidFill>
                  <a:srgbClr val="002060"/>
                </a:solidFill>
              </a:rPr>
              <a:t>quan</a:t>
            </a:r>
            <a:r>
              <a:rPr lang="en-US" altLang="en-US" sz="3200" b="1" dirty="0">
                <a:solidFill>
                  <a:srgbClr val="002060"/>
                </a:solidFill>
              </a:rPr>
              <a:t> </a:t>
            </a:r>
            <a:r>
              <a:rPr lang="en-US" altLang="en-US" sz="3200" b="1" dirty="0" err="1" smtClean="0">
                <a:solidFill>
                  <a:srgbClr val="002060"/>
                </a:solidFill>
              </a:rPr>
              <a:t>điểm</a:t>
            </a:r>
            <a:r>
              <a:rPr lang="en-US" altLang="en-US" sz="3200" b="1" dirty="0" smtClean="0">
                <a:solidFill>
                  <a:srgbClr val="002060"/>
                </a:solidFill>
              </a:rPr>
              <a:t> </a:t>
            </a:r>
            <a:r>
              <a:rPr lang="en-US" altLang="en-US" sz="3200" b="1" dirty="0" err="1" smtClean="0">
                <a:solidFill>
                  <a:srgbClr val="002060"/>
                </a:solidFill>
              </a:rPr>
              <a:t>thực</a:t>
            </a:r>
            <a:r>
              <a:rPr lang="en-US" altLang="en-US" sz="3200" b="1" dirty="0" smtClean="0">
                <a:solidFill>
                  <a:srgbClr val="002060"/>
                </a:solidFill>
              </a:rPr>
              <a:t> </a:t>
            </a:r>
            <a:r>
              <a:rPr lang="en-US" altLang="en-US" sz="3200" b="1" dirty="0" err="1" smtClean="0">
                <a:solidFill>
                  <a:srgbClr val="002060"/>
                </a:solidFill>
              </a:rPr>
              <a:t>tiễn</a:t>
            </a:r>
            <a:endParaRPr lang="en-US" altLang="en-US" sz="3200" b="1" dirty="0" smtClean="0">
              <a:solidFill>
                <a:srgbClr val="002060"/>
              </a:solidFill>
            </a:endParaRPr>
          </a:p>
          <a:p>
            <a:endParaRPr lang="en-US" altLang="en-US" sz="3200" b="1" dirty="0" smtClean="0">
              <a:solidFill>
                <a:srgbClr val="002060"/>
              </a:solidFill>
            </a:endParaRPr>
          </a:p>
          <a:p>
            <a:r>
              <a:rPr lang="en-US" altLang="en-US" sz="3200" b="1" dirty="0" err="1" smtClean="0">
                <a:solidFill>
                  <a:srgbClr val="002060"/>
                </a:solidFill>
              </a:rPr>
              <a:t>Xem</a:t>
            </a:r>
            <a:r>
              <a:rPr lang="en-US" altLang="en-US" sz="3200" b="1" dirty="0" smtClean="0">
                <a:solidFill>
                  <a:srgbClr val="002060"/>
                </a:solidFill>
              </a:rPr>
              <a:t> </a:t>
            </a:r>
            <a:r>
              <a:rPr lang="en-US" altLang="en-US" sz="3200" b="1" dirty="0" err="1" smtClean="0">
                <a:solidFill>
                  <a:srgbClr val="002060"/>
                </a:solidFill>
              </a:rPr>
              <a:t>thực</a:t>
            </a:r>
            <a:r>
              <a:rPr lang="en-US" altLang="en-US" sz="3200" b="1" dirty="0" smtClean="0">
                <a:solidFill>
                  <a:srgbClr val="002060"/>
                </a:solidFill>
              </a:rPr>
              <a:t> </a:t>
            </a:r>
            <a:r>
              <a:rPr lang="en-US" altLang="en-US" sz="3200" b="1" dirty="0" err="1">
                <a:solidFill>
                  <a:srgbClr val="002060"/>
                </a:solidFill>
              </a:rPr>
              <a:t>tiễn</a:t>
            </a:r>
            <a:r>
              <a:rPr lang="en-US" altLang="en-US" sz="3200" b="1" dirty="0">
                <a:solidFill>
                  <a:srgbClr val="002060"/>
                </a:solidFill>
              </a:rPr>
              <a:t> </a:t>
            </a:r>
            <a:r>
              <a:rPr lang="en-US" altLang="en-US" sz="3200" b="1" dirty="0" err="1">
                <a:solidFill>
                  <a:srgbClr val="002060"/>
                </a:solidFill>
              </a:rPr>
              <a:t>như</a:t>
            </a:r>
            <a:r>
              <a:rPr lang="en-US" altLang="en-US" sz="3200" b="1" dirty="0">
                <a:solidFill>
                  <a:srgbClr val="002060"/>
                </a:solidFill>
              </a:rPr>
              <a:t> </a:t>
            </a:r>
            <a:r>
              <a:rPr lang="en-US" altLang="en-US" sz="3200" b="1" dirty="0" err="1">
                <a:solidFill>
                  <a:srgbClr val="002060"/>
                </a:solidFill>
              </a:rPr>
              <a:t>tồn</a:t>
            </a:r>
            <a:r>
              <a:rPr lang="en-US" altLang="en-US" sz="3200" b="1" dirty="0">
                <a:solidFill>
                  <a:srgbClr val="002060"/>
                </a:solidFill>
              </a:rPr>
              <a:t> </a:t>
            </a:r>
            <a:r>
              <a:rPr lang="en-US" altLang="en-US" sz="3200" b="1" dirty="0" err="1">
                <a:solidFill>
                  <a:srgbClr val="002060"/>
                </a:solidFill>
              </a:rPr>
              <a:t>tại</a:t>
            </a:r>
            <a:r>
              <a:rPr lang="en-US" altLang="en-US" sz="3200" b="1" dirty="0">
                <a:solidFill>
                  <a:srgbClr val="002060"/>
                </a:solidFill>
              </a:rPr>
              <a:t> </a:t>
            </a:r>
            <a:r>
              <a:rPr lang="en-US" altLang="en-US" sz="3200" b="1" dirty="0" err="1">
                <a:solidFill>
                  <a:srgbClr val="002060"/>
                </a:solidFill>
              </a:rPr>
              <a:t>mang</a:t>
            </a:r>
            <a:r>
              <a:rPr lang="en-US" altLang="en-US" sz="3200" b="1" dirty="0">
                <a:solidFill>
                  <a:srgbClr val="002060"/>
                </a:solidFill>
              </a:rPr>
              <a:t> </a:t>
            </a:r>
            <a:r>
              <a:rPr lang="en-US" altLang="en-US" sz="3200" b="1" dirty="0" err="1">
                <a:solidFill>
                  <a:srgbClr val="002060"/>
                </a:solidFill>
              </a:rPr>
              <a:t>tính</a:t>
            </a:r>
            <a:r>
              <a:rPr lang="en-US" altLang="en-US" sz="3200" b="1" dirty="0">
                <a:solidFill>
                  <a:srgbClr val="002060"/>
                </a:solidFill>
              </a:rPr>
              <a:t> </a:t>
            </a:r>
            <a:r>
              <a:rPr lang="en-US" altLang="en-US" sz="3200" b="1" dirty="0" err="1">
                <a:solidFill>
                  <a:srgbClr val="002060"/>
                </a:solidFill>
              </a:rPr>
              <a:t>lịch</a:t>
            </a:r>
            <a:r>
              <a:rPr lang="en-US" altLang="en-US" sz="3200" b="1" dirty="0">
                <a:solidFill>
                  <a:srgbClr val="002060"/>
                </a:solidFill>
              </a:rPr>
              <a:t> </a:t>
            </a:r>
            <a:r>
              <a:rPr lang="en-US" altLang="en-US" sz="3200" b="1" dirty="0" err="1">
                <a:solidFill>
                  <a:srgbClr val="002060"/>
                </a:solidFill>
              </a:rPr>
              <a:t>sử</a:t>
            </a:r>
            <a:r>
              <a:rPr lang="en-US" altLang="en-US" sz="3200" b="1" dirty="0">
                <a:solidFill>
                  <a:srgbClr val="002060"/>
                </a:solidFill>
              </a:rPr>
              <a:t> - </a:t>
            </a:r>
            <a:r>
              <a:rPr lang="en-US" altLang="en-US" sz="3200" b="1" dirty="0" err="1">
                <a:solidFill>
                  <a:srgbClr val="002060"/>
                </a:solidFill>
              </a:rPr>
              <a:t>xã</a:t>
            </a:r>
            <a:r>
              <a:rPr lang="en-US" altLang="en-US" sz="3200" b="1" dirty="0">
                <a:solidFill>
                  <a:srgbClr val="002060"/>
                </a:solidFill>
              </a:rPr>
              <a:t> </a:t>
            </a:r>
            <a:r>
              <a:rPr lang="en-US" altLang="en-US" sz="3200" b="1" dirty="0" err="1">
                <a:solidFill>
                  <a:srgbClr val="002060"/>
                </a:solidFill>
              </a:rPr>
              <a:t>hội</a:t>
            </a:r>
            <a:r>
              <a:rPr lang="en-US" altLang="en-US" sz="3200" b="1" dirty="0">
                <a:solidFill>
                  <a:srgbClr val="002060"/>
                </a:solidFill>
              </a:rPr>
              <a:t>; </a:t>
            </a:r>
            <a:r>
              <a:rPr lang="en-US" altLang="en-US" sz="3200" b="1" dirty="0" err="1">
                <a:solidFill>
                  <a:srgbClr val="002060"/>
                </a:solidFill>
              </a:rPr>
              <a:t>thực</a:t>
            </a:r>
            <a:r>
              <a:rPr lang="en-US" altLang="en-US" sz="3200" b="1" dirty="0">
                <a:solidFill>
                  <a:srgbClr val="002060"/>
                </a:solidFill>
              </a:rPr>
              <a:t> </a:t>
            </a:r>
            <a:r>
              <a:rPr lang="en-US" altLang="en-US" sz="3200" b="1" dirty="0" err="1">
                <a:solidFill>
                  <a:srgbClr val="002060"/>
                </a:solidFill>
              </a:rPr>
              <a:t>tiễn</a:t>
            </a:r>
            <a:r>
              <a:rPr lang="en-US" altLang="en-US" sz="3200" b="1" dirty="0">
                <a:solidFill>
                  <a:srgbClr val="002060"/>
                </a:solidFill>
              </a:rPr>
              <a:t> </a:t>
            </a:r>
            <a:r>
              <a:rPr lang="en-US" altLang="en-US" sz="3200" b="1" dirty="0" err="1">
                <a:solidFill>
                  <a:srgbClr val="002060"/>
                </a:solidFill>
              </a:rPr>
              <a:t>như</a:t>
            </a:r>
            <a:r>
              <a:rPr lang="en-US" altLang="en-US" sz="3200" b="1" dirty="0">
                <a:solidFill>
                  <a:srgbClr val="002060"/>
                </a:solidFill>
              </a:rPr>
              <a:t> </a:t>
            </a:r>
            <a:r>
              <a:rPr lang="en-US" altLang="en-US" sz="3200" b="1" dirty="0" err="1">
                <a:solidFill>
                  <a:srgbClr val="002060"/>
                </a:solidFill>
              </a:rPr>
              <a:t>hoạt</a:t>
            </a:r>
            <a:r>
              <a:rPr lang="en-US" altLang="en-US" sz="3200" b="1" dirty="0">
                <a:solidFill>
                  <a:srgbClr val="002060"/>
                </a:solidFill>
              </a:rPr>
              <a:t> </a:t>
            </a:r>
            <a:r>
              <a:rPr lang="en-US" altLang="en-US" sz="3200" b="1" dirty="0" err="1">
                <a:solidFill>
                  <a:srgbClr val="002060"/>
                </a:solidFill>
              </a:rPr>
              <a:t>động</a:t>
            </a:r>
            <a:r>
              <a:rPr lang="en-US" altLang="en-US" sz="3200" b="1" dirty="0">
                <a:solidFill>
                  <a:srgbClr val="002060"/>
                </a:solidFill>
              </a:rPr>
              <a:t> </a:t>
            </a:r>
            <a:r>
              <a:rPr lang="en-US" altLang="en-US" sz="3200" b="1" dirty="0" err="1">
                <a:solidFill>
                  <a:srgbClr val="002060"/>
                </a:solidFill>
              </a:rPr>
              <a:t>mang</a:t>
            </a:r>
            <a:r>
              <a:rPr lang="en-US" altLang="en-US" sz="3200" b="1" dirty="0">
                <a:solidFill>
                  <a:srgbClr val="002060"/>
                </a:solidFill>
              </a:rPr>
              <a:t> </a:t>
            </a:r>
            <a:r>
              <a:rPr lang="en-US" altLang="en-US" sz="3200" b="1" dirty="0" err="1">
                <a:solidFill>
                  <a:srgbClr val="002060"/>
                </a:solidFill>
              </a:rPr>
              <a:t>tính</a:t>
            </a:r>
            <a:r>
              <a:rPr lang="en-US" altLang="en-US" sz="3200" b="1" dirty="0">
                <a:solidFill>
                  <a:srgbClr val="002060"/>
                </a:solidFill>
              </a:rPr>
              <a:t> </a:t>
            </a:r>
            <a:r>
              <a:rPr lang="en-US" altLang="en-US" sz="3200" b="1" dirty="0" err="1">
                <a:solidFill>
                  <a:srgbClr val="002060"/>
                </a:solidFill>
              </a:rPr>
              <a:t>vật</a:t>
            </a:r>
            <a:r>
              <a:rPr lang="en-US" altLang="en-US" sz="3200" b="1" dirty="0">
                <a:solidFill>
                  <a:srgbClr val="002060"/>
                </a:solidFill>
              </a:rPr>
              <a:t> </a:t>
            </a:r>
            <a:r>
              <a:rPr lang="en-US" altLang="en-US" sz="3200" b="1" dirty="0" err="1">
                <a:solidFill>
                  <a:srgbClr val="002060"/>
                </a:solidFill>
              </a:rPr>
              <a:t>chất</a:t>
            </a:r>
            <a:r>
              <a:rPr lang="en-US" altLang="en-US" sz="3200" b="1" dirty="0">
                <a:solidFill>
                  <a:srgbClr val="002060"/>
                </a:solidFill>
              </a:rPr>
              <a:t>.</a:t>
            </a:r>
            <a:r>
              <a:rPr lang="vi-VN" altLang="en-US" sz="2000" b="1" dirty="0">
                <a:solidFill>
                  <a:srgbClr val="002060"/>
                </a:solidFill>
                <a:latin typeface="VNI-Times" pitchFamily="2" charset="0"/>
                <a:cs typeface="Times New Roman" panose="02020603050405020304" pitchFamily="18" charset="0"/>
                <a:sym typeface="Wingdings" panose="05000000000000000000" pitchFamily="2" charset="2"/>
              </a:rPr>
              <a:t>  </a:t>
            </a:r>
            <a:endParaRPr lang="vi-VN" altLang="en-US" sz="2000" b="1" dirty="0">
              <a:solidFill>
                <a:srgbClr val="002060"/>
              </a:solidFill>
              <a:latin typeface="Times New Roman" panose="02020603050405020304" pitchFamily="18" charset="0"/>
              <a:cs typeface="Times New Roman" panose="02020603050405020304" pitchFamily="18" charset="0"/>
              <a:sym typeface="Wingdings" panose="05000000000000000000" pitchFamily="2" charset="2"/>
            </a:endParaRPr>
          </a:p>
          <a:p>
            <a:endParaRPr lang="en-US" dirty="0">
              <a:solidFill>
                <a:srgbClr val="002060"/>
              </a:solidFill>
            </a:endParaRPr>
          </a:p>
        </p:txBody>
      </p:sp>
    </p:spTree>
    <p:extLst>
      <p:ext uri="{BB962C8B-B14F-4D97-AF65-F5344CB8AC3E}">
        <p14:creationId xmlns:p14="http://schemas.microsoft.com/office/powerpoint/2010/main" val="124014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ltLang="en-US" sz="2400" kern="0" dirty="0">
                <a:solidFill>
                  <a:srgbClr val="FF0000"/>
                </a:solidFill>
                <a:latin typeface="Verdana"/>
                <a:sym typeface="Wingdings" panose="05000000000000000000" pitchFamily="2" charset="2"/>
              </a:rPr>
              <a:t>Th</a:t>
            </a:r>
            <a:r>
              <a:rPr lang="en-US" altLang="en-US" sz="2400" kern="0" dirty="0">
                <a:solidFill>
                  <a:srgbClr val="FF0000"/>
                </a:solidFill>
                <a:latin typeface="Verdana"/>
                <a:sym typeface="Wingdings" panose="05000000000000000000" pitchFamily="2" charset="2"/>
              </a:rPr>
              <a:t>ố</a:t>
            </a:r>
            <a:r>
              <a:rPr lang="vi-VN" altLang="en-US" sz="2400" kern="0" dirty="0">
                <a:solidFill>
                  <a:srgbClr val="FF0000"/>
                </a:solidFill>
                <a:latin typeface="Verdana"/>
                <a:sym typeface="Wingdings" panose="05000000000000000000" pitchFamily="2" charset="2"/>
              </a:rPr>
              <a:t>ng nh</a:t>
            </a:r>
            <a:r>
              <a:rPr lang="en-US" altLang="en-US" sz="2400" kern="0" dirty="0">
                <a:solidFill>
                  <a:srgbClr val="FF0000"/>
                </a:solidFill>
                <a:latin typeface="Verdana"/>
                <a:sym typeface="Wingdings" panose="05000000000000000000" pitchFamily="2" charset="2"/>
              </a:rPr>
              <a:t>ấ</a:t>
            </a:r>
            <a:r>
              <a:rPr lang="vi-VN" altLang="en-US" sz="2400" kern="0" dirty="0">
                <a:solidFill>
                  <a:srgbClr val="FF0000"/>
                </a:solidFill>
                <a:latin typeface="Verdana"/>
                <a:sym typeface="Wingdings" panose="05000000000000000000" pitchFamily="2" charset="2"/>
              </a:rPr>
              <a:t>t tính </a:t>
            </a:r>
            <a:r>
              <a:rPr lang="en-US" altLang="en-US" sz="2400" kern="0" dirty="0">
                <a:solidFill>
                  <a:srgbClr val="FF0000"/>
                </a:solidFill>
                <a:latin typeface="Verdana"/>
                <a:sym typeface="Wingdings" panose="05000000000000000000" pitchFamily="2" charset="2"/>
              </a:rPr>
              <a:t>CM</a:t>
            </a:r>
            <a:r>
              <a:rPr lang="vi-VN" altLang="en-US" sz="2400" kern="0" dirty="0">
                <a:solidFill>
                  <a:srgbClr val="FF0000"/>
                </a:solidFill>
                <a:latin typeface="Verdana"/>
                <a:sym typeface="Wingdings" panose="05000000000000000000" pitchFamily="2" charset="2"/>
              </a:rPr>
              <a:t> v</a:t>
            </a:r>
            <a:r>
              <a:rPr lang="en-US" altLang="en-US" sz="2400" kern="0" dirty="0">
                <a:solidFill>
                  <a:srgbClr val="FF0000"/>
                </a:solidFill>
                <a:latin typeface="Verdana"/>
                <a:sym typeface="Wingdings" panose="05000000000000000000" pitchFamily="2" charset="2"/>
              </a:rPr>
              <a:t>ớ</a:t>
            </a:r>
            <a:r>
              <a:rPr lang="vi-VN" altLang="en-US" sz="2400" kern="0" dirty="0">
                <a:solidFill>
                  <a:srgbClr val="FF0000"/>
                </a:solidFill>
                <a:latin typeface="Verdana"/>
                <a:sym typeface="Wingdings" panose="05000000000000000000" pitchFamily="2" charset="2"/>
              </a:rPr>
              <a:t>i tính khoa h</a:t>
            </a:r>
            <a:r>
              <a:rPr lang="en-US" altLang="en-US" sz="2400" kern="0" dirty="0">
                <a:solidFill>
                  <a:srgbClr val="FF0000"/>
                </a:solidFill>
                <a:latin typeface="Verdana"/>
                <a:sym typeface="Wingdings" panose="05000000000000000000" pitchFamily="2" charset="2"/>
              </a:rPr>
              <a:t>ọ</a:t>
            </a:r>
            <a:r>
              <a:rPr lang="vi-VN" altLang="en-US" sz="2400" kern="0" dirty="0">
                <a:solidFill>
                  <a:srgbClr val="FF0000"/>
                </a:solidFill>
                <a:latin typeface="Verdana"/>
                <a:sym typeface="Wingdings" panose="05000000000000000000" pitchFamily="2" charset="2"/>
              </a:rPr>
              <a:t>c</a:t>
            </a:r>
            <a:endParaRPr lang="en-US" dirty="0">
              <a:solidFill>
                <a:srgbClr val="FF0000"/>
              </a:solidFill>
            </a:endParaRPr>
          </a:p>
        </p:txBody>
      </p:sp>
      <p:sp>
        <p:nvSpPr>
          <p:cNvPr id="3" name="Content Placeholder 2"/>
          <p:cNvSpPr>
            <a:spLocks noGrp="1"/>
          </p:cNvSpPr>
          <p:nvPr>
            <p:ph idx="1"/>
          </p:nvPr>
        </p:nvSpPr>
        <p:spPr/>
        <p:txBody>
          <a:bodyPr/>
          <a:lstStyle/>
          <a:p>
            <a:r>
              <a:rPr lang="en-US" altLang="en-US" sz="3200" b="1" u="sng" dirty="0">
                <a:solidFill>
                  <a:srgbClr val="002060"/>
                </a:solidFill>
                <a:sym typeface="Wingdings" panose="05000000000000000000" pitchFamily="2" charset="2"/>
              </a:rPr>
              <a:t>Vũ </a:t>
            </a:r>
            <a:r>
              <a:rPr lang="en-US" altLang="en-US" sz="3200" b="1" u="sng" dirty="0" err="1">
                <a:solidFill>
                  <a:srgbClr val="002060"/>
                </a:solidFill>
                <a:sym typeface="Wingdings" panose="05000000000000000000" pitchFamily="2" charset="2"/>
              </a:rPr>
              <a:t>khi</a:t>
            </a:r>
            <a:r>
              <a:rPr lang="en-US" altLang="en-US" sz="3200" b="1" u="sng" dirty="0">
                <a:solidFill>
                  <a:srgbClr val="002060"/>
                </a:solidFill>
                <a:sym typeface="Wingdings" panose="05000000000000000000" pitchFamily="2" charset="2"/>
              </a:rPr>
              <a:t>́ </a:t>
            </a:r>
            <a:r>
              <a:rPr lang="en-US" altLang="en-US" sz="3200" b="1" u="sng" dirty="0" err="1">
                <a:solidFill>
                  <a:srgbClr val="002060"/>
                </a:solidFill>
                <a:sym typeface="Wingdings" panose="05000000000000000000" pitchFamily="2" charset="2"/>
              </a:rPr>
              <a:t>ly</a:t>
            </a:r>
            <a:r>
              <a:rPr lang="en-US" altLang="en-US" sz="3200" b="1" u="sng" dirty="0">
                <a:solidFill>
                  <a:srgbClr val="002060"/>
                </a:solidFill>
                <a:sym typeface="Wingdings" panose="05000000000000000000" pitchFamily="2" charset="2"/>
              </a:rPr>
              <a:t>́ </a:t>
            </a:r>
            <a:r>
              <a:rPr lang="en-US" altLang="en-US" sz="3200" b="1" u="sng" dirty="0" err="1">
                <a:solidFill>
                  <a:srgbClr val="002060"/>
                </a:solidFill>
                <a:sym typeface="Wingdings" panose="05000000000000000000" pitchFamily="2" charset="2"/>
              </a:rPr>
              <a:t>luận</a:t>
            </a:r>
            <a:r>
              <a:rPr lang="en-US" altLang="en-US" sz="3200" b="1" u="sng" dirty="0">
                <a:solidFill>
                  <a:srgbClr val="002060"/>
                </a:solidFill>
                <a:sym typeface="Wingdings" panose="05000000000000000000" pitchFamily="2" charset="2"/>
              </a:rPr>
              <a:t> </a:t>
            </a:r>
            <a:r>
              <a:rPr lang="en-US" altLang="en-US" sz="3200" b="1" u="sng" dirty="0" err="1">
                <a:solidFill>
                  <a:srgbClr val="002060"/>
                </a:solidFill>
                <a:sym typeface="Wingdings" panose="05000000000000000000" pitchFamily="2" charset="2"/>
              </a:rPr>
              <a:t>của</a:t>
            </a:r>
            <a:r>
              <a:rPr lang="en-US" altLang="en-US" sz="3200" b="1" u="sng" dirty="0">
                <a:solidFill>
                  <a:srgbClr val="002060"/>
                </a:solidFill>
                <a:sym typeface="Wingdings" panose="05000000000000000000" pitchFamily="2" charset="2"/>
              </a:rPr>
              <a:t> </a:t>
            </a:r>
            <a:r>
              <a:rPr lang="en-US" altLang="en-US" sz="3200" b="1" u="sng" dirty="0" err="1">
                <a:solidFill>
                  <a:srgbClr val="002060"/>
                </a:solidFill>
                <a:sym typeface="Wingdings" panose="05000000000000000000" pitchFamily="2" charset="2"/>
              </a:rPr>
              <a:t>giai</a:t>
            </a:r>
            <a:r>
              <a:rPr lang="en-US" altLang="en-US" sz="3200" b="1" u="sng" dirty="0">
                <a:solidFill>
                  <a:srgbClr val="002060"/>
                </a:solidFill>
                <a:sym typeface="Wingdings" panose="05000000000000000000" pitchFamily="2" charset="2"/>
              </a:rPr>
              <a:t> </a:t>
            </a:r>
            <a:r>
              <a:rPr lang="en-US" altLang="en-US" sz="3200" b="1" u="sng" dirty="0" err="1">
                <a:solidFill>
                  <a:srgbClr val="002060"/>
                </a:solidFill>
                <a:sym typeface="Wingdings" panose="05000000000000000000" pitchFamily="2" charset="2"/>
              </a:rPr>
              <a:t>cấp</a:t>
            </a:r>
            <a:r>
              <a:rPr lang="en-US" altLang="en-US" sz="3200" b="1" u="sng" dirty="0">
                <a:solidFill>
                  <a:srgbClr val="002060"/>
                </a:solidFill>
                <a:sym typeface="Wingdings" panose="05000000000000000000" pitchFamily="2" charset="2"/>
              </a:rPr>
              <a:t> </a:t>
            </a:r>
            <a:r>
              <a:rPr lang="en-US" altLang="en-US" sz="3200" b="1" u="sng" dirty="0" smtClean="0">
                <a:solidFill>
                  <a:srgbClr val="002060"/>
                </a:solidFill>
                <a:sym typeface="Wingdings" panose="05000000000000000000" pitchFamily="2" charset="2"/>
              </a:rPr>
              <a:t>CN</a:t>
            </a:r>
            <a:r>
              <a:rPr lang="en-US" altLang="en-US" sz="3200" b="1" dirty="0" smtClean="0">
                <a:solidFill>
                  <a:srgbClr val="002060"/>
                </a:solidFill>
                <a:sym typeface="Wingdings" panose="05000000000000000000" pitchFamily="2" charset="2"/>
              </a:rPr>
              <a:t> =&gt; </a:t>
            </a:r>
            <a:r>
              <a:rPr lang="vi-VN" altLang="en-US" sz="3200" b="1" dirty="0">
                <a:solidFill>
                  <a:srgbClr val="002060"/>
                </a:solidFill>
                <a:sym typeface="Wingdings" panose="05000000000000000000" pitchFamily="2" charset="2"/>
              </a:rPr>
              <a:t>Ch</a:t>
            </a:r>
            <a:r>
              <a:rPr lang="en-US" altLang="en-US" sz="3200" b="1" dirty="0">
                <a:solidFill>
                  <a:srgbClr val="002060"/>
                </a:solidFill>
                <a:sym typeface="Wingdings" panose="05000000000000000000" pitchFamily="2" charset="2"/>
              </a:rPr>
              <a:t>ủ </a:t>
            </a:r>
            <a:r>
              <a:rPr lang="en-US" altLang="en-US" sz="3200" b="1" dirty="0" err="1">
                <a:solidFill>
                  <a:srgbClr val="002060"/>
                </a:solidFill>
                <a:sym typeface="Wingdings" panose="05000000000000000000" pitchFamily="2" charset="2"/>
              </a:rPr>
              <a:t>nghĩa</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nhân</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văn</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đạt</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đến</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tầm</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cao</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mới</a:t>
            </a:r>
            <a:r>
              <a:rPr lang="vi-VN" altLang="en-US" sz="3200" b="1" dirty="0">
                <a:solidFill>
                  <a:srgbClr val="002060"/>
                </a:solidFill>
                <a:sym typeface="Wingdings" panose="05000000000000000000" pitchFamily="2" charset="2"/>
              </a:rPr>
              <a:t>, hình th</a:t>
            </a:r>
            <a:r>
              <a:rPr lang="en-US" altLang="en-US" sz="3200" b="1" dirty="0" err="1">
                <a:solidFill>
                  <a:srgbClr val="002060"/>
                </a:solidFill>
                <a:sym typeface="Wingdings" panose="05000000000000000000" pitchFamily="2" charset="2"/>
              </a:rPr>
              <a:t>àn</a:t>
            </a:r>
            <a:r>
              <a:rPr lang="vi-VN" altLang="en-US" sz="3200" b="1" dirty="0">
                <a:solidFill>
                  <a:srgbClr val="002060"/>
                </a:solidFill>
                <a:sym typeface="Wingdings" panose="05000000000000000000" pitchFamily="2" charset="2"/>
              </a:rPr>
              <a:t>h  trong </a:t>
            </a:r>
            <a:r>
              <a:rPr lang="en-US" altLang="en-US" sz="3200" b="1" dirty="0" err="1">
                <a:solidFill>
                  <a:srgbClr val="002060"/>
                </a:solidFill>
                <a:sym typeface="Wingdings" panose="05000000000000000000" pitchFamily="2" charset="2"/>
              </a:rPr>
              <a:t>điê</a:t>
            </a:r>
            <a:r>
              <a:rPr lang="en-US" altLang="en-US" sz="3200" b="1" dirty="0">
                <a:solidFill>
                  <a:srgbClr val="002060"/>
                </a:solidFill>
                <a:sym typeface="Wingdings" panose="05000000000000000000" pitchFamily="2" charset="2"/>
              </a:rPr>
              <a:t>̀</a:t>
            </a:r>
            <a:r>
              <a:rPr lang="vi-VN" altLang="en-US" sz="3200" b="1" dirty="0">
                <a:solidFill>
                  <a:srgbClr val="002060"/>
                </a:solidFill>
                <a:sym typeface="Wingdings" panose="05000000000000000000" pitchFamily="2" charset="2"/>
              </a:rPr>
              <a:t>u ki</a:t>
            </a:r>
            <a:r>
              <a:rPr lang="en-US" altLang="en-US" sz="3200" b="1" dirty="0">
                <a:solidFill>
                  <a:srgbClr val="002060"/>
                </a:solidFill>
                <a:sym typeface="Wingdings" panose="05000000000000000000" pitchFamily="2" charset="2"/>
              </a:rPr>
              <a:t>ệ</a:t>
            </a:r>
            <a:r>
              <a:rPr lang="vi-VN" altLang="en-US" sz="3200" b="1" dirty="0">
                <a:solidFill>
                  <a:srgbClr val="002060"/>
                </a:solidFill>
                <a:sym typeface="Wingdings" panose="05000000000000000000" pitchFamily="2" charset="2"/>
              </a:rPr>
              <a:t>n x</a:t>
            </a:r>
            <a:r>
              <a:rPr lang="en-US" altLang="en-US" sz="3200" b="1" dirty="0">
                <a:solidFill>
                  <a:srgbClr val="002060"/>
                </a:solidFill>
                <a:sym typeface="Wingdings" panose="05000000000000000000" pitchFamily="2" charset="2"/>
              </a:rPr>
              <a:t>ã</a:t>
            </a:r>
            <a:r>
              <a:rPr lang="vi-VN" altLang="en-US" sz="3200" b="1" dirty="0">
                <a:solidFill>
                  <a:srgbClr val="002060"/>
                </a:solidFill>
                <a:sym typeface="Wingdings" panose="05000000000000000000" pitchFamily="2" charset="2"/>
              </a:rPr>
              <a:t> h</a:t>
            </a:r>
            <a:r>
              <a:rPr lang="en-US" altLang="en-US" sz="3200" b="1" dirty="0">
                <a:solidFill>
                  <a:srgbClr val="002060"/>
                </a:solidFill>
                <a:sym typeface="Wingdings" panose="05000000000000000000" pitchFamily="2" charset="2"/>
              </a:rPr>
              <a:t>ộ</a:t>
            </a:r>
            <a:r>
              <a:rPr lang="vi-VN" altLang="en-US" sz="3200" b="1" dirty="0">
                <a:solidFill>
                  <a:srgbClr val="002060"/>
                </a:solidFill>
                <a:sym typeface="Wingdings" panose="05000000000000000000" pitchFamily="2" charset="2"/>
              </a:rPr>
              <a:t>i t</a:t>
            </a:r>
            <a:r>
              <a:rPr lang="en-US" altLang="en-US" sz="3200" b="1" dirty="0">
                <a:solidFill>
                  <a:srgbClr val="002060"/>
                </a:solidFill>
                <a:sym typeface="Wingdings" panose="05000000000000000000" pitchFamily="2" charset="2"/>
              </a:rPr>
              <a:t>ư</a:t>
            </a:r>
            <a:r>
              <a:rPr lang="vi-VN" altLang="en-US" sz="3200" b="1" dirty="0">
                <a:solidFill>
                  <a:srgbClr val="002060"/>
                </a:solidFill>
                <a:sym typeface="Wingdings" panose="05000000000000000000" pitchFamily="2" charset="2"/>
              </a:rPr>
              <a:t> s</a:t>
            </a:r>
            <a:r>
              <a:rPr lang="en-US" altLang="en-US" sz="3200" b="1" dirty="0">
                <a:solidFill>
                  <a:srgbClr val="002060"/>
                </a:solidFill>
                <a:sym typeface="Wingdings" panose="05000000000000000000" pitchFamily="2" charset="2"/>
              </a:rPr>
              <a:t>ả</a:t>
            </a:r>
            <a:r>
              <a:rPr lang="vi-VN" altLang="en-US" sz="3200" b="1" dirty="0">
                <a:solidFill>
                  <a:srgbClr val="002060"/>
                </a:solidFill>
                <a:sym typeface="Wingdings" panose="05000000000000000000" pitchFamily="2" charset="2"/>
              </a:rPr>
              <a:t>n, th</a:t>
            </a:r>
            <a:r>
              <a:rPr lang="en-US" altLang="en-US" sz="3200" b="1" dirty="0">
                <a:solidFill>
                  <a:srgbClr val="002060"/>
                </a:solidFill>
                <a:sym typeface="Wingdings" panose="05000000000000000000" pitchFamily="2" charset="2"/>
              </a:rPr>
              <a:t>ô</a:t>
            </a:r>
            <a:r>
              <a:rPr lang="vi-VN" altLang="en-US" sz="3200" b="1" dirty="0">
                <a:solidFill>
                  <a:srgbClr val="002060"/>
                </a:solidFill>
                <a:sym typeface="Wingdings" panose="05000000000000000000" pitchFamily="2" charset="2"/>
              </a:rPr>
              <a:t>ng qua hi</a:t>
            </a:r>
            <a:r>
              <a:rPr lang="en-US" altLang="en-US" sz="3200" b="1" dirty="0">
                <a:solidFill>
                  <a:srgbClr val="002060"/>
                </a:solidFill>
                <a:sym typeface="Wingdings" panose="05000000000000000000" pitchFamily="2" charset="2"/>
              </a:rPr>
              <a:t>ệ</a:t>
            </a:r>
            <a:r>
              <a:rPr lang="vi-VN" altLang="en-US" sz="3200" b="1" dirty="0">
                <a:solidFill>
                  <a:srgbClr val="002060"/>
                </a:solidFill>
                <a:sym typeface="Wingdings" panose="05000000000000000000" pitchFamily="2" charset="2"/>
              </a:rPr>
              <a:t>n th</a:t>
            </a:r>
            <a:r>
              <a:rPr lang="en-US" altLang="en-US" sz="3200" b="1" dirty="0">
                <a:solidFill>
                  <a:srgbClr val="002060"/>
                </a:solidFill>
                <a:sym typeface="Wingdings" panose="05000000000000000000" pitchFamily="2" charset="2"/>
              </a:rPr>
              <a:t>ự</a:t>
            </a:r>
            <a:r>
              <a:rPr lang="vi-VN" altLang="en-US" sz="3200" b="1" dirty="0">
                <a:solidFill>
                  <a:srgbClr val="002060"/>
                </a:solidFill>
                <a:sym typeface="Wingdings" panose="05000000000000000000" pitchFamily="2" charset="2"/>
              </a:rPr>
              <a:t>c </a:t>
            </a:r>
            <a:r>
              <a:rPr lang="en-US" altLang="en-US" sz="3200" b="1" dirty="0" err="1">
                <a:solidFill>
                  <a:srgbClr val="002060"/>
                </a:solidFill>
                <a:sym typeface="Wingdings" panose="05000000000000000000" pitchFamily="2" charset="2"/>
              </a:rPr>
              <a:t>đấu</a:t>
            </a:r>
            <a:r>
              <a:rPr lang="en-US" altLang="en-US" sz="3200" b="1" dirty="0">
                <a:solidFill>
                  <a:srgbClr val="002060"/>
                </a:solidFill>
                <a:sym typeface="Wingdings" panose="05000000000000000000" pitchFamily="2" charset="2"/>
              </a:rPr>
              <a:t> </a:t>
            </a:r>
            <a:r>
              <a:rPr lang="vi-VN" altLang="en-US" sz="3200" b="1" dirty="0">
                <a:solidFill>
                  <a:srgbClr val="002060"/>
                </a:solidFill>
                <a:sym typeface="Wingdings" panose="05000000000000000000" pitchFamily="2" charset="2"/>
              </a:rPr>
              <a:t>tranh c</a:t>
            </a:r>
            <a:r>
              <a:rPr lang="en-US" altLang="en-US" sz="3200" b="1" dirty="0" err="1">
                <a:solidFill>
                  <a:srgbClr val="002060"/>
                </a:solidFill>
                <a:sym typeface="Wingdings" panose="05000000000000000000" pitchFamily="2" charset="2"/>
              </a:rPr>
              <a:t>ủa</a:t>
            </a:r>
            <a:r>
              <a:rPr lang="vi-VN" altLang="en-US" sz="3200" b="1" dirty="0">
                <a:solidFill>
                  <a:srgbClr val="002060"/>
                </a:solidFill>
                <a:sym typeface="Wingdings" panose="05000000000000000000" pitchFamily="2" charset="2"/>
              </a:rPr>
              <a:t> </a:t>
            </a:r>
            <a:r>
              <a:rPr lang="en-US" altLang="en-US" sz="3200" b="1" dirty="0">
                <a:solidFill>
                  <a:srgbClr val="002060"/>
                </a:solidFill>
                <a:sym typeface="Wingdings" panose="05000000000000000000" pitchFamily="2" charset="2"/>
              </a:rPr>
              <a:t>QCND vì </a:t>
            </a:r>
            <a:r>
              <a:rPr lang="en-US" altLang="en-US" sz="3200" b="1" dirty="0" err="1">
                <a:solidFill>
                  <a:srgbClr val="002060"/>
                </a:solidFill>
                <a:sym typeface="Wingdings" panose="05000000000000000000" pitchFamily="2" charset="2"/>
              </a:rPr>
              <a:t>một</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xa</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hội</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tốt</a:t>
            </a:r>
            <a:r>
              <a:rPr lang="en-US" altLang="en-US" sz="3200" b="1" dirty="0">
                <a:solidFill>
                  <a:srgbClr val="002060"/>
                </a:solidFill>
                <a:sym typeface="Wingdings" panose="05000000000000000000" pitchFamily="2" charset="2"/>
              </a:rPr>
              <a:t> </a:t>
            </a:r>
            <a:r>
              <a:rPr lang="en-US" altLang="en-US" sz="3200" b="1" dirty="0" err="1">
                <a:solidFill>
                  <a:srgbClr val="002060"/>
                </a:solidFill>
                <a:sym typeface="Wingdings" panose="05000000000000000000" pitchFamily="2" charset="2"/>
              </a:rPr>
              <a:t>đẹp</a:t>
            </a:r>
            <a:endParaRPr lang="en-US" dirty="0">
              <a:solidFill>
                <a:srgbClr val="002060"/>
              </a:solidFill>
            </a:endParaRPr>
          </a:p>
        </p:txBody>
      </p:sp>
    </p:spTree>
    <p:extLst>
      <p:ext uri="{BB962C8B-B14F-4D97-AF65-F5344CB8AC3E}">
        <p14:creationId xmlns:p14="http://schemas.microsoft.com/office/powerpoint/2010/main" val="240499003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Xác</a:t>
            </a:r>
            <a:r>
              <a:rPr lang="en-US" dirty="0" smtClean="0"/>
              <a:t> </a:t>
            </a:r>
            <a:r>
              <a:rPr lang="en-US" dirty="0" err="1" smtClean="0"/>
              <a:t>lập</a:t>
            </a:r>
            <a:r>
              <a:rPr lang="en-US" dirty="0" smtClean="0"/>
              <a:t> </a:t>
            </a:r>
            <a:r>
              <a:rPr lang="en-US" dirty="0" err="1" smtClean="0"/>
              <a:t>đúng</a:t>
            </a:r>
            <a:r>
              <a:rPr lang="en-US" dirty="0" smtClean="0"/>
              <a:t> </a:t>
            </a:r>
            <a:r>
              <a:rPr lang="en-US" dirty="0" err="1" smtClean="0"/>
              <a:t>đắn</a:t>
            </a:r>
            <a:r>
              <a:rPr lang="en-US" dirty="0" smtClean="0"/>
              <a:t> MQH </a:t>
            </a:r>
            <a:r>
              <a:rPr lang="en-US" dirty="0" err="1" smtClean="0"/>
              <a:t>giữa</a:t>
            </a:r>
            <a:r>
              <a:rPr lang="en-US" dirty="0" smtClean="0"/>
              <a:t> </a:t>
            </a:r>
            <a:r>
              <a:rPr lang="en-US" dirty="0" err="1" smtClean="0"/>
              <a:t>triết</a:t>
            </a:r>
            <a:r>
              <a:rPr lang="en-US" dirty="0" smtClean="0"/>
              <a:t> </a:t>
            </a:r>
            <a:r>
              <a:rPr lang="en-US" dirty="0" err="1" smtClean="0"/>
              <a:t>học</a:t>
            </a:r>
            <a:r>
              <a:rPr lang="en-US" dirty="0" smtClean="0"/>
              <a:t> </a:t>
            </a:r>
            <a:r>
              <a:rPr lang="en-US" dirty="0" err="1" smtClean="0"/>
              <a:t>và</a:t>
            </a:r>
            <a:r>
              <a:rPr lang="en-US" dirty="0" smtClean="0"/>
              <a:t> </a:t>
            </a:r>
            <a:r>
              <a:rPr lang="en-US" dirty="0" err="1" smtClean="0"/>
              <a:t>các</a:t>
            </a:r>
            <a:r>
              <a:rPr lang="en-US" dirty="0" smtClean="0"/>
              <a:t> </a:t>
            </a:r>
            <a:r>
              <a:rPr lang="en-US" dirty="0" err="1" smtClean="0"/>
              <a:t>khoa</a:t>
            </a:r>
            <a:r>
              <a:rPr lang="en-US" dirty="0" smtClean="0"/>
              <a:t> </a:t>
            </a:r>
            <a:r>
              <a:rPr lang="en-US" dirty="0" err="1" smtClean="0"/>
              <a:t>học</a:t>
            </a:r>
            <a:r>
              <a:rPr lang="en-US" dirty="0" smtClean="0"/>
              <a:t> </a:t>
            </a:r>
            <a:r>
              <a:rPr lang="en-US" dirty="0" err="1" smtClean="0"/>
              <a:t>cụ</a:t>
            </a:r>
            <a:r>
              <a:rPr lang="en-US" dirty="0" smtClean="0"/>
              <a:t> </a:t>
            </a:r>
            <a:r>
              <a:rPr lang="en-US" dirty="0" err="1" smtClean="0"/>
              <a:t>thể</a:t>
            </a:r>
            <a:endParaRPr lang="en-US" dirty="0"/>
          </a:p>
        </p:txBody>
      </p:sp>
      <p:sp>
        <p:nvSpPr>
          <p:cNvPr id="3" name="Content Placeholder 2"/>
          <p:cNvSpPr>
            <a:spLocks noGrp="1"/>
          </p:cNvSpPr>
          <p:nvPr>
            <p:ph idx="1"/>
          </p:nvPr>
        </p:nvSpPr>
        <p:spPr/>
        <p:txBody>
          <a:bodyPr/>
          <a:lstStyle/>
          <a:p>
            <a:r>
              <a:rPr lang="en-US" dirty="0" err="1" smtClean="0"/>
              <a:t>Chấm</a:t>
            </a:r>
            <a:r>
              <a:rPr lang="en-US" dirty="0" smtClean="0"/>
              <a:t> </a:t>
            </a:r>
            <a:r>
              <a:rPr lang="en-US" dirty="0" err="1" smtClean="0"/>
              <a:t>dứt</a:t>
            </a:r>
            <a:r>
              <a:rPr lang="en-US" dirty="0" smtClean="0"/>
              <a:t> </a:t>
            </a:r>
            <a:r>
              <a:rPr lang="en-US" dirty="0" err="1" smtClean="0"/>
              <a:t>tham</a:t>
            </a:r>
            <a:r>
              <a:rPr lang="en-US" dirty="0" smtClean="0"/>
              <a:t> </a:t>
            </a:r>
            <a:r>
              <a:rPr lang="en-US" dirty="0" err="1" smtClean="0"/>
              <a:t>vọng</a:t>
            </a:r>
            <a:r>
              <a:rPr lang="en-US" dirty="0" smtClean="0"/>
              <a:t> </a:t>
            </a:r>
            <a:r>
              <a:rPr lang="en-US" dirty="0" err="1" smtClean="0"/>
              <a:t>muốn</a:t>
            </a:r>
            <a:r>
              <a:rPr lang="en-US" dirty="0" smtClean="0"/>
              <a:t> </a:t>
            </a:r>
            <a:r>
              <a:rPr lang="en-US" dirty="0" err="1" smtClean="0"/>
              <a:t>biến</a:t>
            </a:r>
            <a:r>
              <a:rPr lang="en-US" dirty="0" smtClean="0"/>
              <a:t> </a:t>
            </a:r>
            <a:r>
              <a:rPr lang="en-US" dirty="0" err="1" smtClean="0"/>
              <a:t>triết</a:t>
            </a:r>
            <a:r>
              <a:rPr lang="en-US" dirty="0" smtClean="0"/>
              <a:t> </a:t>
            </a:r>
            <a:r>
              <a:rPr lang="en-US" dirty="0" err="1" smtClean="0"/>
              <a:t>học</a:t>
            </a:r>
            <a:r>
              <a:rPr lang="en-US" dirty="0" smtClean="0"/>
              <a:t> </a:t>
            </a:r>
            <a:r>
              <a:rPr lang="en-US" dirty="0" err="1" smtClean="0"/>
              <a:t>là</a:t>
            </a:r>
            <a:r>
              <a:rPr lang="en-US" dirty="0" smtClean="0"/>
              <a:t> “</a:t>
            </a:r>
            <a:r>
              <a:rPr lang="en-US" i="1" dirty="0" err="1" smtClean="0"/>
              <a:t>khoa</a:t>
            </a:r>
            <a:r>
              <a:rPr lang="en-US" i="1" dirty="0" smtClean="0"/>
              <a:t> </a:t>
            </a:r>
            <a:r>
              <a:rPr lang="en-US" i="1" dirty="0" err="1" smtClean="0"/>
              <a:t>học</a:t>
            </a:r>
            <a:r>
              <a:rPr lang="en-US" i="1" dirty="0" smtClean="0"/>
              <a:t> </a:t>
            </a:r>
            <a:r>
              <a:rPr lang="en-US" i="1" dirty="0" err="1" smtClean="0"/>
              <a:t>của</a:t>
            </a:r>
            <a:r>
              <a:rPr lang="en-US" i="1" dirty="0" smtClean="0"/>
              <a:t> </a:t>
            </a:r>
            <a:r>
              <a:rPr lang="en-US" i="1" dirty="0" err="1" smtClean="0"/>
              <a:t>mọi</a:t>
            </a:r>
            <a:r>
              <a:rPr lang="en-US" i="1" dirty="0" smtClean="0"/>
              <a:t> </a:t>
            </a:r>
            <a:r>
              <a:rPr lang="en-US" i="1" dirty="0" err="1" smtClean="0"/>
              <a:t>khoa</a:t>
            </a:r>
            <a:r>
              <a:rPr lang="en-US" i="1" dirty="0" smtClean="0"/>
              <a:t> </a:t>
            </a:r>
            <a:r>
              <a:rPr lang="en-US" i="1" dirty="0" err="1" smtClean="0"/>
              <a:t>học</a:t>
            </a:r>
            <a:r>
              <a:rPr lang="en-US" dirty="0" smtClean="0"/>
              <a:t>”</a:t>
            </a:r>
          </a:p>
          <a:p>
            <a:endParaRPr lang="en-US" dirty="0" smtClean="0"/>
          </a:p>
          <a:p>
            <a:r>
              <a:rPr lang="en-US" altLang="en-US" dirty="0" err="1">
                <a:solidFill>
                  <a:srgbClr val="006600"/>
                </a:solidFill>
                <a:latin typeface="Arial" panose="020B0604020202020204" pitchFamily="34" charset="0"/>
                <a:sym typeface="Wingdings" panose="05000000000000000000" pitchFamily="2" charset="2"/>
              </a:rPr>
              <a:t>Liên</a:t>
            </a:r>
            <a:r>
              <a:rPr lang="en-US" altLang="en-US" dirty="0">
                <a:solidFill>
                  <a:srgbClr val="006600"/>
                </a:solidFill>
                <a:latin typeface="Arial" panose="020B0604020202020204" pitchFamily="34" charset="0"/>
                <a:sym typeface="Wingdings" panose="05000000000000000000" pitchFamily="2" charset="2"/>
              </a:rPr>
              <a:t> minh </a:t>
            </a:r>
            <a:r>
              <a:rPr lang="en-US" altLang="en-US" dirty="0" err="1">
                <a:solidFill>
                  <a:srgbClr val="006600"/>
                </a:solidFill>
                <a:latin typeface="Arial" panose="020B0604020202020204" pitchFamily="34" charset="0"/>
                <a:sym typeface="Wingdings" panose="05000000000000000000" pitchFamily="2" charset="2"/>
              </a:rPr>
              <a:t>giữa</a:t>
            </a:r>
            <a:r>
              <a:rPr lang="en-US" altLang="en-US" dirty="0">
                <a:solidFill>
                  <a:srgbClr val="006600"/>
                </a:solidFill>
                <a:latin typeface="Arial" panose="020B0604020202020204" pitchFamily="34" charset="0"/>
                <a:sym typeface="Wingdings" panose="05000000000000000000" pitchFamily="2" charset="2"/>
              </a:rPr>
              <a:t> </a:t>
            </a:r>
            <a:r>
              <a:rPr lang="en-US" altLang="en-US" dirty="0" err="1">
                <a:solidFill>
                  <a:srgbClr val="006600"/>
                </a:solidFill>
                <a:latin typeface="Arial" panose="020B0604020202020204" pitchFamily="34" charset="0"/>
                <a:sym typeface="Wingdings" panose="05000000000000000000" pitchFamily="2" charset="2"/>
              </a:rPr>
              <a:t>triết</a:t>
            </a:r>
            <a:r>
              <a:rPr lang="en-US" altLang="en-US" dirty="0">
                <a:solidFill>
                  <a:srgbClr val="006600"/>
                </a:solidFill>
                <a:latin typeface="Arial" panose="020B0604020202020204" pitchFamily="34" charset="0"/>
                <a:sym typeface="Wingdings" panose="05000000000000000000" pitchFamily="2" charset="2"/>
              </a:rPr>
              <a:t> </a:t>
            </a:r>
            <a:r>
              <a:rPr lang="en-US" altLang="en-US" dirty="0" err="1">
                <a:solidFill>
                  <a:srgbClr val="006600"/>
                </a:solidFill>
                <a:latin typeface="Arial" panose="020B0604020202020204" pitchFamily="34" charset="0"/>
                <a:sym typeface="Wingdings" panose="05000000000000000000" pitchFamily="2" charset="2"/>
              </a:rPr>
              <a:t>học</a:t>
            </a:r>
            <a:r>
              <a:rPr lang="en-US" altLang="en-US" dirty="0">
                <a:solidFill>
                  <a:srgbClr val="006600"/>
                </a:solidFill>
                <a:latin typeface="Arial" panose="020B0604020202020204" pitchFamily="34" charset="0"/>
                <a:sym typeface="Wingdings" panose="05000000000000000000" pitchFamily="2" charset="2"/>
              </a:rPr>
              <a:t> </a:t>
            </a:r>
            <a:r>
              <a:rPr lang="en-US" altLang="en-US" dirty="0" err="1">
                <a:solidFill>
                  <a:srgbClr val="006600"/>
                </a:solidFill>
                <a:latin typeface="Arial" panose="020B0604020202020204" pitchFamily="34" charset="0"/>
                <a:sym typeface="Wingdings" panose="05000000000000000000" pitchFamily="2" charset="2"/>
              </a:rPr>
              <a:t>và</a:t>
            </a:r>
            <a:r>
              <a:rPr lang="en-US" altLang="en-US" dirty="0">
                <a:solidFill>
                  <a:srgbClr val="006600"/>
                </a:solidFill>
                <a:latin typeface="Arial" panose="020B0604020202020204" pitchFamily="34" charset="0"/>
                <a:sym typeface="Wingdings" panose="05000000000000000000" pitchFamily="2" charset="2"/>
              </a:rPr>
              <a:t> </a:t>
            </a:r>
            <a:r>
              <a:rPr lang="en-US" altLang="en-US" dirty="0" err="1">
                <a:solidFill>
                  <a:srgbClr val="006600"/>
                </a:solidFill>
                <a:latin typeface="Arial" panose="020B0604020202020204" pitchFamily="34" charset="0"/>
                <a:sym typeface="Wingdings" panose="05000000000000000000" pitchFamily="2" charset="2"/>
              </a:rPr>
              <a:t>các</a:t>
            </a:r>
            <a:r>
              <a:rPr lang="en-US" altLang="en-US" dirty="0">
                <a:solidFill>
                  <a:srgbClr val="006600"/>
                </a:solidFill>
                <a:latin typeface="Arial" panose="020B0604020202020204" pitchFamily="34" charset="0"/>
                <a:sym typeface="Wingdings" panose="05000000000000000000" pitchFamily="2" charset="2"/>
              </a:rPr>
              <a:t> </a:t>
            </a:r>
            <a:r>
              <a:rPr lang="en-US" altLang="en-US" dirty="0" err="1">
                <a:solidFill>
                  <a:srgbClr val="006600"/>
                </a:solidFill>
                <a:latin typeface="Arial" panose="020B0604020202020204" pitchFamily="34" charset="0"/>
                <a:sym typeface="Wingdings" panose="05000000000000000000" pitchFamily="2" charset="2"/>
              </a:rPr>
              <a:t>khoa</a:t>
            </a:r>
            <a:r>
              <a:rPr lang="en-US" altLang="en-US" dirty="0">
                <a:solidFill>
                  <a:srgbClr val="006600"/>
                </a:solidFill>
                <a:latin typeface="Arial" panose="020B0604020202020204" pitchFamily="34" charset="0"/>
                <a:sym typeface="Wingdings" panose="05000000000000000000" pitchFamily="2" charset="2"/>
              </a:rPr>
              <a:t> </a:t>
            </a:r>
            <a:r>
              <a:rPr lang="en-US" altLang="en-US" dirty="0" err="1">
                <a:solidFill>
                  <a:srgbClr val="006600"/>
                </a:solidFill>
                <a:latin typeface="Arial" panose="020B0604020202020204" pitchFamily="34" charset="0"/>
                <a:sym typeface="Wingdings" panose="05000000000000000000" pitchFamily="2" charset="2"/>
              </a:rPr>
              <a:t>học</a:t>
            </a:r>
            <a:r>
              <a:rPr lang="en-US" altLang="en-US" dirty="0">
                <a:solidFill>
                  <a:srgbClr val="006600"/>
                </a:solidFill>
                <a:latin typeface="Arial" panose="020B0604020202020204" pitchFamily="34" charset="0"/>
                <a:sym typeface="Wingdings" panose="05000000000000000000" pitchFamily="2" charset="2"/>
              </a:rPr>
              <a:t> </a:t>
            </a:r>
            <a:r>
              <a:rPr lang="en-US" altLang="en-US" dirty="0" err="1">
                <a:solidFill>
                  <a:srgbClr val="006600"/>
                </a:solidFill>
                <a:latin typeface="Arial" panose="020B0604020202020204" pitchFamily="34" charset="0"/>
                <a:sym typeface="Wingdings" panose="05000000000000000000" pitchFamily="2" charset="2"/>
              </a:rPr>
              <a:t>chuyên</a:t>
            </a:r>
            <a:r>
              <a:rPr lang="en-US" altLang="en-US" dirty="0">
                <a:solidFill>
                  <a:srgbClr val="006600"/>
                </a:solidFill>
                <a:latin typeface="Arial" panose="020B0604020202020204" pitchFamily="34" charset="0"/>
                <a:sym typeface="Wingdings" panose="05000000000000000000" pitchFamily="2" charset="2"/>
              </a:rPr>
              <a:t> </a:t>
            </a:r>
            <a:r>
              <a:rPr lang="en-US" altLang="en-US" dirty="0" err="1">
                <a:solidFill>
                  <a:srgbClr val="006600"/>
                </a:solidFill>
                <a:latin typeface="Arial" panose="020B0604020202020204" pitchFamily="34" charset="0"/>
                <a:sym typeface="Wingdings" panose="05000000000000000000" pitchFamily="2" charset="2"/>
              </a:rPr>
              <a:t>biệt</a:t>
            </a:r>
            <a:r>
              <a:rPr lang="en-US" altLang="en-US" dirty="0">
                <a:solidFill>
                  <a:srgbClr val="006600"/>
                </a:solidFill>
                <a:latin typeface="Arial" panose="020B0604020202020204" pitchFamily="34" charset="0"/>
                <a:sym typeface="Wingdings" panose="05000000000000000000" pitchFamily="2" charset="2"/>
              </a:rPr>
              <a:t>: </a:t>
            </a:r>
            <a:endParaRPr lang="en-US" altLang="en-US" dirty="0" smtClean="0">
              <a:solidFill>
                <a:srgbClr val="006600"/>
              </a:solidFill>
              <a:latin typeface="Arial" panose="020B0604020202020204" pitchFamily="34" charset="0"/>
              <a:sym typeface="Wingdings" panose="05000000000000000000" pitchFamily="2" charset="2"/>
            </a:endParaRPr>
          </a:p>
          <a:p>
            <a:pPr lvl="1"/>
            <a:r>
              <a:rPr lang="en-US" altLang="en-US" dirty="0" err="1" smtClean="0">
                <a:solidFill>
                  <a:srgbClr val="FF0000"/>
                </a:solidFill>
                <a:latin typeface="Arial" panose="020B0604020202020204" pitchFamily="34" charset="0"/>
                <a:sym typeface="Wingdings" panose="05000000000000000000" pitchFamily="2" charset="2"/>
              </a:rPr>
              <a:t>Vai</a:t>
            </a:r>
            <a:r>
              <a:rPr lang="en-US" altLang="en-US" dirty="0" smtClean="0">
                <a:solidFill>
                  <a:srgbClr val="FF0000"/>
                </a:solidFill>
                <a:latin typeface="Arial" panose="020B0604020202020204" pitchFamily="34" charset="0"/>
                <a:sym typeface="Wingdings" panose="05000000000000000000" pitchFamily="2" charset="2"/>
              </a:rPr>
              <a:t> </a:t>
            </a:r>
            <a:r>
              <a:rPr lang="en-US" altLang="en-US" dirty="0" err="1" smtClean="0">
                <a:solidFill>
                  <a:srgbClr val="FF0000"/>
                </a:solidFill>
                <a:latin typeface="Arial" panose="020B0604020202020204" pitchFamily="34" charset="0"/>
                <a:sym typeface="Wingdings" panose="05000000000000000000" pitchFamily="2" charset="2"/>
              </a:rPr>
              <a:t>trò</a:t>
            </a:r>
            <a:r>
              <a:rPr lang="en-US" altLang="en-US" dirty="0" smtClean="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của</a:t>
            </a:r>
            <a:r>
              <a:rPr lang="en-US" altLang="en-US" dirty="0">
                <a:solidFill>
                  <a:srgbClr val="FF0000"/>
                </a:solidFill>
                <a:latin typeface="Arial" panose="020B0604020202020204" pitchFamily="34" charset="0"/>
                <a:sym typeface="Wingdings" panose="05000000000000000000" pitchFamily="2" charset="2"/>
              </a:rPr>
              <a:t> KH (</a:t>
            </a:r>
            <a:r>
              <a:rPr lang="en-US" altLang="en-US" dirty="0" err="1">
                <a:solidFill>
                  <a:srgbClr val="FF0000"/>
                </a:solidFill>
                <a:latin typeface="Arial" panose="020B0604020202020204" pitchFamily="34" charset="0"/>
                <a:sym typeface="Wingdings" panose="05000000000000000000" pitchFamily="2" charset="2"/>
              </a:rPr>
              <a:t>đem</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đến</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quan</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điểm</a:t>
            </a:r>
            <a:r>
              <a:rPr lang="en-US" altLang="en-US" dirty="0">
                <a:solidFill>
                  <a:srgbClr val="FF0000"/>
                </a:solidFill>
                <a:latin typeface="Arial" panose="020B0604020202020204" pitchFamily="34" charset="0"/>
                <a:sym typeface="Wingdings" panose="05000000000000000000" pitchFamily="2" charset="2"/>
              </a:rPr>
              <a:t> KH </a:t>
            </a:r>
            <a:r>
              <a:rPr lang="en-US" altLang="en-US" dirty="0" err="1">
                <a:solidFill>
                  <a:srgbClr val="FF0000"/>
                </a:solidFill>
                <a:latin typeface="Arial" panose="020B0604020202020204" pitchFamily="34" charset="0"/>
                <a:sym typeface="Wingdings" panose="05000000000000000000" pitchFamily="2" charset="2"/>
              </a:rPr>
              <a:t>và</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chất</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liệu</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sinh</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động</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từ</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phát</a:t>
            </a:r>
            <a:r>
              <a:rPr lang="en-US" altLang="en-US" dirty="0">
                <a:solidFill>
                  <a:srgbClr val="FF0000"/>
                </a:solidFill>
                <a:latin typeface="Arial" panose="020B0604020202020204" pitchFamily="34" charset="0"/>
                <a:sym typeface="Wingdings" panose="05000000000000000000" pitchFamily="2" charset="2"/>
              </a:rPr>
              <a:t> minh KH) </a:t>
            </a:r>
            <a:endParaRPr lang="en-US" altLang="en-US" dirty="0" smtClean="0">
              <a:solidFill>
                <a:srgbClr val="FF0000"/>
              </a:solidFill>
              <a:latin typeface="Arial" panose="020B0604020202020204" pitchFamily="34" charset="0"/>
              <a:sym typeface="Wingdings" panose="05000000000000000000" pitchFamily="2" charset="2"/>
            </a:endParaRPr>
          </a:p>
          <a:p>
            <a:pPr lvl="1"/>
            <a:r>
              <a:rPr lang="en-US" altLang="en-US" dirty="0" err="1" smtClean="0">
                <a:solidFill>
                  <a:srgbClr val="FF0000"/>
                </a:solidFill>
                <a:latin typeface="Arial" panose="020B0604020202020204" pitchFamily="34" charset="0"/>
                <a:sym typeface="Wingdings" panose="05000000000000000000" pitchFamily="2" charset="2"/>
              </a:rPr>
              <a:t>Triết</a:t>
            </a:r>
            <a:r>
              <a:rPr lang="en-US" altLang="en-US" dirty="0" smtClean="0">
                <a:solidFill>
                  <a:srgbClr val="FF0000"/>
                </a:solidFill>
                <a:latin typeface="Arial" panose="020B0604020202020204" pitchFamily="34" charset="0"/>
                <a:sym typeface="Wingdings" panose="05000000000000000000" pitchFamily="2" charset="2"/>
              </a:rPr>
              <a:t> </a:t>
            </a:r>
            <a:r>
              <a:rPr lang="en-US" altLang="en-US" dirty="0" err="1" smtClean="0">
                <a:solidFill>
                  <a:srgbClr val="FF0000"/>
                </a:solidFill>
                <a:latin typeface="Arial" panose="020B0604020202020204" pitchFamily="34" charset="0"/>
                <a:sym typeface="Wingdings" panose="05000000000000000000" pitchFamily="2" charset="2"/>
              </a:rPr>
              <a:t>học</a:t>
            </a:r>
            <a:r>
              <a:rPr lang="en-US" altLang="en-US" dirty="0" smtClean="0">
                <a:solidFill>
                  <a:srgbClr val="FF0000"/>
                </a:solidFill>
                <a:latin typeface="Arial" panose="020B0604020202020204" pitchFamily="34" charset="0"/>
                <a:sym typeface="Wingdings" panose="05000000000000000000" pitchFamily="2" charset="2"/>
              </a:rPr>
              <a:t> </a:t>
            </a:r>
            <a:r>
              <a:rPr lang="en-US" altLang="en-US" dirty="0">
                <a:solidFill>
                  <a:srgbClr val="FF0000"/>
                </a:solidFill>
                <a:latin typeface="Arial" panose="020B0604020202020204" pitchFamily="34" charset="0"/>
                <a:sym typeface="Wingdings" panose="05000000000000000000" pitchFamily="2" charset="2"/>
              </a:rPr>
              <a:t>(</a:t>
            </a:r>
            <a:r>
              <a:rPr lang="en-US" altLang="en-US" dirty="0" err="1">
                <a:solidFill>
                  <a:srgbClr val="FF0000"/>
                </a:solidFill>
                <a:latin typeface="Arial" panose="020B0604020202020204" pitchFamily="34" charset="0"/>
                <a:sym typeface="Wingdings" panose="05000000000000000000" pitchFamily="2" charset="2"/>
              </a:rPr>
              <a:t>định</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hướng</a:t>
            </a:r>
            <a:r>
              <a:rPr lang="en-US" altLang="en-US" dirty="0">
                <a:solidFill>
                  <a:srgbClr val="FF0000"/>
                </a:solidFill>
                <a:latin typeface="Arial" panose="020B0604020202020204" pitchFamily="34" charset="0"/>
                <a:sym typeface="Wingdings" panose="05000000000000000000" pitchFamily="2" charset="2"/>
              </a:rPr>
              <a:t> TGQ, PPL) </a:t>
            </a:r>
            <a:r>
              <a:rPr lang="en-US" altLang="en-US" dirty="0" err="1">
                <a:solidFill>
                  <a:srgbClr val="FF0000"/>
                </a:solidFill>
                <a:latin typeface="Arial" panose="020B0604020202020204" pitchFamily="34" charset="0"/>
                <a:sym typeface="Wingdings" panose="05000000000000000000" pitchFamily="2" charset="2"/>
              </a:rPr>
              <a:t>trong</a:t>
            </a:r>
            <a:r>
              <a:rPr lang="en-US" altLang="en-US" dirty="0">
                <a:solidFill>
                  <a:srgbClr val="FF0000"/>
                </a:solidFill>
                <a:latin typeface="Arial" panose="020B0604020202020204" pitchFamily="34" charset="0"/>
                <a:sym typeface="Wingdings" panose="05000000000000000000" pitchFamily="2" charset="2"/>
              </a:rPr>
              <a:t> </a:t>
            </a:r>
            <a:r>
              <a:rPr lang="en-US" altLang="en-US" dirty="0" err="1">
                <a:solidFill>
                  <a:srgbClr val="FF0000"/>
                </a:solidFill>
                <a:latin typeface="Arial" panose="020B0604020202020204" pitchFamily="34" charset="0"/>
                <a:sym typeface="Wingdings" panose="05000000000000000000" pitchFamily="2" charset="2"/>
              </a:rPr>
              <a:t>liên</a:t>
            </a:r>
            <a:r>
              <a:rPr lang="en-US" altLang="en-US" dirty="0">
                <a:solidFill>
                  <a:srgbClr val="FF0000"/>
                </a:solidFill>
                <a:latin typeface="Arial" panose="020B0604020202020204" pitchFamily="34" charset="0"/>
                <a:sym typeface="Wingdings" panose="05000000000000000000" pitchFamily="2" charset="2"/>
              </a:rPr>
              <a:t> minh </a:t>
            </a:r>
            <a:r>
              <a:rPr lang="en-US" altLang="en-US" dirty="0" err="1">
                <a:solidFill>
                  <a:srgbClr val="FF0000"/>
                </a:solidFill>
                <a:latin typeface="Arial" panose="020B0604020202020204" pitchFamily="34" charset="0"/>
                <a:sym typeface="Wingdings" panose="05000000000000000000" pitchFamily="2" charset="2"/>
              </a:rPr>
              <a:t>đó</a:t>
            </a:r>
            <a:r>
              <a:rPr lang="en-US" altLang="en-US" dirty="0">
                <a:solidFill>
                  <a:srgbClr val="FF0000"/>
                </a:solidFill>
                <a:latin typeface="Arial" panose="020B0604020202020204" pitchFamily="34" charset="0"/>
                <a:sym typeface="Wingdings" panose="05000000000000000000" pitchFamily="2" charset="2"/>
              </a:rPr>
              <a:t>.</a:t>
            </a:r>
            <a:endParaRPr lang="en-US" altLang="en-US" dirty="0">
              <a:solidFill>
                <a:srgbClr val="FF0000"/>
              </a:solidFill>
              <a:latin typeface="Arial" panose="020B0604020202020204" pitchFamily="34" charset="0"/>
            </a:endParaRPr>
          </a:p>
          <a:p>
            <a:endParaRPr lang="en-US" dirty="0"/>
          </a:p>
        </p:txBody>
      </p:sp>
    </p:spTree>
    <p:extLst>
      <p:ext uri="{BB962C8B-B14F-4D97-AF65-F5344CB8AC3E}">
        <p14:creationId xmlns:p14="http://schemas.microsoft.com/office/powerpoint/2010/main" val="2182153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solidFill>
                  <a:srgbClr val="FF0000"/>
                </a:solidFill>
              </a:rPr>
              <a:t>Giai</a:t>
            </a:r>
            <a:r>
              <a:rPr lang="en-US" dirty="0" smtClean="0">
                <a:solidFill>
                  <a:srgbClr val="FF0000"/>
                </a:solidFill>
              </a:rPr>
              <a:t> </a:t>
            </a:r>
            <a:r>
              <a:rPr lang="en-US" dirty="0" err="1" smtClean="0">
                <a:solidFill>
                  <a:srgbClr val="FF0000"/>
                </a:solidFill>
              </a:rPr>
              <a:t>đoạn</a:t>
            </a:r>
            <a:r>
              <a:rPr lang="en-US" dirty="0" smtClean="0">
                <a:solidFill>
                  <a:srgbClr val="FF0000"/>
                </a:solidFill>
              </a:rPr>
              <a:t> </a:t>
            </a:r>
            <a:r>
              <a:rPr lang="en-US" dirty="0" err="1" smtClean="0">
                <a:solidFill>
                  <a:srgbClr val="FF0000"/>
                </a:solidFill>
              </a:rPr>
              <a:t>Lênin</a:t>
            </a:r>
            <a:r>
              <a:rPr lang="en-US" dirty="0" smtClean="0">
                <a:solidFill>
                  <a:srgbClr val="FF0000"/>
                </a:solidFill>
              </a:rPr>
              <a:t> </a:t>
            </a:r>
            <a:r>
              <a:rPr lang="en-US" dirty="0" err="1" smtClean="0">
                <a:solidFill>
                  <a:srgbClr val="FF0000"/>
                </a:solidFill>
              </a:rPr>
              <a:t>trong</a:t>
            </a:r>
            <a:r>
              <a:rPr lang="en-US" dirty="0" smtClean="0">
                <a:solidFill>
                  <a:srgbClr val="FF0000"/>
                </a:solidFill>
              </a:rPr>
              <a:t> </a:t>
            </a:r>
            <a:r>
              <a:rPr lang="en-US" dirty="0" err="1" smtClean="0">
                <a:solidFill>
                  <a:srgbClr val="FF0000"/>
                </a:solidFill>
              </a:rPr>
              <a:t>sự</a:t>
            </a:r>
            <a:r>
              <a:rPr lang="en-US" dirty="0" smtClean="0">
                <a:solidFill>
                  <a:srgbClr val="FF0000"/>
                </a:solidFill>
              </a:rPr>
              <a:t> </a:t>
            </a:r>
            <a:r>
              <a:rPr lang="en-US" dirty="0" err="1" smtClean="0">
                <a:solidFill>
                  <a:srgbClr val="FF0000"/>
                </a:solidFill>
              </a:rPr>
              <a:t>phát</a:t>
            </a:r>
            <a:r>
              <a:rPr lang="en-US" dirty="0" smtClean="0">
                <a:solidFill>
                  <a:srgbClr val="FF0000"/>
                </a:solidFill>
              </a:rPr>
              <a:t> </a:t>
            </a:r>
            <a:r>
              <a:rPr lang="en-US" dirty="0" err="1" smtClean="0">
                <a:solidFill>
                  <a:srgbClr val="FF0000"/>
                </a:solidFill>
              </a:rPr>
              <a:t>triển</a:t>
            </a:r>
            <a:r>
              <a:rPr lang="en-US" dirty="0" smtClean="0">
                <a:solidFill>
                  <a:srgbClr val="FF0000"/>
                </a:solidFill>
              </a:rPr>
              <a:t> </a:t>
            </a:r>
            <a:r>
              <a:rPr lang="en-US" dirty="0" err="1" smtClean="0">
                <a:solidFill>
                  <a:srgbClr val="FF0000"/>
                </a:solidFill>
              </a:rPr>
              <a:t>triết</a:t>
            </a:r>
            <a:r>
              <a:rPr lang="en-US" dirty="0" smtClean="0">
                <a:solidFill>
                  <a:srgbClr val="FF0000"/>
                </a:solidFill>
              </a:rPr>
              <a:t> </a:t>
            </a:r>
            <a:r>
              <a:rPr lang="en-US" dirty="0" err="1" smtClean="0">
                <a:solidFill>
                  <a:srgbClr val="FF0000"/>
                </a:solidFill>
              </a:rPr>
              <a:t>học</a:t>
            </a:r>
            <a:r>
              <a:rPr lang="en-US" dirty="0" smtClean="0">
                <a:solidFill>
                  <a:srgbClr val="FF0000"/>
                </a:solidFill>
              </a:rPr>
              <a:t> </a:t>
            </a:r>
            <a:r>
              <a:rPr lang="en-US" dirty="0" err="1" smtClean="0">
                <a:solidFill>
                  <a:srgbClr val="FF0000"/>
                </a:solidFill>
              </a:rPr>
              <a:t>Mác</a:t>
            </a:r>
            <a:endParaRPr lang="en-US" dirty="0">
              <a:solidFill>
                <a:srgbClr val="FF0000"/>
              </a:solidFill>
            </a:endParaRPr>
          </a:p>
        </p:txBody>
      </p:sp>
      <p:sp>
        <p:nvSpPr>
          <p:cNvPr id="3" name="Content Placeholder 2"/>
          <p:cNvSpPr>
            <a:spLocks noGrp="1"/>
          </p:cNvSpPr>
          <p:nvPr>
            <p:ph idx="1"/>
          </p:nvPr>
        </p:nvSpPr>
        <p:spPr>
          <a:xfrm>
            <a:off x="76200" y="1447800"/>
            <a:ext cx="8915400" cy="5334000"/>
          </a:xfrm>
        </p:spPr>
        <p:txBody>
          <a:bodyPr/>
          <a:lstStyle/>
          <a:p>
            <a:r>
              <a:rPr lang="en-US" altLang="en-US" sz="2800" dirty="0" err="1">
                <a:solidFill>
                  <a:srgbClr val="002060"/>
                </a:solidFill>
              </a:rPr>
              <a:t>Lênin</a:t>
            </a:r>
            <a:r>
              <a:rPr lang="en-US" altLang="en-US" sz="2800" dirty="0">
                <a:solidFill>
                  <a:srgbClr val="002060"/>
                </a:solidFill>
              </a:rPr>
              <a:t> </a:t>
            </a:r>
            <a:r>
              <a:rPr lang="en-US" altLang="en-US" sz="2800" dirty="0" err="1">
                <a:solidFill>
                  <a:srgbClr val="002060"/>
                </a:solidFill>
              </a:rPr>
              <a:t>hoàn</a:t>
            </a:r>
            <a:r>
              <a:rPr lang="en-US" altLang="en-US" sz="2800" dirty="0">
                <a:solidFill>
                  <a:srgbClr val="002060"/>
                </a:solidFill>
              </a:rPr>
              <a:t> </a:t>
            </a:r>
            <a:r>
              <a:rPr lang="en-US" altLang="en-US" sz="2800" dirty="0" err="1">
                <a:solidFill>
                  <a:srgbClr val="002060"/>
                </a:solidFill>
              </a:rPr>
              <a:t>thiện</a:t>
            </a:r>
            <a:r>
              <a:rPr lang="en-US" altLang="en-US" sz="2800" dirty="0">
                <a:solidFill>
                  <a:srgbClr val="002060"/>
                </a:solidFill>
              </a:rPr>
              <a:t>, </a:t>
            </a:r>
            <a:r>
              <a:rPr lang="en-US" altLang="en-US" sz="2800" dirty="0" err="1">
                <a:solidFill>
                  <a:srgbClr val="002060"/>
                </a:solidFill>
              </a:rPr>
              <a:t>bổ</a:t>
            </a:r>
            <a:r>
              <a:rPr lang="en-US" altLang="en-US" sz="2800" dirty="0">
                <a:solidFill>
                  <a:srgbClr val="002060"/>
                </a:solidFill>
              </a:rPr>
              <a:t> sung, </a:t>
            </a:r>
            <a:r>
              <a:rPr lang="en-US" altLang="en-US" sz="2800" dirty="0" err="1">
                <a:solidFill>
                  <a:srgbClr val="002060"/>
                </a:solidFill>
              </a:rPr>
              <a:t>phát</a:t>
            </a:r>
            <a:r>
              <a:rPr lang="en-US" altLang="en-US" sz="2800" dirty="0">
                <a:solidFill>
                  <a:srgbClr val="002060"/>
                </a:solidFill>
              </a:rPr>
              <a:t> </a:t>
            </a:r>
            <a:r>
              <a:rPr lang="en-US" altLang="en-US" sz="2800" dirty="0" err="1">
                <a:solidFill>
                  <a:srgbClr val="002060"/>
                </a:solidFill>
              </a:rPr>
              <a:t>triển</a:t>
            </a:r>
            <a:r>
              <a:rPr lang="en-US" altLang="en-US" sz="2800" dirty="0">
                <a:solidFill>
                  <a:srgbClr val="002060"/>
                </a:solidFill>
              </a:rPr>
              <a:t> </a:t>
            </a:r>
            <a:r>
              <a:rPr lang="en-US" altLang="en-US" sz="2800" dirty="0" err="1">
                <a:solidFill>
                  <a:srgbClr val="002060"/>
                </a:solidFill>
              </a:rPr>
              <a:t>và</a:t>
            </a:r>
            <a:r>
              <a:rPr lang="en-US" altLang="en-US" sz="2800" dirty="0">
                <a:solidFill>
                  <a:srgbClr val="002060"/>
                </a:solidFill>
              </a:rPr>
              <a:t> </a:t>
            </a:r>
            <a:r>
              <a:rPr lang="en-US" altLang="en-US" sz="2800" dirty="0" err="1">
                <a:solidFill>
                  <a:srgbClr val="002060"/>
                </a:solidFill>
              </a:rPr>
              <a:t>làm</a:t>
            </a:r>
            <a:r>
              <a:rPr lang="en-US" altLang="en-US" sz="2800" dirty="0">
                <a:solidFill>
                  <a:srgbClr val="002060"/>
                </a:solidFill>
              </a:rPr>
              <a:t> </a:t>
            </a:r>
            <a:r>
              <a:rPr lang="en-US" altLang="en-US" sz="2800" dirty="0" err="1">
                <a:solidFill>
                  <a:srgbClr val="002060"/>
                </a:solidFill>
              </a:rPr>
              <a:t>sâu</a:t>
            </a:r>
            <a:r>
              <a:rPr lang="en-US" altLang="en-US" sz="2800" dirty="0">
                <a:solidFill>
                  <a:srgbClr val="002060"/>
                </a:solidFill>
              </a:rPr>
              <a:t> </a:t>
            </a:r>
            <a:r>
              <a:rPr lang="en-US" altLang="en-US" sz="2800" dirty="0" err="1">
                <a:solidFill>
                  <a:srgbClr val="002060"/>
                </a:solidFill>
              </a:rPr>
              <a:t>sắc</a:t>
            </a:r>
            <a:r>
              <a:rPr lang="en-US" altLang="en-US" sz="2800" dirty="0">
                <a:solidFill>
                  <a:srgbClr val="002060"/>
                </a:solidFill>
              </a:rPr>
              <a:t> </a:t>
            </a:r>
            <a:r>
              <a:rPr lang="en-US" altLang="en-US" sz="2800" dirty="0" err="1">
                <a:solidFill>
                  <a:srgbClr val="002060"/>
                </a:solidFill>
              </a:rPr>
              <a:t>thêm</a:t>
            </a:r>
            <a:r>
              <a:rPr lang="en-US" altLang="en-US" sz="2800" dirty="0">
                <a:solidFill>
                  <a:srgbClr val="002060"/>
                </a:solidFill>
              </a:rPr>
              <a:t> </a:t>
            </a:r>
            <a:r>
              <a:rPr lang="en-US" altLang="en-US" sz="2800" dirty="0" err="1">
                <a:solidFill>
                  <a:srgbClr val="002060"/>
                </a:solidFill>
              </a:rPr>
              <a:t>nhiều</a:t>
            </a:r>
            <a:r>
              <a:rPr lang="en-US" altLang="en-US" sz="2800" dirty="0">
                <a:solidFill>
                  <a:srgbClr val="002060"/>
                </a:solidFill>
              </a:rPr>
              <a:t> </a:t>
            </a:r>
            <a:r>
              <a:rPr lang="en-US" altLang="en-US" sz="2800" dirty="0" err="1">
                <a:solidFill>
                  <a:srgbClr val="002060"/>
                </a:solidFill>
              </a:rPr>
              <a:t>luận</a:t>
            </a:r>
            <a:r>
              <a:rPr lang="en-US" altLang="en-US" sz="2800" dirty="0">
                <a:solidFill>
                  <a:srgbClr val="002060"/>
                </a:solidFill>
              </a:rPr>
              <a:t> </a:t>
            </a:r>
            <a:r>
              <a:rPr lang="en-US" altLang="en-US" sz="2800" dirty="0" err="1">
                <a:solidFill>
                  <a:srgbClr val="002060"/>
                </a:solidFill>
              </a:rPr>
              <a:t>điểm</a:t>
            </a:r>
            <a:r>
              <a:rPr lang="en-US" altLang="en-US" sz="2800" dirty="0">
                <a:solidFill>
                  <a:srgbClr val="002060"/>
                </a:solidFill>
              </a:rPr>
              <a:t> </a:t>
            </a:r>
            <a:r>
              <a:rPr lang="en-US" altLang="en-US" sz="2800" dirty="0" err="1">
                <a:solidFill>
                  <a:srgbClr val="002060"/>
                </a:solidFill>
              </a:rPr>
              <a:t>của</a:t>
            </a:r>
            <a:r>
              <a:rPr lang="en-US" altLang="en-US" sz="2800" dirty="0">
                <a:solidFill>
                  <a:srgbClr val="002060"/>
                </a:solidFill>
              </a:rPr>
              <a:t> </a:t>
            </a:r>
            <a:r>
              <a:rPr lang="en-US" altLang="en-US" sz="2800" dirty="0" err="1">
                <a:solidFill>
                  <a:srgbClr val="002060"/>
                </a:solidFill>
              </a:rPr>
              <a:t>chủ</a:t>
            </a:r>
            <a:r>
              <a:rPr lang="en-US" altLang="en-US" sz="2800" dirty="0">
                <a:solidFill>
                  <a:srgbClr val="002060"/>
                </a:solidFill>
              </a:rPr>
              <a:t> </a:t>
            </a:r>
            <a:r>
              <a:rPr lang="en-US" altLang="en-US" sz="2800" dirty="0" err="1">
                <a:solidFill>
                  <a:srgbClr val="002060"/>
                </a:solidFill>
              </a:rPr>
              <a:t>nghĩa</a:t>
            </a:r>
            <a:r>
              <a:rPr lang="en-US" altLang="en-US" sz="2800" dirty="0">
                <a:solidFill>
                  <a:srgbClr val="002060"/>
                </a:solidFill>
              </a:rPr>
              <a:t> </a:t>
            </a:r>
            <a:r>
              <a:rPr lang="en-US" altLang="en-US" sz="2800" dirty="0" err="1">
                <a:solidFill>
                  <a:srgbClr val="002060"/>
                </a:solidFill>
              </a:rPr>
              <a:t>Mác</a:t>
            </a:r>
            <a:r>
              <a:rPr lang="en-US" altLang="en-US" sz="2800" dirty="0">
                <a:solidFill>
                  <a:srgbClr val="002060"/>
                </a:solidFill>
              </a:rPr>
              <a:t>, qua </a:t>
            </a:r>
            <a:r>
              <a:rPr lang="en-US" altLang="en-US" sz="2800" dirty="0" err="1">
                <a:solidFill>
                  <a:srgbClr val="002060"/>
                </a:solidFill>
              </a:rPr>
              <a:t>đó</a:t>
            </a:r>
            <a:r>
              <a:rPr lang="en-US" altLang="en-US" sz="2800" dirty="0">
                <a:solidFill>
                  <a:srgbClr val="002060"/>
                </a:solidFill>
              </a:rPr>
              <a:t> </a:t>
            </a:r>
            <a:r>
              <a:rPr lang="en-US" altLang="en-US" sz="2800" dirty="0" err="1">
                <a:solidFill>
                  <a:srgbClr val="002060"/>
                </a:solidFill>
              </a:rPr>
              <a:t>khẳng</a:t>
            </a:r>
            <a:r>
              <a:rPr lang="en-US" altLang="en-US" sz="2800" dirty="0">
                <a:solidFill>
                  <a:srgbClr val="002060"/>
                </a:solidFill>
              </a:rPr>
              <a:t> </a:t>
            </a:r>
            <a:r>
              <a:rPr lang="en-US" altLang="en-US" sz="2800" dirty="0" err="1">
                <a:solidFill>
                  <a:srgbClr val="002060"/>
                </a:solidFill>
              </a:rPr>
              <a:t>định</a:t>
            </a:r>
            <a:r>
              <a:rPr lang="en-US" altLang="en-US" sz="2800" dirty="0">
                <a:solidFill>
                  <a:srgbClr val="002060"/>
                </a:solidFill>
              </a:rPr>
              <a:t> </a:t>
            </a:r>
            <a:r>
              <a:rPr lang="en-US" altLang="en-US" sz="2800" dirty="0" err="1">
                <a:solidFill>
                  <a:srgbClr val="002060"/>
                </a:solidFill>
              </a:rPr>
              <a:t>chủ</a:t>
            </a:r>
            <a:r>
              <a:rPr lang="en-US" altLang="en-US" sz="2800" dirty="0">
                <a:solidFill>
                  <a:srgbClr val="002060"/>
                </a:solidFill>
              </a:rPr>
              <a:t> </a:t>
            </a:r>
            <a:r>
              <a:rPr lang="en-US" altLang="en-US" sz="2800" dirty="0" err="1">
                <a:solidFill>
                  <a:srgbClr val="002060"/>
                </a:solidFill>
              </a:rPr>
              <a:t>nghĩa</a:t>
            </a:r>
            <a:r>
              <a:rPr lang="en-US" altLang="en-US" sz="2800" dirty="0">
                <a:solidFill>
                  <a:srgbClr val="002060"/>
                </a:solidFill>
              </a:rPr>
              <a:t> </a:t>
            </a:r>
            <a:r>
              <a:rPr lang="en-US" altLang="en-US" sz="2800" dirty="0" err="1">
                <a:solidFill>
                  <a:srgbClr val="002060"/>
                </a:solidFill>
              </a:rPr>
              <a:t>Mác</a:t>
            </a:r>
            <a:r>
              <a:rPr lang="en-US" altLang="en-US" sz="2800" dirty="0">
                <a:solidFill>
                  <a:srgbClr val="002060"/>
                </a:solidFill>
              </a:rPr>
              <a:t> </a:t>
            </a:r>
            <a:r>
              <a:rPr lang="en-US" altLang="en-US" sz="2800" dirty="0" err="1">
                <a:solidFill>
                  <a:srgbClr val="002060"/>
                </a:solidFill>
              </a:rPr>
              <a:t>là</a:t>
            </a:r>
            <a:r>
              <a:rPr lang="en-US" altLang="en-US" sz="2800" dirty="0">
                <a:solidFill>
                  <a:srgbClr val="002060"/>
                </a:solidFill>
              </a:rPr>
              <a:t> </a:t>
            </a:r>
            <a:r>
              <a:rPr lang="en-US" altLang="en-US" sz="2800" dirty="0" err="1">
                <a:solidFill>
                  <a:srgbClr val="002060"/>
                </a:solidFill>
              </a:rPr>
              <a:t>một</a:t>
            </a:r>
            <a:r>
              <a:rPr lang="en-US" altLang="en-US" sz="2800" dirty="0">
                <a:solidFill>
                  <a:srgbClr val="002060"/>
                </a:solidFill>
              </a:rPr>
              <a:t> </a:t>
            </a:r>
            <a:r>
              <a:rPr lang="en-US" altLang="en-US" sz="2800" i="1" dirty="0" err="1">
                <a:solidFill>
                  <a:srgbClr val="002060"/>
                </a:solidFill>
              </a:rPr>
              <a:t>hệ</a:t>
            </a:r>
            <a:r>
              <a:rPr lang="en-US" altLang="en-US" sz="2800" i="1" dirty="0">
                <a:solidFill>
                  <a:srgbClr val="002060"/>
                </a:solidFill>
              </a:rPr>
              <a:t> </a:t>
            </a:r>
            <a:r>
              <a:rPr lang="en-US" altLang="en-US" sz="2800" i="1" dirty="0" err="1">
                <a:solidFill>
                  <a:srgbClr val="002060"/>
                </a:solidFill>
              </a:rPr>
              <a:t>thống</a:t>
            </a:r>
            <a:r>
              <a:rPr lang="en-US" altLang="en-US" sz="2800" i="1" dirty="0">
                <a:solidFill>
                  <a:srgbClr val="002060"/>
                </a:solidFill>
              </a:rPr>
              <a:t> </a:t>
            </a:r>
            <a:r>
              <a:rPr lang="en-US" altLang="en-US" sz="2800" i="1" dirty="0" err="1">
                <a:solidFill>
                  <a:srgbClr val="002060"/>
                </a:solidFill>
              </a:rPr>
              <a:t>mở</a:t>
            </a:r>
            <a:r>
              <a:rPr lang="en-US" altLang="en-US" sz="2800" dirty="0">
                <a:solidFill>
                  <a:srgbClr val="002060"/>
                </a:solidFill>
              </a:rPr>
              <a:t>. </a:t>
            </a:r>
          </a:p>
          <a:p>
            <a:pPr lvl="1" algn="just">
              <a:lnSpc>
                <a:spcPct val="90000"/>
              </a:lnSpc>
            </a:pPr>
            <a:r>
              <a:rPr lang="en-US" altLang="en-US" sz="2400" dirty="0" err="1">
                <a:solidFill>
                  <a:srgbClr val="000099"/>
                </a:solidFill>
              </a:rPr>
              <a:t>Bản</a:t>
            </a:r>
            <a:r>
              <a:rPr lang="en-US" altLang="en-US" sz="2400" dirty="0">
                <a:solidFill>
                  <a:srgbClr val="000099"/>
                </a:solidFill>
              </a:rPr>
              <a:t> </a:t>
            </a:r>
            <a:r>
              <a:rPr lang="en-US" altLang="en-US" sz="2400" dirty="0" err="1">
                <a:solidFill>
                  <a:srgbClr val="000099"/>
                </a:solidFill>
              </a:rPr>
              <a:t>thê</a:t>
            </a:r>
            <a:r>
              <a:rPr lang="en-US" altLang="en-US" sz="2400" dirty="0">
                <a:solidFill>
                  <a:srgbClr val="000099"/>
                </a:solidFill>
              </a:rPr>
              <a:t>̉ </a:t>
            </a:r>
            <a:r>
              <a:rPr lang="en-US" altLang="en-US" sz="2400" dirty="0" err="1">
                <a:solidFill>
                  <a:srgbClr val="000099"/>
                </a:solidFill>
              </a:rPr>
              <a:t>luận</a:t>
            </a:r>
            <a:r>
              <a:rPr lang="en-US" altLang="en-US" sz="2400" dirty="0">
                <a:solidFill>
                  <a:srgbClr val="000099"/>
                </a:solidFill>
              </a:rPr>
              <a:t> (</a:t>
            </a:r>
            <a:r>
              <a:rPr lang="en-US" altLang="en-US" sz="2400" dirty="0" err="1">
                <a:solidFill>
                  <a:srgbClr val="000099"/>
                </a:solidFill>
              </a:rPr>
              <a:t>vđ</a:t>
            </a:r>
            <a:r>
              <a:rPr lang="en-US" altLang="en-US" sz="2400" dirty="0">
                <a:solidFill>
                  <a:srgbClr val="000099"/>
                </a:solidFill>
              </a:rPr>
              <a:t> </a:t>
            </a:r>
            <a:r>
              <a:rPr lang="en-US" altLang="en-US" sz="2400" dirty="0" err="1">
                <a:solidFill>
                  <a:srgbClr val="000099"/>
                </a:solidFill>
              </a:rPr>
              <a:t>tồn</a:t>
            </a:r>
            <a:r>
              <a:rPr lang="en-US" altLang="en-US" sz="2400" dirty="0">
                <a:solidFill>
                  <a:srgbClr val="000099"/>
                </a:solidFill>
              </a:rPr>
              <a:t> </a:t>
            </a:r>
            <a:r>
              <a:rPr lang="en-US" altLang="en-US" sz="2400" dirty="0" err="1">
                <a:solidFill>
                  <a:srgbClr val="000099"/>
                </a:solidFill>
              </a:rPr>
              <a:t>tại</a:t>
            </a:r>
            <a:r>
              <a:rPr lang="en-US" altLang="en-US" sz="2400" dirty="0">
                <a:solidFill>
                  <a:srgbClr val="000099"/>
                </a:solidFill>
              </a:rPr>
              <a:t>)</a:t>
            </a:r>
            <a:r>
              <a:rPr lang="en-US" altLang="en-US" sz="2400" dirty="0">
                <a:solidFill>
                  <a:srgbClr val="FF0000"/>
                </a:solidFill>
              </a:rPr>
              <a:t>: </a:t>
            </a:r>
            <a:r>
              <a:rPr lang="en-US" altLang="en-US" sz="2400" dirty="0" err="1">
                <a:solidFill>
                  <a:srgbClr val="FF0000"/>
                </a:solidFill>
              </a:rPr>
              <a:t>làm</a:t>
            </a:r>
            <a:r>
              <a:rPr lang="en-US" altLang="en-US" sz="2400" dirty="0">
                <a:solidFill>
                  <a:srgbClr val="FF0000"/>
                </a:solidFill>
              </a:rPr>
              <a:t> </a:t>
            </a:r>
            <a:r>
              <a:rPr lang="en-US" altLang="en-US" sz="2400" dirty="0" err="1">
                <a:solidFill>
                  <a:srgbClr val="FF0000"/>
                </a:solidFill>
              </a:rPr>
              <a:t>sâu</a:t>
            </a:r>
            <a:r>
              <a:rPr lang="en-US" altLang="en-US" sz="2400" dirty="0">
                <a:solidFill>
                  <a:srgbClr val="FF0000"/>
                </a:solidFill>
              </a:rPr>
              <a:t> </a:t>
            </a:r>
            <a:r>
              <a:rPr lang="en-US" altLang="en-US" sz="2400" dirty="0" err="1">
                <a:solidFill>
                  <a:srgbClr val="FF0000"/>
                </a:solidFill>
              </a:rPr>
              <a:t>sắc</a:t>
            </a:r>
            <a:r>
              <a:rPr lang="en-US" altLang="en-US" sz="2400" dirty="0">
                <a:solidFill>
                  <a:srgbClr val="FF0000"/>
                </a:solidFill>
              </a:rPr>
              <a:t> </a:t>
            </a:r>
            <a:r>
              <a:rPr lang="en-US" altLang="en-US" sz="2400" dirty="0" err="1">
                <a:solidFill>
                  <a:srgbClr val="FF0000"/>
                </a:solidFill>
              </a:rPr>
              <a:t>thêm</a:t>
            </a:r>
            <a:r>
              <a:rPr lang="en-US" altLang="en-US" sz="2400" dirty="0">
                <a:solidFill>
                  <a:srgbClr val="FF0000"/>
                </a:solidFill>
              </a:rPr>
              <a:t> </a:t>
            </a:r>
            <a:r>
              <a:rPr lang="en-US" altLang="en-US" sz="2400" dirty="0" err="1">
                <a:solidFill>
                  <a:srgbClr val="FF0000"/>
                </a:solidFill>
              </a:rPr>
              <a:t>vấn</a:t>
            </a:r>
            <a:r>
              <a:rPr lang="en-US" altLang="en-US" sz="2400" dirty="0">
                <a:solidFill>
                  <a:srgbClr val="FF0000"/>
                </a:solidFill>
              </a:rPr>
              <a:t> </a:t>
            </a:r>
            <a:r>
              <a:rPr lang="en-US" altLang="en-US" sz="2400" dirty="0" err="1">
                <a:solidFill>
                  <a:srgbClr val="FF0000"/>
                </a:solidFill>
              </a:rPr>
              <a:t>đề</a:t>
            </a:r>
            <a:r>
              <a:rPr lang="en-US" altLang="en-US" sz="2400" dirty="0">
                <a:solidFill>
                  <a:srgbClr val="FF0000"/>
                </a:solidFill>
              </a:rPr>
              <a:t> </a:t>
            </a:r>
            <a:r>
              <a:rPr lang="en-US" altLang="en-US" sz="2400" dirty="0" err="1">
                <a:solidFill>
                  <a:srgbClr val="FF0000"/>
                </a:solidFill>
              </a:rPr>
              <a:t>cơ</a:t>
            </a:r>
            <a:r>
              <a:rPr lang="en-US" altLang="en-US" sz="2400" dirty="0">
                <a:solidFill>
                  <a:srgbClr val="FF0000"/>
                </a:solidFill>
              </a:rPr>
              <a:t> </a:t>
            </a:r>
            <a:r>
              <a:rPr lang="en-US" altLang="en-US" sz="2400" dirty="0" err="1">
                <a:solidFill>
                  <a:srgbClr val="FF0000"/>
                </a:solidFill>
              </a:rPr>
              <a:t>bản</a:t>
            </a:r>
            <a:r>
              <a:rPr lang="en-US" altLang="en-US" sz="2400" dirty="0">
                <a:solidFill>
                  <a:srgbClr val="FF0000"/>
                </a:solidFill>
              </a:rPr>
              <a:t> </a:t>
            </a:r>
            <a:r>
              <a:rPr lang="en-US" altLang="en-US" sz="2400" dirty="0" err="1">
                <a:solidFill>
                  <a:srgbClr val="FF0000"/>
                </a:solidFill>
              </a:rPr>
              <a:t>của</a:t>
            </a:r>
            <a:r>
              <a:rPr lang="en-US" altLang="en-US" sz="2400" dirty="0">
                <a:solidFill>
                  <a:srgbClr val="FF0000"/>
                </a:solidFill>
              </a:rPr>
              <a:t> </a:t>
            </a:r>
            <a:r>
              <a:rPr lang="en-US" altLang="en-US" sz="2400" dirty="0" err="1">
                <a:solidFill>
                  <a:srgbClr val="FF0000"/>
                </a:solidFill>
              </a:rPr>
              <a:t>triết</a:t>
            </a:r>
            <a:r>
              <a:rPr lang="en-US" altLang="en-US" sz="2400" dirty="0">
                <a:solidFill>
                  <a:srgbClr val="FF0000"/>
                </a:solidFill>
              </a:rPr>
              <a:t> </a:t>
            </a:r>
            <a:r>
              <a:rPr lang="en-US" altLang="en-US" sz="2400" dirty="0" err="1">
                <a:solidFill>
                  <a:srgbClr val="FF0000"/>
                </a:solidFill>
              </a:rPr>
              <a:t>học</a:t>
            </a:r>
            <a:r>
              <a:rPr lang="en-US" altLang="en-US" sz="2400" dirty="0">
                <a:solidFill>
                  <a:srgbClr val="FF0000"/>
                </a:solidFill>
              </a:rPr>
              <a:t>, v/đ v/c (k/n </a:t>
            </a:r>
            <a:r>
              <a:rPr lang="en-US" altLang="en-US" sz="2400" dirty="0" err="1">
                <a:solidFill>
                  <a:srgbClr val="FF0000"/>
                </a:solidFill>
              </a:rPr>
              <a:t>vc</a:t>
            </a:r>
            <a:r>
              <a:rPr lang="en-US" altLang="en-US" sz="2400" dirty="0">
                <a:solidFill>
                  <a:srgbClr val="FF0000"/>
                </a:solidFill>
              </a:rPr>
              <a:t>),  </a:t>
            </a:r>
            <a:r>
              <a:rPr lang="en-US" altLang="en-US" sz="2400" dirty="0" err="1">
                <a:solidFill>
                  <a:srgbClr val="FF0000"/>
                </a:solidFill>
              </a:rPr>
              <a:t>quan</a:t>
            </a:r>
            <a:r>
              <a:rPr lang="en-US" altLang="en-US" sz="2400" dirty="0">
                <a:solidFill>
                  <a:srgbClr val="FF0000"/>
                </a:solidFill>
              </a:rPr>
              <a:t> </a:t>
            </a:r>
            <a:r>
              <a:rPr lang="en-US" altLang="en-US" sz="2400" dirty="0" err="1">
                <a:solidFill>
                  <a:srgbClr val="FF0000"/>
                </a:solidFill>
              </a:rPr>
              <a:t>hê</a:t>
            </a:r>
            <a:r>
              <a:rPr lang="en-US" altLang="en-US" sz="2400" dirty="0">
                <a:solidFill>
                  <a:srgbClr val="FF0000"/>
                </a:solidFill>
              </a:rPr>
              <a:t>̣ </a:t>
            </a:r>
            <a:r>
              <a:rPr lang="en-US" altLang="en-US" sz="2400" dirty="0" err="1">
                <a:solidFill>
                  <a:srgbClr val="FF0000"/>
                </a:solidFill>
              </a:rPr>
              <a:t>vc</a:t>
            </a:r>
            <a:r>
              <a:rPr lang="en-US" altLang="en-US" sz="2400" dirty="0">
                <a:solidFill>
                  <a:srgbClr val="FF0000"/>
                </a:solidFill>
              </a:rPr>
              <a:t> – </a:t>
            </a:r>
            <a:r>
              <a:rPr lang="en-US" altLang="en-US" sz="2400" dirty="0" err="1">
                <a:solidFill>
                  <a:srgbClr val="FF0000"/>
                </a:solidFill>
              </a:rPr>
              <a:t>yt</a:t>
            </a:r>
            <a:r>
              <a:rPr lang="en-US" altLang="en-US" sz="2400" dirty="0">
                <a:solidFill>
                  <a:srgbClr val="FF0000"/>
                </a:solidFill>
              </a:rPr>
              <a:t>, </a:t>
            </a:r>
            <a:r>
              <a:rPr lang="en-US" altLang="en-US" sz="2400" dirty="0" err="1">
                <a:solidFill>
                  <a:srgbClr val="FF0000"/>
                </a:solidFill>
              </a:rPr>
              <a:t>tính</a:t>
            </a:r>
            <a:r>
              <a:rPr lang="en-US" altLang="en-US" sz="2400" dirty="0">
                <a:solidFill>
                  <a:srgbClr val="FF0000"/>
                </a:solidFill>
              </a:rPr>
              <a:t> </a:t>
            </a:r>
            <a:r>
              <a:rPr lang="en-US" altLang="en-US" sz="2400" dirty="0" err="1">
                <a:solidFill>
                  <a:srgbClr val="FF0000"/>
                </a:solidFill>
              </a:rPr>
              <a:t>đảng</a:t>
            </a:r>
            <a:r>
              <a:rPr lang="en-US" altLang="en-US" sz="2400" dirty="0">
                <a:solidFill>
                  <a:srgbClr val="FF0000"/>
                </a:solidFill>
              </a:rPr>
              <a:t> </a:t>
            </a:r>
            <a:r>
              <a:rPr lang="en-US" altLang="en-US" sz="2400" dirty="0" err="1">
                <a:solidFill>
                  <a:srgbClr val="FF0000"/>
                </a:solidFill>
              </a:rPr>
              <a:t>trong</a:t>
            </a:r>
            <a:r>
              <a:rPr lang="en-US" altLang="en-US" sz="2400" dirty="0">
                <a:solidFill>
                  <a:srgbClr val="FF0000"/>
                </a:solidFill>
              </a:rPr>
              <a:t> </a:t>
            </a:r>
            <a:r>
              <a:rPr lang="en-US" altLang="en-US" sz="2400" dirty="0" err="1">
                <a:solidFill>
                  <a:srgbClr val="FF0000"/>
                </a:solidFill>
              </a:rPr>
              <a:t>triết</a:t>
            </a:r>
            <a:r>
              <a:rPr lang="en-US" altLang="en-US" sz="2400" dirty="0">
                <a:solidFill>
                  <a:srgbClr val="FF0000"/>
                </a:solidFill>
              </a:rPr>
              <a:t> </a:t>
            </a:r>
            <a:r>
              <a:rPr lang="en-US" altLang="en-US" sz="2400" dirty="0" err="1">
                <a:solidFill>
                  <a:srgbClr val="FF0000"/>
                </a:solidFill>
              </a:rPr>
              <a:t>học</a:t>
            </a:r>
            <a:r>
              <a:rPr lang="en-US" altLang="en-US" sz="2400" dirty="0">
                <a:solidFill>
                  <a:srgbClr val="FF0000"/>
                </a:solidFill>
              </a:rPr>
              <a:t>, </a:t>
            </a:r>
            <a:r>
              <a:rPr lang="en-US" altLang="en-US" sz="2400" dirty="0" err="1">
                <a:solidFill>
                  <a:srgbClr val="FF0000"/>
                </a:solidFill>
              </a:rPr>
              <a:t>kết</a:t>
            </a:r>
            <a:r>
              <a:rPr lang="en-US" altLang="en-US" sz="2400" dirty="0">
                <a:solidFill>
                  <a:srgbClr val="FF0000"/>
                </a:solidFill>
              </a:rPr>
              <a:t> </a:t>
            </a:r>
            <a:r>
              <a:rPr lang="en-US" altLang="en-US" sz="2400" dirty="0" err="1">
                <a:solidFill>
                  <a:srgbClr val="FF0000"/>
                </a:solidFill>
              </a:rPr>
              <a:t>hợp</a:t>
            </a:r>
            <a:r>
              <a:rPr lang="en-US" altLang="en-US" sz="2400" dirty="0">
                <a:solidFill>
                  <a:srgbClr val="FF0000"/>
                </a:solidFill>
              </a:rPr>
              <a:t> </a:t>
            </a:r>
            <a:r>
              <a:rPr lang="en-US" altLang="en-US" sz="2400" dirty="0" err="1">
                <a:solidFill>
                  <a:srgbClr val="FF0000"/>
                </a:solidFill>
              </a:rPr>
              <a:t>yếu</a:t>
            </a:r>
            <a:r>
              <a:rPr lang="en-US" altLang="en-US" sz="2400" dirty="0">
                <a:solidFill>
                  <a:srgbClr val="FF0000"/>
                </a:solidFill>
              </a:rPr>
              <a:t> </a:t>
            </a:r>
            <a:r>
              <a:rPr lang="en-US" altLang="en-US" sz="2400" dirty="0" err="1">
                <a:solidFill>
                  <a:srgbClr val="FF0000"/>
                </a:solidFill>
              </a:rPr>
              <a:t>tô</a:t>
            </a:r>
            <a:r>
              <a:rPr lang="en-US" altLang="en-US" sz="2400" dirty="0">
                <a:solidFill>
                  <a:srgbClr val="FF0000"/>
                </a:solidFill>
              </a:rPr>
              <a:t>́ </a:t>
            </a:r>
            <a:r>
              <a:rPr lang="en-US" altLang="en-US" sz="2400" dirty="0" err="1">
                <a:solidFill>
                  <a:srgbClr val="FF0000"/>
                </a:solidFill>
              </a:rPr>
              <a:t>thê</a:t>
            </a:r>
            <a:r>
              <a:rPr lang="en-US" altLang="en-US" sz="2400" dirty="0">
                <a:solidFill>
                  <a:srgbClr val="FF0000"/>
                </a:solidFill>
              </a:rPr>
              <a:t>́ </a:t>
            </a:r>
            <a:r>
              <a:rPr lang="en-US" altLang="en-US" sz="2400" dirty="0" err="1">
                <a:solidFill>
                  <a:srgbClr val="FF0000"/>
                </a:solidFill>
              </a:rPr>
              <a:t>giới</a:t>
            </a:r>
            <a:r>
              <a:rPr lang="en-US" altLang="en-US" sz="2400" dirty="0">
                <a:solidFill>
                  <a:srgbClr val="FF0000"/>
                </a:solidFill>
              </a:rPr>
              <a:t> </a:t>
            </a:r>
            <a:r>
              <a:rPr lang="en-US" altLang="en-US" sz="2400" dirty="0" err="1">
                <a:solidFill>
                  <a:srgbClr val="FF0000"/>
                </a:solidFill>
              </a:rPr>
              <a:t>quan</a:t>
            </a:r>
            <a:r>
              <a:rPr lang="en-US" altLang="en-US" sz="2400" dirty="0">
                <a:solidFill>
                  <a:srgbClr val="FF0000"/>
                </a:solidFill>
              </a:rPr>
              <a:t> </a:t>
            </a:r>
            <a:r>
              <a:rPr lang="en-US" altLang="en-US" sz="2400" dirty="0" err="1">
                <a:solidFill>
                  <a:srgbClr val="FF0000"/>
                </a:solidFill>
              </a:rPr>
              <a:t>va</a:t>
            </a:r>
            <a:r>
              <a:rPr lang="en-US" altLang="en-US" sz="2400" dirty="0">
                <a:solidFill>
                  <a:srgbClr val="FF0000"/>
                </a:solidFill>
              </a:rPr>
              <a:t>̀ </a:t>
            </a:r>
            <a:r>
              <a:rPr lang="en-US" altLang="en-US" sz="2400" dirty="0" err="1">
                <a:solidFill>
                  <a:srgbClr val="FF0000"/>
                </a:solidFill>
              </a:rPr>
              <a:t>yếu</a:t>
            </a:r>
            <a:r>
              <a:rPr lang="en-US" altLang="en-US" sz="2400" dirty="0">
                <a:solidFill>
                  <a:srgbClr val="FF0000"/>
                </a:solidFill>
              </a:rPr>
              <a:t> </a:t>
            </a:r>
            <a:r>
              <a:rPr lang="en-US" altLang="en-US" sz="2400" dirty="0" err="1">
                <a:solidFill>
                  <a:srgbClr val="FF0000"/>
                </a:solidFill>
              </a:rPr>
              <a:t>tô</a:t>
            </a:r>
            <a:r>
              <a:rPr lang="en-US" altLang="en-US" sz="2400" dirty="0">
                <a:solidFill>
                  <a:srgbClr val="FF0000"/>
                </a:solidFill>
              </a:rPr>
              <a:t>́ </a:t>
            </a:r>
            <a:r>
              <a:rPr lang="en-US" altLang="en-US" sz="2400" dirty="0" err="1">
                <a:solidFill>
                  <a:srgbClr val="FF0000"/>
                </a:solidFill>
              </a:rPr>
              <a:t>gia</a:t>
            </a:r>
            <a:r>
              <a:rPr lang="en-US" altLang="en-US" sz="2400" dirty="0">
                <a:solidFill>
                  <a:srgbClr val="FF0000"/>
                </a:solidFill>
              </a:rPr>
              <a:t>́ trị </a:t>
            </a:r>
            <a:r>
              <a:rPr lang="en-US" altLang="en-US" sz="2400" dirty="0" err="1">
                <a:solidFill>
                  <a:srgbClr val="FF0000"/>
                </a:solidFill>
              </a:rPr>
              <a:t>trong</a:t>
            </a:r>
            <a:r>
              <a:rPr lang="en-US" altLang="en-US" sz="2400" dirty="0">
                <a:solidFill>
                  <a:srgbClr val="FF0000"/>
                </a:solidFill>
              </a:rPr>
              <a:t> </a:t>
            </a:r>
            <a:r>
              <a:rPr lang="en-US" altLang="en-US" sz="2400" dirty="0" err="1">
                <a:solidFill>
                  <a:srgbClr val="FF0000"/>
                </a:solidFill>
              </a:rPr>
              <a:t>đánh</a:t>
            </a:r>
            <a:r>
              <a:rPr lang="en-US" altLang="en-US" sz="2400" dirty="0">
                <a:solidFill>
                  <a:srgbClr val="FF0000"/>
                </a:solidFill>
              </a:rPr>
              <a:t> </a:t>
            </a:r>
            <a:r>
              <a:rPr lang="en-US" altLang="en-US" sz="2400" dirty="0" err="1">
                <a:solidFill>
                  <a:srgbClr val="FF0000"/>
                </a:solidFill>
              </a:rPr>
              <a:t>gia</a:t>
            </a:r>
            <a:r>
              <a:rPr lang="en-US" altLang="en-US" sz="2400" dirty="0">
                <a:solidFill>
                  <a:srgbClr val="FF0000"/>
                </a:solidFill>
              </a:rPr>
              <a:t>́ LSTH</a:t>
            </a:r>
          </a:p>
          <a:p>
            <a:pPr lvl="1" algn="just">
              <a:lnSpc>
                <a:spcPct val="90000"/>
              </a:lnSpc>
            </a:pPr>
            <a:r>
              <a:rPr lang="en-US" altLang="en-US" sz="2400" dirty="0" err="1">
                <a:solidFill>
                  <a:srgbClr val="000099"/>
                </a:solidFill>
              </a:rPr>
              <a:t>Nhận</a:t>
            </a:r>
            <a:r>
              <a:rPr lang="en-US" altLang="en-US" sz="2400" dirty="0">
                <a:solidFill>
                  <a:srgbClr val="000099"/>
                </a:solidFill>
              </a:rPr>
              <a:t> </a:t>
            </a:r>
            <a:r>
              <a:rPr lang="en-US" altLang="en-US" sz="2400" dirty="0" err="1">
                <a:solidFill>
                  <a:srgbClr val="000099"/>
                </a:solidFill>
              </a:rPr>
              <a:t>thức</a:t>
            </a:r>
            <a:r>
              <a:rPr lang="en-US" altLang="en-US" sz="2400" dirty="0">
                <a:solidFill>
                  <a:srgbClr val="000099"/>
                </a:solidFill>
              </a:rPr>
              <a:t> </a:t>
            </a:r>
            <a:r>
              <a:rPr lang="en-US" altLang="en-US" sz="2400" dirty="0" err="1">
                <a:solidFill>
                  <a:srgbClr val="000099"/>
                </a:solidFill>
              </a:rPr>
              <a:t>luận</a:t>
            </a:r>
            <a:r>
              <a:rPr lang="en-US" altLang="en-US" sz="2400" dirty="0">
                <a:solidFill>
                  <a:srgbClr val="FF0000"/>
                </a:solidFill>
              </a:rPr>
              <a:t>: </a:t>
            </a:r>
            <a:r>
              <a:rPr lang="en-US" altLang="en-US" sz="2400" dirty="0" err="1">
                <a:solidFill>
                  <a:srgbClr val="FF0000"/>
                </a:solidFill>
              </a:rPr>
              <a:t>tranh</a:t>
            </a:r>
            <a:r>
              <a:rPr lang="en-US" altLang="en-US" sz="2400" dirty="0">
                <a:solidFill>
                  <a:srgbClr val="FF0000"/>
                </a:solidFill>
              </a:rPr>
              <a:t> </a:t>
            </a:r>
            <a:r>
              <a:rPr lang="en-US" altLang="en-US" sz="2400" dirty="0" err="1">
                <a:solidFill>
                  <a:srgbClr val="FF0000"/>
                </a:solidFill>
              </a:rPr>
              <a:t>luận</a:t>
            </a:r>
            <a:r>
              <a:rPr lang="en-US" altLang="en-US" sz="2400" dirty="0">
                <a:solidFill>
                  <a:srgbClr val="FF0000"/>
                </a:solidFill>
              </a:rPr>
              <a:t> </a:t>
            </a:r>
            <a:r>
              <a:rPr lang="en-US" altLang="en-US" sz="2400" dirty="0" err="1">
                <a:solidFill>
                  <a:srgbClr val="FF0000"/>
                </a:solidFill>
              </a:rPr>
              <a:t>với</a:t>
            </a:r>
            <a:r>
              <a:rPr lang="en-US" altLang="en-US" sz="2400" dirty="0">
                <a:solidFill>
                  <a:srgbClr val="FF0000"/>
                </a:solidFill>
              </a:rPr>
              <a:t> </a:t>
            </a:r>
            <a:r>
              <a:rPr lang="en-US" altLang="en-US" sz="2400" dirty="0" err="1">
                <a:solidFill>
                  <a:srgbClr val="FF0000"/>
                </a:solidFill>
              </a:rPr>
              <a:t>phái</a:t>
            </a:r>
            <a:r>
              <a:rPr lang="en-US" altLang="en-US" sz="2400" dirty="0">
                <a:solidFill>
                  <a:srgbClr val="FF0000"/>
                </a:solidFill>
              </a:rPr>
              <a:t> Mach, </a:t>
            </a:r>
            <a:r>
              <a:rPr lang="en-US" altLang="en-US" sz="2400" dirty="0" err="1">
                <a:solidFill>
                  <a:srgbClr val="FF0000"/>
                </a:solidFill>
              </a:rPr>
              <a:t>lý</a:t>
            </a:r>
            <a:r>
              <a:rPr lang="en-US" altLang="en-US" sz="2400" dirty="0">
                <a:solidFill>
                  <a:srgbClr val="FF0000"/>
                </a:solidFill>
              </a:rPr>
              <a:t> </a:t>
            </a:r>
            <a:r>
              <a:rPr lang="en-US" altLang="en-US" sz="2400" dirty="0" err="1">
                <a:solidFill>
                  <a:srgbClr val="FF0000"/>
                </a:solidFill>
              </a:rPr>
              <a:t>luận</a:t>
            </a:r>
            <a:r>
              <a:rPr lang="en-US" altLang="en-US" sz="2400" dirty="0">
                <a:solidFill>
                  <a:srgbClr val="FF0000"/>
                </a:solidFill>
              </a:rPr>
              <a:t> </a:t>
            </a:r>
            <a:r>
              <a:rPr lang="en-US" altLang="en-US" sz="2400" dirty="0" err="1">
                <a:solidFill>
                  <a:srgbClr val="FF0000"/>
                </a:solidFill>
              </a:rPr>
              <a:t>nhận</a:t>
            </a:r>
            <a:r>
              <a:rPr lang="en-US" altLang="en-US" sz="2400" dirty="0">
                <a:solidFill>
                  <a:srgbClr val="FF0000"/>
                </a:solidFill>
              </a:rPr>
              <a:t> </a:t>
            </a:r>
            <a:r>
              <a:rPr lang="en-US" altLang="en-US" sz="2400" dirty="0" err="1">
                <a:solidFill>
                  <a:srgbClr val="FF0000"/>
                </a:solidFill>
              </a:rPr>
              <a:t>thức</a:t>
            </a:r>
            <a:r>
              <a:rPr lang="en-US" altLang="en-US" sz="2400" dirty="0">
                <a:solidFill>
                  <a:srgbClr val="FF0000"/>
                </a:solidFill>
              </a:rPr>
              <a:t> (con </a:t>
            </a:r>
            <a:r>
              <a:rPr lang="en-US" altLang="en-US" sz="2400" dirty="0" err="1">
                <a:solidFill>
                  <a:srgbClr val="FF0000"/>
                </a:solidFill>
              </a:rPr>
              <a:t>đường</a:t>
            </a:r>
            <a:r>
              <a:rPr lang="en-US" altLang="en-US" sz="2400" dirty="0">
                <a:solidFill>
                  <a:srgbClr val="FF0000"/>
                </a:solidFill>
              </a:rPr>
              <a:t> </a:t>
            </a:r>
            <a:r>
              <a:rPr lang="en-US" altLang="en-US" sz="2400" dirty="0" err="1">
                <a:solidFill>
                  <a:srgbClr val="FF0000"/>
                </a:solidFill>
              </a:rPr>
              <a:t>biện</a:t>
            </a:r>
            <a:r>
              <a:rPr lang="en-US" altLang="en-US" sz="2400" dirty="0">
                <a:solidFill>
                  <a:srgbClr val="FF0000"/>
                </a:solidFill>
              </a:rPr>
              <a:t> </a:t>
            </a:r>
            <a:r>
              <a:rPr lang="en-US" altLang="en-US" sz="2400" dirty="0" err="1">
                <a:solidFill>
                  <a:srgbClr val="FF0000"/>
                </a:solidFill>
              </a:rPr>
              <a:t>chứng</a:t>
            </a:r>
            <a:r>
              <a:rPr lang="en-US" altLang="en-US" sz="2400" dirty="0">
                <a:solidFill>
                  <a:srgbClr val="FF0000"/>
                </a:solidFill>
              </a:rPr>
              <a:t> </a:t>
            </a:r>
            <a:r>
              <a:rPr lang="en-US" altLang="en-US" sz="2400" dirty="0" err="1">
                <a:solidFill>
                  <a:srgbClr val="FF0000"/>
                </a:solidFill>
              </a:rPr>
              <a:t>của</a:t>
            </a:r>
            <a:r>
              <a:rPr lang="en-US" altLang="en-US" sz="2400" dirty="0">
                <a:solidFill>
                  <a:srgbClr val="FF0000"/>
                </a:solidFill>
              </a:rPr>
              <a:t> n/t, </a:t>
            </a:r>
            <a:r>
              <a:rPr lang="en-US" altLang="en-US" sz="2400" dirty="0" err="1">
                <a:solidFill>
                  <a:srgbClr val="FF0000"/>
                </a:solidFill>
              </a:rPr>
              <a:t>chân</a:t>
            </a:r>
            <a:r>
              <a:rPr lang="en-US" altLang="en-US" sz="2400" dirty="0">
                <a:solidFill>
                  <a:srgbClr val="FF0000"/>
                </a:solidFill>
              </a:rPr>
              <a:t> </a:t>
            </a:r>
            <a:r>
              <a:rPr lang="en-US" altLang="en-US" sz="2400" dirty="0" err="1">
                <a:solidFill>
                  <a:srgbClr val="FF0000"/>
                </a:solidFill>
              </a:rPr>
              <a:t>lý</a:t>
            </a:r>
            <a:r>
              <a:rPr lang="en-US" altLang="en-US" sz="2400" dirty="0">
                <a:solidFill>
                  <a:srgbClr val="FF0000"/>
                </a:solidFill>
              </a:rPr>
              <a:t>, </a:t>
            </a:r>
            <a:r>
              <a:rPr lang="en-US" altLang="en-US" sz="2400" u="sng" dirty="0" err="1">
                <a:solidFill>
                  <a:srgbClr val="FF0000"/>
                </a:solidFill>
              </a:rPr>
              <a:t>thuyết</a:t>
            </a:r>
            <a:r>
              <a:rPr lang="en-US" altLang="en-US" sz="2400" u="sng" dirty="0">
                <a:solidFill>
                  <a:srgbClr val="FF0000"/>
                </a:solidFill>
              </a:rPr>
              <a:t> </a:t>
            </a:r>
            <a:r>
              <a:rPr lang="en-US" altLang="en-US" sz="2400" u="sng" dirty="0" err="1">
                <a:solidFill>
                  <a:srgbClr val="FF0000"/>
                </a:solidFill>
              </a:rPr>
              <a:t>phản</a:t>
            </a:r>
            <a:r>
              <a:rPr lang="en-US" altLang="en-US" sz="2400" u="sng" dirty="0">
                <a:solidFill>
                  <a:srgbClr val="FF0000"/>
                </a:solidFill>
              </a:rPr>
              <a:t> </a:t>
            </a:r>
            <a:r>
              <a:rPr lang="en-US" altLang="en-US" sz="2400" u="sng" dirty="0" err="1">
                <a:solidFill>
                  <a:srgbClr val="FF0000"/>
                </a:solidFill>
              </a:rPr>
              <a:t>ánh</a:t>
            </a:r>
            <a:r>
              <a:rPr lang="en-US" altLang="en-US" sz="2400" dirty="0">
                <a:solidFill>
                  <a:srgbClr val="FF0000"/>
                </a:solidFill>
              </a:rPr>
              <a:t>…), </a:t>
            </a:r>
            <a:r>
              <a:rPr lang="en-US" altLang="en-US" sz="2400" dirty="0" err="1">
                <a:solidFill>
                  <a:srgbClr val="FF0000"/>
                </a:solidFill>
              </a:rPr>
              <a:t>nguồn</a:t>
            </a:r>
            <a:r>
              <a:rPr lang="en-US" altLang="en-US" sz="2400" dirty="0">
                <a:solidFill>
                  <a:srgbClr val="FF0000"/>
                </a:solidFill>
              </a:rPr>
              <a:t> </a:t>
            </a:r>
            <a:r>
              <a:rPr lang="en-US" altLang="en-US" sz="2400" dirty="0" err="1">
                <a:solidFill>
                  <a:srgbClr val="FF0000"/>
                </a:solidFill>
              </a:rPr>
              <a:t>gốc</a:t>
            </a:r>
            <a:r>
              <a:rPr lang="en-US" altLang="en-US" sz="2400" dirty="0">
                <a:solidFill>
                  <a:srgbClr val="FF0000"/>
                </a:solidFill>
              </a:rPr>
              <a:t> </a:t>
            </a:r>
            <a:r>
              <a:rPr lang="en-US" altLang="en-US" sz="2400" dirty="0" err="1">
                <a:solidFill>
                  <a:srgbClr val="FF0000"/>
                </a:solidFill>
              </a:rPr>
              <a:t>nhận</a:t>
            </a:r>
            <a:r>
              <a:rPr lang="en-US" altLang="en-US" sz="2400" dirty="0">
                <a:solidFill>
                  <a:srgbClr val="FF0000"/>
                </a:solidFill>
              </a:rPr>
              <a:t> </a:t>
            </a:r>
            <a:r>
              <a:rPr lang="en-US" altLang="en-US" sz="2400" dirty="0" err="1">
                <a:solidFill>
                  <a:srgbClr val="FF0000"/>
                </a:solidFill>
              </a:rPr>
              <a:t>thức</a:t>
            </a:r>
            <a:r>
              <a:rPr lang="en-US" altLang="en-US" sz="2400" dirty="0">
                <a:solidFill>
                  <a:srgbClr val="FF0000"/>
                </a:solidFill>
              </a:rPr>
              <a:t> </a:t>
            </a:r>
            <a:r>
              <a:rPr lang="en-US" altLang="en-US" sz="2400" dirty="0" err="1">
                <a:solidFill>
                  <a:srgbClr val="FF0000"/>
                </a:solidFill>
              </a:rPr>
              <a:t>luận</a:t>
            </a:r>
            <a:r>
              <a:rPr lang="en-US" altLang="en-US" sz="2400" dirty="0">
                <a:solidFill>
                  <a:srgbClr val="FF0000"/>
                </a:solidFill>
              </a:rPr>
              <a:t> </a:t>
            </a:r>
            <a:r>
              <a:rPr lang="en-US" altLang="en-US" sz="2400" dirty="0" err="1">
                <a:solidFill>
                  <a:srgbClr val="FF0000"/>
                </a:solidFill>
              </a:rPr>
              <a:t>của</a:t>
            </a:r>
            <a:r>
              <a:rPr lang="en-US" altLang="en-US" sz="2400" dirty="0">
                <a:solidFill>
                  <a:srgbClr val="FF0000"/>
                </a:solidFill>
              </a:rPr>
              <a:t> CNDT…</a:t>
            </a:r>
          </a:p>
          <a:p>
            <a:pPr lvl="1" algn="just">
              <a:lnSpc>
                <a:spcPct val="90000"/>
              </a:lnSpc>
            </a:pPr>
            <a:r>
              <a:rPr lang="en-US" altLang="en-US" sz="2400" dirty="0" err="1">
                <a:solidFill>
                  <a:srgbClr val="000099"/>
                </a:solidFill>
              </a:rPr>
              <a:t>Phép</a:t>
            </a:r>
            <a:r>
              <a:rPr lang="en-US" altLang="en-US" sz="2400" dirty="0">
                <a:solidFill>
                  <a:srgbClr val="000099"/>
                </a:solidFill>
              </a:rPr>
              <a:t> </a:t>
            </a:r>
            <a:r>
              <a:rPr lang="en-US" altLang="en-US" sz="2400" dirty="0" err="1">
                <a:solidFill>
                  <a:srgbClr val="000099"/>
                </a:solidFill>
              </a:rPr>
              <a:t>biện</a:t>
            </a:r>
            <a:r>
              <a:rPr lang="en-US" altLang="en-US" sz="2400" dirty="0">
                <a:solidFill>
                  <a:srgbClr val="000099"/>
                </a:solidFill>
              </a:rPr>
              <a:t> </a:t>
            </a:r>
            <a:r>
              <a:rPr lang="en-US" altLang="en-US" sz="2400" dirty="0" err="1">
                <a:solidFill>
                  <a:srgbClr val="000099"/>
                </a:solidFill>
              </a:rPr>
              <a:t>chứng</a:t>
            </a:r>
            <a:r>
              <a:rPr lang="en-US" altLang="en-US" sz="2400" dirty="0">
                <a:solidFill>
                  <a:srgbClr val="000099"/>
                </a:solidFill>
              </a:rPr>
              <a:t> </a:t>
            </a:r>
            <a:r>
              <a:rPr lang="en-US" altLang="en-US" sz="2400" dirty="0" err="1">
                <a:solidFill>
                  <a:srgbClr val="000099"/>
                </a:solidFill>
              </a:rPr>
              <a:t>duy</a:t>
            </a:r>
            <a:r>
              <a:rPr lang="en-US" altLang="en-US" sz="2400" dirty="0">
                <a:solidFill>
                  <a:srgbClr val="000099"/>
                </a:solidFill>
              </a:rPr>
              <a:t> </a:t>
            </a:r>
            <a:r>
              <a:rPr lang="en-US" altLang="en-US" sz="2400" dirty="0" err="1">
                <a:solidFill>
                  <a:srgbClr val="000099"/>
                </a:solidFill>
              </a:rPr>
              <a:t>vật</a:t>
            </a:r>
            <a:r>
              <a:rPr lang="en-US" altLang="en-US" sz="2400" dirty="0">
                <a:solidFill>
                  <a:srgbClr val="FF0000"/>
                </a:solidFill>
              </a:rPr>
              <a:t>; </a:t>
            </a:r>
            <a:r>
              <a:rPr lang="en-US" altLang="en-US" sz="2400" dirty="0" err="1">
                <a:solidFill>
                  <a:srgbClr val="FF0000"/>
                </a:solidFill>
              </a:rPr>
              <a:t>sự</a:t>
            </a:r>
            <a:r>
              <a:rPr lang="en-US" altLang="en-US" sz="2400" dirty="0">
                <a:solidFill>
                  <a:srgbClr val="FF0000"/>
                </a:solidFill>
              </a:rPr>
              <a:t> </a:t>
            </a:r>
            <a:r>
              <a:rPr lang="en-US" altLang="en-US" sz="2400" dirty="0" err="1">
                <a:solidFill>
                  <a:srgbClr val="FF0000"/>
                </a:solidFill>
              </a:rPr>
              <a:t>thống</a:t>
            </a:r>
            <a:r>
              <a:rPr lang="en-US" altLang="en-US" sz="2400" dirty="0">
                <a:solidFill>
                  <a:srgbClr val="FF0000"/>
                </a:solidFill>
              </a:rPr>
              <a:t> </a:t>
            </a:r>
            <a:r>
              <a:rPr lang="en-US" altLang="en-US" sz="2400" dirty="0" err="1">
                <a:solidFill>
                  <a:srgbClr val="FF0000"/>
                </a:solidFill>
              </a:rPr>
              <a:t>nhất</a:t>
            </a:r>
            <a:r>
              <a:rPr lang="en-US" altLang="en-US" sz="2400" dirty="0">
                <a:solidFill>
                  <a:srgbClr val="FF0000"/>
                </a:solidFill>
              </a:rPr>
              <a:t> PBC, LLNT </a:t>
            </a:r>
            <a:r>
              <a:rPr lang="en-US" altLang="en-US" sz="2400" dirty="0" err="1">
                <a:solidFill>
                  <a:srgbClr val="FF0000"/>
                </a:solidFill>
              </a:rPr>
              <a:t>và</a:t>
            </a:r>
            <a:r>
              <a:rPr lang="en-US" altLang="en-US" sz="2400" dirty="0">
                <a:solidFill>
                  <a:srgbClr val="FF0000"/>
                </a:solidFill>
              </a:rPr>
              <a:t> </a:t>
            </a:r>
            <a:r>
              <a:rPr lang="en-US" altLang="en-US" sz="2400" dirty="0" smtClean="0">
                <a:solidFill>
                  <a:srgbClr val="FF0000"/>
                </a:solidFill>
              </a:rPr>
              <a:t>Logic </a:t>
            </a:r>
            <a:r>
              <a:rPr lang="en-US" altLang="en-US" sz="2400" dirty="0" err="1" smtClean="0">
                <a:solidFill>
                  <a:srgbClr val="FF0000"/>
                </a:solidFill>
              </a:rPr>
              <a:t>học</a:t>
            </a:r>
            <a:r>
              <a:rPr lang="en-US" altLang="en-US" sz="2400" dirty="0" smtClean="0">
                <a:solidFill>
                  <a:srgbClr val="FF0000"/>
                </a:solidFill>
              </a:rPr>
              <a:t> </a:t>
            </a:r>
            <a:r>
              <a:rPr lang="en-US" altLang="en-US" sz="2400" dirty="0">
                <a:solidFill>
                  <a:srgbClr val="FF0000"/>
                </a:solidFill>
              </a:rPr>
              <a:t>(</a:t>
            </a:r>
            <a:r>
              <a:rPr lang="en-US" altLang="en-US" sz="2400" dirty="0" err="1">
                <a:solidFill>
                  <a:srgbClr val="FF0000"/>
                </a:solidFill>
              </a:rPr>
              <a:t>xem</a:t>
            </a:r>
            <a:r>
              <a:rPr lang="en-US" altLang="en-US" sz="2400" dirty="0">
                <a:solidFill>
                  <a:srgbClr val="FF0000"/>
                </a:solidFill>
              </a:rPr>
              <a:t> </a:t>
            </a:r>
            <a:r>
              <a:rPr lang="en-US" altLang="en-US" sz="2400" dirty="0" err="1">
                <a:solidFill>
                  <a:srgbClr val="FF0000"/>
                </a:solidFill>
              </a:rPr>
              <a:t>Bút</a:t>
            </a:r>
            <a:r>
              <a:rPr lang="en-US" altLang="en-US" sz="2400" dirty="0">
                <a:solidFill>
                  <a:srgbClr val="FF0000"/>
                </a:solidFill>
              </a:rPr>
              <a:t> </a:t>
            </a:r>
            <a:r>
              <a:rPr lang="en-US" altLang="en-US" sz="2400" dirty="0" err="1">
                <a:solidFill>
                  <a:srgbClr val="FF0000"/>
                </a:solidFill>
              </a:rPr>
              <a:t>ky</a:t>
            </a:r>
            <a:r>
              <a:rPr lang="en-US" altLang="en-US" sz="2400" dirty="0">
                <a:solidFill>
                  <a:srgbClr val="FF0000"/>
                </a:solidFill>
              </a:rPr>
              <a:t>́ </a:t>
            </a:r>
            <a:r>
              <a:rPr lang="en-US" altLang="en-US" sz="2400" dirty="0" err="1">
                <a:solidFill>
                  <a:srgbClr val="FF0000"/>
                </a:solidFill>
              </a:rPr>
              <a:t>triết</a:t>
            </a:r>
            <a:r>
              <a:rPr lang="en-US" altLang="en-US" sz="2400" dirty="0">
                <a:solidFill>
                  <a:srgbClr val="FF0000"/>
                </a:solidFill>
              </a:rPr>
              <a:t> </a:t>
            </a:r>
            <a:r>
              <a:rPr lang="en-US" altLang="en-US" sz="2400" dirty="0" err="1">
                <a:solidFill>
                  <a:srgbClr val="FF0000"/>
                </a:solidFill>
              </a:rPr>
              <a:t>học</a:t>
            </a:r>
            <a:r>
              <a:rPr lang="en-US" altLang="en-US" sz="2400" dirty="0" smtClean="0">
                <a:solidFill>
                  <a:srgbClr val="FF0000"/>
                </a:solidFill>
              </a:rPr>
              <a:t>)</a:t>
            </a:r>
            <a:endParaRPr lang="en-US" altLang="en-US" sz="2400" dirty="0">
              <a:solidFill>
                <a:srgbClr val="FF0000"/>
              </a:solidFill>
            </a:endParaRPr>
          </a:p>
        </p:txBody>
      </p:sp>
    </p:spTree>
    <p:extLst>
      <p:ext uri="{BB962C8B-B14F-4D97-AF65-F5344CB8AC3E}">
        <p14:creationId xmlns:p14="http://schemas.microsoft.com/office/powerpoint/2010/main" val="1722728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FF0000"/>
                </a:solidFill>
              </a:rPr>
              <a:t>2. </a:t>
            </a:r>
            <a:r>
              <a:rPr lang="en-US" dirty="0" err="1" smtClean="0">
                <a:solidFill>
                  <a:srgbClr val="FF0000"/>
                </a:solidFill>
              </a:rPr>
              <a:t>Đối</a:t>
            </a:r>
            <a:r>
              <a:rPr lang="en-US" dirty="0" smtClean="0">
                <a:solidFill>
                  <a:srgbClr val="FF0000"/>
                </a:solidFill>
              </a:rPr>
              <a:t> </a:t>
            </a:r>
            <a:r>
              <a:rPr lang="en-US" dirty="0" err="1" smtClean="0">
                <a:solidFill>
                  <a:srgbClr val="FF0000"/>
                </a:solidFill>
              </a:rPr>
              <a:t>tượng</a:t>
            </a:r>
            <a:r>
              <a:rPr lang="en-US" dirty="0" smtClean="0">
                <a:solidFill>
                  <a:srgbClr val="FF0000"/>
                </a:solidFill>
              </a:rPr>
              <a:t> </a:t>
            </a:r>
            <a:r>
              <a:rPr lang="en-US" dirty="0" err="1" smtClean="0">
                <a:solidFill>
                  <a:srgbClr val="FF0000"/>
                </a:solidFill>
              </a:rPr>
              <a:t>và</a:t>
            </a:r>
            <a:r>
              <a:rPr lang="en-US" dirty="0" smtClean="0">
                <a:solidFill>
                  <a:srgbClr val="FF0000"/>
                </a:solidFill>
              </a:rPr>
              <a:t> </a:t>
            </a:r>
            <a:r>
              <a:rPr lang="en-US" dirty="0" err="1" smtClean="0">
                <a:solidFill>
                  <a:srgbClr val="FF0000"/>
                </a:solidFill>
              </a:rPr>
              <a:t>chức</a:t>
            </a:r>
            <a:r>
              <a:rPr lang="en-US" dirty="0" smtClean="0">
                <a:solidFill>
                  <a:srgbClr val="FF0000"/>
                </a:solidFill>
              </a:rPr>
              <a:t> </a:t>
            </a:r>
            <a:r>
              <a:rPr lang="en-US" dirty="0" err="1" smtClean="0">
                <a:solidFill>
                  <a:srgbClr val="FF0000"/>
                </a:solidFill>
              </a:rPr>
              <a:t>năng</a:t>
            </a:r>
            <a:r>
              <a:rPr lang="en-US" dirty="0" smtClean="0">
                <a:solidFill>
                  <a:srgbClr val="FF0000"/>
                </a:solidFill>
              </a:rPr>
              <a:t> </a:t>
            </a:r>
            <a:r>
              <a:rPr lang="en-US" dirty="0" err="1" smtClean="0">
                <a:solidFill>
                  <a:srgbClr val="FF0000"/>
                </a:solidFill>
              </a:rPr>
              <a:t>của</a:t>
            </a:r>
            <a:r>
              <a:rPr lang="en-US" dirty="0" smtClean="0">
                <a:solidFill>
                  <a:srgbClr val="FF0000"/>
                </a:solidFill>
              </a:rPr>
              <a:t> TH </a:t>
            </a:r>
            <a:r>
              <a:rPr lang="en-US" dirty="0" err="1" smtClean="0">
                <a:solidFill>
                  <a:srgbClr val="FF0000"/>
                </a:solidFill>
              </a:rPr>
              <a:t>Mác</a:t>
            </a:r>
            <a:r>
              <a:rPr lang="en-US" dirty="0" smtClean="0">
                <a:solidFill>
                  <a:srgbClr val="FF0000"/>
                </a:solidFill>
              </a:rPr>
              <a:t> - </a:t>
            </a:r>
            <a:r>
              <a:rPr lang="en-US" dirty="0" err="1" smtClean="0">
                <a:solidFill>
                  <a:srgbClr val="FF0000"/>
                </a:solidFill>
              </a:rPr>
              <a:t>Lênin</a:t>
            </a:r>
            <a:endParaRPr lang="en-US" dirty="0">
              <a:solidFill>
                <a:srgbClr val="FF0000"/>
              </a:solidFill>
            </a:endParaRPr>
          </a:p>
        </p:txBody>
      </p:sp>
      <p:sp>
        <p:nvSpPr>
          <p:cNvPr id="3" name="Content Placeholder 2"/>
          <p:cNvSpPr>
            <a:spLocks noGrp="1"/>
          </p:cNvSpPr>
          <p:nvPr>
            <p:ph idx="1"/>
          </p:nvPr>
        </p:nvSpPr>
        <p:spPr>
          <a:xfrm>
            <a:off x="609600" y="1633538"/>
            <a:ext cx="8382000" cy="4995862"/>
          </a:xfrm>
        </p:spPr>
        <p:txBody>
          <a:bodyPr/>
          <a:lstStyle/>
          <a:p>
            <a:r>
              <a:rPr lang="en-US" sz="3200" dirty="0" err="1" smtClean="0"/>
              <a:t>Khái</a:t>
            </a:r>
            <a:r>
              <a:rPr lang="en-US" sz="3200" dirty="0" smtClean="0"/>
              <a:t> </a:t>
            </a:r>
            <a:r>
              <a:rPr lang="en-US" sz="3200" dirty="0" err="1" smtClean="0"/>
              <a:t>niệm</a:t>
            </a:r>
            <a:r>
              <a:rPr lang="en-US" sz="3200" dirty="0" smtClean="0"/>
              <a:t>:</a:t>
            </a:r>
          </a:p>
          <a:p>
            <a:r>
              <a:rPr lang="vi-VN" sz="3200" dirty="0"/>
              <a:t>Triết học Mác Lênin là hệ thống quan điểm duy vật biện chứng về tự </a:t>
            </a:r>
            <a:r>
              <a:rPr lang="vi-VN" sz="3200" dirty="0" smtClean="0"/>
              <a:t>nhiên</a:t>
            </a:r>
            <a:r>
              <a:rPr lang="en-US" sz="3200" dirty="0" smtClean="0"/>
              <a:t>,</a:t>
            </a:r>
            <a:r>
              <a:rPr lang="vi-VN" sz="3200" dirty="0" smtClean="0"/>
              <a:t> </a:t>
            </a:r>
            <a:r>
              <a:rPr lang="vi-VN" sz="3200" dirty="0"/>
              <a:t>xã hội và tư </a:t>
            </a:r>
            <a:r>
              <a:rPr lang="vi-VN" sz="3200" dirty="0" smtClean="0"/>
              <a:t>duy</a:t>
            </a:r>
            <a:r>
              <a:rPr lang="en-US" sz="3200" dirty="0" smtClean="0"/>
              <a:t>,</a:t>
            </a:r>
            <a:r>
              <a:rPr lang="vi-VN" sz="3200" dirty="0" smtClean="0"/>
              <a:t> </a:t>
            </a:r>
            <a:endParaRPr lang="en-US" sz="3200" dirty="0" smtClean="0"/>
          </a:p>
          <a:p>
            <a:r>
              <a:rPr lang="en-US" sz="3200" dirty="0" err="1" smtClean="0">
                <a:solidFill>
                  <a:srgbClr val="FF0000"/>
                </a:solidFill>
              </a:rPr>
              <a:t>Là</a:t>
            </a:r>
            <a:r>
              <a:rPr lang="en-US" sz="3200" dirty="0" smtClean="0">
                <a:solidFill>
                  <a:srgbClr val="FF0000"/>
                </a:solidFill>
              </a:rPr>
              <a:t> </a:t>
            </a:r>
            <a:r>
              <a:rPr lang="vi-VN" sz="3200" dirty="0" smtClean="0">
                <a:solidFill>
                  <a:srgbClr val="FF0000"/>
                </a:solidFill>
              </a:rPr>
              <a:t>thế </a:t>
            </a:r>
            <a:r>
              <a:rPr lang="vi-VN" sz="3200" dirty="0">
                <a:solidFill>
                  <a:srgbClr val="FF0000"/>
                </a:solidFill>
              </a:rPr>
              <a:t>giới quan và phương pháp luận khoa học cách mạng của giai cấp công </a:t>
            </a:r>
            <a:r>
              <a:rPr lang="vi-VN" sz="3200" dirty="0" smtClean="0">
                <a:solidFill>
                  <a:srgbClr val="FF0000"/>
                </a:solidFill>
              </a:rPr>
              <a:t>nhân</a:t>
            </a:r>
            <a:r>
              <a:rPr lang="en-US" sz="3200" dirty="0" smtClean="0">
                <a:solidFill>
                  <a:srgbClr val="FF0000"/>
                </a:solidFill>
              </a:rPr>
              <a:t>,</a:t>
            </a:r>
            <a:r>
              <a:rPr lang="vi-VN" sz="3200" dirty="0" smtClean="0">
                <a:solidFill>
                  <a:srgbClr val="FF0000"/>
                </a:solidFill>
              </a:rPr>
              <a:t> </a:t>
            </a:r>
            <a:r>
              <a:rPr lang="vi-VN" sz="3200" dirty="0">
                <a:solidFill>
                  <a:srgbClr val="FF0000"/>
                </a:solidFill>
              </a:rPr>
              <a:t>nhân dân lao động và các lực lượng xã hội tiến bộ trong nhận thức và cải tạo thế </a:t>
            </a:r>
            <a:r>
              <a:rPr lang="vi-VN" sz="3200" dirty="0" smtClean="0">
                <a:solidFill>
                  <a:srgbClr val="FF0000"/>
                </a:solidFill>
              </a:rPr>
              <a:t>giới</a:t>
            </a:r>
            <a:endParaRPr lang="en-US" sz="3200" dirty="0">
              <a:solidFill>
                <a:srgbClr val="FF0000"/>
              </a:solidFill>
            </a:endParaRPr>
          </a:p>
        </p:txBody>
      </p:sp>
    </p:spTree>
    <p:extLst>
      <p:ext uri="{BB962C8B-B14F-4D97-AF65-F5344CB8AC3E}">
        <p14:creationId xmlns:p14="http://schemas.microsoft.com/office/powerpoint/2010/main" val="2241465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solidFill>
                  <a:srgbClr val="FF0000"/>
                </a:solidFill>
              </a:rPr>
              <a:t>Đối tượng của triết học Mác </a:t>
            </a:r>
            <a:r>
              <a:rPr lang="en-US" dirty="0" smtClean="0">
                <a:solidFill>
                  <a:srgbClr val="FF0000"/>
                </a:solidFill>
              </a:rPr>
              <a:t>- </a:t>
            </a:r>
            <a:r>
              <a:rPr lang="vi-VN" dirty="0" smtClean="0">
                <a:solidFill>
                  <a:srgbClr val="FF0000"/>
                </a:solidFill>
              </a:rPr>
              <a:t>Lênin</a:t>
            </a:r>
            <a:r>
              <a:rPr lang="vi-VN" dirty="0">
                <a:solidFill>
                  <a:srgbClr val="FF0000"/>
                </a:solidFill>
              </a:rPr>
              <a:t/>
            </a:r>
            <a:br>
              <a:rPr lang="vi-VN" dirty="0">
                <a:solidFill>
                  <a:srgbClr val="FF0000"/>
                </a:solidFill>
              </a:rPr>
            </a:br>
            <a:endParaRPr lang="en-US" dirty="0">
              <a:solidFill>
                <a:srgbClr val="FF0000"/>
              </a:solidFill>
            </a:endParaRPr>
          </a:p>
        </p:txBody>
      </p:sp>
      <p:sp>
        <p:nvSpPr>
          <p:cNvPr id="3" name="Content Placeholder 2"/>
          <p:cNvSpPr>
            <a:spLocks noGrp="1"/>
          </p:cNvSpPr>
          <p:nvPr>
            <p:ph idx="1"/>
          </p:nvPr>
        </p:nvSpPr>
        <p:spPr>
          <a:xfrm>
            <a:off x="609600" y="1633538"/>
            <a:ext cx="8229600" cy="5072062"/>
          </a:xfrm>
        </p:spPr>
        <p:txBody>
          <a:bodyPr/>
          <a:lstStyle/>
          <a:p>
            <a:r>
              <a:rPr lang="vi-VN" dirty="0" smtClean="0"/>
              <a:t>Đối tượng </a:t>
            </a:r>
            <a:r>
              <a:rPr lang="vi-VN" dirty="0"/>
              <a:t>nghiên cứu là </a:t>
            </a:r>
            <a:r>
              <a:rPr lang="vi-VN" i="1" dirty="0">
                <a:solidFill>
                  <a:srgbClr val="FF0000"/>
                </a:solidFill>
              </a:rPr>
              <a:t>giải quyết mối quan hệ giữa vật chất và ý thức </a:t>
            </a:r>
            <a:r>
              <a:rPr lang="vi-VN" dirty="0"/>
              <a:t>trên lập trường duy vật biện chứng và nghiên cứu những </a:t>
            </a:r>
            <a:r>
              <a:rPr lang="vi-VN" i="1" dirty="0">
                <a:solidFill>
                  <a:srgbClr val="FF0000"/>
                </a:solidFill>
              </a:rPr>
              <a:t>quy luật vận động phát triển chung nhất</a:t>
            </a:r>
            <a:r>
              <a:rPr lang="vi-VN" dirty="0"/>
              <a:t> của </a:t>
            </a:r>
            <a:r>
              <a:rPr lang="en-US" dirty="0" smtClean="0"/>
              <a:t>t</a:t>
            </a:r>
            <a:r>
              <a:rPr lang="vi-VN" dirty="0" smtClean="0"/>
              <a:t>ự nhiên</a:t>
            </a:r>
            <a:r>
              <a:rPr lang="en-US" dirty="0" smtClean="0"/>
              <a:t>,</a:t>
            </a:r>
            <a:r>
              <a:rPr lang="vi-VN" dirty="0" smtClean="0"/>
              <a:t> </a:t>
            </a:r>
            <a:r>
              <a:rPr lang="vi-VN" dirty="0"/>
              <a:t>xã hội và tư duy</a:t>
            </a:r>
          </a:p>
          <a:p>
            <a:r>
              <a:rPr lang="vi-VN" dirty="0" smtClean="0">
                <a:solidFill>
                  <a:srgbClr val="FF0000"/>
                </a:solidFill>
              </a:rPr>
              <a:t>Đối tượng </a:t>
            </a:r>
            <a:r>
              <a:rPr lang="vi-VN" dirty="0">
                <a:solidFill>
                  <a:srgbClr val="FF0000"/>
                </a:solidFill>
              </a:rPr>
              <a:t>của triết học và đối tượng của các khoa học cụ thể đã được phân biệt rõ ràng </a:t>
            </a:r>
          </a:p>
          <a:p>
            <a:r>
              <a:rPr lang="vi-VN" dirty="0" smtClean="0"/>
              <a:t>Triết học </a:t>
            </a:r>
            <a:r>
              <a:rPr lang="vi-VN" dirty="0"/>
              <a:t>Mác Lênin có mối quan hệ chặt gắn bó chặt chẽ với các khoa học cụ </a:t>
            </a:r>
            <a:r>
              <a:rPr lang="vi-VN" dirty="0" smtClean="0"/>
              <a:t>thể</a:t>
            </a:r>
            <a:r>
              <a:rPr lang="vi-VN" dirty="0"/>
              <a:t/>
            </a:r>
            <a:br>
              <a:rPr lang="vi-VN" dirty="0"/>
            </a:br>
            <a:endParaRPr lang="en-US" dirty="0"/>
          </a:p>
        </p:txBody>
      </p:sp>
    </p:spTree>
    <p:extLst>
      <p:ext uri="{BB962C8B-B14F-4D97-AF65-F5344CB8AC3E}">
        <p14:creationId xmlns:p14="http://schemas.microsoft.com/office/powerpoint/2010/main" val="177874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82575"/>
            <a:ext cx="7315200" cy="944563"/>
          </a:xfrm>
        </p:spPr>
        <p:txBody>
          <a:bodyPr/>
          <a:lstStyle/>
          <a:p>
            <a:r>
              <a:rPr lang="vi-VN" dirty="0">
                <a:solidFill>
                  <a:srgbClr val="FF0000"/>
                </a:solidFill>
              </a:rPr>
              <a:t>Chức năng của triết học Mác </a:t>
            </a:r>
            <a:r>
              <a:rPr lang="en-US" dirty="0">
                <a:solidFill>
                  <a:srgbClr val="FF0000"/>
                </a:solidFill>
              </a:rPr>
              <a:t>- </a:t>
            </a:r>
            <a:r>
              <a:rPr lang="vi-VN" dirty="0" smtClean="0">
                <a:solidFill>
                  <a:srgbClr val="FF0000"/>
                </a:solidFill>
              </a:rPr>
              <a:t>Lênin</a:t>
            </a:r>
            <a:endParaRPr lang="en-US" dirty="0">
              <a:solidFill>
                <a:srgbClr val="FF0000"/>
              </a:solidFill>
            </a:endParaRPr>
          </a:p>
        </p:txBody>
      </p:sp>
      <p:sp>
        <p:nvSpPr>
          <p:cNvPr id="3" name="Content Placeholder 2"/>
          <p:cNvSpPr>
            <a:spLocks noGrp="1"/>
          </p:cNvSpPr>
          <p:nvPr>
            <p:ph idx="1"/>
          </p:nvPr>
        </p:nvSpPr>
        <p:spPr/>
        <p:txBody>
          <a:bodyPr/>
          <a:lstStyle/>
          <a:p>
            <a:r>
              <a:rPr lang="vi-VN" dirty="0"/>
              <a:t> </a:t>
            </a:r>
            <a:r>
              <a:rPr lang="vi-VN" sz="3600" dirty="0" smtClean="0"/>
              <a:t>Chức năng </a:t>
            </a:r>
            <a:r>
              <a:rPr lang="vi-VN" sz="3600" dirty="0"/>
              <a:t>thế giới </a:t>
            </a:r>
            <a:r>
              <a:rPr lang="vi-VN" sz="3600" dirty="0" smtClean="0"/>
              <a:t>quan</a:t>
            </a:r>
            <a:endParaRPr lang="en-US" sz="3600" dirty="0" smtClean="0"/>
          </a:p>
          <a:p>
            <a:endParaRPr lang="vi-VN" sz="3600" dirty="0"/>
          </a:p>
          <a:p>
            <a:r>
              <a:rPr lang="vi-VN" sz="3600" dirty="0"/>
              <a:t> </a:t>
            </a:r>
            <a:r>
              <a:rPr lang="vi-VN" sz="3600" dirty="0" smtClean="0"/>
              <a:t>Chức năng </a:t>
            </a:r>
            <a:r>
              <a:rPr lang="vi-VN" sz="3600" dirty="0"/>
              <a:t>phương pháp luận</a:t>
            </a:r>
          </a:p>
          <a:p>
            <a:pPr marL="0" indent="0">
              <a:buNone/>
            </a:pPr>
            <a:r>
              <a:rPr lang="vi-VN" dirty="0"/>
              <a:t/>
            </a:r>
            <a:br>
              <a:rPr lang="vi-VN" dirty="0"/>
            </a:br>
            <a:endParaRPr lang="en-US" dirty="0"/>
          </a:p>
        </p:txBody>
      </p:sp>
    </p:spTree>
    <p:extLst>
      <p:ext uri="{BB962C8B-B14F-4D97-AF65-F5344CB8AC3E}">
        <p14:creationId xmlns:p14="http://schemas.microsoft.com/office/powerpoint/2010/main" val="195098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82575"/>
            <a:ext cx="7696200" cy="1089025"/>
          </a:xfrm>
        </p:spPr>
        <p:txBody>
          <a:bodyPr/>
          <a:lstStyle/>
          <a:p>
            <a:r>
              <a:rPr lang="en-US" sz="2400" dirty="0" smtClean="0">
                <a:solidFill>
                  <a:srgbClr val="FF0000"/>
                </a:solidFill>
              </a:rPr>
              <a:t>3. </a:t>
            </a:r>
            <a:r>
              <a:rPr lang="vi-VN" sz="2400" dirty="0" smtClean="0">
                <a:solidFill>
                  <a:srgbClr val="FF0000"/>
                </a:solidFill>
              </a:rPr>
              <a:t>Vai </a:t>
            </a:r>
            <a:r>
              <a:rPr lang="vi-VN" sz="2400" dirty="0">
                <a:solidFill>
                  <a:srgbClr val="FF0000"/>
                </a:solidFill>
              </a:rPr>
              <a:t>trò của Triết học Mác</a:t>
            </a:r>
            <a:r>
              <a:rPr lang="en-US" sz="2400" dirty="0">
                <a:solidFill>
                  <a:srgbClr val="FF0000"/>
                </a:solidFill>
              </a:rPr>
              <a:t> </a:t>
            </a:r>
            <a:r>
              <a:rPr lang="vi-VN" sz="2400" dirty="0">
                <a:solidFill>
                  <a:srgbClr val="FF0000"/>
                </a:solidFill>
              </a:rPr>
              <a:t>-</a:t>
            </a:r>
            <a:r>
              <a:rPr lang="en-US" sz="2400" dirty="0">
                <a:solidFill>
                  <a:srgbClr val="FF0000"/>
                </a:solidFill>
              </a:rPr>
              <a:t> </a:t>
            </a:r>
            <a:r>
              <a:rPr lang="vi-VN" sz="2400" dirty="0">
                <a:solidFill>
                  <a:srgbClr val="FF0000"/>
                </a:solidFill>
              </a:rPr>
              <a:t>Lênin trong đời sống xã hội và trong sự nghiệp đổi mới ở Việt Nam hiện </a:t>
            </a:r>
            <a:r>
              <a:rPr lang="vi-VN" sz="2400" dirty="0" smtClean="0">
                <a:solidFill>
                  <a:srgbClr val="FF0000"/>
                </a:solidFill>
              </a:rPr>
              <a:t>nay</a:t>
            </a:r>
            <a:endParaRPr lang="en-US" sz="2400" dirty="0">
              <a:solidFill>
                <a:srgbClr val="FF0000"/>
              </a:solidFill>
            </a:endParaRPr>
          </a:p>
        </p:txBody>
      </p:sp>
      <p:sp>
        <p:nvSpPr>
          <p:cNvPr id="3" name="Content Placeholder 2"/>
          <p:cNvSpPr>
            <a:spLocks noGrp="1"/>
          </p:cNvSpPr>
          <p:nvPr>
            <p:ph idx="1"/>
          </p:nvPr>
        </p:nvSpPr>
        <p:spPr>
          <a:xfrm>
            <a:off x="76200" y="1371600"/>
            <a:ext cx="8991600" cy="4953000"/>
          </a:xfrm>
        </p:spPr>
        <p:txBody>
          <a:bodyPr/>
          <a:lstStyle/>
          <a:p>
            <a:pPr algn="just"/>
            <a:r>
              <a:rPr lang="vi-VN" dirty="0" smtClean="0"/>
              <a:t>Triết học </a:t>
            </a:r>
            <a:r>
              <a:rPr lang="vi-VN" dirty="0"/>
              <a:t>Mác </a:t>
            </a:r>
            <a:r>
              <a:rPr lang="en-US" dirty="0" smtClean="0"/>
              <a:t>- </a:t>
            </a:r>
            <a:r>
              <a:rPr lang="vi-VN" dirty="0" smtClean="0"/>
              <a:t>Lênin </a:t>
            </a:r>
            <a:r>
              <a:rPr lang="vi-VN" dirty="0"/>
              <a:t>là thế giới </a:t>
            </a:r>
            <a:r>
              <a:rPr lang="vi-VN" dirty="0" smtClean="0"/>
              <a:t>quan</a:t>
            </a:r>
            <a:r>
              <a:rPr lang="en-US" dirty="0" smtClean="0"/>
              <a:t>,</a:t>
            </a:r>
            <a:r>
              <a:rPr lang="vi-VN" dirty="0" smtClean="0"/>
              <a:t> </a:t>
            </a:r>
            <a:r>
              <a:rPr lang="vi-VN" dirty="0"/>
              <a:t>phương pháp luận khoa học và cách mạng cho con người trong nhận thức và thực tiễn</a:t>
            </a:r>
          </a:p>
          <a:p>
            <a:pPr algn="just"/>
            <a:r>
              <a:rPr lang="vi-VN" dirty="0" smtClean="0">
                <a:solidFill>
                  <a:srgbClr val="FF0000"/>
                </a:solidFill>
              </a:rPr>
              <a:t>Triết học Mác</a:t>
            </a:r>
            <a:r>
              <a:rPr lang="en-US" dirty="0" smtClean="0">
                <a:solidFill>
                  <a:srgbClr val="FF0000"/>
                </a:solidFill>
              </a:rPr>
              <a:t> - </a:t>
            </a:r>
            <a:r>
              <a:rPr lang="vi-VN" dirty="0" smtClean="0">
                <a:solidFill>
                  <a:srgbClr val="FF0000"/>
                </a:solidFill>
              </a:rPr>
              <a:t>Lênin </a:t>
            </a:r>
            <a:r>
              <a:rPr lang="vi-VN" dirty="0">
                <a:solidFill>
                  <a:srgbClr val="FF0000"/>
                </a:solidFill>
              </a:rPr>
              <a:t>là cơ sở thế giới quan </a:t>
            </a:r>
            <a:r>
              <a:rPr lang="vi-VN" dirty="0" smtClean="0">
                <a:solidFill>
                  <a:srgbClr val="FF0000"/>
                </a:solidFill>
              </a:rPr>
              <a:t>và</a:t>
            </a:r>
            <a:r>
              <a:rPr lang="en-US" dirty="0" smtClean="0">
                <a:solidFill>
                  <a:srgbClr val="FF0000"/>
                </a:solidFill>
              </a:rPr>
              <a:t> </a:t>
            </a:r>
            <a:r>
              <a:rPr lang="vi-VN" dirty="0" smtClean="0">
                <a:solidFill>
                  <a:srgbClr val="FF0000"/>
                </a:solidFill>
              </a:rPr>
              <a:t>phương </a:t>
            </a:r>
            <a:r>
              <a:rPr lang="vi-VN" dirty="0">
                <a:solidFill>
                  <a:srgbClr val="FF0000"/>
                </a:solidFill>
              </a:rPr>
              <a:t>pháp luận khoa học và cách mạng để phân tích xu hướng phát triển của xã hội trong điều kiện cuộc cách mạng khoa học và công nghệ hiện đại phát triển mạnh mẽ</a:t>
            </a:r>
          </a:p>
          <a:p>
            <a:r>
              <a:rPr lang="vi-VN" dirty="0" smtClean="0"/>
              <a:t>Triết học </a:t>
            </a:r>
            <a:r>
              <a:rPr lang="vi-VN" dirty="0"/>
              <a:t>Mác </a:t>
            </a:r>
            <a:r>
              <a:rPr lang="en-US" dirty="0" smtClean="0"/>
              <a:t>- </a:t>
            </a:r>
            <a:r>
              <a:rPr lang="vi-VN" dirty="0" smtClean="0"/>
              <a:t>Lênin </a:t>
            </a:r>
            <a:r>
              <a:rPr lang="vi-VN" dirty="0"/>
              <a:t>là cơ sở lý luận khoa học của công cuộc xây dựng chủ nghĩa xã hội trên thế giới và sự nghiệp đổi mới theo định hướng xã hội chủ nghĩa ở Việt </a:t>
            </a:r>
            <a:r>
              <a:rPr lang="vi-VN" dirty="0" smtClean="0"/>
              <a:t>Nam</a:t>
            </a:r>
            <a:r>
              <a:rPr lang="vi-VN" dirty="0"/>
              <a:t/>
            </a:r>
            <a:br>
              <a:rPr lang="vi-VN" dirty="0"/>
            </a:br>
            <a:endParaRPr lang="en-US" dirty="0"/>
          </a:p>
        </p:txBody>
      </p:sp>
    </p:spTree>
    <p:extLst>
      <p:ext uri="{BB962C8B-B14F-4D97-AF65-F5344CB8AC3E}">
        <p14:creationId xmlns:p14="http://schemas.microsoft.com/office/powerpoint/2010/main" val="1007844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82575"/>
            <a:ext cx="7086600" cy="1165225"/>
          </a:xfrm>
        </p:spPr>
        <p:txBody>
          <a:bodyPr/>
          <a:lstStyle/>
          <a:p>
            <a:r>
              <a:rPr lang="vi-VN" dirty="0" smtClean="0">
                <a:solidFill>
                  <a:srgbClr val="FF0000"/>
                </a:solidFill>
              </a:rPr>
              <a:t>Các khái </a:t>
            </a:r>
            <a:r>
              <a:rPr lang="vi-VN" dirty="0">
                <a:solidFill>
                  <a:srgbClr val="FF0000"/>
                </a:solidFill>
              </a:rPr>
              <a:t>niệm cần làm rõ</a:t>
            </a:r>
            <a:endParaRPr lang="en-US" dirty="0">
              <a:solidFill>
                <a:srgbClr val="FF0000"/>
              </a:solidFill>
            </a:endParaRPr>
          </a:p>
        </p:txBody>
      </p:sp>
      <p:sp>
        <p:nvSpPr>
          <p:cNvPr id="3" name="Content Placeholder 2"/>
          <p:cNvSpPr>
            <a:spLocks noGrp="1"/>
          </p:cNvSpPr>
          <p:nvPr>
            <p:ph idx="1"/>
          </p:nvPr>
        </p:nvSpPr>
        <p:spPr>
          <a:xfrm>
            <a:off x="609600" y="1447800"/>
            <a:ext cx="8458200" cy="4876800"/>
          </a:xfrm>
        </p:spPr>
        <p:txBody>
          <a:bodyPr/>
          <a:lstStyle/>
          <a:p>
            <a:r>
              <a:rPr lang="vi-VN" sz="2000" dirty="0"/>
              <a:t> </a:t>
            </a:r>
            <a:r>
              <a:rPr lang="vi-VN" sz="2000" dirty="0" smtClean="0"/>
              <a:t>Triết học</a:t>
            </a:r>
            <a:endParaRPr lang="vi-VN" sz="2000" dirty="0"/>
          </a:p>
          <a:p>
            <a:r>
              <a:rPr lang="vi-VN" sz="2000" dirty="0"/>
              <a:t> </a:t>
            </a:r>
            <a:r>
              <a:rPr lang="vi-VN" sz="2000" dirty="0" smtClean="0"/>
              <a:t>Thế giới </a:t>
            </a:r>
            <a:r>
              <a:rPr lang="vi-VN" sz="2000" dirty="0"/>
              <a:t>quan</a:t>
            </a:r>
          </a:p>
          <a:p>
            <a:r>
              <a:rPr lang="vi-VN" sz="2000" dirty="0"/>
              <a:t> </a:t>
            </a:r>
            <a:r>
              <a:rPr lang="vi-VN" sz="2000" dirty="0" smtClean="0"/>
              <a:t>Phương pháp </a:t>
            </a:r>
            <a:r>
              <a:rPr lang="vi-VN" sz="2000" dirty="0"/>
              <a:t>luận</a:t>
            </a:r>
          </a:p>
          <a:p>
            <a:r>
              <a:rPr lang="vi-VN" sz="2000" dirty="0" smtClean="0"/>
              <a:t>Đặc điểm </a:t>
            </a:r>
            <a:r>
              <a:rPr lang="vi-VN" sz="2000" dirty="0"/>
              <a:t>của các hình thái thế giới quan</a:t>
            </a:r>
          </a:p>
          <a:p>
            <a:r>
              <a:rPr lang="vi-VN" sz="2000" dirty="0"/>
              <a:t> </a:t>
            </a:r>
            <a:r>
              <a:rPr lang="vi-VN" sz="2000" dirty="0" smtClean="0"/>
              <a:t>Biện chứng</a:t>
            </a:r>
            <a:r>
              <a:rPr lang="vi-VN" sz="2000" dirty="0"/>
              <a:t>,  </a:t>
            </a:r>
            <a:r>
              <a:rPr lang="vi-VN" sz="2000" dirty="0" smtClean="0"/>
              <a:t>Phép biện chứng, các hình thức của phép BC</a:t>
            </a:r>
            <a:endParaRPr lang="vi-VN" sz="2000" dirty="0"/>
          </a:p>
          <a:p>
            <a:r>
              <a:rPr lang="vi-VN" sz="2000" dirty="0"/>
              <a:t> </a:t>
            </a:r>
            <a:r>
              <a:rPr lang="vi-VN" sz="2000" dirty="0" smtClean="0"/>
              <a:t>Siêu hình</a:t>
            </a:r>
            <a:r>
              <a:rPr lang="vi-VN" sz="2000" dirty="0"/>
              <a:t>, </a:t>
            </a:r>
            <a:r>
              <a:rPr lang="vi-VN" sz="2000" dirty="0" smtClean="0"/>
              <a:t>Phép siêu </a:t>
            </a:r>
            <a:r>
              <a:rPr lang="vi-VN" sz="2000" dirty="0"/>
              <a:t>hình</a:t>
            </a:r>
          </a:p>
          <a:p>
            <a:r>
              <a:rPr lang="vi-VN" sz="2000" dirty="0"/>
              <a:t> </a:t>
            </a:r>
            <a:r>
              <a:rPr lang="vi-VN" sz="2000" dirty="0" smtClean="0"/>
              <a:t>Đặc điểm </a:t>
            </a:r>
            <a:r>
              <a:rPr lang="vi-VN" sz="2000" dirty="0"/>
              <a:t>của các hình thức của chủ nghĩa duy vật</a:t>
            </a:r>
          </a:p>
          <a:p>
            <a:r>
              <a:rPr lang="vi-VN" sz="2000" dirty="0" smtClean="0"/>
              <a:t>Đặc điểm </a:t>
            </a:r>
            <a:r>
              <a:rPr lang="vi-VN" sz="2000" dirty="0"/>
              <a:t>của các hình thức của chủ nghĩa duy tâm</a:t>
            </a:r>
          </a:p>
          <a:p>
            <a:r>
              <a:rPr lang="vi-VN" sz="2000" dirty="0" smtClean="0"/>
              <a:t>Nội dung </a:t>
            </a:r>
            <a:r>
              <a:rPr lang="vi-VN" sz="2000" dirty="0"/>
              <a:t>của vấn đề cơ bản của triết </a:t>
            </a:r>
            <a:r>
              <a:rPr lang="vi-VN" sz="2000" dirty="0" smtClean="0"/>
              <a:t>học</a:t>
            </a:r>
            <a:r>
              <a:rPr lang="en-US" sz="2000" dirty="0" smtClean="0"/>
              <a:t>, Hai </a:t>
            </a:r>
            <a:r>
              <a:rPr lang="en-US" sz="2000" dirty="0" err="1" smtClean="0"/>
              <a:t>mặt</a:t>
            </a:r>
            <a:r>
              <a:rPr lang="en-US" sz="2000" dirty="0" smtClean="0"/>
              <a:t> </a:t>
            </a:r>
            <a:r>
              <a:rPr lang="en-US" sz="2000" dirty="0" err="1" smtClean="0"/>
              <a:t>của</a:t>
            </a:r>
            <a:r>
              <a:rPr lang="en-US" sz="2000" dirty="0" smtClean="0"/>
              <a:t> VĐ </a:t>
            </a:r>
            <a:r>
              <a:rPr lang="en-US" sz="2000" dirty="0" err="1" smtClean="0"/>
              <a:t>cơ</a:t>
            </a:r>
            <a:r>
              <a:rPr lang="en-US" sz="2000" dirty="0" smtClean="0"/>
              <a:t> </a:t>
            </a:r>
            <a:r>
              <a:rPr lang="en-US" sz="2000" dirty="0" err="1" smtClean="0"/>
              <a:t>bản</a:t>
            </a:r>
            <a:endParaRPr lang="vi-VN" sz="2000" dirty="0"/>
          </a:p>
          <a:p>
            <a:r>
              <a:rPr lang="vi-VN" sz="2000" dirty="0" smtClean="0"/>
              <a:t>Việc phân </a:t>
            </a:r>
            <a:r>
              <a:rPr lang="vi-VN" sz="2000" dirty="0"/>
              <a:t>chia các trường phái thế giới quan trong triết học học là dựa trên cơ sở lý luận nào?</a:t>
            </a:r>
          </a:p>
          <a:p>
            <a:r>
              <a:rPr lang="vi-VN" sz="2000" dirty="0"/>
              <a:t> Đối tượng nghiên cứu của triết học Mác Lênin</a:t>
            </a:r>
          </a:p>
          <a:p>
            <a:r>
              <a:rPr lang="vi-VN" sz="2000" dirty="0"/>
              <a:t> </a:t>
            </a:r>
            <a:r>
              <a:rPr lang="vi-VN" sz="2000" dirty="0" smtClean="0"/>
              <a:t>Triết học </a:t>
            </a:r>
            <a:r>
              <a:rPr lang="vi-VN" sz="2000" dirty="0"/>
              <a:t>Mác Lênin là </a:t>
            </a:r>
            <a:r>
              <a:rPr lang="vi-VN" sz="2000" dirty="0" smtClean="0"/>
              <a:t>gì</a:t>
            </a:r>
            <a:r>
              <a:rPr lang="en-US" sz="2000" dirty="0" smtClean="0"/>
              <a:t>?</a:t>
            </a:r>
            <a:endParaRPr lang="vi-VN" sz="2000" dirty="0" smtClean="0"/>
          </a:p>
          <a:p>
            <a:r>
              <a:rPr lang="vi-VN" sz="2000" smtClean="0"/>
              <a:t>Vai trò của triết học Mác - Lênin</a:t>
            </a:r>
            <a:r>
              <a:rPr lang="vi-VN" sz="2000" dirty="0"/>
              <a:t/>
            </a:r>
            <a:br>
              <a:rPr lang="vi-VN" sz="2000" dirty="0"/>
            </a:br>
            <a:endParaRPr lang="en-US" sz="2000" dirty="0"/>
          </a:p>
        </p:txBody>
      </p:sp>
    </p:spTree>
    <p:extLst>
      <p:ext uri="{BB962C8B-B14F-4D97-AF65-F5344CB8AC3E}">
        <p14:creationId xmlns:p14="http://schemas.microsoft.com/office/powerpoint/2010/main" val="20750971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39" name="Rectangle 3">
            <a:extLst>
              <a:ext uri="{FF2B5EF4-FFF2-40B4-BE49-F238E27FC236}">
                <a16:creationId xmlns:a16="http://schemas.microsoft.com/office/drawing/2014/main" id="{56E01181-FA81-4C6D-9E62-C7D65FDA831E}"/>
              </a:ext>
            </a:extLst>
          </p:cNvPr>
          <p:cNvSpPr>
            <a:spLocks noGrp="1" noChangeArrowheads="1"/>
          </p:cNvSpPr>
          <p:nvPr>
            <p:ph type="body" idx="1"/>
          </p:nvPr>
        </p:nvSpPr>
        <p:spPr>
          <a:xfrm>
            <a:off x="609600" y="2373313"/>
            <a:ext cx="7924800" cy="2555875"/>
          </a:xfrm>
        </p:spPr>
        <p:txBody>
          <a:bodyPr/>
          <a:lstStyle/>
          <a:p>
            <a:pPr algn="ctr">
              <a:buFontTx/>
              <a:buNone/>
            </a:pPr>
            <a:r>
              <a:rPr lang="en-US" altLang="en-US" dirty="0" err="1" smtClean="0"/>
              <a:t>Hết</a:t>
            </a:r>
            <a:r>
              <a:rPr lang="en-US" altLang="en-US" dirty="0" smtClean="0"/>
              <a:t> </a:t>
            </a:r>
          </a:p>
          <a:p>
            <a:pPr algn="ctr">
              <a:buFontTx/>
              <a:buNone/>
            </a:pPr>
            <a:r>
              <a:rPr lang="en-US" altLang="en-US" dirty="0" err="1" smtClean="0"/>
              <a:t>Chương</a:t>
            </a:r>
            <a:r>
              <a:rPr lang="en-US" altLang="en-US" dirty="0" smtClean="0"/>
              <a:t> 1</a:t>
            </a:r>
            <a:endParaRPr lang="en-US"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db2004c016l">
  <a:themeElements>
    <a:clrScheme name="sample 3">
      <a:dk1>
        <a:srgbClr val="000000"/>
      </a:dk1>
      <a:lt1>
        <a:srgbClr val="FEF9E2"/>
      </a:lt1>
      <a:dk2>
        <a:srgbClr val="DDC981"/>
      </a:dk2>
      <a:lt2>
        <a:srgbClr val="808080"/>
      </a:lt2>
      <a:accent1>
        <a:srgbClr val="D3A553"/>
      </a:accent1>
      <a:accent2>
        <a:srgbClr val="7C4D36"/>
      </a:accent2>
      <a:accent3>
        <a:srgbClr val="FEFBEE"/>
      </a:accent3>
      <a:accent4>
        <a:srgbClr val="000000"/>
      </a:accent4>
      <a:accent5>
        <a:srgbClr val="E6CFB3"/>
      </a:accent5>
      <a:accent6>
        <a:srgbClr val="704530"/>
      </a:accent6>
      <a:hlink>
        <a:srgbClr val="9B9D53"/>
      </a:hlink>
      <a:folHlink>
        <a:srgbClr val="6D9DB5"/>
      </a:folHlink>
    </a:clrScheme>
    <a:fontScheme name="samp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ample 1">
        <a:dk1>
          <a:srgbClr val="000000"/>
        </a:dk1>
        <a:lt1>
          <a:srgbClr val="FFFFFF"/>
        </a:lt1>
        <a:dk2>
          <a:srgbClr val="7EBAF0"/>
        </a:dk2>
        <a:lt2>
          <a:srgbClr val="B2B2B2"/>
        </a:lt2>
        <a:accent1>
          <a:srgbClr val="4F97D9"/>
        </a:accent1>
        <a:accent2>
          <a:srgbClr val="3F51AD"/>
        </a:accent2>
        <a:accent3>
          <a:srgbClr val="FFFFFF"/>
        </a:accent3>
        <a:accent4>
          <a:srgbClr val="000000"/>
        </a:accent4>
        <a:accent5>
          <a:srgbClr val="B2C9E9"/>
        </a:accent5>
        <a:accent6>
          <a:srgbClr val="38499C"/>
        </a:accent6>
        <a:hlink>
          <a:srgbClr val="69B58F"/>
        </a:hlink>
        <a:folHlink>
          <a:srgbClr val="878FA5"/>
        </a:folHlink>
      </a:clrScheme>
      <a:clrMap bg1="lt1" tx1="dk1" bg2="lt2" tx2="dk2" accent1="accent1" accent2="accent2" accent3="accent3" accent4="accent4" accent5="accent5" accent6="accent6" hlink="hlink" folHlink="folHlink"/>
    </a:extraClrScheme>
    <a:extraClrScheme>
      <a:clrScheme name="sample 2">
        <a:dk1>
          <a:srgbClr val="000000"/>
        </a:dk1>
        <a:lt1>
          <a:srgbClr val="FEF9E2"/>
        </a:lt1>
        <a:dk2>
          <a:srgbClr val="A4E4B9"/>
        </a:dk2>
        <a:lt2>
          <a:srgbClr val="B2B2B2"/>
        </a:lt2>
        <a:accent1>
          <a:srgbClr val="58BEAB"/>
        </a:accent1>
        <a:accent2>
          <a:srgbClr val="377F75"/>
        </a:accent2>
        <a:accent3>
          <a:srgbClr val="FEFBEE"/>
        </a:accent3>
        <a:accent4>
          <a:srgbClr val="000000"/>
        </a:accent4>
        <a:accent5>
          <a:srgbClr val="B4DBD2"/>
        </a:accent5>
        <a:accent6>
          <a:srgbClr val="317269"/>
        </a:accent6>
        <a:hlink>
          <a:srgbClr val="5F4AAE"/>
        </a:hlink>
        <a:folHlink>
          <a:srgbClr val="D38259"/>
        </a:folHlink>
      </a:clrScheme>
      <a:clrMap bg1="lt1" tx1="dk1" bg2="lt2" tx2="dk2" accent1="accent1" accent2="accent2" accent3="accent3" accent4="accent4" accent5="accent5" accent6="accent6" hlink="hlink" folHlink="folHlink"/>
    </a:extraClrScheme>
    <a:extraClrScheme>
      <a:clrScheme name="sample 3">
        <a:dk1>
          <a:srgbClr val="000000"/>
        </a:dk1>
        <a:lt1>
          <a:srgbClr val="FEF9E2"/>
        </a:lt1>
        <a:dk2>
          <a:srgbClr val="DDC981"/>
        </a:dk2>
        <a:lt2>
          <a:srgbClr val="808080"/>
        </a:lt2>
        <a:accent1>
          <a:srgbClr val="D3A553"/>
        </a:accent1>
        <a:accent2>
          <a:srgbClr val="7C4D36"/>
        </a:accent2>
        <a:accent3>
          <a:srgbClr val="FEFBEE"/>
        </a:accent3>
        <a:accent4>
          <a:srgbClr val="000000"/>
        </a:accent4>
        <a:accent5>
          <a:srgbClr val="E6CFB3"/>
        </a:accent5>
        <a:accent6>
          <a:srgbClr val="704530"/>
        </a:accent6>
        <a:hlink>
          <a:srgbClr val="9B9D53"/>
        </a:hlink>
        <a:folHlink>
          <a:srgbClr val="6D9DB5"/>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11745</TotalTime>
  <Words>3399</Words>
  <Application>Microsoft Office PowerPoint</Application>
  <PresentationFormat>On-screen Show (4:3)</PresentationFormat>
  <Paragraphs>301</Paragraphs>
  <Slides>51</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51</vt:i4>
      </vt:variant>
    </vt:vector>
  </HeadingPairs>
  <TitlesOfParts>
    <vt:vector size="59" baseType="lpstr">
      <vt:lpstr>Arial</vt:lpstr>
      <vt:lpstr>Arial Unicode MS</vt:lpstr>
      <vt:lpstr>Times New Roman</vt:lpstr>
      <vt:lpstr>Verdana</vt:lpstr>
      <vt:lpstr>VNI-Times</vt:lpstr>
      <vt:lpstr>Wingdings</vt:lpstr>
      <vt:lpstr>Default Design</vt:lpstr>
      <vt:lpstr>cdb2004c016l</vt:lpstr>
      <vt:lpstr> Chương 1 Triết học và vai trò của  Triết học trong đời sống xã hội </vt:lpstr>
      <vt:lpstr>1. Khái lược vềTriết học Nguồn gốc của triết học </vt:lpstr>
      <vt:lpstr>Nguồn gốc của triết học</vt:lpstr>
      <vt:lpstr>PowerPoint Presentation</vt:lpstr>
      <vt:lpstr>Hình thức triết lý sơ khai nhất thể hiện ở tư duy huyền thoại </vt:lpstr>
      <vt:lpstr>PowerPoint Presentation</vt:lpstr>
      <vt:lpstr>Nhưng bản thân thần thoại cũng trải qua lịch sử lâu dài; thần thoại phát triển lại báo trước sự khủng hoảng của tư duy huyền thoại. Càng trưởng thành về nhận thức, con người càng làm gần mình với các vị thần, nhân hóa hình ảnh thần. </vt:lpstr>
      <vt:lpstr>Các hình thái thế giới quan</vt:lpstr>
      <vt:lpstr>Nguồn gốc của triết học</vt:lpstr>
      <vt:lpstr> Thuật ngữ “triết học”</vt:lpstr>
      <vt:lpstr>PowerPoint Presentation</vt:lpstr>
      <vt:lpstr> Định nghĩa, đối tượng</vt:lpstr>
      <vt:lpstr>Đối tượng của Triết học; </vt:lpstr>
      <vt:lpstr>Triết học và thế giới quan</vt:lpstr>
      <vt:lpstr> Triết học và thế giới quan</vt:lpstr>
      <vt:lpstr>2 . Vaán ñeà cô baûn cuûa trieát hoïc</vt:lpstr>
      <vt:lpstr>Quan niệm của Ph.Ăngghen (F.Engels)  về vấn đề  cơ bản của triết học</vt:lpstr>
      <vt:lpstr>Chuû nghóa duy vaät vaø chuû nghóa duy taâm (mặt thứ nhất) </vt:lpstr>
      <vt:lpstr> Chuû nghóa duy vaät vaø chuû nghóa duy taâm (TT) </vt:lpstr>
      <vt:lpstr>Vấn đề khả năng và giới hạn nhận thức (mặt thứ 2)</vt:lpstr>
      <vt:lpstr>Bất khả tri và hoài nghi</vt:lpstr>
      <vt:lpstr>3. Biện chứng và siêu hình</vt:lpstr>
      <vt:lpstr> Triết học như phương pháp</vt:lpstr>
      <vt:lpstr>Biện chứng (dialectic) và siêu hình (metaphysics)</vt:lpstr>
      <vt:lpstr>PowerPoint Presentation</vt:lpstr>
      <vt:lpstr>BIỆN CHỨNG VÀ SIÊU HÌNH</vt:lpstr>
      <vt:lpstr>Biện chứng khách quan và biện chứng chủ quan; các hình thức lịch sử của phép biện chứng</vt:lpstr>
      <vt:lpstr>PowerPoint Presentation</vt:lpstr>
      <vt:lpstr>a. Điều kiện lịch sử của sự ra đời triết học mác </vt:lpstr>
      <vt:lpstr>a. Điều kiện lịch sử của sự ra đời triết học mác </vt:lpstr>
      <vt:lpstr>a. Điều kiện lịch sử của sự ra đời triết học mác </vt:lpstr>
      <vt:lpstr>Nguồn gốc lý luận và những tiền đề khoa học tự nhiên của triết học Mác </vt:lpstr>
      <vt:lpstr>Nguồn gốc lý luận (tt)</vt:lpstr>
      <vt:lpstr>Tieàn ñeà khoa hoïc töï nhieân</vt:lpstr>
      <vt:lpstr>Thuyết tế bào</vt:lpstr>
      <vt:lpstr>Thuyết Tiến hóa của Darwin (hình ảnh vui)</vt:lpstr>
      <vt:lpstr>Nhân tố chủ quan trong sự hình thành triết học Mác</vt:lpstr>
      <vt:lpstr>Friedrich Engels </vt:lpstr>
      <vt:lpstr>NHỮNG GIAI ĐOẠN CHỦ YẾU TRONG SỰ HÌNH THÀNH VÀ PHÁT TRIỂN CỦA TRIẾT HỌC MÁC</vt:lpstr>
      <vt:lpstr>Thực chất và ý nghĩa cuộc cách mạng trong triết học do Mác và Ăngghen thực hiện</vt:lpstr>
      <vt:lpstr>Phát minh ra quan niệm duy vật về lịch sử </vt:lpstr>
      <vt:lpstr>Thống nhất lý luận và thực tiễn</vt:lpstr>
      <vt:lpstr>Thống nhất tính CM với tính khoa học</vt:lpstr>
      <vt:lpstr>Xác lập đúng đắn MQH giữa triết học và các khoa học cụ thể</vt:lpstr>
      <vt:lpstr>Giai đoạn Lênin trong sự phát triển triết học Mác</vt:lpstr>
      <vt:lpstr>2. Đối tượng và chức năng của TH Mác - Lênin</vt:lpstr>
      <vt:lpstr>Đối tượng của triết học Mác - Lênin </vt:lpstr>
      <vt:lpstr>Chức năng của triết học Mác - Lênin</vt:lpstr>
      <vt:lpstr>3. Vai trò của Triết học Mác - Lênin trong đời sống xã hội và trong sự nghiệp đổi mới ở Việt Nam hiện nay</vt:lpstr>
      <vt:lpstr>Các khái niệm cần làm rõ</vt:lpstr>
      <vt:lpstr>PowerPoint Presentation</vt:lpstr>
    </vt:vector>
  </TitlesOfParts>
  <Company>CANTHO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LRC</dc:creator>
  <cp:lastModifiedBy>Admin</cp:lastModifiedBy>
  <cp:revision>89</cp:revision>
  <dcterms:created xsi:type="dcterms:W3CDTF">2008-08-06T06:37:20Z</dcterms:created>
  <dcterms:modified xsi:type="dcterms:W3CDTF">2021-09-24T04:31:20Z</dcterms:modified>
</cp:coreProperties>
</file>